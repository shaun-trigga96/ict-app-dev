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ink/ink66.xml" ContentType="application/inkml+xml"/>
  <Override PartName="/ppt/ink/ink67.xml" ContentType="application/inkml+xml"/>
  <Override PartName="/ppt/ink/ink68.xml" ContentType="application/inkml+xml"/>
  <Override PartName="/ppt/ink/ink69.xml" ContentType="application/inkml+xml"/>
  <Override PartName="/ppt/ink/ink70.xml" ContentType="application/inkml+xml"/>
  <Override PartName="/ppt/ink/ink71.xml" ContentType="application/inkml+xml"/>
  <Override PartName="/ppt/ink/ink72.xml" ContentType="application/inkml+xml"/>
  <Override PartName="/ppt/ink/ink73.xml" ContentType="application/inkml+xml"/>
  <Override PartName="/ppt/ink/ink74.xml" ContentType="application/inkml+xml"/>
  <Override PartName="/ppt/ink/ink75.xml" ContentType="application/inkml+xml"/>
  <Override PartName="/ppt/ink/ink76.xml" ContentType="application/inkml+xml"/>
  <Override PartName="/ppt/ink/ink77.xml" ContentType="application/inkml+xml"/>
  <Override PartName="/ppt/ink/ink78.xml" ContentType="application/inkml+xml"/>
  <Override PartName="/ppt/ink/ink79.xml" ContentType="application/inkml+xml"/>
  <Override PartName="/ppt/ink/ink80.xml" ContentType="application/inkml+xml"/>
  <Override PartName="/ppt/ink/ink81.xml" ContentType="application/inkml+xml"/>
  <Override PartName="/ppt/ink/ink82.xml" ContentType="application/inkml+xml"/>
  <Override PartName="/ppt/ink/ink83.xml" ContentType="application/inkml+xml"/>
  <Override PartName="/ppt/ink/ink84.xml" ContentType="application/inkml+xml"/>
  <Override PartName="/ppt/ink/ink85.xml" ContentType="application/inkml+xml"/>
  <Override PartName="/ppt/ink/ink86.xml" ContentType="application/inkml+xml"/>
  <Override PartName="/ppt/ink/ink87.xml" ContentType="application/inkml+xml"/>
  <Override PartName="/ppt/ink/ink88.xml" ContentType="application/inkml+xml"/>
  <Override PartName="/ppt/ink/ink89.xml" ContentType="application/inkml+xml"/>
  <Override PartName="/ppt/ink/ink90.xml" ContentType="application/inkml+xml"/>
  <Override PartName="/ppt/ink/ink91.xml" ContentType="application/inkml+xml"/>
  <Override PartName="/ppt/ink/ink92.xml" ContentType="application/inkml+xml"/>
  <Override PartName="/ppt/ink/ink93.xml" ContentType="application/inkml+xml"/>
  <Override PartName="/ppt/ink/ink94.xml" ContentType="application/inkml+xml"/>
  <Override PartName="/ppt/ink/ink95.xml" ContentType="application/inkml+xml"/>
  <Override PartName="/ppt/ink/ink96.xml" ContentType="application/inkml+xml"/>
  <Override PartName="/ppt/ink/ink97.xml" ContentType="application/inkml+xml"/>
  <Override PartName="/ppt/ink/ink98.xml" ContentType="application/inkml+xml"/>
  <Override PartName="/ppt/ink/ink99.xml" ContentType="application/inkml+xml"/>
  <Override PartName="/ppt/ink/ink100.xml" ContentType="application/inkml+xml"/>
  <Override PartName="/ppt/ink/ink101.xml" ContentType="application/inkml+xml"/>
  <Override PartName="/ppt/ink/ink102.xml" ContentType="application/inkml+xml"/>
  <Override PartName="/ppt/ink/ink103.xml" ContentType="application/inkml+xml"/>
  <Override PartName="/ppt/ink/ink104.xml" ContentType="application/inkml+xml"/>
  <Override PartName="/ppt/ink/ink105.xml" ContentType="application/inkml+xml"/>
  <Override PartName="/ppt/ink/ink106.xml" ContentType="application/inkml+xml"/>
  <Override PartName="/ppt/ink/ink107.xml" ContentType="application/inkml+xml"/>
  <Override PartName="/ppt/ink/ink108.xml" ContentType="application/inkml+xml"/>
  <Override PartName="/ppt/ink/ink109.xml" ContentType="application/inkml+xml"/>
  <Override PartName="/ppt/ink/ink110.xml" ContentType="application/inkml+xml"/>
  <Override PartName="/ppt/ink/ink111.xml" ContentType="application/inkml+xml"/>
  <Override PartName="/ppt/ink/ink112.xml" ContentType="application/inkml+xml"/>
  <Override PartName="/ppt/ink/ink113.xml" ContentType="application/inkml+xml"/>
  <Override PartName="/ppt/ink/ink114.xml" ContentType="application/inkml+xml"/>
  <Override PartName="/ppt/ink/ink115.xml" ContentType="application/inkml+xml"/>
  <Override PartName="/ppt/ink/ink116.xml" ContentType="application/inkml+xml"/>
  <Override PartName="/ppt/ink/ink117.xml" ContentType="application/inkml+xml"/>
  <Override PartName="/ppt/ink/ink118.xml" ContentType="application/inkml+xml"/>
  <Override PartName="/ppt/ink/ink119.xml" ContentType="application/inkml+xml"/>
  <Override PartName="/ppt/ink/ink120.xml" ContentType="application/inkml+xml"/>
  <Override PartName="/ppt/ink/ink121.xml" ContentType="application/inkml+xml"/>
  <Override PartName="/ppt/ink/ink122.xml" ContentType="application/inkml+xml"/>
  <Override PartName="/ppt/ink/ink123.xml" ContentType="application/inkml+xml"/>
  <Override PartName="/ppt/ink/ink124.xml" ContentType="application/inkml+xml"/>
  <Override PartName="/ppt/ink/ink125.xml" ContentType="application/inkml+xml"/>
  <Override PartName="/ppt/ink/ink126.xml" ContentType="application/inkml+xml"/>
  <Override PartName="/ppt/ink/ink127.xml" ContentType="application/inkml+xml"/>
  <Override PartName="/ppt/ink/ink128.xml" ContentType="application/inkml+xml"/>
  <Override PartName="/ppt/ink/ink129.xml" ContentType="application/inkml+xml"/>
  <Override PartName="/ppt/ink/ink130.xml" ContentType="application/inkml+xml"/>
  <Override PartName="/ppt/ink/ink131.xml" ContentType="application/inkml+xml"/>
  <Override PartName="/ppt/ink/ink132.xml" ContentType="application/inkml+xml"/>
  <Override PartName="/ppt/ink/ink133.xml" ContentType="application/inkml+xml"/>
  <Override PartName="/ppt/ink/ink134.xml" ContentType="application/inkml+xml"/>
  <Override PartName="/ppt/ink/ink135.xml" ContentType="application/inkml+xml"/>
  <Override PartName="/ppt/ink/ink136.xml" ContentType="application/inkml+xml"/>
  <Override PartName="/ppt/ink/ink137.xml" ContentType="application/inkml+xml"/>
  <Override PartName="/ppt/ink/ink138.xml" ContentType="application/inkml+xml"/>
  <Override PartName="/ppt/ink/ink139.xml" ContentType="application/inkml+xml"/>
  <Override PartName="/ppt/ink/ink140.xml" ContentType="application/inkml+xml"/>
  <Override PartName="/ppt/ink/ink141.xml" ContentType="application/inkml+xml"/>
  <Override PartName="/ppt/ink/ink142.xml" ContentType="application/inkml+xml"/>
  <Override PartName="/ppt/ink/ink143.xml" ContentType="application/inkml+xml"/>
  <Override PartName="/ppt/ink/ink144.xml" ContentType="application/inkml+xml"/>
  <Override PartName="/ppt/ink/ink145.xml" ContentType="application/inkml+xml"/>
  <Override PartName="/ppt/ink/ink146.xml" ContentType="application/inkml+xml"/>
  <Override PartName="/ppt/ink/ink147.xml" ContentType="application/inkml+xml"/>
  <Override PartName="/ppt/ink/ink148.xml" ContentType="application/inkml+xml"/>
  <Override PartName="/ppt/ink/ink149.xml" ContentType="application/inkml+xml"/>
  <Override PartName="/ppt/ink/ink150.xml" ContentType="application/inkml+xml"/>
  <Override PartName="/ppt/ink/ink151.xml" ContentType="application/inkml+xml"/>
  <Override PartName="/ppt/ink/ink152.xml" ContentType="application/inkml+xml"/>
  <Override PartName="/ppt/ink/ink153.xml" ContentType="application/inkml+xml"/>
  <Override PartName="/ppt/ink/ink154.xml" ContentType="application/inkml+xml"/>
  <Override PartName="/ppt/ink/ink155.xml" ContentType="application/inkml+xml"/>
  <Override PartName="/ppt/ink/ink156.xml" ContentType="application/inkml+xml"/>
  <Override PartName="/ppt/ink/ink157.xml" ContentType="application/inkml+xml"/>
  <Override PartName="/ppt/ink/ink158.xml" ContentType="application/inkml+xml"/>
  <Override PartName="/ppt/ink/ink159.xml" ContentType="application/inkml+xml"/>
  <Override PartName="/ppt/ink/ink160.xml" ContentType="application/inkml+xml"/>
  <Override PartName="/ppt/ink/ink161.xml" ContentType="application/inkml+xml"/>
  <Override PartName="/ppt/ink/ink162.xml" ContentType="application/inkml+xml"/>
  <Override PartName="/ppt/ink/ink163.xml" ContentType="application/inkml+xml"/>
  <Override PartName="/ppt/ink/ink164.xml" ContentType="application/inkml+xml"/>
  <Override PartName="/ppt/ink/ink165.xml" ContentType="application/inkml+xml"/>
  <Override PartName="/ppt/ink/ink166.xml" ContentType="application/inkml+xml"/>
  <Override PartName="/ppt/ink/ink167.xml" ContentType="application/inkml+xml"/>
  <Override PartName="/ppt/ink/ink168.xml" ContentType="application/inkml+xml"/>
  <Override PartName="/ppt/ink/ink169.xml" ContentType="application/inkml+xml"/>
  <Override PartName="/ppt/ink/ink170.xml" ContentType="application/inkml+xml"/>
  <Override PartName="/ppt/ink/ink171.xml" ContentType="application/inkml+xml"/>
  <Override PartName="/ppt/ink/ink172.xml" ContentType="application/inkml+xml"/>
  <Override PartName="/ppt/ink/ink173.xml" ContentType="application/inkml+xml"/>
  <Override PartName="/ppt/ink/ink174.xml" ContentType="application/inkml+xml"/>
  <Override PartName="/ppt/ink/ink175.xml" ContentType="application/inkml+xml"/>
  <Override PartName="/ppt/ink/ink176.xml" ContentType="application/inkml+xml"/>
  <Override PartName="/ppt/ink/ink177.xml" ContentType="application/inkml+xml"/>
  <Override PartName="/ppt/ink/ink178.xml" ContentType="application/inkml+xml"/>
  <Override PartName="/ppt/ink/ink179.xml" ContentType="application/inkml+xml"/>
  <Override PartName="/ppt/ink/ink180.xml" ContentType="application/inkml+xml"/>
  <Override PartName="/ppt/ink/ink181.xml" ContentType="application/inkml+xml"/>
  <Override PartName="/ppt/ink/ink182.xml" ContentType="application/inkml+xml"/>
  <Override PartName="/ppt/ink/ink183.xml" ContentType="application/inkml+xml"/>
  <Override PartName="/ppt/ink/ink184.xml" ContentType="application/inkml+xml"/>
  <Override PartName="/ppt/ink/ink185.xml" ContentType="application/inkml+xml"/>
  <Override PartName="/ppt/ink/ink186.xml" ContentType="application/inkml+xml"/>
  <Override PartName="/ppt/ink/ink187.xml" ContentType="application/inkml+xml"/>
  <Override PartName="/ppt/ink/ink188.xml" ContentType="application/inkml+xml"/>
  <Override PartName="/ppt/ink/ink189.xml" ContentType="application/inkml+xml"/>
  <Override PartName="/ppt/ink/ink190.xml" ContentType="application/inkml+xml"/>
  <Override PartName="/ppt/ink/ink191.xml" ContentType="application/inkml+xml"/>
  <Override PartName="/ppt/ink/ink192.xml" ContentType="application/inkml+xml"/>
  <Override PartName="/ppt/ink/ink193.xml" ContentType="application/inkml+xml"/>
  <Override PartName="/ppt/ink/ink194.xml" ContentType="application/inkml+xml"/>
  <Override PartName="/ppt/ink/ink195.xml" ContentType="application/inkml+xml"/>
  <Override PartName="/ppt/ink/ink196.xml" ContentType="application/inkml+xml"/>
  <Override PartName="/ppt/ink/ink197.xml" ContentType="application/inkml+xml"/>
  <Override PartName="/ppt/ink/ink198.xml" ContentType="application/inkml+xml"/>
  <Override PartName="/ppt/ink/ink199.xml" ContentType="application/inkml+xml"/>
  <Override PartName="/ppt/ink/ink200.xml" ContentType="application/inkml+xml"/>
  <Override PartName="/ppt/ink/ink201.xml" ContentType="application/inkml+xml"/>
  <Override PartName="/ppt/ink/ink202.xml" ContentType="application/inkml+xml"/>
  <Override PartName="/ppt/ink/ink203.xml" ContentType="application/inkml+xml"/>
  <Override PartName="/ppt/ink/ink204.xml" ContentType="application/inkml+xml"/>
  <Override PartName="/ppt/ink/ink205.xml" ContentType="application/inkml+xml"/>
  <Override PartName="/ppt/ink/ink206.xml" ContentType="application/inkml+xml"/>
  <Override PartName="/ppt/ink/ink207.xml" ContentType="application/inkml+xml"/>
  <Override PartName="/ppt/ink/ink208.xml" ContentType="application/inkml+xml"/>
  <Override PartName="/ppt/ink/ink209.xml" ContentType="application/inkml+xml"/>
  <Override PartName="/ppt/ink/ink210.xml" ContentType="application/inkml+xml"/>
  <Override PartName="/ppt/ink/ink211.xml" ContentType="application/inkml+xml"/>
  <Override PartName="/ppt/ink/ink212.xml" ContentType="application/inkml+xml"/>
  <Override PartName="/ppt/ink/ink213.xml" ContentType="application/inkml+xml"/>
  <Override PartName="/ppt/ink/ink214.xml" ContentType="application/inkml+xml"/>
  <Override PartName="/ppt/ink/ink215.xml" ContentType="application/inkml+xml"/>
  <Override PartName="/ppt/ink/ink216.xml" ContentType="application/inkml+xml"/>
  <Override PartName="/ppt/ink/ink217.xml" ContentType="application/inkml+xml"/>
  <Override PartName="/ppt/ink/ink218.xml" ContentType="application/inkml+xml"/>
  <Override PartName="/ppt/ink/ink219.xml" ContentType="application/inkml+xml"/>
  <Override PartName="/ppt/ink/ink220.xml" ContentType="application/inkml+xml"/>
  <Override PartName="/ppt/ink/ink221.xml" ContentType="application/inkml+xml"/>
  <Override PartName="/ppt/ink/ink222.xml" ContentType="application/inkml+xml"/>
  <Override PartName="/ppt/ink/ink223.xml" ContentType="application/inkml+xml"/>
  <Override PartName="/ppt/ink/ink224.xml" ContentType="application/inkml+xml"/>
  <Override PartName="/ppt/ink/ink225.xml" ContentType="application/inkml+xml"/>
  <Override PartName="/ppt/ink/ink226.xml" ContentType="application/inkml+xml"/>
  <Override PartName="/ppt/ink/ink227.xml" ContentType="application/inkml+xml"/>
  <Override PartName="/ppt/ink/ink228.xml" ContentType="application/inkml+xml"/>
  <Override PartName="/ppt/ink/ink229.xml" ContentType="application/inkml+xml"/>
  <Override PartName="/ppt/ink/ink230.xml" ContentType="application/inkml+xml"/>
  <Override PartName="/ppt/ink/ink231.xml" ContentType="application/inkml+xml"/>
  <Override PartName="/ppt/ink/ink232.xml" ContentType="application/inkml+xml"/>
  <Override PartName="/ppt/ink/ink233.xml" ContentType="application/inkml+xml"/>
  <Override PartName="/ppt/ink/ink234.xml" ContentType="application/inkml+xml"/>
  <Override PartName="/ppt/ink/ink235.xml" ContentType="application/inkml+xml"/>
  <Override PartName="/ppt/ink/ink236.xml" ContentType="application/inkml+xml"/>
  <Override PartName="/ppt/ink/ink237.xml" ContentType="application/inkml+xml"/>
  <Override PartName="/ppt/ink/ink238.xml" ContentType="application/inkml+xml"/>
  <Override PartName="/ppt/ink/ink239.xml" ContentType="application/inkml+xml"/>
  <Override PartName="/ppt/ink/ink240.xml" ContentType="application/inkml+xml"/>
  <Override PartName="/ppt/ink/ink241.xml" ContentType="application/inkml+xml"/>
  <Override PartName="/ppt/ink/ink242.xml" ContentType="application/inkml+xml"/>
  <Override PartName="/ppt/ink/ink243.xml" ContentType="application/inkml+xml"/>
  <Override PartName="/ppt/ink/ink244.xml" ContentType="application/inkml+xml"/>
  <Override PartName="/ppt/ink/ink245.xml" ContentType="application/inkml+xml"/>
  <Override PartName="/ppt/ink/ink246.xml" ContentType="application/inkml+xml"/>
  <Override PartName="/ppt/ink/ink247.xml" ContentType="application/inkml+xml"/>
  <Override PartName="/ppt/ink/ink248.xml" ContentType="application/inkml+xml"/>
  <Override PartName="/ppt/ink/ink249.xml" ContentType="application/inkml+xml"/>
  <Override PartName="/ppt/ink/ink250.xml" ContentType="application/inkml+xml"/>
  <Override PartName="/ppt/ink/ink251.xml" ContentType="application/inkml+xml"/>
  <Override PartName="/ppt/ink/ink252.xml" ContentType="application/inkml+xml"/>
  <Override PartName="/ppt/ink/ink253.xml" ContentType="application/inkml+xml"/>
  <Override PartName="/ppt/ink/ink254.xml" ContentType="application/inkml+xml"/>
  <Override PartName="/ppt/ink/ink255.xml" ContentType="application/inkml+xml"/>
  <Override PartName="/ppt/ink/ink256.xml" ContentType="application/inkml+xml"/>
  <Override PartName="/ppt/ink/ink257.xml" ContentType="application/inkml+xml"/>
  <Override PartName="/ppt/ink/ink258.xml" ContentType="application/inkml+xml"/>
  <Override PartName="/ppt/ink/ink259.xml" ContentType="application/inkml+xml"/>
  <Override PartName="/ppt/ink/ink260.xml" ContentType="application/inkml+xml"/>
  <Override PartName="/ppt/ink/ink261.xml" ContentType="application/inkml+xml"/>
  <Override PartName="/ppt/ink/ink262.xml" ContentType="application/inkml+xml"/>
  <Override PartName="/ppt/ink/ink263.xml" ContentType="application/inkml+xml"/>
  <Override PartName="/ppt/ink/ink264.xml" ContentType="application/inkml+xml"/>
  <Override PartName="/ppt/ink/ink265.xml" ContentType="application/inkml+xml"/>
  <Override PartName="/ppt/ink/ink266.xml" ContentType="application/inkml+xml"/>
  <Override PartName="/ppt/ink/ink267.xml" ContentType="application/inkml+xml"/>
  <Override PartName="/ppt/ink/ink268.xml" ContentType="application/inkml+xml"/>
  <Override PartName="/ppt/ink/ink269.xml" ContentType="application/inkml+xml"/>
  <Override PartName="/ppt/ink/ink270.xml" ContentType="application/inkml+xml"/>
  <Override PartName="/ppt/ink/ink271.xml" ContentType="application/inkml+xml"/>
  <Override PartName="/ppt/ink/ink272.xml" ContentType="application/inkml+xml"/>
  <Override PartName="/ppt/ink/ink273.xml" ContentType="application/inkml+xml"/>
  <Override PartName="/ppt/ink/ink274.xml" ContentType="application/inkml+xml"/>
  <Override PartName="/ppt/ink/ink275.xml" ContentType="application/inkml+xml"/>
  <Override PartName="/ppt/ink/ink276.xml" ContentType="application/inkml+xml"/>
  <Override PartName="/ppt/ink/ink277.xml" ContentType="application/inkml+xml"/>
  <Override PartName="/ppt/ink/ink278.xml" ContentType="application/inkml+xml"/>
  <Override PartName="/ppt/ink/ink279.xml" ContentType="application/inkml+xml"/>
  <Override PartName="/ppt/ink/ink280.xml" ContentType="application/inkml+xml"/>
  <Override PartName="/ppt/ink/ink281.xml" ContentType="application/inkml+xml"/>
  <Override PartName="/ppt/ink/ink282.xml" ContentType="application/inkml+xml"/>
  <Override PartName="/ppt/ink/ink283.xml" ContentType="application/inkml+xml"/>
  <Override PartName="/ppt/ink/ink284.xml" ContentType="application/inkml+xml"/>
  <Override PartName="/ppt/ink/ink285.xml" ContentType="application/inkml+xml"/>
  <Override PartName="/ppt/ink/ink286.xml" ContentType="application/inkml+xml"/>
  <Override PartName="/ppt/ink/ink287.xml" ContentType="application/inkml+xml"/>
  <Override PartName="/ppt/ink/ink288.xml" ContentType="application/inkml+xml"/>
  <Override PartName="/ppt/ink/ink289.xml" ContentType="application/inkml+xml"/>
  <Override PartName="/ppt/ink/ink290.xml" ContentType="application/inkml+xml"/>
  <Override PartName="/ppt/ink/ink291.xml" ContentType="application/inkml+xml"/>
  <Override PartName="/ppt/ink/ink292.xml" ContentType="application/inkml+xml"/>
  <Override PartName="/ppt/ink/ink293.xml" ContentType="application/inkml+xml"/>
  <Override PartName="/ppt/ink/ink294.xml" ContentType="application/inkml+xml"/>
  <Override PartName="/ppt/ink/ink295.xml" ContentType="application/inkml+xml"/>
  <Override PartName="/ppt/ink/ink296.xml" ContentType="application/inkml+xml"/>
  <Override PartName="/ppt/ink/ink297.xml" ContentType="application/inkml+xml"/>
  <Override PartName="/ppt/ink/ink298.xml" ContentType="application/inkml+xml"/>
  <Override PartName="/ppt/ink/ink299.xml" ContentType="application/inkml+xml"/>
  <Override PartName="/ppt/ink/ink300.xml" ContentType="application/inkml+xml"/>
  <Override PartName="/ppt/ink/ink301.xml" ContentType="application/inkml+xml"/>
  <Override PartName="/ppt/ink/ink302.xml" ContentType="application/inkml+xml"/>
  <Override PartName="/ppt/ink/ink303.xml" ContentType="application/inkml+xml"/>
  <Override PartName="/ppt/ink/ink304.xml" ContentType="application/inkml+xml"/>
  <Override PartName="/ppt/ink/ink305.xml" ContentType="application/inkml+xml"/>
  <Override PartName="/ppt/ink/ink306.xml" ContentType="application/inkml+xml"/>
  <Override PartName="/ppt/ink/ink307.xml" ContentType="application/inkml+xml"/>
  <Override PartName="/ppt/ink/ink308.xml" ContentType="application/inkml+xml"/>
  <Override PartName="/ppt/ink/ink309.xml" ContentType="application/inkml+xml"/>
  <Override PartName="/ppt/ink/ink310.xml" ContentType="application/inkml+xml"/>
  <Override PartName="/ppt/ink/ink311.xml" ContentType="application/inkml+xml"/>
  <Override PartName="/ppt/ink/ink312.xml" ContentType="application/inkml+xml"/>
  <Override PartName="/ppt/ink/ink313.xml" ContentType="application/inkml+xml"/>
  <Override PartName="/ppt/ink/ink314.xml" ContentType="application/inkml+xml"/>
  <Override PartName="/ppt/ink/ink315.xml" ContentType="application/inkml+xml"/>
  <Override PartName="/ppt/ink/ink316.xml" ContentType="application/inkml+xml"/>
  <Override PartName="/ppt/ink/ink317.xml" ContentType="application/inkml+xml"/>
  <Override PartName="/ppt/ink/ink318.xml" ContentType="application/inkml+xml"/>
  <Override PartName="/ppt/ink/ink319.xml" ContentType="application/inkml+xml"/>
  <Override PartName="/ppt/ink/ink320.xml" ContentType="application/inkml+xml"/>
  <Override PartName="/ppt/ink/ink321.xml" ContentType="application/inkml+xml"/>
  <Override PartName="/ppt/ink/ink322.xml" ContentType="application/inkml+xml"/>
  <Override PartName="/ppt/ink/ink323.xml" ContentType="application/inkml+xml"/>
  <Override PartName="/ppt/ink/ink324.xml" ContentType="application/inkml+xml"/>
  <Override PartName="/ppt/ink/ink325.xml" ContentType="application/inkml+xml"/>
  <Override PartName="/ppt/ink/ink326.xml" ContentType="application/inkml+xml"/>
  <Override PartName="/ppt/ink/ink327.xml" ContentType="application/inkml+xml"/>
  <Override PartName="/ppt/ink/ink328.xml" ContentType="application/inkml+xml"/>
  <Override PartName="/ppt/ink/ink329.xml" ContentType="application/inkml+xml"/>
  <Override PartName="/ppt/ink/ink330.xml" ContentType="application/inkml+xml"/>
  <Override PartName="/ppt/ink/ink331.xml" ContentType="application/inkml+xml"/>
  <Override PartName="/ppt/ink/ink332.xml" ContentType="application/inkml+xml"/>
  <Override PartName="/ppt/ink/ink333.xml" ContentType="application/inkml+xml"/>
  <Override PartName="/ppt/ink/ink334.xml" ContentType="application/inkml+xml"/>
  <Override PartName="/ppt/ink/ink335.xml" ContentType="application/inkml+xml"/>
  <Override PartName="/ppt/ink/ink336.xml" ContentType="application/inkml+xml"/>
  <Override PartName="/ppt/ink/ink337.xml" ContentType="application/inkml+xml"/>
  <Override PartName="/ppt/ink/ink338.xml" ContentType="application/inkml+xml"/>
  <Override PartName="/ppt/ink/ink339.xml" ContentType="application/inkml+xml"/>
  <Override PartName="/ppt/ink/ink340.xml" ContentType="application/inkml+xml"/>
  <Override PartName="/ppt/ink/ink341.xml" ContentType="application/inkml+xml"/>
  <Override PartName="/ppt/ink/ink342.xml" ContentType="application/inkml+xml"/>
  <Override PartName="/ppt/ink/ink343.xml" ContentType="application/inkml+xml"/>
  <Override PartName="/ppt/ink/ink344.xml" ContentType="application/inkml+xml"/>
  <Override PartName="/ppt/ink/ink345.xml" ContentType="application/inkml+xml"/>
  <Override PartName="/ppt/ink/ink346.xml" ContentType="application/inkml+xml"/>
  <Override PartName="/ppt/ink/ink347.xml" ContentType="application/inkml+xml"/>
  <Override PartName="/ppt/ink/ink348.xml" ContentType="application/inkml+xml"/>
  <Override PartName="/ppt/ink/ink349.xml" ContentType="application/inkml+xml"/>
  <Override PartName="/ppt/ink/ink350.xml" ContentType="application/inkml+xml"/>
  <Override PartName="/ppt/ink/ink351.xml" ContentType="application/inkml+xml"/>
  <Override PartName="/ppt/ink/ink352.xml" ContentType="application/inkml+xml"/>
  <Override PartName="/ppt/ink/ink353.xml" ContentType="application/inkml+xml"/>
  <Override PartName="/ppt/ink/ink354.xml" ContentType="application/inkml+xml"/>
  <Override PartName="/ppt/ink/ink355.xml" ContentType="application/inkml+xml"/>
  <Override PartName="/ppt/ink/ink356.xml" ContentType="application/inkml+xml"/>
  <Override PartName="/ppt/ink/ink357.xml" ContentType="application/inkml+xml"/>
  <Override PartName="/ppt/ink/ink358.xml" ContentType="application/inkml+xml"/>
  <Override PartName="/ppt/ink/ink359.xml" ContentType="application/inkml+xml"/>
  <Override PartName="/ppt/ink/ink360.xml" ContentType="application/inkml+xml"/>
  <Override PartName="/ppt/ink/ink361.xml" ContentType="application/inkml+xml"/>
  <Override PartName="/ppt/ink/ink362.xml" ContentType="application/inkml+xml"/>
  <Override PartName="/ppt/ink/ink363.xml" ContentType="application/inkml+xml"/>
  <Override PartName="/ppt/ink/ink364.xml" ContentType="application/inkml+xml"/>
  <Override PartName="/ppt/ink/ink365.xml" ContentType="application/inkml+xml"/>
  <Override PartName="/ppt/ink/ink366.xml" ContentType="application/inkml+xml"/>
  <Override PartName="/ppt/ink/ink367.xml" ContentType="application/inkml+xml"/>
  <Override PartName="/ppt/ink/ink368.xml" ContentType="application/inkml+xml"/>
  <Override PartName="/ppt/ink/ink369.xml" ContentType="application/inkml+xml"/>
  <Override PartName="/ppt/ink/ink370.xml" ContentType="application/inkml+xml"/>
  <Override PartName="/ppt/ink/ink371.xml" ContentType="application/inkml+xml"/>
  <Override PartName="/ppt/ink/ink372.xml" ContentType="application/inkml+xml"/>
  <Override PartName="/ppt/ink/ink373.xml" ContentType="application/inkml+xml"/>
  <Override PartName="/ppt/ink/ink374.xml" ContentType="application/inkml+xml"/>
  <Override PartName="/ppt/ink/ink375.xml" ContentType="application/inkml+xml"/>
  <Override PartName="/ppt/ink/ink376.xml" ContentType="application/inkml+xml"/>
  <Override PartName="/ppt/ink/ink377.xml" ContentType="application/inkml+xml"/>
  <Override PartName="/ppt/ink/ink378.xml" ContentType="application/inkml+xml"/>
  <Override PartName="/ppt/ink/ink379.xml" ContentType="application/inkml+xml"/>
  <Override PartName="/ppt/ink/ink380.xml" ContentType="application/inkml+xml"/>
  <Override PartName="/ppt/ink/ink381.xml" ContentType="application/inkml+xml"/>
  <Override PartName="/ppt/ink/ink382.xml" ContentType="application/inkml+xml"/>
  <Override PartName="/ppt/ink/ink383.xml" ContentType="application/inkml+xml"/>
  <Override PartName="/ppt/ink/ink384.xml" ContentType="application/inkml+xml"/>
  <Override PartName="/ppt/ink/ink385.xml" ContentType="application/inkml+xml"/>
  <Override PartName="/ppt/ink/ink386.xml" ContentType="application/inkml+xml"/>
  <Override PartName="/ppt/ink/ink387.xml" ContentType="application/inkml+xml"/>
  <Override PartName="/ppt/ink/ink388.xml" ContentType="application/inkml+xml"/>
  <Override PartName="/ppt/ink/ink389.xml" ContentType="application/inkml+xml"/>
  <Override PartName="/ppt/ink/ink390.xml" ContentType="application/inkml+xml"/>
  <Override PartName="/ppt/ink/ink391.xml" ContentType="application/inkml+xml"/>
  <Override PartName="/ppt/ink/ink392.xml" ContentType="application/inkml+xml"/>
  <Override PartName="/ppt/ink/ink393.xml" ContentType="application/inkml+xml"/>
  <Override PartName="/ppt/ink/ink394.xml" ContentType="application/inkml+xml"/>
  <Override PartName="/ppt/ink/ink395.xml" ContentType="application/inkml+xml"/>
  <Override PartName="/ppt/ink/ink396.xml" ContentType="application/inkml+xml"/>
  <Override PartName="/ppt/ink/ink397.xml" ContentType="application/inkml+xml"/>
  <Override PartName="/ppt/ink/ink398.xml" ContentType="application/inkml+xml"/>
  <Override PartName="/ppt/ink/ink399.xml" ContentType="application/inkml+xml"/>
  <Override PartName="/ppt/ink/ink400.xml" ContentType="application/inkml+xml"/>
  <Override PartName="/ppt/ink/ink401.xml" ContentType="application/inkml+xml"/>
  <Override PartName="/ppt/ink/ink402.xml" ContentType="application/inkml+xml"/>
  <Override PartName="/ppt/ink/ink403.xml" ContentType="application/inkml+xml"/>
  <Override PartName="/ppt/ink/ink404.xml" ContentType="application/inkml+xml"/>
  <Override PartName="/ppt/ink/ink405.xml" ContentType="application/inkml+xml"/>
  <Override PartName="/ppt/ink/ink406.xml" ContentType="application/inkml+xml"/>
  <Override PartName="/ppt/ink/ink407.xml" ContentType="application/inkml+xml"/>
  <Override PartName="/ppt/ink/ink408.xml" ContentType="application/inkml+xml"/>
  <Override PartName="/ppt/ink/ink409.xml" ContentType="application/inkml+xml"/>
  <Override PartName="/ppt/ink/ink410.xml" ContentType="application/inkml+xml"/>
  <Override PartName="/ppt/ink/ink411.xml" ContentType="application/inkml+xml"/>
  <Override PartName="/ppt/ink/ink412.xml" ContentType="application/inkml+xml"/>
  <Override PartName="/ppt/ink/ink413.xml" ContentType="application/inkml+xml"/>
  <Override PartName="/ppt/ink/ink414.xml" ContentType="application/inkml+xml"/>
  <Override PartName="/ppt/ink/ink415.xml" ContentType="application/inkml+xml"/>
  <Override PartName="/ppt/ink/ink416.xml" ContentType="application/inkml+xml"/>
  <Override PartName="/ppt/ink/ink417.xml" ContentType="application/inkml+xml"/>
  <Override PartName="/ppt/ink/ink418.xml" ContentType="application/inkml+xml"/>
  <Override PartName="/ppt/ink/ink419.xml" ContentType="application/inkml+xml"/>
  <Override PartName="/ppt/ink/ink420.xml" ContentType="application/inkml+xml"/>
  <Override PartName="/ppt/ink/ink421.xml" ContentType="application/inkml+xml"/>
  <Override PartName="/ppt/ink/ink422.xml" ContentType="application/inkml+xml"/>
  <Override PartName="/ppt/ink/ink423.xml" ContentType="application/inkml+xml"/>
  <Override PartName="/ppt/ink/ink424.xml" ContentType="application/inkml+xml"/>
  <Override PartName="/ppt/ink/ink425.xml" ContentType="application/inkml+xml"/>
  <Override PartName="/ppt/ink/ink426.xml" ContentType="application/inkml+xml"/>
  <Override PartName="/ppt/ink/ink427.xml" ContentType="application/inkml+xml"/>
  <Override PartName="/ppt/ink/ink428.xml" ContentType="application/inkml+xml"/>
  <Override PartName="/ppt/ink/ink429.xml" ContentType="application/inkml+xml"/>
  <Override PartName="/ppt/ink/ink430.xml" ContentType="application/inkml+xml"/>
  <Override PartName="/ppt/ink/ink431.xml" ContentType="application/inkml+xml"/>
  <Override PartName="/ppt/ink/ink432.xml" ContentType="application/inkml+xml"/>
  <Override PartName="/ppt/ink/ink433.xml" ContentType="application/inkml+xml"/>
  <Override PartName="/ppt/ink/ink434.xml" ContentType="application/inkml+xml"/>
  <Override PartName="/ppt/ink/ink435.xml" ContentType="application/inkml+xml"/>
  <Override PartName="/ppt/ink/ink436.xml" ContentType="application/inkml+xml"/>
  <Override PartName="/ppt/ink/ink437.xml" ContentType="application/inkml+xml"/>
  <Override PartName="/ppt/ink/ink438.xml" ContentType="application/inkml+xml"/>
  <Override PartName="/ppt/ink/ink439.xml" ContentType="application/inkml+xml"/>
  <Override PartName="/ppt/ink/ink440.xml" ContentType="application/inkml+xml"/>
  <Override PartName="/ppt/ink/ink441.xml" ContentType="application/inkml+xml"/>
  <Override PartName="/ppt/ink/ink442.xml" ContentType="application/inkml+xml"/>
  <Override PartName="/ppt/ink/ink443.xml" ContentType="application/inkml+xml"/>
  <Override PartName="/ppt/ink/ink444.xml" ContentType="application/inkml+xml"/>
  <Override PartName="/ppt/ink/ink445.xml" ContentType="application/inkml+xml"/>
  <Override PartName="/ppt/ink/ink446.xml" ContentType="application/inkml+xml"/>
  <Override PartName="/ppt/ink/ink447.xml" ContentType="application/inkml+xml"/>
  <Override PartName="/ppt/ink/ink448.xml" ContentType="application/inkml+xml"/>
  <Override PartName="/ppt/ink/ink449.xml" ContentType="application/inkml+xml"/>
  <Override PartName="/ppt/ink/ink450.xml" ContentType="application/inkml+xml"/>
  <Override PartName="/ppt/ink/ink451.xml" ContentType="application/inkml+xml"/>
  <Override PartName="/ppt/ink/ink452.xml" ContentType="application/inkml+xml"/>
  <Override PartName="/ppt/ink/ink453.xml" ContentType="application/inkml+xml"/>
  <Override PartName="/ppt/ink/ink454.xml" ContentType="application/inkml+xml"/>
  <Override PartName="/ppt/ink/ink455.xml" ContentType="application/inkml+xml"/>
  <Override PartName="/ppt/ink/ink456.xml" ContentType="application/inkml+xml"/>
  <Override PartName="/ppt/ink/ink457.xml" ContentType="application/inkml+xml"/>
  <Override PartName="/ppt/ink/ink458.xml" ContentType="application/inkml+xml"/>
  <Override PartName="/ppt/ink/ink459.xml" ContentType="application/inkml+xml"/>
  <Override PartName="/ppt/ink/ink460.xml" ContentType="application/inkml+xml"/>
  <Override PartName="/ppt/ink/ink461.xml" ContentType="application/inkml+xml"/>
  <Override PartName="/ppt/ink/ink462.xml" ContentType="application/inkml+xml"/>
  <Override PartName="/ppt/ink/ink463.xml" ContentType="application/inkml+xml"/>
  <Override PartName="/ppt/ink/ink464.xml" ContentType="application/inkml+xml"/>
  <Override PartName="/ppt/ink/ink465.xml" ContentType="application/inkml+xml"/>
  <Override PartName="/ppt/ink/ink466.xml" ContentType="application/inkml+xml"/>
  <Override PartName="/ppt/ink/ink467.xml" ContentType="application/inkml+xml"/>
  <Override PartName="/ppt/ink/ink468.xml" ContentType="application/inkml+xml"/>
  <Override PartName="/ppt/ink/ink469.xml" ContentType="application/inkml+xml"/>
  <Override PartName="/ppt/ink/ink470.xml" ContentType="application/inkml+xml"/>
  <Override PartName="/ppt/ink/ink471.xml" ContentType="application/inkml+xml"/>
  <Override PartName="/ppt/ink/ink472.xml" ContentType="application/inkml+xml"/>
  <Override PartName="/ppt/ink/ink473.xml" ContentType="application/inkml+xml"/>
  <Override PartName="/ppt/ink/ink474.xml" ContentType="application/inkml+xml"/>
  <Override PartName="/ppt/ink/ink475.xml" ContentType="application/inkml+xml"/>
  <Override PartName="/ppt/ink/ink476.xml" ContentType="application/inkml+xml"/>
  <Override PartName="/ppt/ink/ink477.xml" ContentType="application/inkml+xml"/>
  <Override PartName="/ppt/ink/ink478.xml" ContentType="application/inkml+xml"/>
  <Override PartName="/ppt/ink/ink479.xml" ContentType="application/inkml+xml"/>
  <Override PartName="/ppt/ink/ink480.xml" ContentType="application/inkml+xml"/>
  <Override PartName="/ppt/ink/ink481.xml" ContentType="application/inkml+xml"/>
  <Override PartName="/ppt/ink/ink482.xml" ContentType="application/inkml+xml"/>
  <Override PartName="/ppt/ink/ink483.xml" ContentType="application/inkml+xml"/>
  <Override PartName="/ppt/ink/ink484.xml" ContentType="application/inkml+xml"/>
  <Override PartName="/ppt/ink/ink485.xml" ContentType="application/inkml+xml"/>
  <Override PartName="/ppt/ink/ink486.xml" ContentType="application/inkml+xml"/>
  <Override PartName="/ppt/ink/ink487.xml" ContentType="application/inkml+xml"/>
  <Override PartName="/ppt/ink/ink488.xml" ContentType="application/inkml+xml"/>
  <Override PartName="/ppt/ink/ink489.xml" ContentType="application/inkml+xml"/>
  <Override PartName="/ppt/ink/ink490.xml" ContentType="application/inkml+xml"/>
  <Override PartName="/ppt/ink/ink491.xml" ContentType="application/inkml+xml"/>
  <Override PartName="/ppt/ink/ink492.xml" ContentType="application/inkml+xml"/>
  <Override PartName="/ppt/ink/ink493.xml" ContentType="application/inkml+xml"/>
  <Override PartName="/ppt/ink/ink494.xml" ContentType="application/inkml+xml"/>
  <Override PartName="/ppt/ink/ink495.xml" ContentType="application/inkml+xml"/>
  <Override PartName="/ppt/ink/ink496.xml" ContentType="application/inkml+xml"/>
  <Override PartName="/ppt/ink/ink497.xml" ContentType="application/inkml+xml"/>
  <Override PartName="/ppt/ink/ink498.xml" ContentType="application/inkml+xml"/>
  <Override PartName="/ppt/ink/ink499.xml" ContentType="application/inkml+xml"/>
  <Override PartName="/ppt/ink/ink500.xml" ContentType="application/inkml+xml"/>
  <Override PartName="/ppt/ink/ink501.xml" ContentType="application/inkml+xml"/>
  <Override PartName="/ppt/ink/ink502.xml" ContentType="application/inkml+xml"/>
  <Override PartName="/ppt/ink/ink503.xml" ContentType="application/inkml+xml"/>
  <Override PartName="/ppt/ink/ink504.xml" ContentType="application/inkml+xml"/>
  <Override PartName="/ppt/ink/ink505.xml" ContentType="application/inkml+xml"/>
  <Override PartName="/ppt/ink/ink506.xml" ContentType="application/inkml+xml"/>
  <Override PartName="/ppt/ink/ink507.xml" ContentType="application/inkml+xml"/>
  <Override PartName="/ppt/ink/ink508.xml" ContentType="application/inkml+xml"/>
  <Override PartName="/ppt/ink/ink509.xml" ContentType="application/inkml+xml"/>
  <Override PartName="/ppt/ink/ink510.xml" ContentType="application/inkml+xml"/>
  <Override PartName="/ppt/ink/ink511.xml" ContentType="application/inkml+xml"/>
  <Override PartName="/ppt/ink/ink512.xml" ContentType="application/inkml+xml"/>
  <Override PartName="/ppt/ink/ink513.xml" ContentType="application/inkml+xml"/>
  <Override PartName="/ppt/ink/ink514.xml" ContentType="application/inkml+xml"/>
  <Override PartName="/ppt/ink/ink515.xml" ContentType="application/inkml+xml"/>
  <Override PartName="/ppt/ink/ink516.xml" ContentType="application/inkml+xml"/>
  <Override PartName="/ppt/ink/ink517.xml" ContentType="application/inkml+xml"/>
  <Override PartName="/ppt/ink/ink518.xml" ContentType="application/inkml+xml"/>
  <Override PartName="/ppt/ink/ink519.xml" ContentType="application/inkml+xml"/>
  <Override PartName="/ppt/ink/ink520.xml" ContentType="application/inkml+xml"/>
  <Override PartName="/ppt/ink/ink521.xml" ContentType="application/inkml+xml"/>
  <Override PartName="/ppt/ink/ink522.xml" ContentType="application/inkml+xml"/>
  <Override PartName="/ppt/ink/ink523.xml" ContentType="application/inkml+xml"/>
  <Override PartName="/ppt/ink/ink524.xml" ContentType="application/inkml+xml"/>
  <Override PartName="/ppt/ink/ink525.xml" ContentType="application/inkml+xml"/>
  <Override PartName="/ppt/ink/ink526.xml" ContentType="application/inkml+xml"/>
  <Override PartName="/ppt/ink/ink527.xml" ContentType="application/inkml+xml"/>
  <Override PartName="/ppt/ink/ink528.xml" ContentType="application/inkml+xml"/>
  <Override PartName="/ppt/ink/ink529.xml" ContentType="application/inkml+xml"/>
  <Override PartName="/ppt/ink/ink530.xml" ContentType="application/inkml+xml"/>
  <Override PartName="/ppt/ink/ink531.xml" ContentType="application/inkml+xml"/>
  <Override PartName="/ppt/ink/ink532.xml" ContentType="application/inkml+xml"/>
  <Override PartName="/ppt/ink/ink533.xml" ContentType="application/inkml+xml"/>
  <Override PartName="/ppt/ink/ink534.xml" ContentType="application/inkml+xml"/>
  <Override PartName="/ppt/ink/ink535.xml" ContentType="application/inkml+xml"/>
  <Override PartName="/ppt/ink/ink536.xml" ContentType="application/inkml+xml"/>
  <Override PartName="/ppt/ink/ink537.xml" ContentType="application/inkml+xml"/>
  <Override PartName="/ppt/ink/ink538.xml" ContentType="application/inkml+xml"/>
  <Override PartName="/ppt/ink/ink539.xml" ContentType="application/inkml+xml"/>
  <Override PartName="/ppt/ink/ink540.xml" ContentType="application/inkml+xml"/>
  <Override PartName="/ppt/ink/ink541.xml" ContentType="application/inkml+xml"/>
  <Override PartName="/ppt/ink/ink542.xml" ContentType="application/inkml+xml"/>
  <Override PartName="/ppt/ink/ink543.xml" ContentType="application/inkml+xml"/>
  <Override PartName="/ppt/ink/ink544.xml" ContentType="application/inkml+xml"/>
  <Override PartName="/ppt/ink/ink545.xml" ContentType="application/inkml+xml"/>
  <Override PartName="/ppt/ink/ink546.xml" ContentType="application/inkml+xml"/>
  <Override PartName="/ppt/ink/ink547.xml" ContentType="application/inkml+xml"/>
  <Override PartName="/ppt/ink/ink548.xml" ContentType="application/inkml+xml"/>
  <Override PartName="/ppt/ink/ink549.xml" ContentType="application/inkml+xml"/>
  <Override PartName="/ppt/ink/ink550.xml" ContentType="application/inkml+xml"/>
  <Override PartName="/ppt/ink/ink551.xml" ContentType="application/inkml+xml"/>
  <Override PartName="/ppt/ink/ink552.xml" ContentType="application/inkml+xml"/>
  <Override PartName="/ppt/ink/ink553.xml" ContentType="application/inkml+xml"/>
  <Override PartName="/ppt/ink/ink554.xml" ContentType="application/inkml+xml"/>
  <Override PartName="/ppt/ink/ink555.xml" ContentType="application/inkml+xml"/>
  <Override PartName="/ppt/ink/ink556.xml" ContentType="application/inkml+xml"/>
  <Override PartName="/ppt/ink/ink557.xml" ContentType="application/inkml+xml"/>
  <Override PartName="/ppt/ink/ink558.xml" ContentType="application/inkml+xml"/>
  <Override PartName="/ppt/ink/ink559.xml" ContentType="application/inkml+xml"/>
  <Override PartName="/ppt/ink/ink560.xml" ContentType="application/inkml+xml"/>
  <Override PartName="/ppt/ink/ink561.xml" ContentType="application/inkml+xml"/>
  <Override PartName="/ppt/ink/ink562.xml" ContentType="application/inkml+xml"/>
  <Override PartName="/ppt/ink/ink563.xml" ContentType="application/inkml+xml"/>
  <Override PartName="/ppt/ink/ink564.xml" ContentType="application/inkml+xml"/>
  <Override PartName="/ppt/ink/ink565.xml" ContentType="application/inkml+xml"/>
  <Override PartName="/ppt/ink/ink566.xml" ContentType="application/inkml+xml"/>
  <Override PartName="/ppt/ink/ink567.xml" ContentType="application/inkml+xml"/>
  <Override PartName="/ppt/ink/ink568.xml" ContentType="application/inkml+xml"/>
  <Override PartName="/ppt/ink/ink569.xml" ContentType="application/inkml+xml"/>
  <Override PartName="/ppt/ink/ink570.xml" ContentType="application/inkml+xml"/>
  <Override PartName="/ppt/ink/ink571.xml" ContentType="application/inkml+xml"/>
  <Override PartName="/ppt/ink/ink572.xml" ContentType="application/inkml+xml"/>
  <Override PartName="/ppt/ink/ink573.xml" ContentType="application/inkml+xml"/>
  <Override PartName="/ppt/ink/ink574.xml" ContentType="application/inkml+xml"/>
  <Override PartName="/ppt/ink/ink575.xml" ContentType="application/inkml+xml"/>
  <Override PartName="/ppt/ink/ink576.xml" ContentType="application/inkml+xml"/>
  <Override PartName="/ppt/ink/ink577.xml" ContentType="application/inkml+xml"/>
  <Override PartName="/ppt/ink/ink578.xml" ContentType="application/inkml+xml"/>
  <Override PartName="/ppt/ink/ink579.xml" ContentType="application/inkml+xml"/>
  <Override PartName="/ppt/ink/ink580.xml" ContentType="application/inkml+xml"/>
  <Override PartName="/ppt/ink/ink581.xml" ContentType="application/inkml+xml"/>
  <Override PartName="/ppt/ink/ink582.xml" ContentType="application/inkml+xml"/>
  <Override PartName="/ppt/ink/ink583.xml" ContentType="application/inkml+xml"/>
  <Override PartName="/ppt/ink/ink584.xml" ContentType="application/inkml+xml"/>
  <Override PartName="/ppt/ink/ink585.xml" ContentType="application/inkml+xml"/>
  <Override PartName="/ppt/ink/ink586.xml" ContentType="application/inkml+xml"/>
  <Override PartName="/ppt/ink/ink587.xml" ContentType="application/inkml+xml"/>
  <Override PartName="/ppt/ink/ink588.xml" ContentType="application/inkml+xml"/>
  <Override PartName="/ppt/ink/ink589.xml" ContentType="application/inkml+xml"/>
  <Override PartName="/ppt/ink/ink590.xml" ContentType="application/inkml+xml"/>
  <Override PartName="/ppt/ink/ink591.xml" ContentType="application/inkml+xml"/>
  <Override PartName="/ppt/ink/ink592.xml" ContentType="application/inkml+xml"/>
  <Override PartName="/ppt/ink/ink593.xml" ContentType="application/inkml+xml"/>
  <Override PartName="/ppt/ink/ink594.xml" ContentType="application/inkml+xml"/>
  <Override PartName="/ppt/ink/ink595.xml" ContentType="application/inkml+xml"/>
  <Override PartName="/ppt/ink/ink596.xml" ContentType="application/inkml+xml"/>
  <Override PartName="/ppt/ink/ink597.xml" ContentType="application/inkml+xml"/>
  <Override PartName="/ppt/ink/ink598.xml" ContentType="application/inkml+xml"/>
  <Override PartName="/ppt/ink/ink599.xml" ContentType="application/inkml+xml"/>
  <Override PartName="/ppt/ink/ink600.xml" ContentType="application/inkml+xml"/>
  <Override PartName="/ppt/ink/ink601.xml" ContentType="application/inkml+xml"/>
  <Override PartName="/ppt/ink/ink602.xml" ContentType="application/inkml+xml"/>
  <Override PartName="/ppt/ink/ink603.xml" ContentType="application/inkml+xml"/>
  <Override PartName="/ppt/ink/ink604.xml" ContentType="application/inkml+xml"/>
  <Override PartName="/ppt/ink/ink605.xml" ContentType="application/inkml+xml"/>
  <Override PartName="/ppt/ink/ink606.xml" ContentType="application/inkml+xml"/>
  <Override PartName="/ppt/ink/ink607.xml" ContentType="application/inkml+xml"/>
  <Override PartName="/ppt/ink/ink608.xml" ContentType="application/inkml+xml"/>
  <Override PartName="/ppt/ink/ink609.xml" ContentType="application/inkml+xml"/>
  <Override PartName="/ppt/ink/ink610.xml" ContentType="application/inkml+xml"/>
  <Override PartName="/ppt/ink/ink611.xml" ContentType="application/inkml+xml"/>
  <Override PartName="/ppt/ink/ink612.xml" ContentType="application/inkml+xml"/>
  <Override PartName="/ppt/ink/ink613.xml" ContentType="application/inkml+xml"/>
  <Override PartName="/ppt/ink/ink614.xml" ContentType="application/inkml+xml"/>
  <Override PartName="/ppt/ink/ink615.xml" ContentType="application/inkml+xml"/>
  <Override PartName="/ppt/ink/ink616.xml" ContentType="application/inkml+xml"/>
  <Override PartName="/ppt/ink/ink617.xml" ContentType="application/inkml+xml"/>
  <Override PartName="/ppt/ink/ink618.xml" ContentType="application/inkml+xml"/>
  <Override PartName="/ppt/ink/ink619.xml" ContentType="application/inkml+xml"/>
  <Override PartName="/ppt/ink/ink620.xml" ContentType="application/inkml+xml"/>
  <Override PartName="/ppt/ink/ink621.xml" ContentType="application/inkml+xml"/>
  <Override PartName="/ppt/ink/ink622.xml" ContentType="application/inkml+xml"/>
  <Override PartName="/ppt/ink/ink623.xml" ContentType="application/inkml+xml"/>
  <Override PartName="/ppt/ink/ink624.xml" ContentType="application/inkml+xml"/>
  <Override PartName="/ppt/ink/ink625.xml" ContentType="application/inkml+xml"/>
  <Override PartName="/ppt/ink/ink626.xml" ContentType="application/inkml+xml"/>
  <Override PartName="/ppt/ink/ink627.xml" ContentType="application/inkml+xml"/>
  <Override PartName="/ppt/ink/ink628.xml" ContentType="application/inkml+xml"/>
  <Override PartName="/ppt/ink/ink629.xml" ContentType="application/inkml+xml"/>
  <Override PartName="/ppt/ink/ink630.xml" ContentType="application/inkml+xml"/>
  <Override PartName="/ppt/ink/ink631.xml" ContentType="application/inkml+xml"/>
  <Override PartName="/ppt/ink/ink632.xml" ContentType="application/inkml+xml"/>
  <Override PartName="/ppt/ink/ink633.xml" ContentType="application/inkml+xml"/>
  <Override PartName="/ppt/ink/ink634.xml" ContentType="application/inkml+xml"/>
  <Override PartName="/ppt/ink/ink635.xml" ContentType="application/inkml+xml"/>
  <Override PartName="/ppt/ink/ink636.xml" ContentType="application/inkml+xml"/>
  <Override PartName="/ppt/ink/ink637.xml" ContentType="application/inkml+xml"/>
  <Override PartName="/ppt/ink/ink638.xml" ContentType="application/inkml+xml"/>
  <Override PartName="/ppt/ink/ink639.xml" ContentType="application/inkml+xml"/>
  <Override PartName="/ppt/ink/ink640.xml" ContentType="application/inkml+xml"/>
  <Override PartName="/ppt/ink/ink641.xml" ContentType="application/inkml+xml"/>
  <Override PartName="/ppt/ink/ink642.xml" ContentType="application/inkml+xml"/>
  <Override PartName="/ppt/ink/ink643.xml" ContentType="application/inkml+xml"/>
  <Override PartName="/ppt/ink/ink644.xml" ContentType="application/inkml+xml"/>
  <Override PartName="/ppt/ink/ink645.xml" ContentType="application/inkml+xml"/>
  <Override PartName="/ppt/ink/ink646.xml" ContentType="application/inkml+xml"/>
  <Override PartName="/ppt/ink/ink647.xml" ContentType="application/inkml+xml"/>
  <Override PartName="/ppt/ink/ink648.xml" ContentType="application/inkml+xml"/>
  <Override PartName="/ppt/ink/ink649.xml" ContentType="application/inkml+xml"/>
  <Override PartName="/ppt/ink/ink650.xml" ContentType="application/inkml+xml"/>
  <Override PartName="/ppt/ink/ink651.xml" ContentType="application/inkml+xml"/>
  <Override PartName="/ppt/ink/ink652.xml" ContentType="application/inkml+xml"/>
  <Override PartName="/ppt/ink/ink653.xml" ContentType="application/inkml+xml"/>
  <Override PartName="/ppt/ink/ink654.xml" ContentType="application/inkml+xml"/>
  <Override PartName="/ppt/ink/ink655.xml" ContentType="application/inkml+xml"/>
  <Override PartName="/ppt/ink/ink656.xml" ContentType="application/inkml+xml"/>
  <Override PartName="/ppt/ink/ink657.xml" ContentType="application/inkml+xml"/>
  <Override PartName="/ppt/ink/ink658.xml" ContentType="application/inkml+xml"/>
  <Override PartName="/ppt/ink/ink659.xml" ContentType="application/inkml+xml"/>
  <Override PartName="/ppt/ink/ink660.xml" ContentType="application/inkml+xml"/>
  <Override PartName="/ppt/ink/ink661.xml" ContentType="application/inkml+xml"/>
  <Override PartName="/ppt/ink/ink662.xml" ContentType="application/inkml+xml"/>
  <Override PartName="/ppt/ink/ink663.xml" ContentType="application/inkml+xml"/>
  <Override PartName="/ppt/ink/ink664.xml" ContentType="application/inkml+xml"/>
  <Override PartName="/ppt/ink/ink665.xml" ContentType="application/inkml+xml"/>
  <Override PartName="/ppt/ink/ink666.xml" ContentType="application/inkml+xml"/>
  <Override PartName="/ppt/ink/ink667.xml" ContentType="application/inkml+xml"/>
  <Override PartName="/ppt/ink/ink668.xml" ContentType="application/inkml+xml"/>
  <Override PartName="/ppt/ink/ink669.xml" ContentType="application/inkml+xml"/>
  <Override PartName="/ppt/ink/ink670.xml" ContentType="application/inkml+xml"/>
  <Override PartName="/ppt/ink/ink671.xml" ContentType="application/inkml+xml"/>
  <Override PartName="/ppt/ink/ink672.xml" ContentType="application/inkml+xml"/>
  <Override PartName="/ppt/ink/ink673.xml" ContentType="application/inkml+xml"/>
  <Override PartName="/ppt/ink/ink674.xml" ContentType="application/inkml+xml"/>
  <Override PartName="/ppt/ink/ink675.xml" ContentType="application/inkml+xml"/>
  <Override PartName="/ppt/ink/ink676.xml" ContentType="application/inkml+xml"/>
  <Override PartName="/ppt/ink/ink677.xml" ContentType="application/inkml+xml"/>
  <Override PartName="/ppt/ink/ink678.xml" ContentType="application/inkml+xml"/>
  <Override PartName="/ppt/ink/ink679.xml" ContentType="application/inkml+xml"/>
  <Override PartName="/ppt/ink/ink680.xml" ContentType="application/inkml+xml"/>
  <Override PartName="/ppt/ink/ink681.xml" ContentType="application/inkml+xml"/>
  <Override PartName="/ppt/ink/ink682.xml" ContentType="application/inkml+xml"/>
  <Override PartName="/ppt/ink/ink683.xml" ContentType="application/inkml+xml"/>
  <Override PartName="/ppt/ink/ink684.xml" ContentType="application/inkml+xml"/>
  <Override PartName="/ppt/ink/ink685.xml" ContentType="application/inkml+xml"/>
  <Override PartName="/ppt/ink/ink686.xml" ContentType="application/inkml+xml"/>
  <Override PartName="/ppt/ink/ink687.xml" ContentType="application/inkml+xml"/>
  <Override PartName="/ppt/ink/ink688.xml" ContentType="application/inkml+xml"/>
  <Override PartName="/ppt/ink/ink689.xml" ContentType="application/inkml+xml"/>
  <Override PartName="/ppt/ink/ink690.xml" ContentType="application/inkml+xml"/>
  <Override PartName="/ppt/ink/ink691.xml" ContentType="application/inkml+xml"/>
  <Override PartName="/ppt/ink/ink692.xml" ContentType="application/inkml+xml"/>
  <Override PartName="/ppt/ink/ink693.xml" ContentType="application/inkml+xml"/>
  <Override PartName="/ppt/ink/ink694.xml" ContentType="application/inkml+xml"/>
  <Override PartName="/ppt/ink/ink695.xml" ContentType="application/inkml+xml"/>
  <Override PartName="/ppt/ink/ink696.xml" ContentType="application/inkml+xml"/>
  <Override PartName="/ppt/ink/ink697.xml" ContentType="application/inkml+xml"/>
  <Override PartName="/ppt/ink/ink698.xml" ContentType="application/inkml+xml"/>
  <Override PartName="/ppt/ink/ink699.xml" ContentType="application/inkml+xml"/>
  <Override PartName="/ppt/ink/ink700.xml" ContentType="application/inkml+xml"/>
  <Override PartName="/ppt/ink/ink701.xml" ContentType="application/inkml+xml"/>
  <Override PartName="/ppt/ink/ink702.xml" ContentType="application/inkml+xml"/>
  <Override PartName="/ppt/ink/ink703.xml" ContentType="application/inkml+xml"/>
  <Override PartName="/ppt/ink/ink704.xml" ContentType="application/inkml+xml"/>
  <Override PartName="/ppt/ink/ink705.xml" ContentType="application/inkml+xml"/>
  <Override PartName="/ppt/ink/ink706.xml" ContentType="application/inkml+xml"/>
  <Override PartName="/ppt/ink/ink707.xml" ContentType="application/inkml+xml"/>
  <Override PartName="/ppt/ink/ink708.xml" ContentType="application/inkml+xml"/>
  <Override PartName="/ppt/ink/ink709.xml" ContentType="application/inkml+xml"/>
  <Override PartName="/ppt/ink/ink710.xml" ContentType="application/inkml+xml"/>
  <Override PartName="/ppt/ink/ink711.xml" ContentType="application/inkml+xml"/>
  <Override PartName="/ppt/ink/ink712.xml" ContentType="application/inkml+xml"/>
  <Override PartName="/ppt/ink/ink713.xml" ContentType="application/inkml+xml"/>
  <Override PartName="/ppt/ink/ink714.xml" ContentType="application/inkml+xml"/>
  <Override PartName="/ppt/ink/ink715.xml" ContentType="application/inkml+xml"/>
  <Override PartName="/ppt/ink/ink716.xml" ContentType="application/inkml+xml"/>
  <Override PartName="/ppt/ink/ink717.xml" ContentType="application/inkml+xml"/>
  <Override PartName="/ppt/ink/ink718.xml" ContentType="application/inkml+xml"/>
  <Override PartName="/ppt/ink/ink719.xml" ContentType="application/inkml+xml"/>
  <Override PartName="/ppt/ink/ink720.xml" ContentType="application/inkml+xml"/>
  <Override PartName="/ppt/ink/ink721.xml" ContentType="application/inkml+xml"/>
  <Override PartName="/ppt/ink/ink722.xml" ContentType="application/inkml+xml"/>
  <Override PartName="/ppt/ink/ink723.xml" ContentType="application/inkml+xml"/>
  <Override PartName="/ppt/ink/ink724.xml" ContentType="application/inkml+xml"/>
  <Override PartName="/ppt/ink/ink725.xml" ContentType="application/inkml+xml"/>
  <Override PartName="/ppt/ink/ink726.xml" ContentType="application/inkml+xml"/>
  <Override PartName="/ppt/ink/ink727.xml" ContentType="application/inkml+xml"/>
  <Override PartName="/ppt/ink/ink728.xml" ContentType="application/inkml+xml"/>
  <Override PartName="/ppt/ink/ink729.xml" ContentType="application/inkml+xml"/>
  <Override PartName="/ppt/ink/ink730.xml" ContentType="application/inkml+xml"/>
  <Override PartName="/ppt/ink/ink731.xml" ContentType="application/inkml+xml"/>
  <Override PartName="/ppt/ink/ink732.xml" ContentType="application/inkml+xml"/>
  <Override PartName="/ppt/ink/ink733.xml" ContentType="application/inkml+xml"/>
  <Override PartName="/ppt/ink/ink734.xml" ContentType="application/inkml+xml"/>
  <Override PartName="/ppt/ink/ink735.xml" ContentType="application/inkml+xml"/>
  <Override PartName="/ppt/ink/ink736.xml" ContentType="application/inkml+xml"/>
  <Override PartName="/ppt/ink/ink737.xml" ContentType="application/inkml+xml"/>
  <Override PartName="/ppt/ink/ink738.xml" ContentType="application/inkml+xml"/>
  <Override PartName="/ppt/ink/ink739.xml" ContentType="application/inkml+xml"/>
  <Override PartName="/ppt/ink/ink740.xml" ContentType="application/inkml+xml"/>
  <Override PartName="/ppt/ink/ink741.xml" ContentType="application/inkml+xml"/>
  <Override PartName="/ppt/ink/ink742.xml" ContentType="application/inkml+xml"/>
  <Override PartName="/ppt/ink/ink743.xml" ContentType="application/inkml+xml"/>
  <Override PartName="/ppt/ink/ink744.xml" ContentType="application/inkml+xml"/>
  <Override PartName="/ppt/ink/ink745.xml" ContentType="application/inkml+xml"/>
  <Override PartName="/ppt/ink/ink746.xml" ContentType="application/inkml+xml"/>
  <Override PartName="/ppt/ink/ink747.xml" ContentType="application/inkml+xml"/>
  <Override PartName="/ppt/ink/ink748.xml" ContentType="application/inkml+xml"/>
  <Override PartName="/ppt/ink/ink749.xml" ContentType="application/inkml+xml"/>
  <Override PartName="/ppt/ink/ink750.xml" ContentType="application/inkml+xml"/>
  <Override PartName="/ppt/ink/ink751.xml" ContentType="application/inkml+xml"/>
  <Override PartName="/ppt/ink/ink752.xml" ContentType="application/inkml+xml"/>
  <Override PartName="/ppt/ink/ink753.xml" ContentType="application/inkml+xml"/>
  <Override PartName="/ppt/ink/ink754.xml" ContentType="application/inkml+xml"/>
  <Override PartName="/ppt/ink/ink755.xml" ContentType="application/inkml+xml"/>
  <Override PartName="/ppt/ink/ink756.xml" ContentType="application/inkml+xml"/>
  <Override PartName="/ppt/ink/ink757.xml" ContentType="application/inkml+xml"/>
  <Override PartName="/ppt/ink/ink758.xml" ContentType="application/inkml+xml"/>
  <Override PartName="/ppt/ink/ink759.xml" ContentType="application/inkml+xml"/>
  <Override PartName="/ppt/ink/ink760.xml" ContentType="application/inkml+xml"/>
  <Override PartName="/ppt/ink/ink761.xml" ContentType="application/inkml+xml"/>
  <Override PartName="/ppt/ink/ink762.xml" ContentType="application/inkml+xml"/>
  <Override PartName="/ppt/ink/ink763.xml" ContentType="application/inkml+xml"/>
  <Override PartName="/ppt/ink/ink764.xml" ContentType="application/inkml+xml"/>
  <Override PartName="/ppt/ink/ink765.xml" ContentType="application/inkml+xml"/>
  <Override PartName="/ppt/ink/ink766.xml" ContentType="application/inkml+xml"/>
  <Override PartName="/ppt/ink/ink767.xml" ContentType="application/inkml+xml"/>
  <Override PartName="/ppt/ink/ink768.xml" ContentType="application/inkml+xml"/>
  <Override PartName="/ppt/ink/ink769.xml" ContentType="application/inkml+xml"/>
  <Override PartName="/ppt/ink/ink770.xml" ContentType="application/inkml+xml"/>
  <Override PartName="/ppt/ink/ink771.xml" ContentType="application/inkml+xml"/>
  <Override PartName="/ppt/ink/ink772.xml" ContentType="application/inkml+xml"/>
  <Override PartName="/ppt/ink/ink773.xml" ContentType="application/inkml+xml"/>
  <Override PartName="/ppt/ink/ink774.xml" ContentType="application/inkml+xml"/>
  <Override PartName="/ppt/ink/ink775.xml" ContentType="application/inkml+xml"/>
  <Override PartName="/ppt/ink/ink776.xml" ContentType="application/inkml+xml"/>
  <Override PartName="/ppt/ink/ink777.xml" ContentType="application/inkml+xml"/>
  <Override PartName="/ppt/ink/ink778.xml" ContentType="application/inkml+xml"/>
  <Override PartName="/ppt/ink/ink779.xml" ContentType="application/inkml+xml"/>
  <Override PartName="/ppt/ink/ink780.xml" ContentType="application/inkml+xml"/>
  <Override PartName="/ppt/ink/ink781.xml" ContentType="application/inkml+xml"/>
  <Override PartName="/ppt/ink/ink782.xml" ContentType="application/inkml+xml"/>
  <Override PartName="/ppt/ink/ink783.xml" ContentType="application/inkml+xml"/>
  <Override PartName="/ppt/ink/ink784.xml" ContentType="application/inkml+xml"/>
  <Override PartName="/ppt/ink/ink785.xml" ContentType="application/inkml+xml"/>
  <Override PartName="/ppt/ink/ink786.xml" ContentType="application/inkml+xml"/>
  <Override PartName="/ppt/ink/ink787.xml" ContentType="application/inkml+xml"/>
  <Override PartName="/ppt/ink/ink788.xml" ContentType="application/inkml+xml"/>
  <Override PartName="/ppt/ink/ink789.xml" ContentType="application/inkml+xml"/>
  <Override PartName="/ppt/ink/ink790.xml" ContentType="application/inkml+xml"/>
  <Override PartName="/ppt/ink/ink791.xml" ContentType="application/inkml+xml"/>
  <Override PartName="/ppt/ink/ink792.xml" ContentType="application/inkml+xml"/>
  <Override PartName="/ppt/ink/ink793.xml" ContentType="application/inkml+xml"/>
  <Override PartName="/ppt/ink/ink794.xml" ContentType="application/inkml+xml"/>
  <Override PartName="/ppt/ink/ink795.xml" ContentType="application/inkml+xml"/>
  <Override PartName="/ppt/ink/ink796.xml" ContentType="application/inkml+xml"/>
  <Override PartName="/ppt/ink/ink797.xml" ContentType="application/inkml+xml"/>
  <Override PartName="/ppt/ink/ink798.xml" ContentType="application/inkml+xml"/>
  <Override PartName="/ppt/ink/ink799.xml" ContentType="application/inkml+xml"/>
  <Override PartName="/ppt/ink/ink800.xml" ContentType="application/inkml+xml"/>
  <Override PartName="/ppt/ink/ink801.xml" ContentType="application/inkml+xml"/>
  <Override PartName="/ppt/ink/ink802.xml" ContentType="application/inkml+xml"/>
  <Override PartName="/ppt/ink/ink803.xml" ContentType="application/inkml+xml"/>
  <Override PartName="/ppt/ink/ink804.xml" ContentType="application/inkml+xml"/>
  <Override PartName="/ppt/ink/ink805.xml" ContentType="application/inkml+xml"/>
  <Override PartName="/ppt/ink/ink806.xml" ContentType="application/inkml+xml"/>
  <Override PartName="/ppt/ink/ink807.xml" ContentType="application/inkml+xml"/>
  <Override PartName="/ppt/ink/ink808.xml" ContentType="application/inkml+xml"/>
  <Override PartName="/ppt/ink/ink809.xml" ContentType="application/inkml+xml"/>
  <Override PartName="/ppt/ink/ink810.xml" ContentType="application/inkml+xml"/>
  <Override PartName="/ppt/ink/ink811.xml" ContentType="application/inkml+xml"/>
  <Override PartName="/ppt/ink/ink812.xml" ContentType="application/inkml+xml"/>
  <Override PartName="/ppt/ink/ink813.xml" ContentType="application/inkml+xml"/>
  <Override PartName="/ppt/ink/ink814.xml" ContentType="application/inkml+xml"/>
  <Override PartName="/ppt/ink/ink815.xml" ContentType="application/inkml+xml"/>
  <Override PartName="/ppt/ink/ink816.xml" ContentType="application/inkml+xml"/>
  <Override PartName="/ppt/ink/ink817.xml" ContentType="application/inkml+xml"/>
  <Override PartName="/ppt/ink/ink818.xml" ContentType="application/inkml+xml"/>
  <Override PartName="/ppt/ink/ink819.xml" ContentType="application/inkml+xml"/>
  <Override PartName="/ppt/ink/ink820.xml" ContentType="application/inkml+xml"/>
  <Override PartName="/ppt/ink/ink821.xml" ContentType="application/inkml+xml"/>
  <Override PartName="/ppt/ink/ink822.xml" ContentType="application/inkml+xml"/>
  <Override PartName="/ppt/ink/ink823.xml" ContentType="application/inkml+xml"/>
  <Override PartName="/ppt/ink/ink824.xml" ContentType="application/inkml+xml"/>
  <Override PartName="/ppt/ink/ink825.xml" ContentType="application/inkml+xml"/>
  <Override PartName="/ppt/ink/ink826.xml" ContentType="application/inkml+xml"/>
  <Override PartName="/ppt/ink/ink827.xml" ContentType="application/inkml+xml"/>
  <Override PartName="/ppt/ink/ink828.xml" ContentType="application/inkml+xml"/>
  <Override PartName="/ppt/ink/ink829.xml" ContentType="application/inkml+xml"/>
  <Override PartName="/ppt/ink/ink830.xml" ContentType="application/inkml+xml"/>
  <Override PartName="/ppt/ink/ink831.xml" ContentType="application/inkml+xml"/>
  <Override PartName="/ppt/ink/ink832.xml" ContentType="application/inkml+xml"/>
  <Override PartName="/ppt/ink/ink833.xml" ContentType="application/inkml+xml"/>
  <Override PartName="/ppt/ink/ink834.xml" ContentType="application/inkml+xml"/>
  <Override PartName="/ppt/ink/ink835.xml" ContentType="application/inkml+xml"/>
  <Override PartName="/ppt/ink/ink836.xml" ContentType="application/inkml+xml"/>
  <Override PartName="/ppt/ink/ink837.xml" ContentType="application/inkml+xml"/>
  <Override PartName="/ppt/ink/ink838.xml" ContentType="application/inkml+xml"/>
  <Override PartName="/ppt/ink/ink839.xml" ContentType="application/inkml+xml"/>
  <Override PartName="/ppt/ink/ink840.xml" ContentType="application/inkml+xml"/>
  <Override PartName="/ppt/ink/ink841.xml" ContentType="application/inkml+xml"/>
  <Override PartName="/ppt/ink/ink842.xml" ContentType="application/inkml+xml"/>
  <Override PartName="/ppt/ink/ink843.xml" ContentType="application/inkml+xml"/>
  <Override PartName="/ppt/ink/ink844.xml" ContentType="application/inkml+xml"/>
  <Override PartName="/ppt/ink/ink845.xml" ContentType="application/inkml+xml"/>
  <Override PartName="/ppt/ink/ink846.xml" ContentType="application/inkml+xml"/>
  <Override PartName="/ppt/ink/ink847.xml" ContentType="application/inkml+xml"/>
  <Override PartName="/ppt/ink/ink848.xml" ContentType="application/inkml+xml"/>
  <Override PartName="/ppt/ink/ink849.xml" ContentType="application/inkml+xml"/>
  <Override PartName="/ppt/ink/ink850.xml" ContentType="application/inkml+xml"/>
  <Override PartName="/ppt/ink/ink851.xml" ContentType="application/inkml+xml"/>
  <Override PartName="/ppt/ink/ink852.xml" ContentType="application/inkml+xml"/>
  <Override PartName="/ppt/ink/ink853.xml" ContentType="application/inkml+xml"/>
  <Override PartName="/ppt/ink/ink854.xml" ContentType="application/inkml+xml"/>
  <Override PartName="/ppt/ink/ink855.xml" ContentType="application/inkml+xml"/>
  <Override PartName="/ppt/ink/ink856.xml" ContentType="application/inkml+xml"/>
  <Override PartName="/ppt/ink/ink857.xml" ContentType="application/inkml+xml"/>
  <Override PartName="/ppt/ink/ink858.xml" ContentType="application/inkml+xml"/>
  <Override PartName="/ppt/ink/ink859.xml" ContentType="application/inkml+xml"/>
  <Override PartName="/ppt/ink/ink860.xml" ContentType="application/inkml+xml"/>
  <Override PartName="/ppt/ink/ink861.xml" ContentType="application/inkml+xml"/>
  <Override PartName="/ppt/ink/ink862.xml" ContentType="application/inkml+xml"/>
  <Override PartName="/ppt/ink/ink863.xml" ContentType="application/inkml+xml"/>
  <Override PartName="/ppt/ink/ink864.xml" ContentType="application/inkml+xml"/>
  <Override PartName="/ppt/ink/ink865.xml" ContentType="application/inkml+xml"/>
  <Override PartName="/ppt/ink/ink866.xml" ContentType="application/inkml+xml"/>
  <Override PartName="/ppt/ink/ink867.xml" ContentType="application/inkml+xml"/>
  <Override PartName="/ppt/ink/ink868.xml" ContentType="application/inkml+xml"/>
  <Override PartName="/ppt/ink/ink869.xml" ContentType="application/inkml+xml"/>
  <Override PartName="/ppt/ink/ink870.xml" ContentType="application/inkml+xml"/>
  <Override PartName="/ppt/ink/ink871.xml" ContentType="application/inkml+xml"/>
  <Override PartName="/ppt/ink/ink872.xml" ContentType="application/inkml+xml"/>
  <Override PartName="/ppt/ink/ink873.xml" ContentType="application/inkml+xml"/>
  <Override PartName="/ppt/ink/ink874.xml" ContentType="application/inkml+xml"/>
  <Override PartName="/ppt/ink/ink875.xml" ContentType="application/inkml+xml"/>
  <Override PartName="/ppt/ink/ink876.xml" ContentType="application/inkml+xml"/>
  <Override PartName="/ppt/ink/ink877.xml" ContentType="application/inkml+xml"/>
  <Override PartName="/ppt/ink/ink878.xml" ContentType="application/inkml+xml"/>
  <Override PartName="/ppt/ink/ink879.xml" ContentType="application/inkml+xml"/>
  <Override PartName="/ppt/ink/ink880.xml" ContentType="application/inkml+xml"/>
  <Override PartName="/ppt/ink/ink881.xml" ContentType="application/inkml+xml"/>
  <Override PartName="/ppt/ink/ink882.xml" ContentType="application/inkml+xml"/>
  <Override PartName="/ppt/ink/ink883.xml" ContentType="application/inkml+xml"/>
  <Override PartName="/ppt/ink/ink884.xml" ContentType="application/inkml+xml"/>
  <Override PartName="/ppt/ink/ink885.xml" ContentType="application/inkml+xml"/>
  <Override PartName="/ppt/ink/ink886.xml" ContentType="application/inkml+xml"/>
  <Override PartName="/ppt/ink/ink887.xml" ContentType="application/inkml+xml"/>
  <Override PartName="/ppt/ink/ink888.xml" ContentType="application/inkml+xml"/>
  <Override PartName="/ppt/ink/ink889.xml" ContentType="application/inkml+xml"/>
  <Override PartName="/ppt/ink/ink890.xml" ContentType="application/inkml+xml"/>
  <Override PartName="/ppt/ink/ink891.xml" ContentType="application/inkml+xml"/>
  <Override PartName="/ppt/ink/ink892.xml" ContentType="application/inkml+xml"/>
  <Override PartName="/ppt/ink/ink893.xml" ContentType="application/inkml+xml"/>
  <Override PartName="/ppt/ink/ink894.xml" ContentType="application/inkml+xml"/>
  <Override PartName="/ppt/ink/ink895.xml" ContentType="application/inkml+xml"/>
  <Override PartName="/ppt/ink/ink896.xml" ContentType="application/inkml+xml"/>
  <Override PartName="/ppt/ink/ink897.xml" ContentType="application/inkml+xml"/>
  <Override PartName="/ppt/ink/ink898.xml" ContentType="application/inkml+xml"/>
  <Override PartName="/ppt/ink/ink899.xml" ContentType="application/inkml+xml"/>
  <Override PartName="/ppt/ink/ink900.xml" ContentType="application/inkml+xml"/>
  <Override PartName="/ppt/ink/ink901.xml" ContentType="application/inkml+xml"/>
  <Override PartName="/ppt/ink/ink902.xml" ContentType="application/inkml+xml"/>
  <Override PartName="/ppt/ink/ink903.xml" ContentType="application/inkml+xml"/>
  <Override PartName="/ppt/ink/ink904.xml" ContentType="application/inkml+xml"/>
  <Override PartName="/ppt/ink/ink905.xml" ContentType="application/inkml+xml"/>
  <Override PartName="/ppt/ink/ink906.xml" ContentType="application/inkml+xml"/>
  <Override PartName="/ppt/ink/ink907.xml" ContentType="application/inkml+xml"/>
  <Override PartName="/ppt/ink/ink908.xml" ContentType="application/inkml+xml"/>
  <Override PartName="/ppt/ink/ink909.xml" ContentType="application/inkml+xml"/>
  <Override PartName="/ppt/ink/ink910.xml" ContentType="application/inkml+xml"/>
  <Override PartName="/ppt/ink/ink911.xml" ContentType="application/inkml+xml"/>
  <Override PartName="/ppt/ink/ink912.xml" ContentType="application/inkml+xml"/>
  <Override PartName="/ppt/ink/ink913.xml" ContentType="application/inkml+xml"/>
  <Override PartName="/ppt/ink/ink914.xml" ContentType="application/inkml+xml"/>
  <Override PartName="/ppt/ink/ink915.xml" ContentType="application/inkml+xml"/>
  <Override PartName="/ppt/ink/ink916.xml" ContentType="application/inkml+xml"/>
  <Override PartName="/ppt/ink/ink917.xml" ContentType="application/inkml+xml"/>
  <Override PartName="/ppt/ink/ink918.xml" ContentType="application/inkml+xml"/>
  <Override PartName="/ppt/ink/ink919.xml" ContentType="application/inkml+xml"/>
  <Override PartName="/ppt/ink/ink920.xml" ContentType="application/inkml+xml"/>
  <Override PartName="/ppt/ink/ink921.xml" ContentType="application/inkml+xml"/>
  <Override PartName="/ppt/ink/ink922.xml" ContentType="application/inkml+xml"/>
  <Override PartName="/ppt/ink/ink923.xml" ContentType="application/inkml+xml"/>
  <Override PartName="/ppt/ink/ink924.xml" ContentType="application/inkml+xml"/>
  <Override PartName="/ppt/ink/ink925.xml" ContentType="application/inkml+xml"/>
  <Override PartName="/ppt/ink/ink926.xml" ContentType="application/inkml+xml"/>
  <Override PartName="/ppt/ink/ink927.xml" ContentType="application/inkml+xml"/>
  <Override PartName="/ppt/ink/ink928.xml" ContentType="application/inkml+xml"/>
  <Override PartName="/ppt/ink/ink929.xml" ContentType="application/inkml+xml"/>
  <Override PartName="/ppt/ink/ink930.xml" ContentType="application/inkml+xml"/>
  <Override PartName="/ppt/ink/ink931.xml" ContentType="application/inkml+xml"/>
  <Override PartName="/ppt/ink/ink932.xml" ContentType="application/inkml+xml"/>
  <Override PartName="/ppt/ink/ink933.xml" ContentType="application/inkml+xml"/>
  <Override PartName="/ppt/ink/ink934.xml" ContentType="application/inkml+xml"/>
  <Override PartName="/ppt/ink/ink935.xml" ContentType="application/inkml+xml"/>
  <Override PartName="/ppt/ink/ink936.xml" ContentType="application/inkml+xml"/>
  <Override PartName="/ppt/ink/ink937.xml" ContentType="application/inkml+xml"/>
  <Override PartName="/ppt/ink/ink938.xml" ContentType="application/inkml+xml"/>
  <Override PartName="/ppt/ink/ink939.xml" ContentType="application/inkml+xml"/>
  <Override PartName="/ppt/ink/ink940.xml" ContentType="application/inkml+xml"/>
  <Override PartName="/ppt/ink/ink941.xml" ContentType="application/inkml+xml"/>
  <Override PartName="/ppt/ink/ink942.xml" ContentType="application/inkml+xml"/>
  <Override PartName="/ppt/ink/ink943.xml" ContentType="application/inkml+xml"/>
  <Override PartName="/ppt/ink/ink944.xml" ContentType="application/inkml+xml"/>
  <Override PartName="/ppt/ink/ink945.xml" ContentType="application/inkml+xml"/>
  <Override PartName="/ppt/ink/ink946.xml" ContentType="application/inkml+xml"/>
  <Override PartName="/ppt/ink/ink947.xml" ContentType="application/inkml+xml"/>
  <Override PartName="/ppt/ink/ink948.xml" ContentType="application/inkml+xml"/>
  <Override PartName="/ppt/ink/ink949.xml" ContentType="application/inkml+xml"/>
  <Override PartName="/ppt/ink/ink950.xml" ContentType="application/inkml+xml"/>
  <Override PartName="/ppt/ink/ink951.xml" ContentType="application/inkml+xml"/>
  <Override PartName="/ppt/ink/ink952.xml" ContentType="application/inkml+xml"/>
  <Override PartName="/ppt/ink/ink953.xml" ContentType="application/inkml+xml"/>
  <Override PartName="/ppt/ink/ink954.xml" ContentType="application/inkml+xml"/>
  <Override PartName="/ppt/ink/ink955.xml" ContentType="application/inkml+xml"/>
  <Override PartName="/ppt/ink/ink956.xml" ContentType="application/inkml+xml"/>
  <Override PartName="/ppt/ink/ink957.xml" ContentType="application/inkml+xml"/>
  <Override PartName="/ppt/ink/ink958.xml" ContentType="application/inkml+xml"/>
  <Override PartName="/ppt/ink/ink959.xml" ContentType="application/inkml+xml"/>
  <Override PartName="/ppt/ink/ink960.xml" ContentType="application/inkml+xml"/>
  <Override PartName="/ppt/ink/ink961.xml" ContentType="application/inkml+xml"/>
  <Override PartName="/ppt/ink/ink962.xml" ContentType="application/inkml+xml"/>
  <Override PartName="/ppt/ink/ink963.xml" ContentType="application/inkml+xml"/>
  <Override PartName="/ppt/ink/ink964.xml" ContentType="application/inkml+xml"/>
  <Override PartName="/ppt/ink/ink965.xml" ContentType="application/inkml+xml"/>
  <Override PartName="/ppt/ink/ink966.xml" ContentType="application/inkml+xml"/>
  <Override PartName="/ppt/ink/ink967.xml" ContentType="application/inkml+xml"/>
  <Override PartName="/ppt/ink/ink968.xml" ContentType="application/inkml+xml"/>
  <Override PartName="/ppt/ink/ink969.xml" ContentType="application/inkml+xml"/>
  <Override PartName="/ppt/ink/ink970.xml" ContentType="application/inkml+xml"/>
  <Override PartName="/ppt/ink/ink971.xml" ContentType="application/inkml+xml"/>
  <Override PartName="/ppt/ink/ink972.xml" ContentType="application/inkml+xml"/>
  <Override PartName="/ppt/ink/ink973.xml" ContentType="application/inkml+xml"/>
  <Override PartName="/ppt/ink/ink974.xml" ContentType="application/inkml+xml"/>
  <Override PartName="/ppt/ink/ink975.xml" ContentType="application/inkml+xml"/>
  <Override PartName="/ppt/ink/ink976.xml" ContentType="application/inkml+xml"/>
  <Override PartName="/ppt/ink/ink977.xml" ContentType="application/inkml+xml"/>
  <Override PartName="/ppt/ink/ink978.xml" ContentType="application/inkml+xml"/>
  <Override PartName="/ppt/ink/ink979.xml" ContentType="application/inkml+xml"/>
  <Override PartName="/ppt/ink/ink980.xml" ContentType="application/inkml+xml"/>
  <Override PartName="/ppt/ink/ink981.xml" ContentType="application/inkml+xml"/>
  <Override PartName="/ppt/ink/ink982.xml" ContentType="application/inkml+xml"/>
  <Override PartName="/ppt/ink/ink983.xml" ContentType="application/inkml+xml"/>
  <Override PartName="/ppt/ink/ink984.xml" ContentType="application/inkml+xml"/>
  <Override PartName="/ppt/ink/ink985.xml" ContentType="application/inkml+xml"/>
  <Override PartName="/ppt/ink/ink986.xml" ContentType="application/inkml+xml"/>
  <Override PartName="/ppt/ink/ink987.xml" ContentType="application/inkml+xml"/>
  <Override PartName="/ppt/ink/ink988.xml" ContentType="application/inkml+xml"/>
  <Override PartName="/ppt/ink/ink989.xml" ContentType="application/inkml+xml"/>
  <Override PartName="/ppt/ink/ink990.xml" ContentType="application/inkml+xml"/>
  <Override PartName="/ppt/ink/ink991.xml" ContentType="application/inkml+xml"/>
  <Override PartName="/ppt/ink/ink992.xml" ContentType="application/inkml+xml"/>
  <Override PartName="/ppt/ink/ink993.xml" ContentType="application/inkml+xml"/>
  <Override PartName="/ppt/ink/ink994.xml" ContentType="application/inkml+xml"/>
  <Override PartName="/ppt/ink/ink995.xml" ContentType="application/inkml+xml"/>
  <Override PartName="/ppt/ink/ink996.xml" ContentType="application/inkml+xml"/>
  <Override PartName="/ppt/ink/ink997.xml" ContentType="application/inkml+xml"/>
  <Override PartName="/ppt/ink/ink998.xml" ContentType="application/inkml+xml"/>
  <Override PartName="/ppt/ink/ink999.xml" ContentType="application/inkml+xml"/>
  <Override PartName="/ppt/ink/ink1000.xml" ContentType="application/inkml+xml"/>
  <Override PartName="/ppt/ink/ink1001.xml" ContentType="application/inkml+xml"/>
  <Override PartName="/ppt/ink/ink1002.xml" ContentType="application/inkml+xml"/>
  <Override PartName="/ppt/ink/ink1003.xml" ContentType="application/inkml+xml"/>
  <Override PartName="/ppt/ink/ink1004.xml" ContentType="application/inkml+xml"/>
  <Override PartName="/ppt/ink/ink1005.xml" ContentType="application/inkml+xml"/>
  <Override PartName="/ppt/ink/ink1006.xml" ContentType="application/inkml+xml"/>
  <Override PartName="/ppt/ink/ink1007.xml" ContentType="application/inkml+xml"/>
  <Override PartName="/ppt/ink/ink1008.xml" ContentType="application/inkml+xml"/>
  <Override PartName="/ppt/ink/ink1009.xml" ContentType="application/inkml+xml"/>
  <Override PartName="/ppt/ink/ink1010.xml" ContentType="application/inkml+xml"/>
  <Override PartName="/ppt/ink/ink1011.xml" ContentType="application/inkml+xml"/>
  <Override PartName="/ppt/ink/ink1012.xml" ContentType="application/inkml+xml"/>
  <Override PartName="/ppt/ink/ink1013.xml" ContentType="application/inkml+xml"/>
  <Override PartName="/ppt/ink/ink1014.xml" ContentType="application/inkml+xml"/>
  <Override PartName="/ppt/ink/ink1015.xml" ContentType="application/inkml+xml"/>
  <Override PartName="/ppt/ink/ink1016.xml" ContentType="application/inkml+xml"/>
  <Override PartName="/ppt/ink/ink1017.xml" ContentType="application/inkml+xml"/>
  <Override PartName="/ppt/ink/ink1018.xml" ContentType="application/inkml+xml"/>
  <Override PartName="/ppt/ink/ink1019.xml" ContentType="application/inkml+xml"/>
  <Override PartName="/ppt/ink/ink1020.xml" ContentType="application/inkml+xml"/>
  <Override PartName="/ppt/ink/ink1021.xml" ContentType="application/inkml+xml"/>
  <Override PartName="/ppt/ink/ink1022.xml" ContentType="application/inkml+xml"/>
  <Override PartName="/ppt/ink/ink1023.xml" ContentType="application/inkml+xml"/>
  <Override PartName="/ppt/ink/ink1024.xml" ContentType="application/inkml+xml"/>
  <Override PartName="/ppt/ink/ink1025.xml" ContentType="application/inkml+xml"/>
  <Override PartName="/ppt/ink/ink1026.xml" ContentType="application/inkml+xml"/>
  <Override PartName="/ppt/ink/ink1027.xml" ContentType="application/inkml+xml"/>
  <Override PartName="/ppt/ink/ink1028.xml" ContentType="application/inkml+xml"/>
  <Override PartName="/ppt/ink/ink1029.xml" ContentType="application/inkml+xml"/>
  <Override PartName="/ppt/ink/ink1030.xml" ContentType="application/inkml+xml"/>
  <Override PartName="/ppt/ink/ink1031.xml" ContentType="application/inkml+xml"/>
  <Override PartName="/ppt/ink/ink1032.xml" ContentType="application/inkml+xml"/>
  <Override PartName="/ppt/ink/ink1033.xml" ContentType="application/inkml+xml"/>
  <Override PartName="/ppt/ink/ink1034.xml" ContentType="application/inkml+xml"/>
  <Override PartName="/ppt/ink/ink1035.xml" ContentType="application/inkml+xml"/>
  <Override PartName="/ppt/ink/ink1036.xml" ContentType="application/inkml+xml"/>
  <Override PartName="/ppt/ink/ink1037.xml" ContentType="application/inkml+xml"/>
  <Override PartName="/ppt/ink/ink1038.xml" ContentType="application/inkml+xml"/>
  <Override PartName="/ppt/ink/ink1039.xml" ContentType="application/inkml+xml"/>
  <Override PartName="/ppt/ink/ink1040.xml" ContentType="application/inkml+xml"/>
  <Override PartName="/ppt/ink/ink1041.xml" ContentType="application/inkml+xml"/>
  <Override PartName="/ppt/ink/ink1042.xml" ContentType="application/inkml+xml"/>
  <Override PartName="/ppt/ink/ink1043.xml" ContentType="application/inkml+xml"/>
  <Override PartName="/ppt/ink/ink1044.xml" ContentType="application/inkml+xml"/>
  <Override PartName="/ppt/ink/ink1045.xml" ContentType="application/inkml+xml"/>
  <Override PartName="/ppt/ink/ink1046.xml" ContentType="application/inkml+xml"/>
  <Override PartName="/ppt/ink/ink1047.xml" ContentType="application/inkml+xml"/>
  <Override PartName="/ppt/ink/ink1048.xml" ContentType="application/inkml+xml"/>
  <Override PartName="/ppt/ink/ink1049.xml" ContentType="application/inkml+xml"/>
  <Override PartName="/ppt/ink/ink1050.xml" ContentType="application/inkml+xml"/>
  <Override PartName="/ppt/ink/ink1051.xml" ContentType="application/inkml+xml"/>
  <Override PartName="/ppt/ink/ink1052.xml" ContentType="application/inkml+xml"/>
  <Override PartName="/ppt/ink/ink1053.xml" ContentType="application/inkml+xml"/>
  <Override PartName="/ppt/ink/ink1054.xml" ContentType="application/inkml+xml"/>
  <Override PartName="/ppt/ink/ink1055.xml" ContentType="application/inkml+xml"/>
  <Override PartName="/ppt/ink/ink1056.xml" ContentType="application/inkml+xml"/>
  <Override PartName="/ppt/ink/ink1057.xml" ContentType="application/inkml+xml"/>
  <Override PartName="/ppt/ink/ink1058.xml" ContentType="application/inkml+xml"/>
  <Override PartName="/ppt/ink/ink1059.xml" ContentType="application/inkml+xml"/>
  <Override PartName="/ppt/ink/ink1060.xml" ContentType="application/inkml+xml"/>
  <Override PartName="/ppt/ink/ink1061.xml" ContentType="application/inkml+xml"/>
  <Override PartName="/ppt/ink/ink1062.xml" ContentType="application/inkml+xml"/>
  <Override PartName="/ppt/ink/ink1063.xml" ContentType="application/inkml+xml"/>
  <Override PartName="/ppt/ink/ink1064.xml" ContentType="application/inkml+xml"/>
  <Override PartName="/ppt/ink/ink1065.xml" ContentType="application/inkml+xml"/>
  <Override PartName="/ppt/ink/ink1066.xml" ContentType="application/inkml+xml"/>
  <Override PartName="/ppt/ink/ink1067.xml" ContentType="application/inkml+xml"/>
  <Override PartName="/ppt/ink/ink1068.xml" ContentType="application/inkml+xml"/>
  <Override PartName="/ppt/ink/ink1069.xml" ContentType="application/inkml+xml"/>
  <Override PartName="/ppt/ink/ink1070.xml" ContentType="application/inkml+xml"/>
  <Override PartName="/ppt/ink/ink1071.xml" ContentType="application/inkml+xml"/>
  <Override PartName="/ppt/ink/ink1072.xml" ContentType="application/inkml+xml"/>
  <Override PartName="/ppt/ink/ink1073.xml" ContentType="application/inkml+xml"/>
  <Override PartName="/ppt/ink/ink1074.xml" ContentType="application/inkml+xml"/>
  <Override PartName="/ppt/ink/ink1075.xml" ContentType="application/inkml+xml"/>
  <Override PartName="/ppt/ink/ink1076.xml" ContentType="application/inkml+xml"/>
  <Override PartName="/ppt/ink/ink1077.xml" ContentType="application/inkml+xml"/>
  <Override PartName="/ppt/ink/ink1078.xml" ContentType="application/inkml+xml"/>
  <Override PartName="/ppt/ink/ink1079.xml" ContentType="application/inkml+xml"/>
  <Override PartName="/ppt/ink/ink1080.xml" ContentType="application/inkml+xml"/>
  <Override PartName="/ppt/ink/ink1081.xml" ContentType="application/inkml+xml"/>
  <Override PartName="/ppt/ink/ink1082.xml" ContentType="application/inkml+xml"/>
  <Override PartName="/ppt/ink/ink1083.xml" ContentType="application/inkml+xml"/>
  <Override PartName="/ppt/ink/ink1084.xml" ContentType="application/inkml+xml"/>
  <Override PartName="/ppt/ink/ink1085.xml" ContentType="application/inkml+xml"/>
  <Override PartName="/ppt/ink/ink1086.xml" ContentType="application/inkml+xml"/>
  <Override PartName="/ppt/ink/ink1087.xml" ContentType="application/inkml+xml"/>
  <Override PartName="/ppt/ink/ink1088.xml" ContentType="application/inkml+xml"/>
  <Override PartName="/ppt/ink/ink1089.xml" ContentType="application/inkml+xml"/>
  <Override PartName="/ppt/ink/ink1090.xml" ContentType="application/inkml+xml"/>
  <Override PartName="/ppt/ink/ink1091.xml" ContentType="application/inkml+xml"/>
  <Override PartName="/ppt/ink/ink1092.xml" ContentType="application/inkml+xml"/>
  <Override PartName="/ppt/ink/ink1093.xml" ContentType="application/inkml+xml"/>
  <Override PartName="/ppt/ink/ink1094.xml" ContentType="application/inkml+xml"/>
  <Override PartName="/ppt/ink/ink1095.xml" ContentType="application/inkml+xml"/>
  <Override PartName="/ppt/ink/ink1096.xml" ContentType="application/inkml+xml"/>
  <Override PartName="/ppt/ink/ink1097.xml" ContentType="application/inkml+xml"/>
  <Override PartName="/ppt/ink/ink1098.xml" ContentType="application/inkml+xml"/>
  <Override PartName="/ppt/ink/ink1099.xml" ContentType="application/inkml+xml"/>
  <Override PartName="/ppt/ink/ink1100.xml" ContentType="application/inkml+xml"/>
  <Override PartName="/ppt/ink/ink1101.xml" ContentType="application/inkml+xml"/>
  <Override PartName="/ppt/ink/ink1102.xml" ContentType="application/inkml+xml"/>
  <Override PartName="/ppt/ink/ink1103.xml" ContentType="application/inkml+xml"/>
  <Override PartName="/ppt/ink/ink1104.xml" ContentType="application/inkml+xml"/>
  <Override PartName="/ppt/ink/ink1105.xml" ContentType="application/inkml+xml"/>
  <Override PartName="/ppt/ink/ink1106.xml" ContentType="application/inkml+xml"/>
  <Override PartName="/ppt/ink/ink1107.xml" ContentType="application/inkml+xml"/>
  <Override PartName="/ppt/ink/ink1108.xml" ContentType="application/inkml+xml"/>
  <Override PartName="/ppt/ink/ink1109.xml" ContentType="application/inkml+xml"/>
  <Override PartName="/ppt/ink/ink1110.xml" ContentType="application/inkml+xml"/>
  <Override PartName="/ppt/ink/ink1111.xml" ContentType="application/inkml+xml"/>
  <Override PartName="/ppt/ink/ink1112.xml" ContentType="application/inkml+xml"/>
  <Override PartName="/ppt/ink/ink1113.xml" ContentType="application/inkml+xml"/>
  <Override PartName="/ppt/ink/ink1114.xml" ContentType="application/inkml+xml"/>
  <Override PartName="/ppt/ink/ink1115.xml" ContentType="application/inkml+xml"/>
  <Override PartName="/ppt/ink/ink1116.xml" ContentType="application/inkml+xml"/>
  <Override PartName="/ppt/ink/ink1117.xml" ContentType="application/inkml+xml"/>
  <Override PartName="/ppt/ink/ink1118.xml" ContentType="application/inkml+xml"/>
  <Override PartName="/ppt/ink/ink1119.xml" ContentType="application/inkml+xml"/>
  <Override PartName="/ppt/ink/ink1120.xml" ContentType="application/inkml+xml"/>
  <Override PartName="/ppt/ink/ink1121.xml" ContentType="application/inkml+xml"/>
  <Override PartName="/ppt/ink/ink1122.xml" ContentType="application/inkml+xml"/>
  <Override PartName="/ppt/ink/ink1123.xml" ContentType="application/inkml+xml"/>
  <Override PartName="/ppt/ink/ink1124.xml" ContentType="application/inkml+xml"/>
  <Override PartName="/ppt/ink/ink1125.xml" ContentType="application/inkml+xml"/>
  <Override PartName="/ppt/ink/ink1126.xml" ContentType="application/inkml+xml"/>
  <Override PartName="/ppt/ink/ink1127.xml" ContentType="application/inkml+xml"/>
  <Override PartName="/ppt/ink/ink1128.xml" ContentType="application/inkml+xml"/>
  <Override PartName="/ppt/ink/ink1129.xml" ContentType="application/inkml+xml"/>
  <Override PartName="/ppt/ink/ink1130.xml" ContentType="application/inkml+xml"/>
  <Override PartName="/ppt/ink/ink1131.xml" ContentType="application/inkml+xml"/>
  <Override PartName="/ppt/ink/ink1132.xml" ContentType="application/inkml+xml"/>
  <Override PartName="/ppt/ink/ink1133.xml" ContentType="application/inkml+xml"/>
  <Override PartName="/ppt/ink/ink1134.xml" ContentType="application/inkml+xml"/>
  <Override PartName="/ppt/ink/ink1135.xml" ContentType="application/inkml+xml"/>
  <Override PartName="/ppt/ink/ink1136.xml" ContentType="application/inkml+xml"/>
  <Override PartName="/ppt/ink/ink1137.xml" ContentType="application/inkml+xml"/>
  <Override PartName="/ppt/ink/ink1138.xml" ContentType="application/inkml+xml"/>
  <Override PartName="/ppt/ink/ink1139.xml" ContentType="application/inkml+xml"/>
  <Override PartName="/ppt/ink/ink1140.xml" ContentType="application/inkml+xml"/>
  <Override PartName="/ppt/ink/ink1141.xml" ContentType="application/inkml+xml"/>
  <Override PartName="/ppt/ink/ink1142.xml" ContentType="application/inkml+xml"/>
  <Override PartName="/ppt/ink/ink1143.xml" ContentType="application/inkml+xml"/>
  <Override PartName="/ppt/ink/ink1144.xml" ContentType="application/inkml+xml"/>
  <Override PartName="/ppt/ink/ink1145.xml" ContentType="application/inkml+xml"/>
  <Override PartName="/ppt/ink/ink1146.xml" ContentType="application/inkml+xml"/>
  <Override PartName="/ppt/ink/ink1147.xml" ContentType="application/inkml+xml"/>
  <Override PartName="/ppt/ink/ink1148.xml" ContentType="application/inkml+xml"/>
  <Override PartName="/ppt/ink/ink1149.xml" ContentType="application/inkml+xml"/>
  <Override PartName="/ppt/ink/ink1150.xml" ContentType="application/inkml+xml"/>
  <Override PartName="/ppt/ink/ink1151.xml" ContentType="application/inkml+xml"/>
  <Override PartName="/ppt/ink/ink1152.xml" ContentType="application/inkml+xml"/>
  <Override PartName="/ppt/ink/ink1153.xml" ContentType="application/inkml+xml"/>
  <Override PartName="/ppt/ink/ink1154.xml" ContentType="application/inkml+xml"/>
  <Override PartName="/ppt/ink/ink1155.xml" ContentType="application/inkml+xml"/>
  <Override PartName="/ppt/ink/ink1156.xml" ContentType="application/inkml+xml"/>
  <Override PartName="/ppt/ink/ink1157.xml" ContentType="application/inkml+xml"/>
  <Override PartName="/ppt/ink/ink1158.xml" ContentType="application/inkml+xml"/>
  <Override PartName="/ppt/ink/ink1159.xml" ContentType="application/inkml+xml"/>
  <Override PartName="/ppt/ink/ink1160.xml" ContentType="application/inkml+xml"/>
  <Override PartName="/ppt/ink/ink1161.xml" ContentType="application/inkml+xml"/>
  <Override PartName="/ppt/ink/ink1162.xml" ContentType="application/inkml+xml"/>
  <Override PartName="/ppt/ink/ink1163.xml" ContentType="application/inkml+xml"/>
  <Override PartName="/ppt/ink/ink1164.xml" ContentType="application/inkml+xml"/>
  <Override PartName="/ppt/ink/ink1165.xml" ContentType="application/inkml+xml"/>
  <Override PartName="/ppt/ink/ink1166.xml" ContentType="application/inkml+xml"/>
  <Override PartName="/ppt/ink/ink1167.xml" ContentType="application/inkml+xml"/>
  <Override PartName="/ppt/ink/ink1168.xml" ContentType="application/inkml+xml"/>
  <Override PartName="/ppt/ink/ink1169.xml" ContentType="application/inkml+xml"/>
  <Override PartName="/ppt/ink/ink1170.xml" ContentType="application/inkml+xml"/>
  <Override PartName="/ppt/ink/ink1171.xml" ContentType="application/inkml+xml"/>
  <Override PartName="/ppt/ink/ink1172.xml" ContentType="application/inkml+xml"/>
  <Override PartName="/ppt/ink/ink1173.xml" ContentType="application/inkml+xml"/>
  <Override PartName="/ppt/ink/ink1174.xml" ContentType="application/inkml+xml"/>
  <Override PartName="/ppt/ink/ink1175.xml" ContentType="application/inkml+xml"/>
  <Override PartName="/ppt/ink/ink1176.xml" ContentType="application/inkml+xml"/>
  <Override PartName="/ppt/ink/ink1177.xml" ContentType="application/inkml+xml"/>
  <Override PartName="/ppt/ink/ink1178.xml" ContentType="application/inkml+xml"/>
  <Override PartName="/ppt/ink/ink1179.xml" ContentType="application/inkml+xml"/>
  <Override PartName="/ppt/ink/ink1180.xml" ContentType="application/inkml+xml"/>
  <Override PartName="/ppt/ink/ink1181.xml" ContentType="application/inkml+xml"/>
  <Override PartName="/ppt/ink/ink1182.xml" ContentType="application/inkml+xml"/>
  <Override PartName="/ppt/ink/ink1183.xml" ContentType="application/inkml+xml"/>
  <Override PartName="/ppt/ink/ink1184.xml" ContentType="application/inkml+xml"/>
  <Override PartName="/ppt/ink/ink1185.xml" ContentType="application/inkml+xml"/>
  <Override PartName="/ppt/ink/ink1186.xml" ContentType="application/inkml+xml"/>
  <Override PartName="/ppt/ink/ink1187.xml" ContentType="application/inkml+xml"/>
  <Override PartName="/ppt/ink/ink1188.xml" ContentType="application/inkml+xml"/>
  <Override PartName="/ppt/ink/ink1189.xml" ContentType="application/inkml+xml"/>
  <Override PartName="/ppt/ink/ink1190.xml" ContentType="application/inkml+xml"/>
  <Override PartName="/ppt/ink/ink1191.xml" ContentType="application/inkml+xml"/>
  <Override PartName="/ppt/ink/ink1192.xml" ContentType="application/inkml+xml"/>
  <Override PartName="/ppt/ink/ink1193.xml" ContentType="application/inkml+xml"/>
  <Override PartName="/ppt/ink/ink1194.xml" ContentType="application/inkml+xml"/>
  <Override PartName="/ppt/ink/ink1195.xml" ContentType="application/inkml+xml"/>
  <Override PartName="/ppt/ink/ink1196.xml" ContentType="application/inkml+xml"/>
  <Override PartName="/ppt/ink/ink1197.xml" ContentType="application/inkml+xml"/>
  <Override PartName="/ppt/ink/ink1198.xml" ContentType="application/inkml+xml"/>
  <Override PartName="/ppt/ink/ink1199.xml" ContentType="application/inkml+xml"/>
  <Override PartName="/ppt/ink/ink1200.xml" ContentType="application/inkml+xml"/>
  <Override PartName="/ppt/ink/ink1201.xml" ContentType="application/inkml+xml"/>
  <Override PartName="/ppt/ink/ink1202.xml" ContentType="application/inkml+xml"/>
  <Override PartName="/ppt/ink/ink1203.xml" ContentType="application/inkml+xml"/>
  <Override PartName="/ppt/ink/ink1204.xml" ContentType="application/inkml+xml"/>
  <Override PartName="/ppt/ink/ink1205.xml" ContentType="application/inkml+xml"/>
  <Override PartName="/ppt/ink/ink1206.xml" ContentType="application/inkml+xml"/>
  <Override PartName="/ppt/ink/ink1207.xml" ContentType="application/inkml+xml"/>
  <Override PartName="/ppt/ink/ink1208.xml" ContentType="application/inkml+xml"/>
  <Override PartName="/ppt/ink/ink1209.xml" ContentType="application/inkml+xml"/>
  <Override PartName="/ppt/ink/ink1210.xml" ContentType="application/inkml+xml"/>
  <Override PartName="/ppt/ink/ink1211.xml" ContentType="application/inkml+xml"/>
  <Override PartName="/ppt/ink/ink1212.xml" ContentType="application/inkml+xml"/>
  <Override PartName="/ppt/ink/ink1213.xml" ContentType="application/inkml+xml"/>
  <Override PartName="/ppt/ink/ink1214.xml" ContentType="application/inkml+xml"/>
  <Override PartName="/ppt/ink/ink1215.xml" ContentType="application/inkml+xml"/>
  <Override PartName="/ppt/ink/ink1216.xml" ContentType="application/inkml+xml"/>
  <Override PartName="/ppt/ink/ink1217.xml" ContentType="application/inkml+xml"/>
  <Override PartName="/ppt/ink/ink1218.xml" ContentType="application/inkml+xml"/>
  <Override PartName="/ppt/ink/ink1219.xml" ContentType="application/inkml+xml"/>
  <Override PartName="/ppt/ink/ink1220.xml" ContentType="application/inkml+xml"/>
  <Override PartName="/ppt/ink/ink1221.xml" ContentType="application/inkml+xml"/>
  <Override PartName="/ppt/ink/ink1222.xml" ContentType="application/inkml+xml"/>
  <Override PartName="/ppt/ink/ink1223.xml" ContentType="application/inkml+xml"/>
  <Override PartName="/ppt/ink/ink1224.xml" ContentType="application/inkml+xml"/>
  <Override PartName="/ppt/ink/ink1225.xml" ContentType="application/inkml+xml"/>
  <Override PartName="/ppt/ink/ink1226.xml" ContentType="application/inkml+xml"/>
  <Override PartName="/ppt/ink/ink1227.xml" ContentType="application/inkml+xml"/>
  <Override PartName="/ppt/ink/ink1228.xml" ContentType="application/inkml+xml"/>
  <Override PartName="/ppt/ink/ink1229.xml" ContentType="application/inkml+xml"/>
  <Override PartName="/ppt/ink/ink1230.xml" ContentType="application/inkml+xml"/>
  <Override PartName="/ppt/ink/ink1231.xml" ContentType="application/inkml+xml"/>
  <Override PartName="/ppt/ink/ink1232.xml" ContentType="application/inkml+xml"/>
  <Override PartName="/ppt/ink/ink1233.xml" ContentType="application/inkml+xml"/>
  <Override PartName="/ppt/ink/ink1234.xml" ContentType="application/inkml+xml"/>
  <Override PartName="/ppt/ink/ink1235.xml" ContentType="application/inkml+xml"/>
  <Override PartName="/ppt/ink/ink1236.xml" ContentType="application/inkml+xml"/>
  <Override PartName="/ppt/ink/ink1237.xml" ContentType="application/inkml+xml"/>
  <Override PartName="/ppt/ink/ink1238.xml" ContentType="application/inkml+xml"/>
  <Override PartName="/ppt/ink/ink1239.xml" ContentType="application/inkml+xml"/>
  <Override PartName="/ppt/ink/ink1240.xml" ContentType="application/inkml+xml"/>
  <Override PartName="/ppt/ink/ink1241.xml" ContentType="application/inkml+xml"/>
  <Override PartName="/ppt/ink/ink1242.xml" ContentType="application/inkml+xml"/>
  <Override PartName="/ppt/ink/ink1243.xml" ContentType="application/inkml+xml"/>
  <Override PartName="/ppt/ink/ink1244.xml" ContentType="application/inkml+xml"/>
  <Override PartName="/ppt/ink/ink1245.xml" ContentType="application/inkml+xml"/>
  <Override PartName="/ppt/ink/ink1246.xml" ContentType="application/inkml+xml"/>
  <Override PartName="/ppt/ink/ink1247.xml" ContentType="application/inkml+xml"/>
  <Override PartName="/ppt/ink/ink1248.xml" ContentType="application/inkml+xml"/>
  <Override PartName="/ppt/ink/ink1249.xml" ContentType="application/inkml+xml"/>
  <Override PartName="/ppt/ink/ink1250.xml" ContentType="application/inkml+xml"/>
  <Override PartName="/ppt/ink/ink1251.xml" ContentType="application/inkml+xml"/>
  <Override PartName="/ppt/ink/ink1252.xml" ContentType="application/inkml+xml"/>
  <Override PartName="/ppt/ink/ink1253.xml" ContentType="application/inkml+xml"/>
  <Override PartName="/ppt/ink/ink1254.xml" ContentType="application/inkml+xml"/>
  <Override PartName="/ppt/ink/ink1255.xml" ContentType="application/inkml+xml"/>
  <Override PartName="/ppt/ink/ink1256.xml" ContentType="application/inkml+xml"/>
  <Override PartName="/ppt/ink/ink1257.xml" ContentType="application/inkml+xml"/>
  <Override PartName="/ppt/ink/ink1258.xml" ContentType="application/inkml+xml"/>
  <Override PartName="/ppt/ink/ink1259.xml" ContentType="application/inkml+xml"/>
  <Override PartName="/ppt/ink/ink1260.xml" ContentType="application/inkml+xml"/>
  <Override PartName="/ppt/ink/ink1261.xml" ContentType="application/inkml+xml"/>
  <Override PartName="/ppt/ink/ink1262.xml" ContentType="application/inkml+xml"/>
  <Override PartName="/ppt/ink/ink1263.xml" ContentType="application/inkml+xml"/>
  <Override PartName="/ppt/ink/ink1264.xml" ContentType="application/inkml+xml"/>
  <Override PartName="/ppt/ink/ink1265.xml" ContentType="application/inkml+xml"/>
  <Override PartName="/ppt/ink/ink1266.xml" ContentType="application/inkml+xml"/>
  <Override PartName="/ppt/ink/ink1267.xml" ContentType="application/inkml+xml"/>
  <Override PartName="/ppt/ink/ink1268.xml" ContentType="application/inkml+xml"/>
  <Override PartName="/ppt/ink/ink1269.xml" ContentType="application/inkml+xml"/>
  <Override PartName="/ppt/ink/ink1270.xml" ContentType="application/inkml+xml"/>
  <Override PartName="/ppt/ink/ink1271.xml" ContentType="application/inkml+xml"/>
  <Override PartName="/ppt/ink/ink1272.xml" ContentType="application/inkml+xml"/>
  <Override PartName="/ppt/ink/ink1273.xml" ContentType="application/inkml+xml"/>
  <Override PartName="/ppt/ink/ink1274.xml" ContentType="application/inkml+xml"/>
  <Override PartName="/ppt/ink/ink1275.xml" ContentType="application/inkml+xml"/>
  <Override PartName="/ppt/ink/ink1276.xml" ContentType="application/inkml+xml"/>
  <Override PartName="/ppt/ink/ink1277.xml" ContentType="application/inkml+xml"/>
  <Override PartName="/ppt/ink/ink1278.xml" ContentType="application/inkml+xml"/>
  <Override PartName="/ppt/ink/ink1279.xml" ContentType="application/inkml+xml"/>
  <Override PartName="/ppt/ink/ink1280.xml" ContentType="application/inkml+xml"/>
  <Override PartName="/ppt/ink/ink1281.xml" ContentType="application/inkml+xml"/>
  <Override PartName="/ppt/ink/ink1282.xml" ContentType="application/inkml+xml"/>
  <Override PartName="/ppt/ink/ink1283.xml" ContentType="application/inkml+xml"/>
  <Override PartName="/ppt/ink/ink1284.xml" ContentType="application/inkml+xml"/>
  <Override PartName="/ppt/ink/ink1285.xml" ContentType="application/inkml+xml"/>
  <Override PartName="/ppt/ink/ink1286.xml" ContentType="application/inkml+xml"/>
  <Override PartName="/ppt/ink/ink1287.xml" ContentType="application/inkml+xml"/>
  <Override PartName="/ppt/ink/ink1288.xml" ContentType="application/inkml+xml"/>
  <Override PartName="/ppt/ink/ink1289.xml" ContentType="application/inkml+xml"/>
  <Override PartName="/ppt/ink/ink1290.xml" ContentType="application/inkml+xml"/>
  <Override PartName="/ppt/ink/ink1291.xml" ContentType="application/inkml+xml"/>
  <Override PartName="/ppt/ink/ink1292.xml" ContentType="application/inkml+xml"/>
  <Override PartName="/ppt/ink/ink1293.xml" ContentType="application/inkml+xml"/>
  <Override PartName="/ppt/ink/ink1294.xml" ContentType="application/inkml+xml"/>
  <Override PartName="/ppt/ink/ink1295.xml" ContentType="application/inkml+xml"/>
  <Override PartName="/ppt/ink/ink1296.xml" ContentType="application/inkml+xml"/>
  <Override PartName="/ppt/ink/ink1297.xml" ContentType="application/inkml+xml"/>
  <Override PartName="/ppt/ink/ink1298.xml" ContentType="application/inkml+xml"/>
  <Override PartName="/ppt/ink/ink1299.xml" ContentType="application/inkml+xml"/>
  <Override PartName="/ppt/ink/ink1300.xml" ContentType="application/inkml+xml"/>
  <Override PartName="/ppt/ink/ink1301.xml" ContentType="application/inkml+xml"/>
  <Override PartName="/ppt/ink/ink1302.xml" ContentType="application/inkml+xml"/>
  <Override PartName="/ppt/ink/ink1303.xml" ContentType="application/inkml+xml"/>
  <Override PartName="/ppt/ink/ink1304.xml" ContentType="application/inkml+xml"/>
  <Override PartName="/ppt/ink/ink1305.xml" ContentType="application/inkml+xml"/>
  <Override PartName="/ppt/ink/ink1306.xml" ContentType="application/inkml+xml"/>
  <Override PartName="/ppt/ink/ink1307.xml" ContentType="application/inkml+xml"/>
  <Override PartName="/ppt/ink/ink1308.xml" ContentType="application/inkml+xml"/>
  <Override PartName="/ppt/ink/ink1309.xml" ContentType="application/inkml+xml"/>
  <Override PartName="/ppt/ink/ink1310.xml" ContentType="application/inkml+xml"/>
  <Override PartName="/ppt/ink/ink1311.xml" ContentType="application/inkml+xml"/>
  <Override PartName="/ppt/ink/ink1312.xml" ContentType="application/inkml+xml"/>
  <Override PartName="/ppt/ink/ink1313.xml" ContentType="application/inkml+xml"/>
  <Override PartName="/ppt/ink/ink1314.xml" ContentType="application/inkml+xml"/>
  <Override PartName="/ppt/ink/ink1315.xml" ContentType="application/inkml+xml"/>
  <Override PartName="/ppt/ink/ink1316.xml" ContentType="application/inkml+xml"/>
  <Override PartName="/ppt/ink/ink1317.xml" ContentType="application/inkml+xml"/>
  <Override PartName="/ppt/ink/ink1318.xml" ContentType="application/inkml+xml"/>
  <Override PartName="/ppt/ink/ink1319.xml" ContentType="application/inkml+xml"/>
  <Override PartName="/ppt/ink/ink1320.xml" ContentType="application/inkml+xml"/>
  <Override PartName="/ppt/ink/ink1321.xml" ContentType="application/inkml+xml"/>
  <Override PartName="/ppt/ink/ink1322.xml" ContentType="application/inkml+xml"/>
  <Override PartName="/ppt/ink/ink1323.xml" ContentType="application/inkml+xml"/>
  <Override PartName="/ppt/ink/ink1324.xml" ContentType="application/inkml+xml"/>
  <Override PartName="/ppt/ink/ink1325.xml" ContentType="application/inkml+xml"/>
  <Override PartName="/ppt/ink/ink1326.xml" ContentType="application/inkml+xml"/>
  <Override PartName="/ppt/ink/ink1327.xml" ContentType="application/inkml+xml"/>
  <Override PartName="/ppt/ink/ink1328.xml" ContentType="application/inkml+xml"/>
  <Override PartName="/ppt/ink/ink1329.xml" ContentType="application/inkml+xml"/>
  <Override PartName="/ppt/ink/ink1330.xml" ContentType="application/inkml+xml"/>
  <Override PartName="/ppt/ink/ink1331.xml" ContentType="application/inkml+xml"/>
  <Override PartName="/ppt/ink/ink1332.xml" ContentType="application/inkml+xml"/>
  <Override PartName="/ppt/ink/ink1333.xml" ContentType="application/inkml+xml"/>
  <Override PartName="/ppt/ink/ink1334.xml" ContentType="application/inkml+xml"/>
  <Override PartName="/ppt/ink/ink1335.xml" ContentType="application/inkml+xml"/>
  <Override PartName="/ppt/ink/ink1336.xml" ContentType="application/inkml+xml"/>
  <Override PartName="/ppt/ink/ink1337.xml" ContentType="application/inkml+xml"/>
  <Override PartName="/ppt/ink/ink1338.xml" ContentType="application/inkml+xml"/>
  <Override PartName="/ppt/ink/ink1339.xml" ContentType="application/inkml+xml"/>
  <Override PartName="/ppt/ink/ink1340.xml" ContentType="application/inkml+xml"/>
  <Override PartName="/ppt/ink/ink1341.xml" ContentType="application/inkml+xml"/>
  <Override PartName="/ppt/ink/ink1342.xml" ContentType="application/inkml+xml"/>
  <Override PartName="/ppt/ink/ink1343.xml" ContentType="application/inkml+xml"/>
  <Override PartName="/ppt/ink/ink1344.xml" ContentType="application/inkml+xml"/>
  <Override PartName="/ppt/ink/ink1345.xml" ContentType="application/inkml+xml"/>
  <Override PartName="/ppt/ink/ink1346.xml" ContentType="application/inkml+xml"/>
  <Override PartName="/ppt/ink/ink1347.xml" ContentType="application/inkml+xml"/>
  <Override PartName="/ppt/ink/ink1348.xml" ContentType="application/inkml+xml"/>
  <Override PartName="/ppt/ink/ink1349.xml" ContentType="application/inkml+xml"/>
  <Override PartName="/ppt/ink/ink1350.xml" ContentType="application/inkml+xml"/>
  <Override PartName="/ppt/ink/ink1351.xml" ContentType="application/inkml+xml"/>
  <Override PartName="/ppt/ink/ink1352.xml" ContentType="application/inkml+xml"/>
  <Override PartName="/ppt/ink/ink1353.xml" ContentType="application/inkml+xml"/>
  <Override PartName="/ppt/ink/ink1354.xml" ContentType="application/inkml+xml"/>
  <Override PartName="/ppt/ink/ink1355.xml" ContentType="application/inkml+xml"/>
  <Override PartName="/ppt/ink/ink1356.xml" ContentType="application/inkml+xml"/>
  <Override PartName="/ppt/ink/ink1357.xml" ContentType="application/inkml+xml"/>
  <Override PartName="/ppt/ink/ink1358.xml" ContentType="application/inkml+xml"/>
  <Override PartName="/ppt/ink/ink1359.xml" ContentType="application/inkml+xml"/>
  <Override PartName="/ppt/ink/ink1360.xml" ContentType="application/inkml+xml"/>
  <Override PartName="/ppt/ink/ink1361.xml" ContentType="application/inkml+xml"/>
  <Override PartName="/ppt/ink/ink1362.xml" ContentType="application/inkml+xml"/>
  <Override PartName="/ppt/ink/ink1363.xml" ContentType="application/inkml+xml"/>
  <Override PartName="/ppt/ink/ink1364.xml" ContentType="application/inkml+xml"/>
  <Override PartName="/ppt/ink/ink1365.xml" ContentType="application/inkml+xml"/>
  <Override PartName="/ppt/ink/ink1366.xml" ContentType="application/inkml+xml"/>
  <Override PartName="/ppt/ink/ink1367.xml" ContentType="application/inkml+xml"/>
  <Override PartName="/ppt/ink/ink1368.xml" ContentType="application/inkml+xml"/>
  <Override PartName="/ppt/ink/ink1369.xml" ContentType="application/inkml+xml"/>
  <Override PartName="/ppt/ink/ink1370.xml" ContentType="application/inkml+xml"/>
  <Override PartName="/ppt/ink/ink1371.xml" ContentType="application/inkml+xml"/>
  <Override PartName="/ppt/ink/ink1372.xml" ContentType="application/inkml+xml"/>
  <Override PartName="/ppt/ink/ink1373.xml" ContentType="application/inkml+xml"/>
  <Override PartName="/ppt/ink/ink1374.xml" ContentType="application/inkml+xml"/>
  <Override PartName="/ppt/ink/ink1375.xml" ContentType="application/inkml+xml"/>
  <Override PartName="/ppt/ink/ink1376.xml" ContentType="application/inkml+xml"/>
  <Override PartName="/ppt/ink/ink1377.xml" ContentType="application/inkml+xml"/>
  <Override PartName="/ppt/ink/ink1378.xml" ContentType="application/inkml+xml"/>
  <Override PartName="/ppt/ink/ink1379.xml" ContentType="application/inkml+xml"/>
  <Override PartName="/ppt/ink/ink1380.xml" ContentType="application/inkml+xml"/>
  <Override PartName="/ppt/ink/ink1381.xml" ContentType="application/inkml+xml"/>
  <Override PartName="/ppt/ink/ink1382.xml" ContentType="application/inkml+xml"/>
  <Override PartName="/ppt/ink/ink1383.xml" ContentType="application/inkml+xml"/>
  <Override PartName="/ppt/ink/ink1384.xml" ContentType="application/inkml+xml"/>
  <Override PartName="/ppt/ink/ink1385.xml" ContentType="application/inkml+xml"/>
  <Override PartName="/ppt/ink/ink1386.xml" ContentType="application/inkml+xml"/>
  <Override PartName="/ppt/ink/ink1387.xml" ContentType="application/inkml+xml"/>
  <Override PartName="/ppt/ink/ink1388.xml" ContentType="application/inkml+xml"/>
  <Override PartName="/ppt/ink/ink1389.xml" ContentType="application/inkml+xml"/>
  <Override PartName="/ppt/ink/ink1390.xml" ContentType="application/inkml+xml"/>
  <Override PartName="/ppt/ink/ink1391.xml" ContentType="application/inkml+xml"/>
  <Override PartName="/ppt/ink/ink1392.xml" ContentType="application/inkml+xml"/>
  <Override PartName="/ppt/ink/ink1393.xml" ContentType="application/inkml+xml"/>
  <Override PartName="/ppt/ink/ink1394.xml" ContentType="application/inkml+xml"/>
  <Override PartName="/ppt/ink/ink1395.xml" ContentType="application/inkml+xml"/>
  <Override PartName="/ppt/ink/ink1396.xml" ContentType="application/inkml+xml"/>
  <Override PartName="/ppt/ink/ink1397.xml" ContentType="application/inkml+xml"/>
  <Override PartName="/ppt/ink/ink1398.xml" ContentType="application/inkml+xml"/>
  <Override PartName="/ppt/ink/ink1399.xml" ContentType="application/inkml+xml"/>
  <Override PartName="/ppt/ink/ink1400.xml" ContentType="application/inkml+xml"/>
  <Override PartName="/ppt/ink/ink1401.xml" ContentType="application/inkml+xml"/>
  <Override PartName="/ppt/ink/ink1402.xml" ContentType="application/inkml+xml"/>
  <Override PartName="/ppt/ink/ink1403.xml" ContentType="application/inkml+xml"/>
  <Override PartName="/ppt/ink/ink1404.xml" ContentType="application/inkml+xml"/>
  <Override PartName="/ppt/ink/ink1405.xml" ContentType="application/inkml+xml"/>
  <Override PartName="/ppt/ink/ink1406.xml" ContentType="application/inkml+xml"/>
  <Override PartName="/ppt/ink/ink1407.xml" ContentType="application/inkml+xml"/>
  <Override PartName="/ppt/ink/ink1408.xml" ContentType="application/inkml+xml"/>
  <Override PartName="/ppt/ink/ink1409.xml" ContentType="application/inkml+xml"/>
  <Override PartName="/ppt/ink/ink1410.xml" ContentType="application/inkml+xml"/>
  <Override PartName="/ppt/ink/ink1411.xml" ContentType="application/inkml+xml"/>
  <Override PartName="/ppt/ink/ink1412.xml" ContentType="application/inkml+xml"/>
  <Override PartName="/ppt/ink/ink1413.xml" ContentType="application/inkml+xml"/>
  <Override PartName="/ppt/ink/ink1414.xml" ContentType="application/inkml+xml"/>
  <Override PartName="/ppt/ink/ink1415.xml" ContentType="application/inkml+xml"/>
  <Override PartName="/ppt/ink/ink1416.xml" ContentType="application/inkml+xml"/>
  <Override PartName="/ppt/ink/ink1417.xml" ContentType="application/inkml+xml"/>
  <Override PartName="/ppt/ink/ink1418.xml" ContentType="application/inkml+xml"/>
  <Override PartName="/ppt/ink/ink1419.xml" ContentType="application/inkml+xml"/>
  <Override PartName="/ppt/ink/ink1420.xml" ContentType="application/inkml+xml"/>
  <Override PartName="/ppt/ink/ink1421.xml" ContentType="application/inkml+xml"/>
  <Override PartName="/ppt/ink/ink1422.xml" ContentType="application/inkml+xml"/>
  <Override PartName="/ppt/ink/ink1423.xml" ContentType="application/inkml+xml"/>
  <Override PartName="/ppt/ink/ink1424.xml" ContentType="application/inkml+xml"/>
  <Override PartName="/ppt/ink/ink1425.xml" ContentType="application/inkml+xml"/>
  <Override PartName="/ppt/ink/ink1426.xml" ContentType="application/inkml+xml"/>
  <Override PartName="/ppt/ink/ink1427.xml" ContentType="application/inkml+xml"/>
  <Override PartName="/ppt/ink/ink1428.xml" ContentType="application/inkml+xml"/>
  <Override PartName="/ppt/ink/ink1429.xml" ContentType="application/inkml+xml"/>
  <Override PartName="/ppt/ink/ink1430.xml" ContentType="application/inkml+xml"/>
  <Override PartName="/ppt/ink/ink1431.xml" ContentType="application/inkml+xml"/>
  <Override PartName="/ppt/ink/ink1432.xml" ContentType="application/inkml+xml"/>
  <Override PartName="/ppt/ink/ink1433.xml" ContentType="application/inkml+xml"/>
  <Override PartName="/ppt/ink/ink1434.xml" ContentType="application/inkml+xml"/>
  <Override PartName="/ppt/ink/ink1435.xml" ContentType="application/inkml+xml"/>
  <Override PartName="/ppt/ink/ink1436.xml" ContentType="application/inkml+xml"/>
  <Override PartName="/ppt/ink/ink1437.xml" ContentType="application/inkml+xml"/>
  <Override PartName="/ppt/ink/ink1438.xml" ContentType="application/inkml+xml"/>
  <Override PartName="/ppt/ink/ink1439.xml" ContentType="application/inkml+xml"/>
  <Override PartName="/ppt/ink/ink1440.xml" ContentType="application/inkml+xml"/>
  <Override PartName="/ppt/ink/ink1441.xml" ContentType="application/inkml+xml"/>
  <Override PartName="/ppt/ink/ink1442.xml" ContentType="application/inkml+xml"/>
  <Override PartName="/ppt/ink/ink1443.xml" ContentType="application/inkml+xml"/>
  <Override PartName="/ppt/ink/ink1444.xml" ContentType="application/inkml+xml"/>
  <Override PartName="/ppt/ink/ink1445.xml" ContentType="application/inkml+xml"/>
  <Override PartName="/ppt/ink/ink1446.xml" ContentType="application/inkml+xml"/>
  <Override PartName="/ppt/ink/ink1447.xml" ContentType="application/inkml+xml"/>
  <Override PartName="/ppt/ink/ink1448.xml" ContentType="application/inkml+xml"/>
  <Override PartName="/ppt/ink/ink1449.xml" ContentType="application/inkml+xml"/>
  <Override PartName="/ppt/ink/ink1450.xml" ContentType="application/inkml+xml"/>
  <Override PartName="/ppt/ink/ink1451.xml" ContentType="application/inkml+xml"/>
  <Override PartName="/ppt/ink/ink1452.xml" ContentType="application/inkml+xml"/>
  <Override PartName="/ppt/ink/ink1453.xml" ContentType="application/inkml+xml"/>
  <Override PartName="/ppt/ink/ink1454.xml" ContentType="application/inkml+xml"/>
  <Override PartName="/ppt/ink/ink1455.xml" ContentType="application/inkml+xml"/>
  <Override PartName="/ppt/ink/ink1456.xml" ContentType="application/inkml+xml"/>
  <Override PartName="/ppt/ink/ink1457.xml" ContentType="application/inkml+xml"/>
  <Override PartName="/ppt/ink/ink1458.xml" ContentType="application/inkml+xml"/>
  <Override PartName="/ppt/ink/ink1459.xml" ContentType="application/inkml+xml"/>
  <Override PartName="/ppt/ink/ink1460.xml" ContentType="application/inkml+xml"/>
  <Override PartName="/ppt/ink/ink1461.xml" ContentType="application/inkml+xml"/>
  <Override PartName="/ppt/ink/ink1462.xml" ContentType="application/inkml+xml"/>
  <Override PartName="/ppt/ink/ink1463.xml" ContentType="application/inkml+xml"/>
  <Override PartName="/ppt/ink/ink1464.xml" ContentType="application/inkml+xml"/>
  <Override PartName="/ppt/ink/ink1465.xml" ContentType="application/inkml+xml"/>
  <Override PartName="/ppt/ink/ink1466.xml" ContentType="application/inkml+xml"/>
  <Override PartName="/ppt/ink/ink1467.xml" ContentType="application/inkml+xml"/>
  <Override PartName="/ppt/ink/ink1468.xml" ContentType="application/inkml+xml"/>
  <Override PartName="/ppt/ink/ink1469.xml" ContentType="application/inkml+xml"/>
  <Override PartName="/ppt/ink/ink1470.xml" ContentType="application/inkml+xml"/>
  <Override PartName="/ppt/ink/ink1471.xml" ContentType="application/inkml+xml"/>
  <Override PartName="/ppt/ink/ink1472.xml" ContentType="application/inkml+xml"/>
  <Override PartName="/ppt/ink/ink1473.xml" ContentType="application/inkml+xml"/>
  <Override PartName="/ppt/ink/ink1474.xml" ContentType="application/inkml+xml"/>
  <Override PartName="/ppt/ink/ink1475.xml" ContentType="application/inkml+xml"/>
  <Override PartName="/ppt/ink/ink1476.xml" ContentType="application/inkml+xml"/>
  <Override PartName="/ppt/ink/ink1477.xml" ContentType="application/inkml+xml"/>
  <Override PartName="/ppt/ink/ink1478.xml" ContentType="application/inkml+xml"/>
  <Override PartName="/ppt/ink/ink1479.xml" ContentType="application/inkml+xml"/>
  <Override PartName="/ppt/ink/ink1480.xml" ContentType="application/inkml+xml"/>
  <Override PartName="/ppt/ink/ink1481.xml" ContentType="application/inkml+xml"/>
  <Override PartName="/ppt/ink/ink1482.xml" ContentType="application/inkml+xml"/>
  <Override PartName="/ppt/ink/ink1483.xml" ContentType="application/inkml+xml"/>
  <Override PartName="/ppt/ink/ink1484.xml" ContentType="application/inkml+xml"/>
  <Override PartName="/ppt/ink/ink1485.xml" ContentType="application/inkml+xml"/>
  <Override PartName="/ppt/ink/ink1486.xml" ContentType="application/inkml+xml"/>
  <Override PartName="/ppt/ink/ink1487.xml" ContentType="application/inkml+xml"/>
  <Override PartName="/ppt/ink/ink1488.xml" ContentType="application/inkml+xml"/>
  <Override PartName="/ppt/ink/ink1489.xml" ContentType="application/inkml+xml"/>
  <Override PartName="/ppt/ink/ink1490.xml" ContentType="application/inkml+xml"/>
  <Override PartName="/ppt/ink/ink1491.xml" ContentType="application/inkml+xml"/>
  <Override PartName="/ppt/ink/ink1492.xml" ContentType="application/inkml+xml"/>
  <Override PartName="/ppt/ink/ink1493.xml" ContentType="application/inkml+xml"/>
  <Override PartName="/ppt/ink/ink1494.xml" ContentType="application/inkml+xml"/>
  <Override PartName="/ppt/ink/ink1495.xml" ContentType="application/inkml+xml"/>
  <Override PartName="/ppt/ink/ink1496.xml" ContentType="application/inkml+xml"/>
  <Override PartName="/ppt/ink/ink1497.xml" ContentType="application/inkml+xml"/>
  <Override PartName="/ppt/ink/ink1498.xml" ContentType="application/inkml+xml"/>
  <Override PartName="/ppt/ink/ink1499.xml" ContentType="application/inkml+xml"/>
  <Override PartName="/ppt/ink/ink1500.xml" ContentType="application/inkml+xml"/>
  <Override PartName="/ppt/ink/ink1501.xml" ContentType="application/inkml+xml"/>
  <Override PartName="/ppt/ink/ink1502.xml" ContentType="application/inkml+xml"/>
  <Override PartName="/ppt/ink/ink1503.xml" ContentType="application/inkml+xml"/>
  <Override PartName="/ppt/ink/ink1504.xml" ContentType="application/inkml+xml"/>
  <Override PartName="/ppt/ink/ink1505.xml" ContentType="application/inkml+xml"/>
  <Override PartName="/ppt/ink/ink1506.xml" ContentType="application/inkml+xml"/>
  <Override PartName="/ppt/ink/ink1507.xml" ContentType="application/inkml+xml"/>
  <Override PartName="/ppt/ink/ink1508.xml" ContentType="application/inkml+xml"/>
  <Override PartName="/ppt/ink/ink1509.xml" ContentType="application/inkml+xml"/>
  <Override PartName="/ppt/ink/ink1510.xml" ContentType="application/inkml+xml"/>
  <Override PartName="/ppt/ink/ink1511.xml" ContentType="application/inkml+xml"/>
  <Override PartName="/ppt/ink/ink1512.xml" ContentType="application/inkml+xml"/>
  <Override PartName="/ppt/ink/ink1513.xml" ContentType="application/inkml+xml"/>
  <Override PartName="/ppt/ink/ink1514.xml" ContentType="application/inkml+xml"/>
  <Override PartName="/ppt/ink/ink1515.xml" ContentType="application/inkml+xml"/>
  <Override PartName="/ppt/ink/ink1516.xml" ContentType="application/inkml+xml"/>
  <Override PartName="/ppt/ink/ink1517.xml" ContentType="application/inkml+xml"/>
  <Override PartName="/ppt/ink/ink1518.xml" ContentType="application/inkml+xml"/>
  <Override PartName="/ppt/ink/ink1519.xml" ContentType="application/inkml+xml"/>
  <Override PartName="/ppt/ink/ink1520.xml" ContentType="application/inkml+xml"/>
  <Override PartName="/ppt/ink/ink1521.xml" ContentType="application/inkml+xml"/>
  <Override PartName="/ppt/ink/ink1522.xml" ContentType="application/inkml+xml"/>
  <Override PartName="/ppt/ink/ink1523.xml" ContentType="application/inkml+xml"/>
  <Override PartName="/ppt/ink/ink1524.xml" ContentType="application/inkml+xml"/>
  <Override PartName="/ppt/ink/ink1525.xml" ContentType="application/inkml+xml"/>
  <Override PartName="/ppt/ink/ink1526.xml" ContentType="application/inkml+xml"/>
  <Override PartName="/ppt/ink/ink1527.xml" ContentType="application/inkml+xml"/>
  <Override PartName="/ppt/ink/ink1528.xml" ContentType="application/inkml+xml"/>
  <Override PartName="/ppt/ink/ink1529.xml" ContentType="application/inkml+xml"/>
  <Override PartName="/ppt/ink/ink1530.xml" ContentType="application/inkml+xml"/>
  <Override PartName="/ppt/ink/ink1531.xml" ContentType="application/inkml+xml"/>
  <Override PartName="/ppt/ink/ink1532.xml" ContentType="application/inkml+xml"/>
  <Override PartName="/ppt/ink/ink1533.xml" ContentType="application/inkml+xml"/>
  <Override PartName="/ppt/ink/ink1534.xml" ContentType="application/inkml+xml"/>
  <Override PartName="/ppt/ink/ink1535.xml" ContentType="application/inkml+xml"/>
  <Override PartName="/ppt/ink/ink1536.xml" ContentType="application/inkml+xml"/>
  <Override PartName="/ppt/ink/ink1537.xml" ContentType="application/inkml+xml"/>
  <Override PartName="/ppt/ink/ink1538.xml" ContentType="application/inkml+xml"/>
  <Override PartName="/ppt/ink/ink1539.xml" ContentType="application/inkml+xml"/>
  <Override PartName="/ppt/ink/ink1540.xml" ContentType="application/inkml+xml"/>
  <Override PartName="/ppt/ink/ink1541.xml" ContentType="application/inkml+xml"/>
  <Override PartName="/ppt/ink/ink1542.xml" ContentType="application/inkml+xml"/>
  <Override PartName="/ppt/ink/ink1543.xml" ContentType="application/inkml+xml"/>
  <Override PartName="/ppt/ink/ink1544.xml" ContentType="application/inkml+xml"/>
  <Override PartName="/ppt/ink/ink1545.xml" ContentType="application/inkml+xml"/>
  <Override PartName="/ppt/ink/ink1546.xml" ContentType="application/inkml+xml"/>
  <Override PartName="/ppt/ink/ink1547.xml" ContentType="application/inkml+xml"/>
  <Override PartName="/ppt/ink/ink1548.xml" ContentType="application/inkml+xml"/>
  <Override PartName="/ppt/ink/ink1549.xml" ContentType="application/inkml+xml"/>
  <Override PartName="/ppt/ink/ink1550.xml" ContentType="application/inkml+xml"/>
  <Override PartName="/ppt/ink/ink1551.xml" ContentType="application/inkml+xml"/>
  <Override PartName="/ppt/ink/ink1552.xml" ContentType="application/inkml+xml"/>
  <Override PartName="/ppt/ink/ink1553.xml" ContentType="application/inkml+xml"/>
  <Override PartName="/ppt/ink/ink1554.xml" ContentType="application/inkml+xml"/>
  <Override PartName="/ppt/ink/ink1555.xml" ContentType="application/inkml+xml"/>
  <Override PartName="/ppt/ink/ink1556.xml" ContentType="application/inkml+xml"/>
  <Override PartName="/ppt/ink/ink1557.xml" ContentType="application/inkml+xml"/>
  <Override PartName="/ppt/ink/ink1558.xml" ContentType="application/inkml+xml"/>
  <Override PartName="/ppt/ink/ink1559.xml" ContentType="application/inkml+xml"/>
  <Override PartName="/ppt/ink/ink1560.xml" ContentType="application/inkml+xml"/>
  <Override PartName="/ppt/ink/ink1561.xml" ContentType="application/inkml+xml"/>
  <Override PartName="/ppt/ink/ink1562.xml" ContentType="application/inkml+xml"/>
  <Override PartName="/ppt/ink/ink1563.xml" ContentType="application/inkml+xml"/>
  <Override PartName="/ppt/ink/ink1564.xml" ContentType="application/inkml+xml"/>
  <Override PartName="/ppt/ink/ink1565.xml" ContentType="application/inkml+xml"/>
  <Override PartName="/ppt/ink/ink1566.xml" ContentType="application/inkml+xml"/>
  <Override PartName="/ppt/ink/ink1567.xml" ContentType="application/inkml+xml"/>
  <Override PartName="/ppt/ink/ink1568.xml" ContentType="application/inkml+xml"/>
  <Override PartName="/ppt/ink/ink1569.xml" ContentType="application/inkml+xml"/>
  <Override PartName="/ppt/ink/ink1570.xml" ContentType="application/inkml+xml"/>
  <Override PartName="/ppt/ink/ink1571.xml" ContentType="application/inkml+xml"/>
  <Override PartName="/ppt/ink/ink1572.xml" ContentType="application/inkml+xml"/>
  <Override PartName="/ppt/ink/ink1573.xml" ContentType="application/inkml+xml"/>
  <Override PartName="/ppt/ink/ink1574.xml" ContentType="application/inkml+xml"/>
  <Override PartName="/ppt/ink/ink1575.xml" ContentType="application/inkml+xml"/>
  <Override PartName="/ppt/ink/ink1576.xml" ContentType="application/inkml+xml"/>
  <Override PartName="/ppt/ink/ink1577.xml" ContentType="application/inkml+xml"/>
  <Override PartName="/ppt/ink/ink1578.xml" ContentType="application/inkml+xml"/>
  <Override PartName="/ppt/ink/ink1579.xml" ContentType="application/inkml+xml"/>
  <Override PartName="/ppt/ink/ink1580.xml" ContentType="application/inkml+xml"/>
  <Override PartName="/ppt/ink/ink1581.xml" ContentType="application/inkml+xml"/>
  <Override PartName="/ppt/ink/ink1582.xml" ContentType="application/inkml+xml"/>
  <Override PartName="/ppt/ink/ink1583.xml" ContentType="application/inkml+xml"/>
  <Override PartName="/ppt/ink/ink1584.xml" ContentType="application/inkml+xml"/>
  <Override PartName="/ppt/ink/ink1585.xml" ContentType="application/inkml+xml"/>
  <Override PartName="/ppt/ink/ink1586.xml" ContentType="application/inkml+xml"/>
  <Override PartName="/ppt/ink/ink1587.xml" ContentType="application/inkml+xml"/>
  <Override PartName="/ppt/ink/ink1588.xml" ContentType="application/inkml+xml"/>
  <Override PartName="/ppt/ink/ink1589.xml" ContentType="application/inkml+xml"/>
  <Override PartName="/ppt/ink/ink1590.xml" ContentType="application/inkml+xml"/>
  <Override PartName="/ppt/ink/ink1591.xml" ContentType="application/inkml+xml"/>
  <Override PartName="/ppt/ink/ink1592.xml" ContentType="application/inkml+xml"/>
  <Override PartName="/ppt/ink/ink1593.xml" ContentType="application/inkml+xml"/>
  <Override PartName="/ppt/ink/ink1594.xml" ContentType="application/inkml+xml"/>
  <Override PartName="/ppt/ink/ink1595.xml" ContentType="application/inkml+xml"/>
  <Override PartName="/ppt/ink/ink1596.xml" ContentType="application/inkml+xml"/>
  <Override PartName="/ppt/ink/ink1597.xml" ContentType="application/inkml+xml"/>
  <Override PartName="/ppt/ink/ink1598.xml" ContentType="application/inkml+xml"/>
  <Override PartName="/ppt/ink/ink1599.xml" ContentType="application/inkml+xml"/>
  <Override PartName="/ppt/ink/ink1600.xml" ContentType="application/inkml+xml"/>
  <Override PartName="/ppt/ink/ink1601.xml" ContentType="application/inkml+xml"/>
  <Override PartName="/ppt/ink/ink1602.xml" ContentType="application/inkml+xml"/>
  <Override PartName="/ppt/ink/ink1603.xml" ContentType="application/inkml+xml"/>
  <Override PartName="/ppt/ink/ink1604.xml" ContentType="application/inkml+xml"/>
  <Override PartName="/ppt/ink/ink1605.xml" ContentType="application/inkml+xml"/>
  <Override PartName="/ppt/ink/ink1606.xml" ContentType="application/inkml+xml"/>
  <Override PartName="/ppt/ink/ink1607.xml" ContentType="application/inkml+xml"/>
  <Override PartName="/ppt/ink/ink1608.xml" ContentType="application/inkml+xml"/>
  <Override PartName="/ppt/ink/ink1609.xml" ContentType="application/inkml+xml"/>
  <Override PartName="/ppt/ink/ink1610.xml" ContentType="application/inkml+xml"/>
  <Override PartName="/ppt/ink/ink1611.xml" ContentType="application/inkml+xml"/>
  <Override PartName="/ppt/ink/ink1612.xml" ContentType="application/inkml+xml"/>
  <Override PartName="/ppt/ink/ink1613.xml" ContentType="application/inkml+xml"/>
  <Override PartName="/ppt/ink/ink1614.xml" ContentType="application/inkml+xml"/>
  <Override PartName="/ppt/ink/ink1615.xml" ContentType="application/inkml+xml"/>
  <Override PartName="/ppt/ink/ink1616.xml" ContentType="application/inkml+xml"/>
  <Override PartName="/ppt/ink/ink1617.xml" ContentType="application/inkml+xml"/>
  <Override PartName="/ppt/ink/ink1618.xml" ContentType="application/inkml+xml"/>
  <Override PartName="/ppt/ink/ink1619.xml" ContentType="application/inkml+xml"/>
  <Override PartName="/ppt/ink/ink1620.xml" ContentType="application/inkml+xml"/>
  <Override PartName="/ppt/ink/ink1621.xml" ContentType="application/inkml+xml"/>
  <Override PartName="/ppt/ink/ink1622.xml" ContentType="application/inkml+xml"/>
  <Override PartName="/ppt/ink/ink1623.xml" ContentType="application/inkml+xml"/>
  <Override PartName="/ppt/ink/ink1624.xml" ContentType="application/inkml+xml"/>
  <Override PartName="/ppt/ink/ink1625.xml" ContentType="application/inkml+xml"/>
  <Override PartName="/ppt/ink/ink1626.xml" ContentType="application/inkml+xml"/>
  <Override PartName="/ppt/ink/ink1627.xml" ContentType="application/inkml+xml"/>
  <Override PartName="/ppt/ink/ink1628.xml" ContentType="application/inkml+xml"/>
  <Override PartName="/ppt/ink/ink1629.xml" ContentType="application/inkml+xml"/>
  <Override PartName="/ppt/ink/ink1630.xml" ContentType="application/inkml+xml"/>
  <Override PartName="/ppt/ink/ink1631.xml" ContentType="application/inkml+xml"/>
  <Override PartName="/ppt/ink/ink1632.xml" ContentType="application/inkml+xml"/>
  <Override PartName="/ppt/ink/ink1633.xml" ContentType="application/inkml+xml"/>
  <Override PartName="/ppt/ink/ink1634.xml" ContentType="application/inkml+xml"/>
  <Override PartName="/ppt/ink/ink1635.xml" ContentType="application/inkml+xml"/>
  <Override PartName="/ppt/ink/ink1636.xml" ContentType="application/inkml+xml"/>
  <Override PartName="/ppt/ink/ink1637.xml" ContentType="application/inkml+xml"/>
  <Override PartName="/ppt/ink/ink1638.xml" ContentType="application/inkml+xml"/>
  <Override PartName="/ppt/ink/ink1639.xml" ContentType="application/inkml+xml"/>
  <Override PartName="/ppt/ink/ink1640.xml" ContentType="application/inkml+xml"/>
  <Override PartName="/ppt/ink/ink1641.xml" ContentType="application/inkml+xml"/>
  <Override PartName="/ppt/ink/ink1642.xml" ContentType="application/inkml+xml"/>
  <Override PartName="/ppt/ink/ink1643.xml" ContentType="application/inkml+xml"/>
  <Override PartName="/ppt/ink/ink1644.xml" ContentType="application/inkml+xml"/>
  <Override PartName="/ppt/ink/ink1645.xml" ContentType="application/inkml+xml"/>
  <Override PartName="/ppt/ink/ink1646.xml" ContentType="application/inkml+xml"/>
  <Override PartName="/ppt/ink/ink1647.xml" ContentType="application/inkml+xml"/>
  <Override PartName="/ppt/ink/ink1648.xml" ContentType="application/inkml+xml"/>
  <Override PartName="/ppt/ink/ink1649.xml" ContentType="application/inkml+xml"/>
  <Override PartName="/ppt/ink/ink1650.xml" ContentType="application/inkml+xml"/>
  <Override PartName="/ppt/ink/ink1651.xml" ContentType="application/inkml+xml"/>
  <Override PartName="/ppt/ink/ink1652.xml" ContentType="application/inkml+xml"/>
  <Override PartName="/ppt/ink/ink1653.xml" ContentType="application/inkml+xml"/>
  <Override PartName="/ppt/ink/ink1654.xml" ContentType="application/inkml+xml"/>
  <Override PartName="/ppt/ink/ink1655.xml" ContentType="application/inkml+xml"/>
  <Override PartName="/ppt/ink/ink1656.xml" ContentType="application/inkml+xml"/>
  <Override PartName="/ppt/ink/ink1657.xml" ContentType="application/inkml+xml"/>
  <Override PartName="/ppt/ink/ink1658.xml" ContentType="application/inkml+xml"/>
  <Override PartName="/ppt/ink/ink1659.xml" ContentType="application/inkml+xml"/>
  <Override PartName="/ppt/ink/ink1660.xml" ContentType="application/inkml+xml"/>
  <Override PartName="/ppt/ink/ink1661.xml" ContentType="application/inkml+xml"/>
  <Override PartName="/ppt/ink/ink1662.xml" ContentType="application/inkml+xml"/>
  <Override PartName="/ppt/ink/ink1663.xml" ContentType="application/inkml+xml"/>
  <Override PartName="/ppt/ink/ink1664.xml" ContentType="application/inkml+xml"/>
  <Override PartName="/ppt/ink/ink1665.xml" ContentType="application/inkml+xml"/>
  <Override PartName="/ppt/ink/ink1666.xml" ContentType="application/inkml+xml"/>
  <Override PartName="/ppt/ink/ink1667.xml" ContentType="application/inkml+xml"/>
  <Override PartName="/ppt/ink/ink1668.xml" ContentType="application/inkml+xml"/>
  <Override PartName="/ppt/ink/ink1669.xml" ContentType="application/inkml+xml"/>
  <Override PartName="/ppt/ink/ink1670.xml" ContentType="application/inkml+xml"/>
  <Override PartName="/ppt/ink/ink1671.xml" ContentType="application/inkml+xml"/>
  <Override PartName="/ppt/ink/ink1672.xml" ContentType="application/inkml+xml"/>
  <Override PartName="/ppt/ink/ink1673.xml" ContentType="application/inkml+xml"/>
  <Override PartName="/ppt/ink/ink1674.xml" ContentType="application/inkml+xml"/>
  <Override PartName="/ppt/ink/ink1675.xml" ContentType="application/inkml+xml"/>
  <Override PartName="/ppt/ink/ink1676.xml" ContentType="application/inkml+xml"/>
  <Override PartName="/ppt/ink/ink1677.xml" ContentType="application/inkml+xml"/>
  <Override PartName="/ppt/ink/ink1678.xml" ContentType="application/inkml+xml"/>
  <Override PartName="/ppt/ink/ink1679.xml" ContentType="application/inkml+xml"/>
  <Override PartName="/ppt/ink/ink1680.xml" ContentType="application/inkml+xml"/>
  <Override PartName="/ppt/ink/ink1681.xml" ContentType="application/inkml+xml"/>
  <Override PartName="/ppt/ink/ink1682.xml" ContentType="application/inkml+xml"/>
  <Override PartName="/ppt/ink/ink1683.xml" ContentType="application/inkml+xml"/>
  <Override PartName="/ppt/ink/ink1684.xml" ContentType="application/inkml+xml"/>
  <Override PartName="/ppt/ink/ink1685.xml" ContentType="application/inkml+xml"/>
  <Override PartName="/ppt/ink/ink1686.xml" ContentType="application/inkml+xml"/>
  <Override PartName="/ppt/ink/ink1687.xml" ContentType="application/inkml+xml"/>
  <Override PartName="/ppt/ink/ink1688.xml" ContentType="application/inkml+xml"/>
  <Override PartName="/ppt/ink/ink1689.xml" ContentType="application/inkml+xml"/>
  <Override PartName="/ppt/ink/ink1690.xml" ContentType="application/inkml+xml"/>
  <Override PartName="/ppt/ink/ink1691.xml" ContentType="application/inkml+xml"/>
  <Override PartName="/ppt/ink/ink1692.xml" ContentType="application/inkml+xml"/>
  <Override PartName="/ppt/ink/ink1693.xml" ContentType="application/inkml+xml"/>
  <Override PartName="/ppt/ink/ink1694.xml" ContentType="application/inkml+xml"/>
  <Override PartName="/ppt/ink/ink1695.xml" ContentType="application/inkml+xml"/>
  <Override PartName="/ppt/ink/ink1696.xml" ContentType="application/inkml+xml"/>
  <Override PartName="/ppt/ink/ink1697.xml" ContentType="application/inkml+xml"/>
  <Override PartName="/ppt/ink/ink1698.xml" ContentType="application/inkml+xml"/>
  <Override PartName="/ppt/ink/ink1699.xml" ContentType="application/inkml+xml"/>
  <Override PartName="/ppt/ink/ink1700.xml" ContentType="application/inkml+xml"/>
  <Override PartName="/ppt/ink/ink1701.xml" ContentType="application/inkml+xml"/>
  <Override PartName="/ppt/ink/ink1702.xml" ContentType="application/inkml+xml"/>
  <Override PartName="/ppt/ink/ink1703.xml" ContentType="application/inkml+xml"/>
  <Override PartName="/ppt/ink/ink1704.xml" ContentType="application/inkml+xml"/>
  <Override PartName="/ppt/ink/ink1705.xml" ContentType="application/inkml+xml"/>
  <Override PartName="/ppt/ink/ink1706.xml" ContentType="application/inkml+xml"/>
  <Override PartName="/ppt/ink/ink1707.xml" ContentType="application/inkml+xml"/>
  <Override PartName="/ppt/ink/ink1708.xml" ContentType="application/inkml+xml"/>
  <Override PartName="/ppt/ink/ink1709.xml" ContentType="application/inkml+xml"/>
  <Override PartName="/ppt/ink/ink1710.xml" ContentType="application/inkml+xml"/>
  <Override PartName="/ppt/ink/ink1711.xml" ContentType="application/inkml+xml"/>
  <Override PartName="/ppt/ink/ink1712.xml" ContentType="application/inkml+xml"/>
  <Override PartName="/ppt/ink/ink1713.xml" ContentType="application/inkml+xml"/>
  <Override PartName="/ppt/ink/ink1714.xml" ContentType="application/inkml+xml"/>
  <Override PartName="/ppt/ink/ink1715.xml" ContentType="application/inkml+xml"/>
  <Override PartName="/ppt/ink/ink1716.xml" ContentType="application/inkml+xml"/>
  <Override PartName="/ppt/ink/ink1717.xml" ContentType="application/inkml+xml"/>
  <Override PartName="/ppt/ink/ink1718.xml" ContentType="application/inkml+xml"/>
  <Override PartName="/ppt/ink/ink1719.xml" ContentType="application/inkml+xml"/>
  <Override PartName="/ppt/ink/ink1720.xml" ContentType="application/inkml+xml"/>
  <Override PartName="/ppt/ink/ink1721.xml" ContentType="application/inkml+xml"/>
  <Override PartName="/ppt/ink/ink1722.xml" ContentType="application/inkml+xml"/>
  <Override PartName="/ppt/ink/ink1723.xml" ContentType="application/inkml+xml"/>
  <Override PartName="/ppt/ink/ink1724.xml" ContentType="application/inkml+xml"/>
  <Override PartName="/ppt/ink/ink1725.xml" ContentType="application/inkml+xml"/>
  <Override PartName="/ppt/ink/ink1726.xml" ContentType="application/inkml+xml"/>
  <Override PartName="/ppt/ink/ink1727.xml" ContentType="application/inkml+xml"/>
  <Override PartName="/ppt/ink/ink1728.xml" ContentType="application/inkml+xml"/>
  <Override PartName="/ppt/ink/ink1729.xml" ContentType="application/inkml+xml"/>
  <Override PartName="/ppt/ink/ink1730.xml" ContentType="application/inkml+xml"/>
  <Override PartName="/ppt/ink/ink1731.xml" ContentType="application/inkml+xml"/>
  <Override PartName="/ppt/ink/ink1732.xml" ContentType="application/inkml+xml"/>
  <Override PartName="/ppt/ink/ink1733.xml" ContentType="application/inkml+xml"/>
  <Override PartName="/ppt/ink/ink1734.xml" ContentType="application/inkml+xml"/>
  <Override PartName="/ppt/ink/ink1735.xml" ContentType="application/inkml+xml"/>
  <Override PartName="/ppt/ink/ink1736.xml" ContentType="application/inkml+xml"/>
  <Override PartName="/ppt/ink/ink1737.xml" ContentType="application/inkml+xml"/>
  <Override PartName="/ppt/ink/ink1738.xml" ContentType="application/inkml+xml"/>
  <Override PartName="/ppt/ink/ink1739.xml" ContentType="application/inkml+xml"/>
  <Override PartName="/ppt/ink/ink1740.xml" ContentType="application/inkml+xml"/>
  <Override PartName="/ppt/ink/ink1741.xml" ContentType="application/inkml+xml"/>
  <Override PartName="/ppt/ink/ink1742.xml" ContentType="application/inkml+xml"/>
  <Override PartName="/ppt/ink/ink1743.xml" ContentType="application/inkml+xml"/>
  <Override PartName="/ppt/ink/ink1744.xml" ContentType="application/inkml+xml"/>
  <Override PartName="/ppt/ink/ink1745.xml" ContentType="application/inkml+xml"/>
  <Override PartName="/ppt/ink/ink1746.xml" ContentType="application/inkml+xml"/>
  <Override PartName="/ppt/ink/ink1747.xml" ContentType="application/inkml+xml"/>
  <Override PartName="/ppt/ink/ink1748.xml" ContentType="application/inkml+xml"/>
  <Override PartName="/ppt/ink/ink1749.xml" ContentType="application/inkml+xml"/>
  <Override PartName="/ppt/ink/ink1750.xml" ContentType="application/inkml+xml"/>
  <Override PartName="/ppt/ink/ink1751.xml" ContentType="application/inkml+xml"/>
  <Override PartName="/ppt/ink/ink1752.xml" ContentType="application/inkml+xml"/>
  <Override PartName="/ppt/ink/ink1753.xml" ContentType="application/inkml+xml"/>
  <Override PartName="/ppt/ink/ink1754.xml" ContentType="application/inkml+xml"/>
  <Override PartName="/ppt/ink/ink1755.xml" ContentType="application/inkml+xml"/>
  <Override PartName="/ppt/ink/ink1756.xml" ContentType="application/inkml+xml"/>
  <Override PartName="/ppt/ink/ink1757.xml" ContentType="application/inkml+xml"/>
  <Override PartName="/ppt/ink/ink1758.xml" ContentType="application/inkml+xml"/>
  <Override PartName="/ppt/ink/ink1759.xml" ContentType="application/inkml+xml"/>
  <Override PartName="/ppt/ink/ink1760.xml" ContentType="application/inkml+xml"/>
  <Override PartName="/ppt/ink/ink1761.xml" ContentType="application/inkml+xml"/>
  <Override PartName="/ppt/ink/ink1762.xml" ContentType="application/inkml+xml"/>
  <Override PartName="/ppt/ink/ink1763.xml" ContentType="application/inkml+xml"/>
  <Override PartName="/ppt/ink/ink1764.xml" ContentType="application/inkml+xml"/>
  <Override PartName="/ppt/ink/ink1765.xml" ContentType="application/inkml+xml"/>
  <Override PartName="/ppt/ink/ink1766.xml" ContentType="application/inkml+xml"/>
  <Override PartName="/ppt/ink/ink1767.xml" ContentType="application/inkml+xml"/>
  <Override PartName="/ppt/ink/ink1768.xml" ContentType="application/inkml+xml"/>
  <Override PartName="/ppt/ink/ink1769.xml" ContentType="application/inkml+xml"/>
  <Override PartName="/ppt/ink/ink1770.xml" ContentType="application/inkml+xml"/>
  <Override PartName="/ppt/ink/ink1771.xml" ContentType="application/inkml+xml"/>
  <Override PartName="/ppt/ink/ink1772.xml" ContentType="application/inkml+xml"/>
  <Override PartName="/ppt/ink/ink1773.xml" ContentType="application/inkml+xml"/>
  <Override PartName="/ppt/ink/ink1774.xml" ContentType="application/inkml+xml"/>
  <Override PartName="/ppt/ink/ink1775.xml" ContentType="application/inkml+xml"/>
  <Override PartName="/ppt/ink/ink1776.xml" ContentType="application/inkml+xml"/>
  <Override PartName="/ppt/ink/ink1777.xml" ContentType="application/inkml+xml"/>
  <Override PartName="/ppt/ink/ink1778.xml" ContentType="application/inkml+xml"/>
  <Override PartName="/ppt/ink/ink1779.xml" ContentType="application/inkml+xml"/>
  <Override PartName="/ppt/ink/ink1780.xml" ContentType="application/inkml+xml"/>
  <Override PartName="/ppt/ink/ink1781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21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54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11:58.22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1584 905 720,'0'0'4322,"-8"-7"-3628,-1-1-233,0 1 0,-1-1-1,0 1 1,0 1 0,0 0 0,-1 0 0,0 1-1,-1 1 1,1 0 0,-20-4 0,5 5-301,0 1 1,0 1-1,0 2 0,-1 0 0,1 2 1,0 1-1,1 1 0,-1 1 0,1 1 1,0 1-1,1 2 0,-27 13 1,33-14-28,-1 1 0,2 1 0,-1 0 1,2 1-1,-1 1 0,-19 21 1,29-26-91,0 1 0,0 0 0,1 0 1,0 1-1,0 0 0,1 0 1,1 0-1,0 0 0,0 1 1,1 0-1,0 0 0,1 0 1,-2 16-1,3 14-19,1 0-1,1 1 1,3-1-1,1 0 1,2-1 0,18 57-1,-13-37 34,-3 0-1,-2 0 1,-3 0 0,-3 63-1,-3-85 104,-1-1 0,-2 0 0,-1 0 0,-2-1 0,-19 53 0,-2-13 207,-56 106 0,14-62 179,-161 208-1,71-111-80,141-188-398,-47 66 302,-108 202 0,164-272-357,2 0-1,0 1 1,2 0-1,1 0 1,1 1-1,-2 36 1,5-46-13,2 1 0,0-1 0,1 0 0,1 0 0,1 1 0,0-1 0,1-1 0,1 1 0,0 0 0,15 28 0,1-10-3,2-1 1,1-1 0,44 45-1,99 83 8,-134-130 3,55 47 8,-32-30-6,54 59 1,-95-90-9,0 0-1,-2 1 0,0 1 1,-1 0-1,-1 0 1,-1 1-1,15 42 0,-16-23 128,-2 0 0,-1 0 0,-2 0 0,-1 45-1,8 74 1057,-8-138-1040,1 0 0,1 0 0,0 0 0,2-1 0,17 35 0,-11-31-89,1-2 0,1 0 0,1-1 0,1 0 0,1-2 0,0 0 0,36 27 0,6-2-20,94 49 0,41 5 21,325 111 0,-27-14 154,-396-149 2,-3 4 0,175 121-1,-221-133 23,0 2 0,-3 2 0,-1 2-1,-2 2 1,-2 2 0,-3 1 0,46 77-1,-66-95-87,43 54 0,-52-74-124,0-1 1,1 0 0,1-1-1,-1 0 1,1 0 0,1-1-1,-1-1 1,1 0-1,14 6 1,3-2 2,-1-2-1,2-1 0,-1-1 1,1-1-1,54 1 1,155-14 20,-125-4-44,123-31-1,114-43-78,-248 59 19,179-46-16,598-149 19,11 51 923,-634 147 54,329 9-1,-532 15-904,-38 0-9,1-1-1,-2-1 1,1 0-1,0-1 1,0-1-1,-1 0 1,1-1-1,-1 0 1,-1-1-1,1-1 1,-1 0-1,0-1 1,0 0-1,-1-1 1,11-10-1,23-19-159,-3-2 0,-1-1 0,-2-2 0,-1-3 1,-3 0-1,49-84 0,-51 70-81,-2-3 1,-4 0 0,-2-2-1,-2-1 1,18-89 0,-35 120 233,-1 1 0,-2-1 0,-1 0 0,-2 0 0,-2-1 0,-1 1 0,-1 0 0,-3 0 0,0 1 0,-2 0 0,-2 0 0,-1 0 0,-1 2 0,-2-1 0,-2 2 0,-19-31 0,-249-330 242,27 44-201,233 309-41,3-1 1,2-1-1,1 0 1,2-2 0,2 0-1,2 0 1,-10-63-1,11 9 3,3 0 0,8-132 0,5 156 14,3 0 0,4 1 1,2 0-1,4 1 0,44-114 0,175-324 91,-221 478-101,-2-1 0,-2-1 0,-1 1 1,-1-2-1,-2 0 0,-1 0 0,-2 0 0,-1 0 1,-1-46-1,-3 59-2,0-1 0,-1 0 0,-1 0 0,-1 0 0,-1 1-1,-12-38 1,-37-72 11,-38-109 14,78 195-33,-3 1 0,-2 0 1,-1 1-1,-3 1 0,-1 1 1,-2 1-1,-2 1 0,-1 1 1,-2 2-1,-49-47 0,20 33-1,-3 2-1,-2 3 0,-1 3 0,-134-63 0,-302-94 35,408 166-4,65 22-16,-25-8 9,-58-14 0,110 33-22,1 0 0,-1 0 0,0 0-1,1 0 1,-1 1 0,0-1 0,1 0-1,-1 0 1,0 0 0,1 1 0,-1-1-1,0 0 1,1 1 0,-1-1 0,1 0-1,-1 1 1,0-1 0,1 1 0,-1-1-1,1 1 1,0-1 0,-1 1 0,1-1-1,-1 1 1,1 0 0,0-1 0,-1 1-1,1 0 1,0-1 0,0 1-1,0 0 1,-1-1 0,1 1 0,0 0-1,0-1 1,0 1 0,0 0 0,0-1-1,0 2 1,1 40-32,-1-28 11,2 11-117,1 0-1,1 0 1,14 49-1,-10-47-86,-2 1-1,6 53 1,-10-60 123,-2 0 0,0-1-1,-2 1 1,-6 37 0,5-49 98,0 0 0,0 0 0,-1 0 0,0 0-1,0-1 1,-1 1 0,-1-1 0,1-1 0,-1 1-1,0-1 1,-1 0 0,-12 11 0,-5 0 12,0-2 1,-1 0-1,-1-2 1,0 0-1,-1-2 1,0-1-1,-58 14 1,-210 28 12,293-52-19,-208 21 8,-1-9 0,-237-16 1,384-2 26,0-1 1,1-4-1,0-2 1,-75-26-1,105 27-2,0-2-1,1-1 1,0-1-1,1-2 1,1-1 0,1-1-1,0-2 1,2-1-1,-31-31 1,44 37-22,2 1 0,-1-2 0,2 0 0,1 0 0,0-1 0,1 0 0,0 0 0,2-1 0,0 0 0,2-1 0,0 0 0,1 0 0,1 0 0,0 0 0,2-37 0,7-90-53,-6 143 42,-1 1 1,1-1-1,-1 1 0,0 0 0,0-1 0,-1 1 0,1 0 0,-1 0 1,1 0-1,-1 0 0,0 0 0,0 0 0,0 1 0,-1-1 0,1 0 1,-1 1-1,1 0 0,-1 0 0,0 0 0,0 0 0,0 0 1,-4-2-1,-10-4-10,0 0 0,-34-10 0,47 17 10,-112-28-9,-1 5 0,-179-14 1,259 34 9,-94-7 84,-187 9 0,306 2-83,1 0 0,-1 2 0,1-1 1,0 1-1,-1 1 0,1 0 0,0 1 1,0 0-1,1 1 0,-1 0 0,1 0 1,0 1-1,0 0 0,1 1 0,0 0 1,0 1-1,1 0 0,0 0 0,0 1 0,1 0 1,0 0-1,0 1 0,1-1 0,0 2 1,1-1-1,1 1 0,-1-1 0,1 1 1,-4 22-1,3-2-8,2-1 0,0 53 0,-2 22-20,5-100 28,-1 1 1,0-1-1,-1 0 0,1 0 1,-1 0-1,0 0 0,0 0 1,-1 0-1,0-1 1,1 1-1,-1-1 0,-1 1 1,1-1-1,-1 0 0,0 0 1,1-1-1,-2 1 1,1-1-1,0 0 0,-1 0 1,1 0-1,-7 2 0,-9 3 4,0-1-1,0-1 0,-1-1 1,-29 4-1,5 0-14,28-6-1,-16 6 11,-1-3-1,0 0 1,0-2-1,0-2 1,-42-2-1,74 0 4,-1-1 0,1 0 0,0 1 0,0-1 0,0 0 0,0 0 0,0 0 0,0-1 0,0 1 0,0 0 0,1-1 0,-1 1 0,0-1 0,1 0 0,0 1-1,-1-1 1,1 0 0,0 0 0,0 0 0,-1 0 0,2 0 0,-1 0 0,0 0 0,0 0 0,1-1 0,-1 1 0,1 0 0,-1 0 0,1-3 0,-2-10-5,1-1-1,1 0 1,1-18 0,0 13 5,-1 20-3,0-8 2,0 1 0,0-1 0,-1 1 0,0-1 1,-4-13-1,4 18-1,-1 0 0,-1-1 0,1 1 1,-1 0-1,1 1 0,-1-1 0,0 0 0,0 1 0,-1 0 1,1 0-1,-1 0 0,1 0 0,-7-3 0,10 5-1,-1 1 0,1 0-1,0 0 1,-1 0 0,1 0 0,0-1-1,0 1 1,-1 0 0,1 0 0,0 0-1,-1 0 1,1 0 0,0 0-1,-1 0 1,1 0 0,0 0 0,-1 0-1,1 0 1,0 0 0,-1 0-1,1 0 1,0 0 0,-1 0 0,1 1-1,0-1 1,-1 0 0,1 0 0,0 0-1,0 0 1,-1 1 0,1-1-1,0 0 1,0 0 0,-1 1 0,1-1-1,0 0 1,-8 17-23,0 25-14,8-38 38,-3 42 57,-2 12 15,1-20-28,4-32-35,-1 0-1,1 0 0,-1 0 1,0 0-1,-1 0 0,1 0 0,-4 7 1,0-2 50,1 1 1,0 0-1,-3 18 0,-6 19 22,7-29-75,-26 58 80,29-73-83,1 0 1,-1-1 0,-1 1 0,1-1 0,0 0 0,-1 0 0,0 0 0,0 0-1,0 0 1,-1-1 0,1 0 0,-10 5 0,-35 22 47,45-26-44,-1 0 1,0 0 0,-1-1-1,1 0 1,0 0 0,-1 0-1,0 0 1,0-1 0,1 0 0,-2 0-1,1-1 1,0 0 0,-8 1-1,-67-13 11,80 11-12,0 0-1,0-1 1,0 1-1,0-1 1,0 1-1,0-1 1,0 1-1,0-1 1,0 0-1,0 0 1,0 1-1,0-1 1,0 0-1,1 0 1,-1 0 0,0 0-1,1 0 1,-1 0-1,0 0 1,1 0-1,0 0 1,-1 0-1,1 0 1,-1 0-1,1 0 1,0 0-1,0 0 1,0-2-1,-1 2 2,1-1-1,0 1 1,-1 0-1,1-1 0,-1 1 1,1 0-1,-1 0 0,0-1 1,0 1-1,1 0 0,-1 0 1,0 0-1,0 0 1,-2-1-1,-2-7-5357,20 5-1077,0 4-584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12:01.19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475 33 3554,'0'0'11261,"-6"-6"-10306,4 4-886,-1-1 0,1 1 0,-1 0 0,0 0-1,0 0 1,0 0 0,0 0 0,0 1 0,0-1 0,0 1 0,0 0 0,-1 0 0,1 0 0,0 0-1,-1 1 1,1-1 0,-1 1 0,1 0 0,-1 0 0,1 0 0,-1 0 0,1 1 0,0 0 0,-1-1 0,1 1-1,0 0 1,-1 1 0,-3 1 0,-176 92 662,124-63-643,34-19-71,-45 26 13,67-37-29,1 0-1,-1-1 0,1 2 1,-1-1-1,1 0 1,0 0-1,0 1 1,0-1-1,0 1 1,0 0-1,1-1 1,-1 1-1,1 0 0,-1 0 1,1 0-1,0 0 1,0 0-1,1 1 1,-1 3-1,1-6-5,0 1 0,0-1 0,0 0 0,1 0 0,-1 0 0,1 0-1,-1 0 1,1 0 0,-1 1 0,1-1 0,0 0 0,-1 0 0,1-1 0,0 1-1,0 0 1,0 0 0,0 0 0,0 0 0,0-1 0,0 1 0,0 0 0,0-1 0,0 1-1,0-1 1,0 1 0,0-1 0,1 0 0,-1 1 0,2-1 0,44 6-209,-31-5 88,20 2-162,-22-3 178,0 1 0,0 1 0,0 0 1,-1 1-1,1 0 0,-1 1 0,22 9 1,-34-13 111,0 1-1,0-1 1,0 1 0,0-1 0,0 1-1,0-1 1,-1 1 0,1-1 0,0 1 0,0 0-1,0 0 1,-1-1 0,1 1 0,0 0 0,-1 0-1,1 0 1,0 0 0,-1 0 0,0 0 0,1 0-1,-1 0 1,1 0 0,-1 0 0,0 0-1,0 0 1,0 0 0,1 0 0,-1 0 0,0 0-1,0 0 1,-1 0 0,1 1 0,0-1 0,0 0-1,0 0 1,-1 0 0,1 0 0,0 0-1,-1 0 1,1 0 0,-1 0 0,0 0 0,1-1-1,-1 1 1,0 0 0,1 0 0,-1 0 0,0-1-1,-1 2 1,-4 3 154,1 0 1,-1-1-1,0 0 0,-1 0 1,-9 4-1,-178 78 2605,184-77-2717,10-8-214,0-1 1,0 1-1,0 0 1,0-1-1,0 1 0,0-1 1,1 1-1,-1-1 0,0 1 1,0-1-1,0 1 1,1-1-1,-1 1 0,0-1 1,1 1-1,-1-1 1,0 1-1,1-1 0,-1 1 1,0-1-1,1 0 1,-1 1-1,1-1 0,-1 0 1,1 1-1,-1-1 0,1 0 1,-1 0-1,1 1 1,-1-1-1,1 0 0,-1 0 1,1 0-1,0 0 1,-1 0-1,1 0 0,-1 0 1,2 0-1,33 0-7978,-9 0 2975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12:01.41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95 1 7091,'0'0'11702,"-61"88"-11222,54-68-304,0-4-176,1-3 0,-1 1-240,0-3-945,7-4-1472,0-2-1921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12:01.62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7 0 976,'0'0'17112,"0"9"-17160,0 21-736,0-1-2129,0 5-1890,-7-5-1536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12:02.37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1 109 4178,'0'0'9015,"11"1"-7983,37 5 94,-47-6-1062,1 1 0,-1-1 0,1 1 0,-1-1 0,1 1 0,-1-1 0,1 1 0,-1 0 0,0 0 0,1-1 0,-1 1 0,0 0 0,0 0 0,0 1 0,0-1 0,1 0 0,-2 0 0,1 0 0,0 1 0,0-1 0,0 1 0,0-1 0,-1 0 0,1 1 0,-1-1 0,1 4 0,-1 40 1187,-1-28-842,0-13-320,11-18-127,24-13-69,1 0 1,1 2-1,1 2 0,1 1 0,43-17 1,-81 39 126,0 0 0,1-1-1,-1 1 1,0 0 0,1 0 0,-1 0 0,0-1 0,1 1 0,-1 0 0,0 0 0,1 0 0,-1 0 0,1 0 0,-1 0 0,0 0 0,1 0 0,-1 0 0,1 0 0,-1 0-1,0 0 1,1 0 0,-1 0 0,0 0 0,1 0 0,-1 0 0,1 0 0,-1 1 0,0-1 0,1 0 0,-1 0 0,0 0 0,1 1 0,-1-1 0,0 0 0,0 0 0,1 1-1,-1-1 1,0 0 0,0 1 0,1-1 0,-1 0 0,0 1 0,-1 20 834,-17 21 343,7-20-772,25-24-251,28-26-162,-11 7-47,1 1 1,47-21 0,-64 33 38,-14 8 30,-1 0 0,0-1 0,0 1 0,1 0 0,-1 0 0,0 0 0,1 0 0,-1-1 0,0 1 0,1 0 0,-1 0 0,0 0 0,1 0 0,-1 0 0,0 0 0,1 0 0,-1 0 0,0 0 0,1 0 0,-1 0 0,0 0 0,1 0 0,-1 0 0,1 0 0,-1 0 0,0 0 0,1 1 0,-1-1 0,0 0 0,0 0 0,1 0 0,-1 1 0,0-1 0,1 0 0,-1 0 0,0 0 0,0 1 0,1-1 0,-1 0 0,0 1 0,1 18 753,-14 19-338,-22 28-947,29-38-5756,12-25-605,-2-3 5258,20 0-3401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12:02.76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41 0 5475,'0'0'13352,"-6"10"-12071,5-9-1282,-4 6 307,1 1 0,0 0 0,0 0 1,1 0-1,0 0 0,0 0 0,1 1 0,0-1 0,0 1 1,0 12-1,4-20-311,-1-1 0,1 1 1,-1 0-1,1 0 0,-1-1 0,1 1 1,0-1-1,-1 0 0,1 1 0,0-1 1,-1 0-1,1 0 0,0 0 0,0 0 1,-1 0-1,3-1 0,34-2-517,-27 0 290,0-2-1,0 1 1,0-2 0,0 1 0,11-9-1,-11 6 73,1 1-1,0 1 1,18-7-1,-29 13 296,-1 1-1,1 0 1,0 0-1,-1-1 1,1 1 0,-1 0-1,1 0 1,-1 0-1,1 0 1,-1 0-1,0 0 1,1 0 0,-1 0-1,0 0 1,0 0-1,0-1 1,0 1-1,0 0 1,0 0 0,0 0-1,0 0 1,0 0-1,0 1 1,0 38-468,0-33 475,0-6-383,0 0 1,0 0-1,0 0 1,0 0-1,0 0 1,0-1 0,0 1-1,1 0 1,-1 0-1,0 0 1,1 0-1,-1 0 1,1-1-1,-1 1 1,1 0-1,-1 0 1,1-1-1,-1 1 1,1 0-1,0-1 1,-1 1-1,1 0 1,0-1-1,-1 1 1,1-1-1,0 1 1,0-1-1,0 0 1,0 1-1,-1-1 1,1 0-1,0 1 1,0-1-1,0 0 1,2 0-1,1 0-958,1 0 0,0 0-1,0-1 1,-1 1 0,1-1-1,8-3 1,20-11-5463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12:03.02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133 0 8452,'0'0'13980,"-20"20"-12452,-63 61-421,80-78-1055,1 0-1,-1 0 0,0 0 0,1 0 0,0 1 0,0-1 1,0 1-1,0-1 0,0 1 0,1 0 0,0 0 0,-1 0 1,1 0-1,1 0 0,-1 0 0,1 0 0,-1 0 0,1 0 1,0 0-1,1 0 0,0 7 0,1 10-11,-2-18-182,1-1 0,-1 1 0,1 0 0,-1-1 0,1 1 0,0 0 0,0-1 0,0 1 0,0-1-1,1 1 1,-1-1 0,1 0 0,-1 0 0,1 0 0,0 0 0,-1 0 0,1 0 0,1 0 0,-1 0 0,0-1-1,0 1 1,0-1 0,1 1 0,-1-1 0,1 0 0,-1 0 0,1 0 0,-1 0 0,1-1 0,0 1 0,5 0-1,10 1-2355,1 0 0,0-1 0,30-2 0,-24 1-168,-25 0 2627,16 0-1635,-1-1-1,0 0 1,19-3 0,1-8-618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12:03.39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188 17 2081,'0'0'17000,"-13"-4"-14911,11 3-2034,-2-1 113,0 0-1,0 1 0,-1-1 1,1 1-1,-1 0 0,1 0 1,-1 0-1,1 1 0,-1-1 1,1 1-1,-1 0 0,0 1 1,1-1-1,-1 1 0,1 0 1,-1 0-1,1 0 1,-1 1-1,1-1 0,0 1 1,0 0-1,0 0 0,0 1 1,-4 2-1,2 1 55,0 0 1,0 0-1,0 0 1,1 1-1,0-1 1,0 1-1,-4 9 1,8-13-199,-1 0 0,0 0 1,1 0-1,0 1 0,0-1 0,0 0 1,0 1-1,0-1 0,1 1 0,-1-1 1,1 1-1,0-1 0,0 1 0,1 0 1,-1-1-1,1 1 0,-1-1 0,1 0 1,2 5-1,-2-7-39,0 0 1,0 0-1,1 0 0,-1 0 0,0 0 1,1-1-1,-1 1 0,1 0 1,-1-1-1,1 0 0,-1 1 0,1-1 1,-1 0-1,1 1 0,-1-1 1,1 0-1,2-1 0,36 0-789,-29 1 443,-8 0 249,1-1 0,0 1-1,-1-1 1,1 0 0,-1 0 0,1 0 0,-1 0-1,0 0 1,1-1 0,-1 1 0,0-1 0,0 0-1,0 0 1,0-1 0,0 1 0,-1 0 0,4-4-1,-5 4 113,-1 1 38,1 4-74,-1-1 0,1 1 0,-1-1 0,0 1 1,1-1-1,-1 1 0,0 0 0,-1-1 0,1 1 0,0-1 0,-1 3 1,0-2-71,0-1 0,1 0 0,0 1 0,-1-1 0,1 1 0,0-1 0,0 0 0,1 1 0,-1-1 0,0 0 0,1 1 0,-1-1 0,1 0 0,1 4 0,1-3-430,0 0 0,0 0 0,0 0 0,0 0-1,0-1 1,1 0 0,-1 1 0,1-1 0,0 0 0,7 2 0,-3-1-1398,0 0 1,0-1-1,1 0 1,13 1 0,11-3-2952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12:03.66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332 0 5939,'0'0'11184,"-18"17"-7708,-4 1-2663,12-10-532,0 1-1,0 0 1,0 0 0,1 1-1,1 1 1,0-1 0,0 1 0,1 0-1,-7 15 1,-6 21 1208,-25 88 1,6-15-1545,36-113-430,0-1 0,0 1 1,-1-1-1,1 0 0,-1 0 0,-1 0 0,-6 7 1,9-11-192,0 1 0,-1-1 1,1 0-1,-1-1 0,1 1 1,-1 0-1,0-1 0,1 0 1,-1 1-1,0-1 1,0 0-1,-4 0 0,-13 1-5769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12:03.98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48 8084,'0'0'2078,"24"-4"1294,88-15 1156,149-5-1,-258 49-3553,-5-19-888,1 0-1,-1 0 1,-1-1 0,1 1 0,-1-1-1,1 1 1,-2-1 0,1 0 0,-6 7-1,-15 25 2,17-12 1201,4-16-4083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12:04.18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21 1 12038,'0'0'8355,"-20"83"-8355,20-56-1024,0 3-1377,7-1-1985,6-2-721,1-4 1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12:04.88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225 46 9476,'0'0'5568,"-22"1"-1926,-69 6-1412,86-6-2111,0-1-1,0 1 1,0 0-1,0 0 1,0 0-1,1 1 1,-1 0-1,0 0 1,1 0 0,-1 0-1,1 1 1,0 0-1,0 0 1,0 0-1,0 0 1,1 1-1,-1-1 1,1 1-1,0 0 1,-5 6-1,5-2 43,0 0 0,0 1 0,1-1 0,0 0 0,0 1 0,1-1 0,0 1-1,1-1 1,0 12 0,0-19-170,0 0-1,0 0 1,1 0-1,-1 1 1,0-1-1,0 0 1,1 0-1,-1 0 0,1 0 1,-1 0-1,1 0 1,-1 0-1,1 0 1,0 0-1,-1 0 1,1 0-1,0 0 1,0-1-1,0 1 1,0 0-1,-1-1 1,1 1-1,0 0 1,2 0-1,0 0-52,1 1 0,-1-1 0,0 0 0,1 0 0,0 0-1,-1-1 1,1 0 0,4 1 0,-2-1-34,-1 0 0,0 0 0,1-1 0,-1 0 0,0 0-1,1 0 1,-1 0 0,0-1 0,0 0 0,0 0 0,7-4 0,-6 1-54,1 0 0,-1-1-1,-1 1 1,1-1 0,-1 0 0,0-1 0,-1 1 0,1-1 0,-1 0-1,-1 0 1,1 0 0,-1-1 0,0 1 0,-1-1 0,0 0 0,0 0-1,1-11 1,-4 16 139,1-1-1,0 1 1,0 0-1,1 0 0,-1 0 1,1 0-1,-1 0 1,1 0-1,0 0 0,0 0 1,1 0-1,-1 0 1,0 0-1,1 0 1,0 1-1,0-1 0,0 1 1,0-1-1,0 1 1,0 0-1,0 0 0,1 0 1,-1 0-1,1 0 1,0 0-1,-1 1 1,1-1-1,0 1 0,3-2 1,7 0-10,0 1 0,-1 0 1,1 0-1,0 1 0,23 2 1,-17-1 51,-16 0 17,0 0 0,1 0 0,-1 0 0,0 0 1,0 1-1,1 0 0,-1-1 0,0 1 0,0 0 0,0 0 0,0 1 0,0-1 0,0 1 0,0 0 1,-1-1-1,1 1 0,0 0 0,-1 1 0,0-1 0,1 0 0,-1 1 0,0-1 0,0 1 0,0 0 0,-1-1 1,1 1-1,-1 0 0,1 0 0,-1 0 0,0 0 0,0 0 0,-1 1 0,1-1 0,0 4 0,0 1 155,-1 0-1,0 0 1,0-1-1,-1 1 0,0 0 1,0 0-1,-1 0 1,0-1-1,0 1 0,-1-1 1,0 1-1,0-1 0,-6 9 1,2-5 30,5-6-101,-1 0 0,0-1 0,-1 1 0,1-1 0,-1 1 0,1-1 0,-7 5-1,45-33-528,1 1-1,2 2 1,0 1-1,44-15 1,-76 33 367,5-3 34,0 2 0,1 0 0,0 0 0,0 1 0,19-1 1,-52 36 2390,20-31-2370,-31 55 2513,23-26-2754,12 1-3369,-3-30 3107,1-1 0,0 0 0,0 1-1,0-1 1,0 0 0,0 0 0,0 0 0,0 0-1,0 0 1,1 0 0,-1 0 0,0 0-1,0 0 1,1 0 0,-1-1 0,1 1 0,-1 0-1,4 0 1,-4-1 93,19 7-6359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12:05.73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205 915 4498,'0'0'9410,"0"-10"-7887,-1-73 1545,0-26-685,19-168-1,-14 246-2403,2-1 0,0 1-1,3 1 1,0-1-1,2 2 1,1-1 0,2 1-1,0 1 1,2 1 0,22-30-1,-29 47 4,0 0 0,1 1 1,0 0-1,18-13 0,-25 19 10,0 1 0,0 0 0,0 0 0,1 0 0,-1 1 0,0-1 0,1 1 0,-1 0 0,1-1 0,-1 2 0,1-1 1,0 0-1,-1 1 0,1-1 0,0 1 0,-1 0 0,1 0 0,0 1 0,-1-1 0,1 1 0,4 1 0,-7 0 2,0 0 0,-1 0 0,1 0 0,-1 0 0,1 0 0,-1 0 0,0 0 0,0 0 0,0 0 1,0 0-1,0 0 0,-1 0 0,1 0 0,-1 2 0,0 1-1,0 4 35,-1-1 0,-1 1 0,0 0 0,0-1 0,-1 0 0,0 0 0,0 0 0,0 0 0,-1 0 0,-1-1-1,-6 8 1,-14 13 211,-36 33-1,47-47-210,-192 156 264,75-65 366,118-88-472,14-17-179,0 1 0,0-1 0,0 0 0,0 1 0,0-1 0,0 0 0,0 1 1,0-1-1,0 0 0,0 1 0,0-1 0,0 0 0,0 0 0,1 1 0,-1-1 0,0 0 0,0 1 0,0-1 0,1 0 0,-1 0 1,0 0-1,0 1 0,1-1 0,-1 0 0,0 0 0,0 0 0,1 1 0,-1-1 0,0 0 0,1 0 0,-1 0 0,0 0 0,0 0 0,1 0 1,0 0-1,46 1 593,-23-2-326,33 0 152,0-2 0,0-3 0,0-3-1,-1-2 1,-1-2 0,83-31 0,-131 41-469,-5 3 21,0-1 0,0 1 0,0-1 0,0 0 0,1 0 0,-1 1-1,0-1 1,-1-1 0,1 1 0,0 0 0,0 0 0,0-1 0,-1 1 0,1-1 0,-1 1-1,1-1 1,-1 0 0,1 1 0,-1-1 0,0 0 0,0 0 0,0 0 0,0 0 0,0-2 0,-22 3-4068,-31 1-7945,30 0 1473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12:06.53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0 674 720,'0'0'9162,"4"6"-6961,-4-5-2125,0 0 0,1 0 0,-1-1 0,0 1 0,1 0 0,-1 0 0,1-1 0,0 1 0,-1 0 0,1 0 0,-1-1 0,1 1 0,0-1 0,-1 1 0,1-1 0,0 1 1,0-1-1,0 1 0,-1-1 0,1 1 0,0-1 0,0 0 0,0 0 0,0 1 0,0-1 0,-1 0 0,1 0 0,0 0 0,0 0 0,0 0 0,0 0 0,1-1 0,29-22 1812,-14 7-1371,54-54 641,-3-2 0,105-149 0,-53 63-1663,-114 151 489,-3 2 28,0 1 0,0-1 0,0 1 0,1 0 0,0 0 0,0 0 0,0 1 0,0-1-1,1 1 1,5-3 0,-8 12 570,-9 305 4807,6-308-5382,1 0 1,0-1-1,0 1 0,0 0 1,1-1-1,-1 1 1,1 0-1,-1-1 0,1 1 1,0-1-1,0 1 1,0-1-1,0 1 0,0-1 1,1 0-1,-1 1 1,1-1-1,-1 0 0,1 0 1,4 3-1,-4-3 1,1-1-1,-1 0 0,1 0 1,-1-1-1,1 1 1,0 0-1,-1-1 1,1 1-1,0-1 1,0 0-1,-1 0 0,1 0 1,0-1-1,0 1 1,-1 0-1,5-2 1,8-3-59,-1 0 1,0-1-1,-1-1 1,0 0-1,24-17 1,190-169-2273,-172 142 1583,-17 17 169,82-80 8,-119 113 648,-1 0 1,0 0-1,1 1 0,-1-1 0,1 0 1,0 1-1,-1-1 0,1 0 0,-1 1 1,1-1-1,0 1 0,0-1 1,-1 1-1,1-1 0,0 1 0,0 0 1,0-1-1,-1 1 0,1 0 0,0 0 1,0-1-1,0 1 0,0 0 1,1 0-1,-1 18 1824,-16 32-19,-120 195 2693,131-236-4796,-10 18 416,2 1 1,-16 50 0,20-17-5479,11-61 436,7 0 2794,-7 0 774,21 0-6136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12:06.87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145 23 6131,'0'0'15055,"-19"10"-13343,-60 31-855,75-39-794,1 0 1,-1 1-1,1 0 1,0-1-1,0 1 0,0 0 1,1 1-1,-1-1 1,1 0-1,-1 1 0,1-1 1,0 1-1,1 0 1,-1 0-1,0 0 0,1 0 1,0 0-1,0 0 1,0 0-1,1 0 0,-1 0 1,1 0-1,0 0 1,0 0-1,1 1 0,0 4 1,0 7 17,-1-15-77,0 1 1,0 0 0,0-1 0,1 1 0,-1 0-1,1-1 1,-1 1 0,1-1 0,0 1-1,-1-1 1,1 1 0,0-1 0,0 1-1,0-1 1,0 0 0,0 1 0,0-1 0,1 0-1,-1 0 1,0 0 0,3 2 0,1-1 2,0 1 1,-1-1 0,1 0 0,0 0 0,0-1 0,1 0 0,5 2 0,1-2-21,0 0 0,0 0 0,-1-1 0,1 0 0,0-1 0,14-3 0,-21 2-6,0 0 0,0 0 0,-1-1 0,1 0 0,-1 1-1,1-2 1,-1 1 0,0 0 0,0-1 0,-1 0 0,1 0 0,-1 0 0,0 0 0,0 0 0,0-1-1,0 0 1,-1 1 0,0-1 0,0 0 0,0 0 0,0 0 0,-1 0 0,0 0 0,0-1 0,-1 1-1,1 0 1,-1 0 0,0-1 0,0 1 0,-1 0 0,0-1 0,0 1 0,0 0 0,0 0 0,-1 0 0,0 0-1,0 0 1,0 0 0,-1 1 0,0-1 0,1 1 0,-2-1 0,-4-5 0,-1 1-441,-18-14 1012,8 16-7079,19 18-4380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12:07.45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288 491 6035,'0'0'12638,"-20"-9"-10934,-67-27-12,79 33-1396,-1 1 0,0-1 0,1 1 0,-1 1 0,0 0 1,0 0-1,0 1 0,0 0 0,0 0 0,0 1 0,0 0 0,0 1 1,-10 2-1,15-2-250,1 0 1,0 0 0,0 0 0,0 1-1,1-1 1,-1 1 0,0-1 0,1 1-1,0 0 1,-1 0 0,1 0-1,0 0 1,1 0 0,-1 1 0,0-1-1,1 1 1,0-1 0,0 1 0,0-1-1,0 1 1,1 0 0,-1-1-1,1 1 1,0 0 0,0-1 0,0 1-1,1 0 1,-1-1 0,1 1 0,1 4-1,-1-7-44,-1 0 0,1 0 0,-1 0 0,1 0-1,0 0 1,0 0 0,-1 0 0,1 0 0,0 0-1,0-1 1,0 1 0,0 0 0,0-1 0,0 1 0,0 0-1,0-1 1,1 1 0,-1-1 0,0 0 0,0 1-1,0-1 1,0 0 0,1 0 0,1 0 0,38 1-91,-27-2-28,-3 0 4,-1 0 0,1-1 0,-1 0 1,1-1-1,-1 0 0,0-1 0,0 0 0,-1 0 0,1-1 0,-1-1 0,13-8 0,15-15-435,45-42-1,-44 37 371,-8 6-19,-3 0 0,0-2 0,-2-1 1,-1-1-1,-1-1 0,-2-1 0,25-54 1,-44 82 441,1 1 1,-1-1 0,0 1-1,-1-1 1,1 0 0,-1 0-1,0 1 1,-1-1 0,1 0 0,-2-9-1,-26 15 1609,22 2-1713,0-1 0,0 1 0,0 0 0,0 0 0,1 1 0,-1-1-1,0 1 1,1 0 0,0 0 0,0 1 0,0-1 0,0 1 0,-4 5-1,-43 57 1109,49-62-1180,-10 14 262,0 1 0,2 1 0,0 0-1,2 0 1,0 1 0,1 0 0,-6 33 0,0 50-2285,10-51-2737,3 0-3578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12:07.90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54 7411,'0'0'12462,"8"12"-11037,28 38-254,-33-47-1105,0-1 1,0 1-1,0-1 1,1 0-1,-1 0 1,0 0-1,1 0 0,-1 0 1,1-1-1,0 0 1,0 0-1,-1 0 1,1 0-1,0 0 1,4-1-1,52-3 170,-58 3-243,1-1-1,-1 0 1,0 0-1,1 1 1,-1-2-1,0 1 1,0 0-1,0 0 1,0-1-1,0 1 1,-1-1-1,1 0 1,0 1-1,-1-1 1,1 0-1,-1 0 1,1 0 0,-1 0-1,0 0 1,0 0-1,0-1 1,0 1-1,1-3 1,-1 0-7,0 0 0,1 0 0,-1 1 1,-1-1-1,1 0 0,-1 0 1,0 0-1,0 0 0,0 0 0,-1 0 1,-1-6-1,1 10 22,0-1 0,0 0 1,-1 0-1,1 0 0,-1 1 0,1-1 0,-1 1 0,1-1 0,-1 1 1,0 0-1,0-1 0,0 1 0,0 0 0,0 0 0,0 1 0,0-1 1,0 0-1,0 1 0,0-1 0,0 1 0,-1-1 0,-1 1 0,-56-5 493,52 5-373,-7-1 128,10 1-35,0-1 0,0 1-1,0 0 1,0 0 0,0 1-1,-9 1 1,13-1-149,-1 0 0,0 0 0,1 0-1,-1 0 1,1 0 0,-1 1 0,1-1 0,-1 0 0,1 1 0,0-1 0,0 1 0,0-1 0,0 1 0,0-1 0,0 1 0,0 0 0,0 0-1,1-1 1,-1 1 0,0 3 0,-2 6 142,0-1-1,1 1 0,1 0 1,0 0-1,0 0 1,1 0-1,0 0 0,3 15 1,-3-22-226,1 0 0,0-1 0,-1 1 1,1-1-1,1 1 0,-1-1 0,1 1 0,-1-1 1,1 0-1,0 0 0,0 0 0,0 0 0,0 0 1,1 0-1,-1-1 0,1 1 0,0-1 0,0 1 1,0-1-1,0 0 0,0 0 0,0-1 0,1 1 1,-1-1-1,0 1 0,1-1 0,6 1 0,10 1-1515,0-1 1,26-1-1,11-6-6141,-10-4-2134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12:08.46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360 1 4386,'0'0'14823,"-17"25"-12185,-55 86-295,44-63-835,3 1 0,-34 93 0,46-105-1430,-1-1 1,-2-1 0,-2 0-1,-38 56 1,43-76-775,-9 15-1124,16-10-5394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12:08.67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41 0 11877,'0'0'13222,"-40"66"-13029,40-57-161,0-2-32,0-1-673,0-1-1360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12:08.87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62 1 10981,'0'0'8804,"-41"74"-8804,34-44-720,1-1-1986,6 3-2288,-7-5-1889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12:09.34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50 4674,'0'0'15330,"7"-7"-13633,25-18-289,-32 24-1354,1 1-1,-1-1 1,0 1-1,1 0 1,-1-1-1,0 1 1,1 0-1,-1-1 1,1 1-1,-1 0 1,1-1 0,-1 1-1,0 0 1,1 0-1,-1 0 1,1-1-1,-1 1 1,1 0-1,0 0 1,-1 0-1,1 0 1,-1 0-1,1 0 1,-1 0-1,1 0 1,-1 0-1,1 0 1,-1 0-1,1 0 1,-1 0-1,1 1 1,-1-1 0,1 0-1,-1 0 1,1 0-1,-1 1 1,1-1-1,-1 0 1,0 1-1,1-1 1,-1 0-1,1 1 1,-1-1-1,0 1 1,1-1-1,-1 1 1,0-1-1,0 0 1,1 1-1,4 24 221,-5-22 18,2 17 221,-2-17-464,0 0 0,0 0 0,0 0 0,1 0-1,-1 0 1,1 0 0,0 0 0,-1 0 0,1 0 0,2 3 0,-1-5-45,-1 0 1,0-1-1,1 1 0,-1 0 1,1-1-1,-1 1 0,1-1 0,-1 0 1,1 0-1,0 0 0,-1 1 1,1-1-1,-1 0 0,1-1 1,0 1-1,-1 0 0,4-1 1,-2 0 0,4 1-30,-1-1 0,1-1 1,-1 1-1,0-1 1,1 0-1,-1 0 0,0-1 1,0 0-1,0 0 1,10-7-1,56-48-339,-50 40 340,-22 17 67,0 1 1,1 0-1,-1 0 1,0 0 0,0 1-1,1-1 1,-1 0-1,0 0 1,0 0-1,1 0 1,-1 0 0,0 0-1,0 0 1,1 0-1,-1 0 1,0 1-1,0-1 1,1 0 0,-1 0-1,0 0 1,0 1-1,0-1 1,0 0 0,1 0-1,-1 0 1,0 1-1,0-1 1,0 0-1,0 0 1,0 1 0,0-1-1,1 0 1,-1 0-1,0 1 1,0-1-1,0 0 1,0 1 0,0-1-1,0 0 1,0 0-1,0 1 1,0-1-1,0 0 1,0 0 0,-1 1-1,1-1 1,4 29 140,2 10-1979,-5-36 1244,0-1 0,1 1-1,-1 0 1,1-1 0,0 1 0,0-1-1,0 0 1,0 0 0,1 1-1,-1-2 1,1 1 0,-1 0 0,1 0-1,-1-1 1,1 1 0,0-1 0,0 0-1,5 2 1,12 2-7226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12:09.97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738 1 9828,'0'0'13871,"-19"3"-12849,-61 13-289,76-15-699,1 0-1,-1 1 1,1 0 0,-1-1-1,1 1 1,0 1-1,-1-1 1,1 0-1,0 1 1,0-1 0,1 1-1,-1 0 1,1 0-1,-1 0 1,1 0-1,0 1 1,0-1 0,0 1-1,1-1 1,-3 8-1,1-1-39,1 0 0,0 0 1,1 0-1,0 0 0,0 15 0,2-24-20,-1 0 0,1 0 0,-1 0 0,1-1 0,0 1 0,0 0 0,-1 0 0,1-1 0,0 1 0,0-1 0,0 1 0,-1-1 0,1 1 0,0-1 0,0 1 0,0-1 0,0 0 0,0 1 0,0-1 0,0 0 0,0 0 0,0 0 0,0 0 0,0 0 0,0 0 0,0 0 0,0 0 0,0 0 0,0-1 0,0 1 0,1-1 0,37-6-473,-14-4 121,0-2 1,0-1-1,-2-1 1,0-1-1,31-27 1,-66 56 729,0 0 1,1 1-1,1 1 1,0 0 0,1 0-1,1 1 1,0 0-1,-6 21 1,-53 173 761,19-52-106,34-119-791,-35 66 0,41-91-151,0 0 1,-1-1 0,-1 0 0,0 0 0,0-1 0,-1-1 0,-21 18 0,27-26 43,0 1-1,-1-1 1,1 0 0,0-1-1,-1 1 1,1-1 0,-1 0 0,0-1-1,0 1 1,0-1 0,0 0-1,0-1 1,0 1 0,0-1 0,0 0-1,0-1 1,0 1 0,-6-3-1,2 1 12,1-1-1,0-1 0,0 1 0,0-2 1,0 1-1,0-1 0,1 0 0,0-1 0,0 0 1,-8-9-1,-37-36 77,-60-78 1,78 64-1420,26 82-11604,7-13 10223,-9 14-5977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12:30.76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1330 1777,'0'0'10546,"17"-20"-9156,104-129 1104,142-170 598,46-60-2899,-106 111-1114,-199 262 934,-2 3 0,0 0 0,0 0-1,0 1 1,0-1-1,1 0 1,-1 1 0,1 0-1,-1-1 1,1 1 0,5-3-1,-8 34 255,-2-6-101,-1 1 1,-1-1-1,-1 1 1,-15 39-1,-6 27 131,12-29-229,3 0 0,-6 113 1,17-173-71,0 0 0,0 0 0,-1 0 0,1 0 0,0 0 0,0 0 1,0 0-1,0 1 0,0-1 0,1 0 0,-1 0 0,0 0 0,0 0 0,1 0 0,-1 0 0,1 0 0,-1 0 0,1 0 0,-1 0 0,1 0 1,-1 0-1,1 0 0,0-1 0,0 1 0,-1 0 0,1 0 0,0-1 0,0 1 0,0 0 0,0-1 0,0 1 0,0-1 0,0 1 1,0-1-1,0 0 0,0 1 0,0-1 0,0 0 0,0 0 0,0 1 0,0-1 0,0 0 0,0 0 0,1 0 0,-1 0 0,0-1 1,0 1-1,0 0 0,0 0 0,0-1 0,0 1 0,0-1 0,0 1 0,0-1 0,1 0 0,6-3-11,1 0-1,-1-1 0,0 0 1,-1-1-1,10-8 1,124-115-276,212-179-167,-241 216 365,97-73-426,-197 156 508,19-8 101,-46 53 873,-125 191 1664,26-45-1835,-12 12-493,-17 33-215,139-221-338,1 0 0,0 0 0,1 1 0,0-1 0,-1 0-1,2 1 1,-1 0 0,1-1 0,0 1 0,1 0 0,-1 9 0,2-15-39,-1-1 0,1 1 0,-1 0 0,1-1 0,-1 1 0,1-1 0,-1 1 0,1-1 0,0 1 0,-1-1 0,1 0 0,0 1 0,-1-1 0,1 0 0,0 1 0,-1-1 0,1 0 0,0 0 0,0 0 0,-1 0 0,1 0 0,0 0 0,0 0 0,-1 0 0,1 0 0,0 0 0,0 0 0,-1 0 0,2-1 0,25-3-3644,7-15-2030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12:32.21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264 757 5619,'0'0'8206,"-19"15"-6101,-137 125 2038,142-125-3436,0 0 0,-17 25-1,27-34-593,0 0 1,1 0-1,0 0 0,0 0 0,0 0 1,1 0-1,0 1 0,0-1 0,1 1 1,0 0-1,-1 7 0,3-13-109,0-1 0,-1 1-1,1 0 1,0-1 0,0 1 0,0-1-1,0 1 1,0-1 0,-1 1 0,1-1-1,0 0 1,0 0 0,0 1 0,0-1 0,0 0-1,0 0 1,0 0 0,0 0 0,0 0-1,0 0 1,0 0 0,0 0 0,2-1-1,27-3 25,-13-5-117,-1-1 0,0-1 0,-1 0 0,0-1 0,-1 0 1,25-29-1,-17 18-167,33-42 26,-54 64 390,-2 15 14,-17 37 171,14-44-325,1-1 0,0 1 0,1 0 0,-1 0 0,1 0 0,1 0 0,0 1 0,-1 11 0,2-5-16,-1-10-4,1 1 0,0 0 0,0 0 0,1-1-1,-1 1 1,1 0 0,0-1 0,2 6 0,-2-8-6,0-1 0,0 1 0,1-1 0,-1 1 0,0-1 0,1 1 0,-1-1 0,1 0 0,0 0 0,-1 0 0,1 0 0,0 0 0,0 0 0,-1 0 0,1-1 0,0 1 0,0-1 0,0 1 0,0-1 0,0 0 0,0 1 0,0-1 0,2 0 0,8-1-114,-1 1 0,0-2 0,1 1 0,-1-2 0,0 1 0,0-2 1,0 1-1,0-1 0,-1-1 0,1 0 0,-1-1 0,0 0 0,-1 0 0,0-1 0,0 0 0,0-1 0,12-14 0,-8 9 100,-1 0 1,-1-1-1,0 0 0,-1-1 0,-1 0 0,0-1 0,-1 0 0,-1 0 1,0-1-1,8-32 0,-15 48 66,0 0-1,0 0 1,1 0 0,-1 0 0,0 0-1,0 0 1,0 0 0,0 0-1,0 0 1,0 1 0,0-1 0,0 0-1,0 0 1,-1 0 0,1 0-1,0 0 1,-1 0 0,1 0 0,0 0-1,-1 0 1,1 1 0,-1-1-1,1 0 1,-1 0 0,0 1 0,1-1-1,-2-1 1,0 2-3,1-1 0,0 1 0,-1 0 0,1-1 0,-1 1-1,1 0 1,-1 0 0,0 0 0,1 0 0,-1 0 0,1 0 0,-1 0 0,1 1-1,-1-1 1,-1 1 0,-2 1 5,0 0 1,0 0-1,0 0 0,1 0 1,-1 1-1,1 0 0,0 0 0,-1 0 1,-5 7-1,8-8-40,0 0 0,0 1-1,1-1 1,-1 1 0,1 0 0,-1-1-1,1 1 1,0 0 0,0 0 0,0 0-1,1 0 1,-1-1 0,1 1 0,0 0 0,-1 0-1,1 0 1,0 0 0,1 0 0,-1 0-1,0 0 1,2 5 0,1-2-10,0-1 0,0 1-1,0-1 1,0 0 0,1 0 0,0 0 0,0-1 0,1 1 0,4 3-1,-2-1-68,0 1 0,0-1-1,0 1 1,-1 1 0,0-1-1,7 15 1,-12-21 11,0 0 1,0 0 0,0 0-1,0 0 1,-1 0-1,1 1 1,0-1-1,-1 0 1,0 0-1,1 0 1,-1 0-1,0 1 1,0-1-1,-1 0 1,1 0-1,0 0 1,-1 1-1,1-1 1,-1 0 0,1 0-1,-1 0 1,0 0-1,0 0 1,0 0-1,0 0 1,-1 0-1,1-1 1,0 1-1,-1 0 1,1-1-1,-1 1 1,0-1-1,1 1 1,-1-1-1,0 0 1,-4 2 0,-25 12-1161,30-15 1028,2-3-43,7-8 104,0 0-1,0 1 1,2 0-1,-1 0 1,1 1-1,12-10 1,12-11-112,286-295-2457,-269 265 1555,-3-1 1,-2-3 0,67-125-1,-101 167 1343,-1-1-1,-2-1 1,0 0-1,-2 0 0,0-1 1,-2 1-1,-1-1 1,2-41-1,-6 65-92,0 0 0,0 1 0,0-1 0,0 0 0,0 0 0,0 1 1,0-1-1,0 0 0,-1 0 0,1 1 0,0-1 0,-1 0 0,1 1 0,0-1 0,-1 0 0,1 1 0,-1-1 0,1 1 0,-1-1 1,1 1-1,-1-1 0,1 1 0,-1-1 0,0 1 0,1-1 0,-1 1 0,0 0 0,1-1 0,-1 1 0,0 0 0,1 0 0,-1-1 0,0 1 1,0 0-1,1 0 0,-2 0 0,-1 0 74,0 0 1,1 0-1,-1 0 0,0 1 1,0-1-1,1 1 1,-1 0-1,0 0 1,1 0-1,-3 1 0,-1 2 39,0 0-1,0 0 1,1 0-1,-1 1 0,1-1 1,1 1-1,-1 1 1,-6 9-1,-33 56 1532,28-43-1138,-29 58 543,5 2 0,3 2 0,4 1 1,-27 121-1,38-114-849,14-54-207,-3 0 1,-1-1-1,-31 73 1,39-104-72,3-10-22,1 0 0,0 0 0,-1 0-1,0 0 1,0 0 0,1 0-1,-1 0 1,0 0 0,0 0 0,-1 0-1,1 0 1,0-1 0,-1 1-1,1 0 1,-1-1 0,1 1 0,-1-1-1,-2 2 1,5-25-50,2 11 4,1 0 0,0 0 0,0 0 1,1 0-1,1 1 0,0 0 0,0 0 0,10-11 1,10-19-159,-5 5-458,45-56-1,-58 82 557,-1 0 0,1 1 0,1 0 0,-1 0 0,1 1 0,0 0 0,1 1 0,0 0 0,0 0 1,0 1-1,15-5 0,8 7 74,-32 3 30,0 1 1,-1 0-1,1-1 1,0 1-1,-1 0 1,1 0-1,0-1 1,-1 1-1,1 0 0,-1 0 1,1 0-1,-1 0 1,1 0-1,-1 0 1,0 0-1,0 0 1,1-1-1,-1 1 1,0 0-1,0 0 1,0 0-1,0 0 0,0 0 1,0 0-1,0 0 1,-1 0-1,1 0 1,0 0-1,-1 2 1,1-1 17,-1 1 5,1 0-1,-1 0 0,0 0 1,-1 0-1,1 0 1,0 0-1,-1 0 0,0 0 1,1 0-1,-1-1 0,0 1 1,-1 0-1,1-1 0,0 0 1,-1 0-1,1 0 1,-1 0-1,-5 4 0,-62 32 505,57-31-418,-22 9 48,21-10-45,0 0 1,0 1-1,1 1 0,0 0 0,-12 11 0,24-18-86,0 0 0,0 1 0,0-1 1,0 1-1,0-1 0,0 1 0,1 0 1,-1-1-1,0 1 0,1 0 0,-1 0 1,1-1-1,0 1 0,-1 0 0,1 0 1,0 0-1,0 0 0,0-1 0,0 1 1,1 0-1,-1 0 0,0 0 1,2 1-1,-2 1 0,1-1 1,0 0-1,1 0 1,-1 0-1,0-1 1,1 1-1,0 0 1,-1 0-1,1-1 1,0 1 0,3 2-1,1 0-26,1-1 1,-1 1-1,1-1 1,0 0-1,0 0 1,1-1-1,-1 0 1,1-1-1,9 3 0,3-2-445,-1-1-1,33-1 0,-29-2-1030,-1-1 1,1-1-1,-1 0 0,29-10 1,-31 7-2859,-1-1 0,29-14 0,-26 9-674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12:32.57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102 127 1601,'0'0'11925,"0"-8"-9212,-2-25-440,2 32-2229,0 1-1,-1 0 0,1-1 0,0 1 0,0 0 0,0-1 0,0 1 0,0 0 0,-1-1 1,1 1-1,0 0 0,0-1 0,-1 1 0,1 0 0,0 0 0,0-1 0,-1 1 0,1 0 1,0 0-1,-1 0 0,1-1 0,0 1 0,-1 0 0,1 0 0,0 0 0,-1 0 0,1 0 1,-1 0-1,1 0 0,0-1 0,-1 1 0,1 0 0,0 0 0,-1 1 0,1-1 0,-1 0 0,1 0 1,0 0-1,-1 0 0,1 0 0,0 0 0,-1 0 0,1 1 0,0-1 0,-1 0 0,1 0 1,0 0-1,-1 1 0,-15 12 1252,15-12-1122,-6 5 128,1 0-1,0 1 1,0 0 0,1 1-1,0-1 1,0 1 0,1 0 0,0 0-1,0 1 1,1-1 0,0 1 0,0 0-1,1 0 1,0 0 0,1 0-1,0 0 1,0 11 0,2-19-297,-1 1 0,1 0 1,-1 0-1,1-1 0,-1 1 1,1 0-1,0-1 0,0 1 0,0-1 1,0 1-1,0-1 0,0 0 1,1 1-1,-1-1 0,0 0 0,1 0 1,-1 0-1,0 0 0,1 0 0,0 0 1,-1 0-1,1 0 0,-1-1 1,1 1-1,0 0 0,0-1 0,-1 0 1,1 1-1,0-1 0,0 0 0,-1 0 1,1 0-1,0 0 0,2-1 1,2 2-5,0-1 0,0-1 0,-1 1-1,1-1 1,0 0 0,0 0 0,-1 0 0,1-1 0,8-4 0,-5 0-37,0-1-1,0 0 1,-1 0-1,0-1 0,0 0 1,-1-1-1,0 1 1,-1-1-1,0-1 0,0 1 1,-1-1-1,0 0 1,-1 0-1,0-1 0,0 1 1,-1-1-1,-1 0 1,0 0-1,0 0 0,-1 0 1,-1-18-1,0 26 48,-1 0 0,-1 1 0,1-1-1,0 1 1,0-1 0,-1 1 0,0 0 0,1-1 0,-1 1-1,0 0 1,0 0 0,0 0 0,0 1 0,-1-1-1,1 0 1,0 1 0,-1-1 0,1 1 0,-1 0-1,0 0 1,1 0 0,-1 0 0,-5-1 0,6 2-52,0-1 0,0 0 0,0 1 0,0 0 1,-1-1-1,1 1 0,0 0 0,0 0 0,0 0 1,0 0-1,0 1 0,-1-1 0,1 0 1,0 1-1,0 0 0,0-1 0,0 1 0,0 0 1,0 0-1,0 0 0,1 0 0,-1 1 1,0-1-1,0 0 0,1 1 0,-1-1 0,1 1 1,-1 0-1,1-1 0,0 1 0,-2 2 0,-5 37-5240,12-15-5742,7-14 1860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12:33.34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1 244 5314,'0'0'10520,"15"-15"-9368,54-49-271,-63 59-696,1 0 0,0 0 0,0 0 1,0 1-1,0 0 0,1 1 0,-1 0 0,1 0 1,0 0-1,0 1 0,0 0 0,0 1 0,0 0 0,0 0 1,1 1-1,9 0 0,-17 0-137,1 1 0,-1-1-1,0 0 1,0 1 0,0-1 0,1 1 0,-1-1 0,0 1 0,0-1-1,0 1 1,0 0 0,0 0 0,0 0 0,0-1 0,0 1-1,0 0 1,-1 0 0,1 0 0,0 0 0,0 1 0,-1-1-1,1 0 1,-1 0 0,1 0 0,-1 0 0,1 2 0,11 44 540,-2-7-403,-9-39-184,0 1 1,0 0-1,0 0 1,0 0 0,0-1-1,0 1 1,0 0-1,1-1 1,-1 1-1,1-1 1,-1 0-1,1 1 1,-1-1-1,1 0 1,0 0-1,0 0 1,0 0-1,-1 0 1,1 0-1,0-1 1,0 1 0,0-1-1,0 1 1,0-1-1,0 0 1,0 0-1,0 0 1,0 0-1,0 0 1,0 0-1,0 0 1,0-1-1,0 1 1,0-1-1,0 1 1,0-1-1,0 0 1,0 0 0,0 0-1,-1 0 1,4-2-1,0-1-28,0 0-1,0 0 1,0 0 0,0-1-1,-1 0 1,0 0 0,0 0-1,0-1 1,-1 1-1,0-1 1,5-10 0,-6 9 6,0 0-1,0 0 1,-1 0 0,0 0 0,0 0 0,-1 0 0,0-12-1,0 16 14,-1 0-1,1-1 0,-1 1 0,0 0 0,0 0 0,0-1 0,0 1 0,0 0 0,-1 0 0,1 0 0,-1 0 0,0 1 0,0-1 0,0 0 0,0 1 0,0-1 0,-4-2 0,-48-35 17,53 39 171,28 2 848,229 0 3476,-175-16-1237,-80 15-2871,-1 0-552,0 1-1,0 0 1,0-1 0,0 1 0,0 0 0,0-1 0,0 1 0,0-1 0,1 1 0,-1 0 0,0-1 0,0 1 0,0 0-1,1-1 1,-1 1 0,0-1 0,1 1 0,-1-1 0,0 1 0,1-1 0,-1 1 0,1-1 0,-1 1 0,1-1 0,-1 1-1,1-1 1,22 3-7850,2-3-1682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12:34.94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496 1 4514,'0'0'10085,"-21"8"-8202,8-3-1567,-3 1 86,-1 1 0,2 1-1,-1 0 1,1 0 0,1 2-1,0 0 1,-23 20 0,-8 14 1077,1 2 0,-71 97 0,100-120-1300,1 0 0,0 1 1,2 0-1,1 1 0,1 1 0,1 0 1,2 0-1,0 0 0,-4 39 0,10-52-150,-1-1-1,2 1 0,0 0 0,0 0 1,5 23-1,-4-33-27,0 1 0,0-1 1,1 1-1,-1-1 0,1 1 0,0-1 1,0 0-1,0 0 0,0 0 1,0 0-1,1 0 0,0-1 0,-1 1 1,1-1-1,0 1 0,0-1 1,0 0-1,0 0 0,1 0 0,-1-1 1,1 1-1,-1-1 0,7 2 0,5 0-8,1-1-1,-1 0 1,1-1-1,0 0 1,0-2-1,-1 0 1,1 0-1,0-2 1,-1 0-1,0 0 0,0-2 1,0 0-1,0 0 1,-1-2-1,1 1 1,-2-2-1,1 0 1,15-13-1,-11 9-42,-1-2-1,-1 0 1,0 0 0,-1-2-1,-1 0 1,0-1 0,-1 0-1,-1-1 1,0 0 0,-2-1-1,0 0 1,13-37 0,-15 20-7,-2 0 1,-1 0 0,-2 0-1,-3-63 1,0 68 50,0 23 3,0-1 0,-1 0 0,0 1 0,-1-1 0,0 1 0,0-1 1,-1 1-1,0 0 0,-7-15 0,8 20 1,0-1 0,-1 1 0,1 0-1,-1-1 1,1 1 0,-1 0 0,0 1 0,0-1 0,-1 0 0,1 1 0,0 0 0,-1 0-1,0 0 1,1 0 0,-1 0 0,0 1 0,0 0 0,0 0 0,0 0 0,0 0-1,0 0 1,-8 1 0,9 1-114,-1-1 0,1 2-1,-1-1 1,1 0-1,0 1 1,-1-1 0,1 1-1,0 0 1,0 0 0,1 1-1,-1-1 1,0 0 0,1 1-1,-1 0 1,1-1-1,0 1 1,0 0 0,-2 3-1,-38 66-5964,34-57 3728,-8 22-4661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12:35.21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 11205,'0'0'12683,"24"20"-10759,84 66-331,-82-67-983,1-1 0,43 21 0,-21-12-354,-38-21-312,0 0 1,0-1 0,20 6-1,-9-6-5306,1-3-7777,-16-2 3652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12:35.62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26 9220,'0'0'14570,"1"13"-12775,4 42-456,-6-51-1238,2-1 0,-1 1 0,0-1-1,1 0 1,-1 1 0,1-1-1,0 0 1,0 0 0,0 1 0,0-1-1,1 0 1,-1 0 0,1 0-1,0-1 1,0 1 0,0 0 0,0-1-1,5 5 1,-5-6-86,0 0-1,1 0 1,-1 0 0,0 0-1,1 0 1,-1-1-1,1 1 1,-1-1 0,1 0-1,0 1 1,-1-1 0,1 0-1,-1-1 1,1 1 0,0 0-1,-1-1 1,1 1-1,3-2 1,5-3-210,0 1 0,-1-2 0,1 1 0,-1-1 0,0-1 1,-1 0-1,1 0 0,8-10 0,8-10-304,-13 12 214,1 1 0,1 0 1,18-13-1,-33 93 4103,0-63-3799,0 0 0,1 0 0,-1 0 0,0 1 1,1-1-1,0 0 0,0 0 0,0 0 1,0 0-1,0 0 0,0-1 0,1 1 1,-1 0-1,1 0 0,0-1 0,0 1 1,0-1-1,4 4 0,-2-3-242,0 0 0,1-1-1,-1 1 1,0-1 0,1 0 0,-1-1 0,1 1-1,0-1 1,-1 0 0,1 0 0,8 1-1,48-1-10709,-46-1 3714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12:36.20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33 109 4370,'0'0'8855,"-1"1"-8584,1 0 1,0-1-1,0 1 1,-1 0 0,1 0-1,0-1 1,0 1-1,0 0 1,0 0-1,0-1 1,0 1 0,0 0-1,0 0 1,0-1-1,0 1 1,0 0-1,1 0 1,-1-1 0,0 1-1,0 0 1,1-1-1,-1 1 1,1 0-1,55 2 3269,-35-1-3422,0-2-1,-1 0 1,43-5-1,-62 4-125,0 0-1,1-1 1,-1 1 0,0 0-1,1-1 1,-1 1-1,0 0 1,0-1 0,0 0-1,0 1 1,0-1 0,-1 1-1,1-1 1,0 0-1,-1 0 1,1 1 0,-1-1-1,0 0 1,1 0-1,-1 0 1,0 1 0,0-1-1,0 0 1,-1 0-1,1-2 1,0-1-66,0 0 0,-1-1 0,1 1 1,-1 0-1,0 1 0,-1-1 0,1 0 0,-4-7 0,4 9 76,-1 1-1,0 0 1,1 0 0,-1 0-1,0 0 1,0 0-1,0 0 1,-1 1 0,1-1-1,0 0 1,-1 1-1,1 0 1,-1 0 0,1 0-1,-1 0 1,0 0-1,1 0 1,-1 1 0,0-1-1,1 1 1,-4-1-1,1 2 74,0-1-1,-1 1 0,1 0 0,0 0 0,0 1 0,0 0 1,1-1-1,-1 1 0,0 1 0,-7 4 0,2 0 171,1 0 0,-1 0 0,1 1 0,1 0 0,0 1 0,0 0 0,0 0 0,1 1-1,-7 13 1,12-19-193,0 0 0,0 0 0,0 0-1,1 0 1,-1 0 0,1 0 0,0 0-1,1 1 1,-1-1 0,1 0 0,0 1-1,0-1 1,0 0 0,0 1 0,1-1-1,1 6 1,0-7-25,-1 0 1,1 0-1,0 0 1,0 0-1,0-1 0,0 1 1,1 0-1,-1-1 0,1 0 1,-1 1-1,1-1 1,0 0-1,0 0 0,0-1 1,0 1-1,0-1 0,0 1 1,1-1-1,3 1 1,57 12-2058,-51-12 884,1-1-1,-1 0 1,1-1-1,-1-1 1,1 0-1,-1-1 1,0 0-1,0-1 1,19-6-1,3-9-6680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12:36.62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26 4898,'0'0'17662,"0"9"-15528,0 112 2060,0-120-4190,1 0 0,0 0 0,-1 0 0,1 0 0,0 1 0,-1-1 0,1 0 0,0-1 0,0 1 0,0 0 0,0 0 0,0 0 0,0 0 0,0-1 0,0 1 0,0 0 0,0-1 0,0 1 0,1-1 0,-1 0 0,0 1 0,0-1 0,1 0 0,-1 1 0,0-1 0,0 0 0,1 0 0,-1 0 0,0 0 0,0-1 0,2 1 0,45-5-65,-35 1-111,0-2 0,-1 1 0,0-2 0,0 1 1,-1-2-1,16-11 0,62-61-845,-63 55 974,-14 16 176,-7 11 787,-6 20 1273,0 0-2160,0-19-21,1 1 0,0 0-1,0 0 1,0 0 0,1 0-1,-1 0 1,1-1 0,0 1 0,0 0-1,0 0 1,1-1 0,1 4 0,-1-5-177,1 0 0,-1 0 0,0 0 1,1-1-1,-1 1 0,1-1 1,0 0-1,0 0 0,-1 0 1,1 0-1,0 0 0,0-1 1,0 1-1,0-1 0,0 0 0,0 0 1,5 0-1,-4 0 69,36 1-4333,0-3-6165,-18-4 4541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12:37.06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41 110 5923,'0'0'13048,"8"3"-11972,1 1-854,0-1 1,0 0-1,1-1 1,-1 0 0,1-1-1,-1 0 1,12 0 0,-18-1-193,-1 0 1,1 0-1,-1 0 1,1 0-1,-1 0 1,0-1-1,1 0 1,-1 1-1,1-1 0,-1 0 1,0 0-1,0 0 1,0 0-1,1 0 1,-1-1-1,0 1 1,0-1-1,-1 1 1,1-1-1,0 0 1,0 0-1,-1 0 0,1 0 1,-1 0-1,0 0 1,1 0-1,-1 0 1,0 0-1,0-1 1,-1 1-1,1 0 1,0-1-1,-1 1 1,1-1-1,-1 1 0,0 0 1,0-1-1,0-2 1,0 2-3,1-1 0,-1 0 0,-1 1 0,1-1 0,0 1 0,-1-1 0,0 1 0,1 0 0,-1-1 0,-1 1 0,1 0 0,0-1 0,-1 1 0,-2-3 0,2 4 49,0 1-1,0-1 0,-1 1 1,1-1-1,-1 1 0,1 0 1,-1 0-1,1 0 1,-1 0-1,0 1 0,1-1 1,-1 1-1,0 0 0,0-1 1,0 1-1,1 1 0,-1-1 1,0 0-1,-4 1 0,2 1 70,-1-1 0,1 1 0,-1 0 0,1 0 0,0 0-1,0 1 1,0 0 0,0 0 0,0 0 0,1 1 0,0-1 0,-1 1-1,1 0 1,1 1 0,-1-1 0,0 0 0,1 1 0,0 0-1,-4 8 1,2-4-33,0 1-1,0 1 1,1-1-1,1 1 1,-1 0-1,2 0 1,-1 0-1,2 0 1,-1 13-1,2-21-137,1-1 0,0 0-1,-1 1 1,1-1 0,0 0 0,1 0-1,-1 0 1,0 0 0,1 1-1,-1-2 1,1 1 0,-1 0-1,1 0 1,0 0 0,0-1 0,0 1-1,0-1 1,0 0 0,0 1-1,0-1 1,1 0 0,-1 0 0,0-1-1,1 1 1,-1 0 0,1-1-1,-1 1 1,0-1 0,3 0 0,12 3-1335,0-1 1,31 1-1,-6-3-1579,21 1-2172,-20-4-2483,4-7 943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12:37.23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75 1 8980,'0'0'16216,"-68"122"-14840,61-97-864,7-3 49,0-4-513,0-4-48,0-5-128,0-5-1137,27-33-22810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12:37.41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28 0 14134,'0'0'6099,"-27"124"-6099,27-85-496,0 3-1873,0 1-2721,0 0 944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12:37.81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7 7491,'0'0'17219,"5"8"-15077,-1 1-1889,-3-5-97,1-1 0,-1 1-1,1 0 1,0-1-1,0 0 1,0 1-1,0-1 1,1 0 0,-1 0-1,1 0 1,0 0-1,-1-1 1,1 1-1,1-1 1,-1 0 0,0 0-1,1 0 1,-1 0-1,1 0 1,-1-1-1,1 1 1,0-1 0,-1 0-1,1 0 1,8 0-1,-5-1-182,0-1 0,0 0 0,0 0 0,1 0-1,-1-1 1,-1 0 0,1 0 0,0-1 0,0 0 0,11-7 0,-4 0-207,1-1 1,-2 0-1,18-18 1,-28 44 652,-1 0 1,-1 0-1,0 29 1,-1-41-579,0 0 1,0 0-1,0 0 0,0 0 1,1 0-1,-1 0 1,1 0-1,0 0 1,0 0-1,0-1 0,0 1 1,1 0-1,-1-1 1,1 1-1,0-1 0,-1 1 1,1-1-1,0 0 1,0 1-1,1-1 1,-1 0-1,0-1 0,1 1 1,-1 0-1,1-1 1,0 1-1,-1-1 0,1 0 1,0 0-1,0 0 1,0 0-1,0 0 1,3 0-1,4 1-1711,0 0-1,0-1 1,1 0 0,19-1 0,-12-1-515,21 1-4480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12:38.34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758 56 3378,'0'0'15209,"-22"-12"-12845,-2-1-1236,-41-17 1,63 30-1042,0 0-1,0-1 1,0 1 0,-1 0-1,1 0 1,0 0-1,0 1 1,0-1 0,0 0-1,-1 1 1,1-1 0,0 1-1,0 0 1,0 0 0,0 0-1,0 0 1,0 0-1,1 0 1,-1 0 0,0 1-1,0-1 1,1 1 0,-1-1-1,1 1 1,-1 0-1,1-1 1,0 1 0,0 0-1,0 0 1,0 0 0,0 0-1,0 0 1,0 3 0,-3 1 227,-2 6-26,0 0 0,1 0 1,1 1-1,0 0 0,1-1 0,0 1 0,1 0 0,0 1 0,1-1 0,1 24 1,0-35-286,0-1 0,0 1 0,0 0 0,0-1 0,1 1 0,-1-1 0,0 1 0,1 0 0,-1-1 1,1 1-1,0-1 0,-1 1 0,1-1 0,0 0 0,0 1 0,0-1 0,0 0 0,0 1 0,0-1 0,1 0 1,-1 0-1,0 0 0,3 1 0,0 0-1,-1-1 0,1 1 0,-1-1 0,1 0 0,0 0 0,-1-1 0,1 1 1,0-1-1,-1 0 0,6 0 0,1-1-48,0 0 1,0-1-1,0 0 1,-1 0-1,1-1 1,-1 0-1,15-8 1,-9 2-57,-1 0 0,0-1 0,23-20 0,-50 73 1388,-2 18-880,2 1 1,3 0 0,-4 113 0,11-107-372,-3 0-1,-29 128 1,30-176-42,-1 0 0,-2-1-1,0 0 1,0 0 0,-2-1 0,-21 31 0,25-42 19,1 0 1,-1-1 0,0 1-1,-1-1 1,0-1-1,0 1 1,0-1 0,-1-1-1,1 1 1,-1-1-1,0-1 1,0 1 0,0-1-1,-1-1 1,1 0 0,-1 0-1,0 0 1,-10 0-1,-5-2-134,0 0-1,0-2 0,0-1 0,0-1 0,0 0 0,0-2 0,1-1 0,0-1 0,1-1 1,-1-1-1,2 0 0,-1-2 0,2-1 0,0 0 0,0-2 0,-23-21 0,39 32-152,0 1-1,1-1 0,-1 0 0,1 0 1,0-1-1,0 1 0,0-1 0,1 1 0,-1-1 1,1 0-1,0 0 0,1 0 0,-1 0 1,-1-9-1,3 9-480,0 1 0,0 0 1,0-1-1,1 1 0,0-1 1,-1 1-1,1 0 0,1 0 0,-1-1 1,1 1-1,-1 0 0,1 0 1,1 0-1,-1 1 0,0-1 0,6-6 1,19-23-9621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12:39.16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0 953 7267,'0'0'1724,"19"-16"1226,260-241 5582,-205 165-7472,91-150-1,-6 7-334,-150 228 1677,-10 18-1560,-9 21-191,7-25-498,-57 144 1651,53-129-1676,1 0 1,1 0 0,1 1 0,1 0 0,0 26 0,3 64 89,0-112-217,0 0 0,1 0 0,-1 0 1,0 0-1,1 0 0,-1 0 0,1 0 0,-1 0 0,1 0 0,0 0 0,-1 0 0,1 0 0,0-1 0,0 1 0,-1 0 0,1 0 0,0-1 0,0 1 0,0 0 0,0-1 0,0 1 0,0-1 0,0 1 0,0-1 0,0 0 0,0 1 0,0-1 0,1 0 0,-1 0 0,0 0 0,0 0 0,0 1 0,2-2 0,3 2-7,0-1 1,0-1 0,0 1 0,0-1-1,0 0 1,7-2 0,11-7-187,0-2 0,0-1 1,-1 0-1,-1-2 0,0-1 1,22-20-1,2 0-168,58-47-713,-3-5 1,164-184-1,-274 298 5475,-15 26-3665,-3-4-259,3 2 0,-20 54 1,35-76-320,1-1 0,1 2 0,2-1 1,0 1-1,0 50 0,-2 56-2448,7-134 2066,0 0-1,0-1 1,0 1 0,1 0-1,-1 0 1,0 0 0,1 0-1,-1 0 1,0-1 0,1 1-1,-1 0 1,1 0 0,-1-1-1,1 1 1,0 0 0,-1-1-1,1 1 1,0 0 0,-1-1-1,1 1 1,0-1 0,0 1-1,0-1 1,-1 0 0,1 1-1,0-1 1,0 0 0,0 0-1,0 1 1,0-1 0,-1 0-1,1 0 1,0 0-1,0 0 1,2 0 0,36-5-8182,-1-10-2010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12:39.50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154 5 8036,'0'0'11642,"-23"15"-8245,-69 52-1450,88-64-1857,1-1 0,0 1 0,0 0 0,1 0-1,-1 0 1,1 0 0,-1 0 0,1 1 0,0-1 0,0 1 0,0-1-1,1 1 1,-1 0 0,1 0 0,0 0 0,0 0 0,0 0 0,1 0-1,-1 0 1,1 0 0,0 0 0,0 0 0,1 0 0,-1 0 0,2 5-1,0 13 72,-2-21-155,0 0 0,0 1 0,0-1 1,0 0-1,0 1 0,0-1 0,0 0 0,0 0 0,1 1 0,-1-1 0,1 0 0,-1 0 0,1 0 0,-1 1 0,1-1 0,0 0 0,-1 0 1,1 0-1,0 0 0,0 0 0,0 0 0,0 0 0,0-1 0,0 1 0,0 0 0,0 0 0,2 0 0,0 0 5,0 0 0,0-1 0,0 0 0,0 1 0,-1-1 0,1 0 0,0-1 0,0 1 0,0 0 0,0-1-1,5-1 1,3-2 10,0 0 0,-1 0 0,0-1 0,0 0 0,16-12 0,-18 11-30,0 0 0,-1 0-1,0-1 1,0 0 0,-1 0 0,0-1 0,0 0-1,-1 0 1,1 0 0,-2-1 0,1 1 0,-2-1-1,1 0 1,-1-1 0,0 1 0,-1 0-1,0-1 1,0 1 0,-1-1 0,-1 0 0,0-14-1,0 23-881,2 30-14676,10-15 7740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12:40.01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278 436 5442,'0'0'12654,"-23"-3"-8841,-73-10-905,90 13-2606,0 0 1,-1 0-1,1 0 0,0 1 1,0-1-1,-1 2 1,1-1-1,0 1 1,0 0-1,0 0 1,0 0-1,0 1 0,1 0 1,-10 6-1,10-5-211,0 0 0,1 1 0,-1-1-1,1 1 1,0 0 0,0 0 0,0 0 0,1 1-1,0-1 1,0 1 0,0 0 0,1 0 0,0 0-1,0 0 1,0 0 0,1 0 0,0 0-1,-1 12 1,3-17-88,0 0 0,0 0 0,1 0 0,-1-1 0,0 1 0,0-1 0,0 1 0,0-1 0,1 1 0,-1-1 0,0 0 0,0 1 0,1-1 0,-1 0 0,0 0 1,1 0-1,-1 0 0,0 0 0,1 0 0,-1-1 0,0 1 0,2-1 0,1 1 2,6-1-26,-1 0 0,0 0-1,0-1 1,0-1 0,0 0 0,0 0 0,0 0-1,-1-1 1,0 0 0,12-9 0,11-8-385,34-30 0,-53 41 285,8-7-64,176-158-1308,-170 150 1424,-2-2-1,-1-1 1,-2-1 0,0 0-1,19-40 1,-39 67 107,1-2 79,0 1 0,0-1-1,-1 1 1,1-1-1,-1 0 1,0 1-1,0-1 1,0 0-1,-1 0 1,1-4-1,-11 15 1472,-24 27-1310,1 3 0,2 0 1,-30 48-1,48-64-183,1 1 0,0 0-1,2 1 1,0 0 0,2 1 0,1 0-1,0 0 1,-2 30 0,7-42-95,-1 9 0,1 0 0,0 1 0,2-1 0,3 32 0,-2-51-154,0 0 0,0-1 0,1 1 0,-1 0 0,0-1 0,1 1 0,-1-1 0,1 1 0,0-1 0,-1 0-1,1 0 1,0 0 0,0 0 0,0 0 0,0 0 0,0 0 0,0-1 0,0 1 0,0-1 0,0 1 0,0-1 0,0 0 0,0 0 0,0 0 0,0 0 0,4-1 0,56-3-6471,-33-7 521,4-8-2043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12:40.70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1 585 5122,'0'0'16605,"8"16"-15084,28 49-398,-34-63-1048,1 1 0,0 0 0,0-1-1,1 0 1,-1 0 0,0 0 0,1 0-1,-1 0 1,1-1 0,-1 1 0,1-1 0,0 0-1,0 0 1,0-1 0,-1 1 0,1-1 0,0 0-1,0 0 1,0 0 0,0 0 0,0-1 0,5-1-1,8 1 15,-14 1-85,1 0-1,0 0 1,0-1-1,0 0 1,0 0 0,-1 0-1,1 0 1,0 0-1,-1-1 1,1 0-1,-1 1 1,0-1 0,1-1-1,-1 1 1,0 0-1,0-1 1,0 0 0,-1 1-1,1-1 1,-1 0-1,1 0 1,-1-1-1,3-4 1,-2 0-1,1 0 1,-1 0-1,0 0 1,-1-1-1,0 1 0,0 0 1,-1-1-1,0 0 1,0-10-1,-1 17 0,-1 1 0,1 0 0,-1-1 0,1 1 0,-1-1 0,0 1 0,0 0 0,0 0 0,1-1 0,-1 1 0,-1 0 0,1 0 0,0 0 0,0 0-1,0 0 1,0 0 0,-1 0 0,1 0 0,0 1 0,-1-1 0,1 0 0,-1 1 0,1-1 0,-1 1 0,1 0 0,-1-1 0,1 1 0,-1 0 0,1 0 0,-1 0 0,1 0 0,-1 0 0,-1 1 0,-56 3 262,54-3-178,0 0 0,-1 0 0,1 1 1,1-1-1,-1 1 0,0 1 1,0-1-1,1 1 0,-1-1 0,1 1 1,0 0-1,0 1 0,0-1 1,0 1-1,1 0 0,-1 0 0,1 0 1,0 0-1,0 1 0,1-1 1,-1 1-1,1-1 0,-3 9 0,0 2-2,1 0 0,1 1 0,0 0 0,1 0 0,0 0 0,1 20 0,2-33-117,-1 0 1,1-1 0,-1 1-1,1-1 1,0 1-1,0-1 1,0 1-1,0-1 1,0 0 0,0 1-1,1-1 1,-1 0-1,1 0 1,0 0 0,0 0-1,-1 0 1,1 0-1,0-1 1,1 1 0,-1-1-1,0 1 1,0-1-1,1 0 1,-1 0-1,1 0 1,-1 0 0,1 0-1,-1 0 1,1-1-1,-1 0 1,1 1 0,2-1-1,12 2-680,-1 0-1,1-2 0,30-2 1,-29 0 98,0-2 0,-1 0 0,0-1 1,0-1-1,0 0 0,0-1 1,-1-1-1,-1-1 0,27-18 0,4-7-1645,72-71 0,-58 45 592,-3-3 1,72-104-1,-94 113 2958,54-108 1,-75 121 3059,-12 14 2116,-6 25-2655,-14 6-2312,9 1-1218,1 0 1,0 1-1,1 0 1,-1 0-1,1 1 0,1 0 1,-1 0-1,-10 16 1,-43 72 1409,57-89-1684,-9 16-8,2 1 0,0 1 0,2 0 0,0 0 0,2 1 0,0 0 0,2 0 0,1 0 0,1 1 0,1-1 0,4 44 0,-3-63 0,1 0 0,0 0 0,0 0 0,0 0 0,1 0 0,-1 0 0,2 0 0,-1-1 0,0 1 0,1-1 0,0 1 0,1-1 0,-1 0 0,1 0 0,0-1 0,0 1 0,0-1 0,1 0 0,-1 0 0,1 0 0,0 0 0,0-1 0,1 0 0,-1 0 0,1-1 0,-1 1 0,1-1 0,0 0 0,0-1 0,0 1 0,0-1 0,11 0 0,265 9-7190,-227-10 3735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13:06.43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0 1601,'0'0'0,"27"192"-1185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13:09.69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14 3 4290,'0'0'10199,"9"-1"-8502,-6 0-1530,0 1 0,0 0 0,0 0 0,0 0-1,0 0 1,0 0 0,-1 1 0,1-1 0,0 1 0,0 0 0,0 0-1,4 2 1,-5-1-31,0 0-1,0 0 0,0 0 1,0 0-1,-1 0 1,1 0-1,-1 0 0,0 0 1,1 1-1,-1-1 1,0 1-1,0-1 0,-1 1 1,1-1-1,0 1 0,-1-1 1,0 1-1,1 0 1,-1 3-1,1 72 1562,-3 0-1,-3-1 1,-27 136-1,-3 32-244,20 325-850,16-440-638,0-121-1378,1-13-2375,1-17-684,-4-11-722,-4-7-1941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13:10.65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720 224 2113,'0'0'6147,"14"-7"-3277,79 8 369,23 0-1800,185-21 1,588-150-42,-868 165-1176,74-14 908,-33 14 2750,-61 25-2944,-3-8-726,0-1 1,0 0-1,-1 0 0,-1 0 1,0-1-1,0 1 0,-11 17 1,-10 27 363,-3 31 150,3 2 1,5 0-1,-14 127 0,12 272 754,24-340-1298,-17 332 126,9-446-273,-17 58 1,-1 4 19,22-83-36,2-11-18,1 0 1,-1 0-1,0 0 1,0 0-1,0 0 1,0 0-1,-1 0 1,1 0-1,0 0 1,0 0-1,-1 0 1,1 0-1,0 0 1,-1 0-1,1 0 1,-1 0-1,1 0 1,-1-1-1,0 1 1,1 0-1,-1 0 1,0-1-1,1 1 1,-1 0-1,0-1 1,0 1-1,-1 0 1,-1-1-123,-1 0 0,1-1 0,0 1 1,-1-1-1,1 1 0,0-1 1,-1 0-1,1-1 0,0 1 0,0 0 1,0-1-1,0 0 0,-4-2 1,-21-10-407,-19 3 117,-2 2 0,1 2 0,-66-2 0,48 5 278,-1483-48 516,1481 53-161,47 3-124,20-4-97,1 0 0,0 0 1,0 0-1,0 0 1,0 0-1,0 1 0,0-1 1,0 0-1,0 0 0,0 0 1,-1 0-1,1 0 1,0 0-1,0 0 0,0 0 1,0 0-1,0 0 1,0 0-1,0 0 0,0 0 1,0 0-1,0 1 0,0-1 1,0 0-1,0 0 1,-1 0-1,1 0 0,0 0 1,0 0-1,0 0 1,0 0-1,0 1 0,0-1 1,0 0-1,0 0 1,0 0-1,0 0 0,0 0 1,0 0-1,0 0 0,0 0 1,1 1-1,-1-1 1,0 0-1,0 0 0,0 0 1,0 0-1,0 0 1,0 0-1,0 0 0,0 0 1,0 0-1,0 0 0,0 1 1,0-1-1,0 0 1,0 0-1,1 0 0,-1 0 1,0 0-1,0 0 1,0 0-1,0 0 0,0 0 1,0 0-1,31 5-85,16-4-400,7-1-1457,61-6 0,-94 3-434,1-1-1,-1-1 0,27-10 1,7-7-7341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13:12.04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272 46 2801,'0'0'13583,"2"-7"-12103,-1 6-1431,-1 0-1,1 0 0,-1 0 1,0 0-1,1 0 0,-1 0 1,0 0-1,0 0 1,0 0-1,0 0 0,1 0 1,-2 0-1,1 0 0,0-1 1,0 1-1,0 0 0,0 0 1,-1 0-1,1 0 1,0 0-1,-1 0 0,1 0 1,-1 0-1,1 0 0,-1 0 1,0 1-1,1-1 1,-1 0-1,0 0 0,1 0 1,-1 1-1,0-1 0,0 0 1,0 1-1,0-1 1,-1 0-1,-2 0 21,-1 0 1,1 1-1,-1-1 1,0 1-1,1 0 0,-1 0 1,1 0-1,-1 1 1,1 0-1,-1-1 0,-5 3 1,-2 1 4,0 1 0,1 0 0,0 0 1,0 1-1,0 1 0,0-1 1,1 2-1,1 0 0,-1 0 0,1 0 1,0 1-1,1 1 0,0-1 0,1 1 1,0 1-1,0 0 0,1-1 0,0 2 1,1-1-1,1 1 0,-1 0 0,2 0 1,0 0-1,0 0 0,1 0 0,1 1 1,0-1-1,1 1 0,1 18 0,-1-28-72,1 1 0,-1-1 0,1 0 0,0 1 0,0-1-1,0 0 1,1 0 0,-1 0 0,1 0 0,-1 0 0,1 0 0,0 0-1,0-1 1,0 1 0,1-1 0,-1 1 0,1-1 0,-1 0-1,1 0 1,0 0 0,-1 0 0,1 0 0,0-1 0,0 0-1,1 1 1,-1-1 0,4 1 0,7 1 26,0-1-1,1 0 1,-1-1 0,1-1 0,15-1-1,-16 1-2,-5-1-19,-1 0 0,1 0 0,-1 0-1,1-1 1,-1-1 0,0 1 0,0-2 0,0 1 0,-1-1-1,1 0 1,-1 0 0,1-1 0,-2 0 0,1 0 0,0-1-1,-1 0 1,0 0 0,9-12 0,-8 8 6,0-1-1,-1 1 1,0-1-1,0 0 1,-2 0-1,1-1 1,-1 1 0,-1-1-1,0 0 1,-1 0-1,0 0 1,0-22 0,-1 17 43,0-32 4,-1 47-24,0 1 0,0-1 0,0 0 0,0 1 0,0-1 0,-1 1 0,1-1 0,0 1 0,-1 0 0,1-1 0,-1 1 1,0-1-1,1 1 0,-1 0 0,0-1 0,0 1 0,0 0 0,0 0 0,0 0 0,0 0 0,0 0 0,-2-2 0,1 3-93,1 0 0,0 0 0,0 0 0,-1 0 0,1 0 0,0 0 0,0 0 0,-1 1 0,1-1-1,0 0 1,0 1 0,0-1 0,0 1 0,0-1 0,0 1 0,-1 0 0,1-1 0,0 1 0,1 0 0,-1 0 0,0 0 0,0 0 0,0 0 0,0 0 0,1 0 0,-1 0 0,1 0-1,-1 0 1,0 0 0,1 0 0,0 0 0,-1 1 0,1 1 0,-1-2-164,-8 50-6437,3-24-125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13:12.89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535 1 4306,'0'0'14873,"2"6"-11734,8 25-1422,-7-1-861,-1-1 0,-1 0 0,-4 32-1,1 6 95,-18 372 1646,12-295-2350,-3 24 84,9-100-10,2-68 29,0-9-240,-1-14 86,-3 20-122,-4 12-44,-60 96-8,-120 166 70,124-188-200,-104 181-1,163-258-3479,11-24 1366,14-31-1436,1 6-1276,5-6-2642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13:13.40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 1745,'0'0'7014,"6"8"4833,-5-2-11574,1 64 4867,-1-58-4875,1 0 1,0 0-1,0 0 0,1-1 1,1 1-1,7 16 1,10 10 199,2-1 1,1-1-1,2-1 1,35 37-1,-28-35-301,-2 2 1,40 65-1,-59-77-693,-13-21-1166,-9-16-350,-29-33-6316,18 15 523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13:13.95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12 43 1809,'0'0'6886,"-11"2"1021,973-33 1687,-951 30-9330,2 0 707,0-1 0,0 0 0,21-6 1,-33 8-164,-23 0-872,-2 1-1530,1 2 0,0 1 0,-28 7 0,17-3-1773,-26 3-4453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13:14.71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329 108 1457,'0'0'13657,"9"-17"-10920,22-54-411,-30 70-2280,-1 1-1,0-1 1,0 0-1,0 1 1,0-1-1,0 0 1,0 1-1,0-1 1,0 0-1,0 1 1,0-1-1,-1 0 1,1 1-1,0-1 1,0 1-1,-1-1 1,1 0-1,0 1 1,-1-1-1,1 1 1,0-1-1,-1 1 1,1-1-1,-1 1 1,1-1-1,-1 1 1,1-1-1,-1 1 1,1 0-1,-1-1 1,0 1-1,1 0 1,-1-1-1,1 1 1,-1 0-1,0 0 1,1 0-1,-1 0 1,0 0-1,1-1 1,-1 1-1,0 0 1,1 0-1,-1 1 1,0-1-1,0 0 1,-36 5 1236,36-5-1227,-26 8 445,1 2-1,0 0 0,0 2 0,1 1 0,1 1 1,0 1-1,1 1 0,-30 26 0,46-35-443,1 0 0,-1 0-1,1 0 1,1 1 0,-1-1 0,-6 16-1,10-22-62,1 1 0,0 0-1,0 0 1,1 0-1,-1-1 1,0 1 0,1 0-1,-1 0 1,1 0-1,-1 0 1,1 0 0,0 0-1,0 0 1,0 0 0,0 0-1,0 0 1,0 0-1,1 0 1,-1 0 0,1 0-1,-1 0 1,1 0-1,0 0 1,0 0 0,0-1-1,0 1 1,0 0-1,0 0 1,0-1 0,1 1-1,-1-1 1,0 1 0,1-1-1,0 0 1,-1 0-1,1 1 1,2 0 0,58 21-909,9 2-218,-66-22 1024,0-1 0,-1 1 0,1 0-1,-1 0 1,1 1 0,-1-1 0,0 1-1,0 0 1,-1 0 0,1 0 0,3 6-1,-6-9 107,0 1 0,0 0-1,0-1 1,0 1-1,-1 0 1,1 0-1,0 0 1,-1 0 0,1 0-1,-1 0 1,0 0-1,0 0 1,0 0 0,0 0-1,0 0 1,0 0-1,0 0 1,-1 0 0,1 0-1,-1 0 1,1 0-1,-1 0 1,0 0-1,1 0 1,-1-1 0,0 1-1,-1 0 1,1-1-1,0 1 1,0 0 0,-1-1-1,1 1 1,-1-1-1,1 0 1,-1 0-1,1 1 1,-1-1 0,0 0-1,-2 1 1,-9 5 86,-1-1-1,0-1 1,0 1 0,-20 3-1,9-2 82,-7 2-107,29-8-120,4-5-1923,7-14-2343,10-10-2922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13:15.07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70 10997,'0'0'10149,"24"3"-9013,-19-2-1086,183 13 1111,-185-13-1161,-1-1-1,1 0 0,0 0 0,0 0 0,0 0 0,0-1 1,-1 1-1,1-1 0,0 0 0,0 0 0,-1 0 0,1 0 0,-1 0 1,1 0-1,-1-1 0,1 1 0,-1-1 0,0 0 0,0 1 1,0-1-1,0 0 0,0 0 0,0-1 0,0 1 0,0 0 1,-1-1-1,0 1 0,1-1 0,-1 1 0,0-1 0,0 1 0,0-1 1,-1 0-1,1 0 0,0 1 0,-1-1 0,0-4 0,0 6 1,-1-1 1,1 1-1,-1 0 0,1 0 0,-1 0 0,0 0 0,1-1 0,-1 1 0,0 0 0,0 0 0,0 0 0,0 1 1,0-1-1,0 0 0,0 0 0,0 0 0,0 1 0,0-1 0,0 0 0,-1 1 0,1-1 0,0 1 0,0 0 1,-1-1-1,1 1 0,0 0 0,0 0 0,-1 0 0,1 0 0,-2 0 0,-49-2 92,43 2-35,-2 0 150,0 1 0,0-1 0,1 2-1,-1 0 1,0 0 0,1 0 0,0 2-1,-13 4 1,19-6-110,0 1 0,0-1 0,0 0 0,0 1 1,0 0-1,1 0 0,0 0 0,-1 1 0,1-1 0,0 1 0,0 0 0,1-1 0,-1 1 0,1 0 0,0 1 0,0-1 1,0 0-1,1 1 0,-1-1 0,1 1 0,-1 6 0,1-1-101,-1-1 0,2 1 0,-1 0-1,1-1 1,1 1 0,0 0 0,0-1 0,5 19 0,-4-24-190,0 0 0,0 1 0,0-1 0,1-1 0,-1 1 0,1 0 0,0-1 0,0 1 1,0-1-1,1 0 0,-1 0 0,1 0 0,0 0 0,0-1 0,0 0 0,0 1 0,0-2 0,0 1 0,0 0 1,1-1-1,4 1 0,6 2-2074,1-2 0,0 0 1,28-1-1,-2-1-5309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13:15.38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12 119 3698,'0'0'18099,"0"5"-16352,0 85 3007,0-90-4610,-6-7 94,4-3-232,1 0 0,0-1 0,0 1 0,1 0 1,0-1-1,1 1 0,0 0 0,0-1 0,1 1 0,1 0 1,0 0-1,0 0 0,1 1 0,0-1 0,5-8 1,-7 15-107,0 0 0,0 0 1,0 1-1,0-1 0,1 1 1,-1-1-1,1 1 1,-1 0-1,1 0 0,0 0 1,0 0-1,0 1 1,0-1-1,5-1 0,11 2-3939,1 7-4034,-7 2-232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13:15.74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37 7075,'0'0'18793,"6"17"-17027,3 9-1233,-3-7 53,1-1 0,13 26 1,-20-44-572,1 1-1,-1-1 1,0 1 0,0-1 0,1 1 0,-1-1-1,0 1 1,0-1 0,1 1 0,-1-1 0,1 0-1,-1 1 1,0-1 0,1 0 0,-1 1 0,1-1-1,-1 0 1,1 0 0,-1 1 0,1-1 0,-1 0-1,1 0 1,-1 0 0,1 0 0,-1 1 0,1-1-1,0 0 1,-1 0 0,1 0 0,-1 0 0,1 0-1,-1-1 1,1 1 0,-1 0 0,1 0 0,-1 0-1,1 0 1,-1-1 0,1 1 0,-1 0 0,1 0-1,-1-1 1,1 1 0,-1 0 0,1-1 0,-1 1-1,0 0 1,1-1 0,-1 1 0,0-1 0,1 1-1,-1-1 1,18-26 60,61-108-123,-78 138-5496,-1 0 4785,0-1-1,1 0 0,-1 1 1,1-1-1,-1 0 0,1 0 1,0 1-1,0-1 0,0 0 1,0 0-1,0 0 0,0 0 1,1 0-1,-1 0 0,1-1 1,-1 1-1,1 0 0,2 1 1,16 7-4895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13:16.02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68 77 4066,'0'0'14084,"10"-8"-12091,31-21-51,-40 28-1755,0 1-1,0-1 1,0 0 0,0 0 0,0 1 0,0-1 0,0 0 0,0 0-1,-1 0 1,1 0 0,0 0 0,-1-1 0,1 1 0,-1 0 0,1 0-1,-1 0 1,1-2 0,-1 3-122,0-1 0,0 1-1,0-1 1,0 1 0,-1-1 0,1 0-1,0 1 1,0-1 0,-1 1 0,1-1-1,0 1 1,0-1 0,-1 1 0,1 0-1,-1-1 1,1 1 0,0-1 0,-1 1-1,1 0 1,-1-1 0,1 1 0,-1 0 0,0-1-1,-29-7 696,18 8-581,4-1-24,1 0 0,0 1-1,-1 0 1,1 1 0,-11 1 0,16-1-133,1-1 0,0 0 0,-1 1 0,1 0 0,-1-1 0,1 1 0,0 0 0,-1 0 0,1-1 1,0 1-1,0 0 0,0 0 0,0 1 0,0-1 0,0 0 0,0 0 0,0 0 0,0 1 0,0-1 0,1 0 0,-1 1 0,1-1 1,-1 1-1,1-1 0,-1 0 0,1 1 0,0-1 0,0 1 0,-1-1 0,1 1 0,1 2 0,-2 0-18,1 0 0,0 0-1,0 0 1,1 0 0,-1 0 0,1 0 0,0 0-1,0 0 1,0 0 0,1-1 0,-1 1-1,1 0 1,0-1 0,4 7 0,-3-7-168,0-1 1,1 1 0,-1-1 0,1 0 0,0 0 0,0 0 0,-1 0 0,1 0 0,0-1-1,0 0 1,1 0 0,-1 0 0,0 0 0,8-1 0,109 3-11611,-74-3 3565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13:16.28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41 136 7363,'0'0'15335,"-7"20"-13374,-20 61-368,27-81-1478,0 0-1,0-1 0,0 1 1,0 0-1,0 0 1,-1 0-1,1 0 1,0 0-1,0 0 1,0 0-1,0 0 1,0 0-1,-1 0 1,1 0-1,0 0 1,0-1-1,0 1 1,0 0-1,0 0 1,-1 0-1,1 0 1,0 0-1,0 0 1,0 0-1,0 0 1,0 1-1,-1-1 1,1 0-1,0 0 1,0 0-1,0 0 1,0 0-1,0 0 1,-1 0-1,1 0 1,0 0-1,0 0 1,0 0-1,0 1 1,0-1-1,0 0 1,-2-33 858,2 17-1026,1 1 0,1-1 0,3-17 1,-2 25 104,1 1 0,-1 0 0,1 0 0,1 1 1,5-8-1,15-24-1406,-19 11-4870,-6 18 58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13:17.32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287 58 5218,'0'0'4069,"-22"6"-1585,17-5-2408,-20 5 694,1 1-1,-37 16 1,51-18-506,0 0-1,1 0 0,0 1 1,0 0-1,0 0 1,1 1-1,0 0 1,0 1-1,0 0 0,1 0 1,-9 14-1,9-7-66,1 0-1,0 0 1,1 0-1,1 1 1,1-1-1,0 1 1,1 0 0,0 0-1,1 0 1,1 1-1,4 29 1,-3-38-151,0 1 0,0-1 1,1 0-1,0 1 1,0-1-1,1 0 0,0 0 1,1-1-1,-1 1 0,1-1 1,1 1-1,0-1 0,0-1 1,0 1-1,1-1 1,0 0-1,8 7 0,-6-6-31,1-1 0,1 0 0,-1-1 0,1 0-1,0 0 1,0-1 0,1 0 0,-1-1 0,1 0-1,-1-1 1,1 0 0,20 1 0,-11-3-17,0 0 1,-1-1-1,1-2 0,-1 0 1,0 0-1,0-2 0,0-1 1,30-12-1,-35 11-8,-1 0 1,-1 0-1,1-1 1,-1 0-1,-1-1 1,0-1-1,0 0 1,0 0-1,-2-1 1,1-1-1,-1 1 1,9-18-1,-13 20 17,-1 1 0,-1-2 0,1 1 0,-2 0 0,1 0 0,-1-1 0,0 1 0,-1-1-1,0 0 1,-1 0 0,0 1 0,-1-1 0,0 0 0,-3-14 0,-1 3 25,-1 1 0,-1 0 0,0 1 0,-2-1 0,-16-27 0,16 32 87,-1 0-1,0 0 0,-1 1 1,-17-18-1,24 29-54,1 0 0,0 0 0,-1 0 1,0 0-1,1 0 0,-1 1 0,0-1 0,0 1 0,-1 0 1,1 1-1,0-1 0,-1 1 0,1 0 0,-1 0 0,1 0 1,-1 0-1,0 1 0,1 0 0,-1 0 0,0 0 0,1 1 1,-7 0-1,8 1-69,0-1 1,0 1-1,0-1 0,0 1 1,1 0-1,-1 0 1,0 1-1,1-1 0,-1 0 1,1 1-1,0 0 0,0-1 1,0 1-1,0 0 1,0 0-1,1 0 0,0 0 1,-1 0-1,1 1 1,-1 3-1,-3 12-630,0 0 0,-2 26 0,4-23-741,-4 54-7353,7-44 1510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13:18.22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488 18 1345,'0'0'10789,"2"-5"-8970,6-7-594,-5 13 1273,-2 25 2289,-1-6-4546,0 132 4160,3 84-2163,0 86 17,-3-322-2215,-13 7-138,0 6 100,0 1 0,1 0-1,1 1 1,0 0 0,-11 23 0,-11 14 0,-21 25-4,-224 298-92,261-360-3,15-14 14,0 0 1,0 0-1,0 1 0,0 0 0,0-1 0,0 1 1,0 0-1,1 0 0,-1 0 0,1 0 0,-1 0 1,1 0-1,0 0 0,0 0 0,-1 1 1,2-1-1,-1 1 0,0-1 0,0 0 0,0 5 1,9-12-1234,74-69-4668,6-6-7219,-49 42 4084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13:18.81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23 111 1889,'0'0'4311,"-4"-2"-3601,2 0-499,0-1-1,0 1 1,1-1 0,-1 0 0,1 1-1,-1-1 1,1 0 0,0 0 0,0 0-1,0 1 1,0-1 0,1 0 0,-1-1 0,1 1-1,0 0 1,0 0 0,0 0 0,0 0-1,0 0 1,1-3 0,6-39 9879,-6 54-9701,0 0 0,1 0 0,0-1 1,1 1-1,0 0 0,0-1 0,1 0 0,0 0 0,0 0 1,1 0-1,0-1 0,10 12 0,4 4 365,1-2 0,38 33 0,10 0-137,-27-22-198,-1 2-1,60 65 0,-85-80 257,21 38 0,-26-40-499,-5-12-1491,-10-19-457,-16-28-3374,-5 6-1353,-7-7-4255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13:19.42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1 144 224,'0'0'11387,"24"4"-9405,-7-1-1615,25 4 435,-1-3-1,47 1 1,11-11 712,-1-5 0,175-42 0,-158 29-176,-91 19-963,216-54 5973,-223 52-3577,-22 6-4445,-34 7-6768,20-3 5649,-21 0-6176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13:21.03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0 632 4578,'0'0'8879,"28"12"-3258,23 18-1912,-11-4-2394,1-2 0,1-2 0,89 34 1,-84-44-1036,0-1 1,1-3 0,74 4 0,149-11 521,-265-1-788,107-8 182,0-5-1,202-51 1,-283 55-195,1-2 1,-1-1-1,-1-2 0,-1-1 1,0-1-1,0-1 0,-2-2 1,0-1-1,39-37 0,-39 34-26,0-2-1,-1 0 0,-1-2 0,-2-1 0,31-46 1,-35 46-174,1 1-1,1 0 1,40-36 0,-39 40 97,-2 2 67,0 1 1,2 1 0,0 0-1,1 2 1,1 1 0,41-20-1,-41 29 137,1 1 0,-1 1 0,1 1 0,0 2 0,0 0 0,43 4 0,-25-2 1,14 0 753,-57 0-584,25 0 1236,-50 2-1880,-16-1-2405,17-4-2820,23 2 5093,-1 1-1,0-1 0,0 1 0,0-1 1,1 1-1,-1-1 0,0 0 0,0 1 0,1-1 1,-1 0-1,1 0 0,-1 0 0,1 1 1,-1-1-1,1 0 0,-1 0 0,1 0 1,0 0-1,-1-1 0,0-11-7589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13:22.33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146 0 2385,'0'0'13897,"-3"10"-12112,-6 20 1199,-7 50 0,7 12 12,8-61-2193,-3 1 0,-7 36 0,10-56-604,2-11-184,-1-1 0,0 1 0,0-1 1,0 1-1,0-1 0,0 1 0,0-1 0,0 1 0,0-1 1,0 0-1,0 1 0,0-1 0,0 1 0,0-1 1,0 1-1,0-1 0,0 1 0,0-1 0,0 1 0,-1-1 1,1 0-1,0 1 0,0-1 0,-1 1 0,1-1 1,0 0-1,-1 1 0,1-1 0,0 0 0,-1 1 0,1-1 1,0 0-1,-1 0 0,1 1 0,-1-1 0,0 0 0,0 0 151,0 0-121,-4 0-31,4 0-17,-7-22 30,6 17-112,0 0-1,0 0 1,1 0-1,-1 0 1,1 0-1,0 0 1,0-8 0,-1-38-1084,1 33 701,0-1 0,1 0 1,1 0-1,1 1 0,5-24 0,-1 31 934,0 14 63,9 27 535,1 1-233,-11-28-762,1 1 1,0-2 0,0 1-1,0-1 1,1 1-1,-1-2 1,0 1 0,1-1-1,9 1 1,-9-1-10,0 0 0,1 0 0,-1 1 0,0 0 0,0 0 0,0 1 0,11 6 0,-11-5 31,-1 1 0,0-1-1,-1 1 1,1 0 0,-1 1 0,0-1-1,0 1 1,-1 0 0,0 1-1,4 7 1,-7-14-72,-1 1 0,1-1 0,-1 1 0,0-1 1,1 1-1,-1-1 0,0 1 0,1-1 0,-1 1 0,0-1 0,0 1 0,1 0 0,-1-1 0,0 1 0,0-1 0,0 1 0,0 0 0,0-1 1,0 1-1,0-1 0,0 1 0,0 0 0,0-1 0,0 1 0,0-1 0,-1 1 0,1-1 0,0 1 0,0 0 0,-1-1 0,1 1 1,0-1-1,-1 1 0,1-1 0,0 1 0,-2 0 0,-24 1 324,13-3-442,-7 2 93,1 1 1,-1 0-1,1 1 1,0 1-1,-29 10 0,37-11 8,1 1 0,-1 1 0,1 0 0,1 0 0,-1 1 0,1 0 0,0 1 0,0 0 0,1 0-1,0 1 1,-8 9 0,16-17 9,-1 0 1,1 0-1,0 0 0,0 1 0,0-1 1,0 0-1,0 0 0,-1 0 0,1 1 1,0-1-1,0 0 0,0 0 0,0 0 1,0 1-1,0-1 0,0 0 0,0 0 1,0 0-1,0 1 0,0-1 0,0 0 1,0 0-1,0 1 0,0-1 0,0 0 1,0 0-1,0 0 0,0 1 0,0-1 1,1 0-1,-1 0 0,0 0 0,0 0 1,0 1-1,0-1 0,0 0 0,0 0 1,1 0-1,-1 0 0,0 1 0,0-1 1,0 0-1,0 0 0,1 0 0,-1 0 1,0 0-1,0 0 0,0 0 0,1 0 1,-1 0-1,0 0 0,0 1 0,1-1 0,-1 0 1,0 0-1,0 0 0,0 0 0,1 0 1,-1-1-1,0 1 0,1 0 1,22 0-254,-10-1-2071,-13 15-7955,0-7 2461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13:25.43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15897 0 720,'0'0'12497,"0"24"-8666,-1-9-2550,-1 0 0,-7 29 0,-1 10 129,6-34-1099,0-1-1,-2 1 1,-9 22 0,-2 9 15,4-17 80,-2 0 0,-1-1 0,-1-1 0,-25 34 1,41-64-387,-11 15 106,0-1-1,-1 0 1,0-1 0,-2-1-1,-31 25 1,-92 53 304,84-58-333,-121 69 159,-361 154 0,324-164-245,-228 85 53,39-66 3,76-23-41,-63 59-173,261-94 141,-208 60-1,-467 47-201,-10-51-46,-486-26 283,-7-80-30,1274-4 8,-904-44-22,1-44 222,748 69-105,-760-110 28,596 76 49,-558-49 128,-672 19-417,600 42 47,73-44-186,781 74 141,89 10-51,1-1 0,-1-3-1,1-1 1,-37-10 0,72 15 159,-27-8 8,1 0 1,0-2 0,-40-23 0,66 34-36,1 0 1,0 0 0,-1 0 0,1 0-1,0 0 1,-1 0 0,1-1 0,0 1-1,-1 0 1,1 0 0,0 0 0,-1 0-1,1-1 1,0 1 0,0 0 0,-1 0-1,1 0 1,0-1 0,0 1 0,-1 0-1,1-1 1,0 1 0,0 0 0,0 0-1,-1-1 1,1 1 0,0 0 0,0-1-1,0 1 1,0 0 0,0-1 0,0 1-1,0 0 1,0-1 0,0 1 0,0-1-1,0 1 1,0 0 0,0-1 0,0 1-1,0 0 1,0-1 0,0 1 0,0 0-1,0-1 1,0 1 0,1 0 0,-1-1-1,0 1 1,1-1 0,12-3-3275,-15 4 650,-3 0 1717,-9 0-6214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13:26.84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468 1 960,'0'0'6350,"41"2"4487,-41 2-10429,0 0 1,0 0-1,0 0 1,-1 0-1,1 0 1,-1-1-1,0 1 1,0 0 0,0 0-1,0-1 1,-1 1-1,0-1 1,-2 4-1,0-2-313,-1 0 0,0-1 0,0 1 1,-1-1-1,1-1 0,-1 1 0,-6 3 0,-20 10 183,-45 29-69,-2-4 0,-130 49 0,166-79-255,37-10 3883,14-2-3639,1 1 0,-1 0 0,1 1 0,-1 0 0,0 0 0,0 1 0,0 0 0,0 1 0,0-1 0,8 6 1,21 10 303,-5-4-260,-19-8-112,0-1 1,0 0-1,23 5 0,39 17-130,-74-26 0,-1 0 0,2-16 0,0 1 0,0 0 0,2 0 0,0 0 0,0 0 0,1 0 0,1 1 0,0 0 0,14-22 0,-8 15 0,-2 0 0,-1-1 0,8-20 0,-3 9 0,-11 27 0,-1 0 0,1 0 0,-1 0 0,0-1 0,-1 1 0,1 0 0,-1-1 0,1-8 0,0 10 0,-2 3-11,1 0 1,-1 0-1,1 0 0,-1 0 0,1 0 1,-1 0-1,1 0 0,-1 0 0,1 1 1,0-1-1,-1 0 0,0 0 0,1 1 1,-1-1-1,1 0 0,-1 1 1,1-1-1,-1 0 0,0 1 0,1-1 1,-1 1-1,1-1 0,-1 1 0,0-1 1,0 0-1,1 1 0,-1-1 0,0 1 1,0 0-1,0-1 0,1 1 1,-1-1-1,0 1 0,0-1 0,0 1 1,0-1-1,0 1 0,0-1 0,0 1 1,0 0-1,0-1 0,-1 1 0,0 23-1811,-10 1-6755,9-12 437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13:33.35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0 163 464,'0'0'17939,"33"5"-12454,-27 7-5264,0-1 1,0 1-1,-2 0 0,1 1 0,-1-1 0,-1 1 0,0 0 1,-1 0-1,1 15 0,-3-28-26,-2-28-83,-1 11-86,0-1 1,2 1-1,0-1 1,0 0 0,2 0-1,0 0 1,7-33-1,-7 46-93,1-1 0,0 1 0,-1 0-1,2-1 1,-1 1 0,1 0 0,0 0 0,0 1-1,0-1 1,0 1 0,1-1 0,0 1-1,0 0 1,0 0 0,0 1 0,1-1 0,-1 1-1,1 0 1,0 0 0,0 1 0,0-1-1,0 1 1,1 0 0,-1 1 0,0-1 0,1 1-1,-1 0 1,12 0 0,57 0-10004,-41 1 3204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13:33.82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164 0 5747,'0'0'11488,"-17"11"-9650,2-3-1391,1-1 112,0 1 1,0 0-1,1 1 1,0 0-1,1 1 0,0 1 1,-12 12-1,22-20-507,0 1 1,0-1-1,1 1 1,-1-1-1,1 1 1,0-1-1,0 1 1,0 0-1,0-1 1,1 1-1,-1 0 1,1 0-1,0 0 1,1 5-1,-1-4-36,35-5 48,-32-1-60,0 0 0,1 0 0,-1 0-1,0-1 1,0 1 0,0-1 0,0 1 0,0-1 0,0 0-1,0-1 1,0 1 0,-1 0 0,1-1 0,-1 1 0,0-1-1,3-5 1,25-21 318,-30 29-310,1-1 1,-1 1-1,1 0 1,-1 0-1,1 0 1,-1-1-1,1 1 1,-1 0 0,1 0-1,-1 0 1,1 0-1,0 0 1,-1 0-1,1 0 1,-1 0-1,1 1 1,-1-1-1,1 0 1,-1 0-1,1 0 1,-1 0-1,1 1 1,-1-1-1,1 0 1,-1 1-1,0-1 1,1 0-1,-1 1 1,1-1-1,-1 0 1,0 1-1,1-1 1,-1 1-1,0-1 1,1 0-1,-1 2 1,14 23-142,-5-7-333,-6-15-7,-1-1 0,0 1 0,0-1 0,1 0 0,0 0 1,-1 0-1,1 0 0,0 0 0,0-1 0,0 1 0,0-1 0,0 0 0,6 2 1,9 0-5505,2-3-3530,-15 0 7286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13:34.23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63 1393,'0'0'10671,"4"-2"-8510,-3 2-1974,0 0 0,0 0 0,1 0 0,-1 0 0,0 0 1,0 0-1,0 0 0,0 1 0,0-1 0,0 0 0,0 0 0,0 1 0,0-1 0,0 1 0,0-1 0,0 1 0,0-1 0,0 1 0,0 0 0,0 0 0,0-1 0,-1 1 0,1 0 1,0 0-1,-1 0 0,1 0 0,0-1 0,-1 1 0,1 0 0,-1 0 0,0 0 0,1 1 0,-1-1 0,1 1 0,18 26 2641,-16-27-2836,1 0 0,-1-1-1,1 1 1,0-1 0,0 1-1,-1-1 1,1 0 0,0-1-1,-1 1 1,1-1 0,0 1 0,-1-1-1,1 0 1,0 0 0,-1-1-1,0 1 1,5-3 0,0-2-214,0-1 1,0 1 0,-1-2-1,0 1 1,7-10-1,27-25 25,-27 33 2598,-9 19-121,-1 0-2770,-4-8 424,1 0 0,0 0-1,0 0 1,0 0 0,0 0 0,0 0 0,0-1 0,1 1-1,-1 0 1,1 0 0,-1-1 0,1 1 0,0-1-1,-1 0 1,1 1 0,0-1 0,0 0 0,0 0 0,3 1-1,1 0-1448,1-1-1,0 0 0,0 0 0,-1-1 1,11 0-1,9 0-5970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13:34.74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163 472 1393,'0'0'19288,"-17"-3"-17641,-54-5-247,68 8-1321,0 0 1,0 0-1,1 1 0,-1-1 1,0 1-1,0 0 0,1 0 1,-1-1-1,1 2 0,-1-1 1,1 0-1,-1 0 0,1 1 0,0 0 1,-1-1-1,1 1 0,0 0 1,0 0-1,0 0 0,1 0 1,-1 0-1,0 1 0,1-1 0,-1 0 1,1 1-1,0-1 0,-1 5 1,-1 0-35,0 1 1,1 0-1,1 0 1,-1 1 0,1-1-1,0 13 1,2-20-47,-1 0 1,1-1-1,-1 1 0,1 0 0,-1-1 1,1 1-1,0-1 0,-1 1 0,1-1 1,0 1-1,-1-1 0,1 1 0,0-1 1,0 1-1,0-1 0,-1 0 0,1 0 1,0 1-1,0-1 0,0 0 0,0 0 1,-1 0-1,1 0 0,0 0 0,0 0 1,0 0-1,0 0 0,0 0 0,-1-1 1,1 1-1,0 0 0,0 0 0,1-1 1,31-9-12,-21 1-57,-1 0 0,0-1 0,0 0 0,10-14 0,1 0-133,2 1 40,-2-2 0,0 0 1,-2-1-1,-1-2 0,-1 1 1,-1-2-1,-1-1 0,-2 0 1,17-52-1,-23 57 439,-2-1 1,-1 1-1,-1-1 1,1-33-1,-5 58 465,-7 16 66,-7 16-327,-74 183 2363,78-183-2729,2 0 0,1 0 0,1 1 0,2 0 1,-1 42-1,5-70-59,0-1-172,0 0-1,0 0 0,0 1 0,0-1 0,0 0 1,1 1-1,0-1 0,-1 0 0,1 0 0,2 3 1,-2-4-74,0-1 1,1 0-1,-1 0 0,1 0 1,-1 0-1,1 0 1,-1-1-1,1 1 1,0 0-1,-1-1 1,1 1-1,0-1 1,0 1-1,-1-1 1,1 0-1,0 0 1,0 0-1,-1 0 1,1 0-1,2-1 1,3 1-764,-1 0 0,1 0 0,-1-1 0,1 0 0,-1 0 1,0-1-1,1 1 0,-1-2 0,0 1 0,0-1 0,0 1 0,0-2 0,-1 1 0,1-1 1,-1 1-1,0-2 0,6-5 0,16-15-4522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13:35.07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101 57 2801,'0'0'18606,"-13"5"-16826,-37 21-428,47-24-1249,1 0 0,0 0-1,0 0 1,-1 1-1,1-1 1,1 1 0,-1-1-1,0 1 1,1-1 0,-1 1-1,1 0 1,0 0 0,0 0-1,0 0 1,0 0-1,1 0 1,-1 0 0,0 4-1,-2 9 323,2-11-343,-1 0 1,1 1 0,0-1 0,1 0 0,-1 1 0,1-1-1,0 0 1,1 1 0,1 9 0,-1-13-82,-1-1 0,0 0 1,1 0-1,-1 1 1,1-1-1,-1 0 0,1 0 1,0 0-1,0 0 0,-1 0 1,1 0-1,0 0 0,0 0 1,0 0-1,0 0 0,0 0 1,0-1-1,0 1 0,1 0 1,-1-1-1,0 1 0,0-1 1,0 1-1,1-1 0,-1 1 1,0-1-1,0 0 0,1 0 1,-1 0-1,0 0 0,1 0 1,-1 0-1,0 0 0,1 0 1,-1 0-1,0-1 0,0 1 1,1 0-1,-1-1 0,0 1 1,0-1-1,1 1 0,-1-1 1,0 0-1,0 0 0,2-1 1,0 0-103,0 0 0,0-1 0,0 1 0,0-1 0,0 0 0,0 0 0,0 0 0,-1 0 0,0 0-1,1-1 1,-1 1 0,-1-1 0,1 1 0,0-1 0,-1 0 0,0 1 0,0-1 0,0 0 0,1-7 0,0-9-842,0 1 0,-3-36 0,1 29 65,0 23 742,-1 0 0,1 0-1,-1 0 1,1 0 0,-1 0 0,0 0 0,0 0 0,0 0 0,-3-3 0,-8-5-1821,11 11 1661,0-1 1,1 1 0,-1 0 0,0 0 0,0 0 0,0 0 0,0 0 0,0 0 0,1 0 0,-1 0-1,0 1 1,0-1 0,0 0 0,0 0 0,1 1 0,-1-1 0,0 1 0,0-1 0,-1 1 0,1 32-9347,1-26 6539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13:35.67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1 992,'0'0'15984,"1"18"-13260,5 133 4148,-5-153-6866,0 0 0,1 0 0,-1 0 1,1 1-1,-1-1 0,1 0 0,0 1 0,-1-1 0,1 1 0,0 0 0,3-2 0,0-1-28,17-14-403,1 2 1,31-19-1,-5 5 130,-48 90 2115,25-63-1887,13-20-310,-26 17 256,-1-1 0,-1 0 0,1-1 0,9-9 0,-20 17 162,-1 0 0,0 0 0,1 0 0,-1 0 0,0 0-1,0 0 1,1 0 0,-1 0 0,0 0 0,1 0 0,-1 0 0,0 0 0,0 1-1,1-1 1,-1 0 0,0 0 0,0 0 0,0 0 0,1 1 0,-1-1 0,0 0-1,0 0 1,0 0 0,1 1 0,-1-1 0,0 0 0,0 0 0,0 1 0,0-1-1,0 0 1,0 0 0,0 1 0,1-1 0,-1 0 0,0 1 0,0-1 0,0 0-1,0 0 1,0 1 0,0-1 0,0 0 0,0 1 0,-1-1 0,1 0 0,0 0-1,0 1 1,0-1 0,0 0 0,0 0 0,-1 1 0,3 30 1327,-1-10-349,1-11-777,-2-7-194,1-1 0,-1 0 1,1 1-1,-1-1 0,1 0 1,-1 1-1,1-1 0,0 0 1,0 0-1,3 4 0,-3-2-2739,-5 3-7176,-12-7-1490</inkml:trace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13:36.55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88 380 1905,'0'0'6536,"-14"4"-5690,-45 11 42,44-11 2335,37-6-2069,0 0 0,0-2 1,40-11-1,10-3-731,1458-264 3875,-1312 231-3238,-128 23 3512,-89 28-3577,-9 0-9410,1 0-1800,2 0 2940</inkml:trace>
</inkml:ink>
</file>

<file path=ppt/ink/ink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13:38.02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41 1 3330,'0'0'11509,"-2"19"-9367,-9 196 3377,10-115-8666,1-100 2981,0 0 1,0 1-1,0-1 0,0 0 1,0 0-1,-1 1 0,1-1 1,0 0-1,0 1 0,0-1 1,-1 0-1,1 0 0,0 1 1,0-1-1,-1 0 0,1 0 1,0 0-1,0 0 0,-1 1 1,1-1-1,0 0 0,-1 0 1,1 0-1,0 0 0,-1 0 1,1 0-1,0 0 0,-1 0 1,1 0-1,0 0 0,-1 0 1,1 0-1,0 0 0,-1 0 1,1 0-1,0 0 0,-1 0 1,1 0-1,-3-1-1211,-11 1-4343</inkml:trace>
</inkml:ink>
</file>

<file path=ppt/ink/ink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13:38.38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82 7459,'0'0'6467,"21"-5"-3193,336-71 4169,-356 76-7378,-1 0 0,1 1 0,-1-1-1,1 1 1,0-1 0,-1 1 0,1 0-1,-1-1 1,0 1 0,1-1 0,-1 1-1,1 0 1,-1-1 0,0 1 0,1 0-1,-1 0 1,0-1 0,0 1 0,0 0-1,1 0 1,-1-1 0,0 1 0,0 0 0,0 0-1,0-1 1,0 1 0,-1 0 0,1 1-1,0 36-22,0-29 234,0-5-247,0 1-19,1 0 1,-1 0-1,0-1 1,-1 1-1,1 0 1,-1 0-1,0 0 1,0-1-1,0 1 1,-1-1-1,1 1 1,-5 6-1,5-10-263,0-1-120,0-1 0,1 1-1,-1 0 1,0 0 0,0-1 0,0 1 0,0 0 0,0-1-1,1 1 1,-1-1 0,0 1 0,0-1 0,1 0 0,-1 1-1,0-1 1,1 0 0,-1 1 0,0-1 0,1 0-1,-1 0 1,1 1 0,0-1 0,-1 0 0,1 0 0,0 0-1,-1 0 1,1 0 0,0 1 0,0-1 0,0 0 0,-1 0-1,1 0 1,0 0 0,1 0 0,-1-2 0,-1-2-917,0-19-4926</inkml:trace>
</inkml:ink>
</file>

<file path=ppt/ink/ink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13:38.55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 8420,'0'0'11845,"27"29"-11781,-27-6-64,7-3-400,-7 2-1553,0-3-2401,0-4-2241</inkml:trace>
</inkml:ink>
</file>

<file path=ppt/ink/ink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13:39.17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 52 5795,'0'0'17218,"0"8"-15841,0 0-1174,-1-4 4,1 1 0,0 0-1,0 0 1,0-1-1,1 1 1,-1 0 0,1-1-1,0 1 1,1 0-1,-1-1 1,1 0 0,4 8-1,-6-12-198,1 1 1,-1-1-1,1 1 0,0-1 0,-1 0 1,1 0-1,0 1 0,0-1 0,-1 0 0,1 0 1,0 0-1,0 0 0,-1 0 0,1 0 1,0 0-1,0 0 0,-1 0 0,1 0 0,0 0 1,-1 0-1,1-1 0,0 1 0,0 0 1,-1-1-1,1 1 0,-1 0 0,1-1 1,0 1-1,-1-1 0,1 1 0,0-2 0,28-20-200,-17 12 1,-10 8 144,15-10-101,1 0 0,0 0 0,0 2 0,23-9 0,-41 18 190,0 1 0,1 0-1,-1 0 1,0 0 0,1 0-1,-1 0 1,1 0 0,-1 0 0,0 0-1,1 0 1,-1-1 0,0 1-1,1 1 1,-1-1 0,1 0 0,-1 0-1,0 0 1,1 0 0,-1 0-1,0 0 1,1 0 0,-1 0 0,0 1-1,1-1 1,-1 0 0,0 0-1,1 0 1,-1 1 0,0-1 0,1 0-1,-1 1 1,0-1 0,0 0 0,0 0-1,1 1 1,-1-1 0,0 1-1,3 16 607,1 3-181,-3-19-458,1 0 0,-1 0 0,0 0 0,1 0 0,-1-1 0,1 1 0,-1 0 0,1-1 0,-1 1 0,1-1 0,-1 0 0,1 1 0,0-1 0,-1 0 0,1 0 0,0 0 0,-1 0 0,1 0-1,-1 0 1,1-1 0,0 1 0,-1-1 0,1 1 0,-1-1 0,3 0 0,37-19-199,-18 6 69,-1 1 0,47-19 2217,-69 75-655,0-38-1555,0 0 1,0 0 0,1 0-1,0 0 1,-1-1 0,1 1 0,1 0-1,-1-1 1,1 1 0,2 5 0,15 7-5587,11-11-7281,-16-6 5092</inkml:trace>
</inkml:ink>
</file>

<file path=ppt/ink/ink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13:39.57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75 2577,'0'0'15951,"7"0"-14438,3 0-719,1 2 1,-1-1-1,20 7 0,-15-4-336,0-1-1,1 0 1,20 1 0,-27-4-441,-1 0-1,1 0 1,-1-1 0,0 0 0,1-1-1,-1 0 1,10-3 0,-15 4-12,-1-1-1,1 1 1,-1 0-1,0-1 1,0 0 0,0 1-1,0-1 1,0 0 0,0 0-1,0 0 1,0 0-1,-1-1 1,1 1 0,-1 0-1,0-1 1,0 1-1,0-1 1,0 1 0,0-1-1,0 0 1,-1 1 0,1-1-1,-1 0 1,0 1-1,1-1 1,-2-5 0,2 8 61,-1-1 0,0 0 1,0 0-1,0 0 1,0 0-1,0 0 1,0 0-1,0 0 0,-1 1 1,1-1-1,0 0 1,0 0-1,-1 0 1,1 0-1,0 1 1,-1-1-1,1 0 0,-1 0 1,1 1-1,-1-1 1,1 0-1,-1 0 1,0 1-1,1-1 0,-1 1 1,0-1-1,1 1 1,-1-1-1,0 1 1,0-1-1,0 1 1,1 0-1,-1-1 0,0 1 1,0 0-1,0 0 1,0 0-1,0-1 1,1 1-1,-1 0 0,0 0 1,0 0-1,0 0 1,0 1-1,0-1 1,0 0-1,1 0 0,-1 0 1,-2 2-1,-9-2-5,6 0 127,0 0 0,0 1-1,0 0 1,0 0-1,0 0 1,0 0-1,1 1 1,-1 0-1,1 1 1,-1-1-1,-8 6 1,11-6-101,0 1 0,0-1 0,1 1 0,-1-1 0,1 1 0,-1 0 0,1 0 0,0 0-1,0 0 1,1 0 0,-1 0 0,0 0 0,1 1 0,0-1 0,0 1 0,0-1 0,0 1 0,0-1 0,1 1 0,0 6 0,-1-3-86,1 0 0,0 0 0,1 0 0,0 0-1,0-1 1,0 1 0,1 0 0,4 10 0,-3-13-4,-1 0 1,1-1-1,0 1 0,0-1 1,0 1-1,0-1 0,1 0 1,-1 0-1,1-1 0,0 1 1,-1-1-1,1 0 0,1 0 1,5 3-1,37 9-1992,-15-10-6068,-24-4-239</inkml:trace>
</inkml:ink>
</file>

<file path=ppt/ink/ink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14:04.48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1 400 944,'0'0'4821,"5"-1"-4138,15-6 6,-11 4 206,-1-1-1,1 2 0,0-1 0,17-1 0,-24 4-689,33 0 1666,29-4-1532,99-16 1,-6-1-24,114 7-798,68-6-269,-295 15 734,584-49-30,-153 12 36,-179 11 6,113-25-37,83-5-9,178 39 133,525 11 526,-743 13-429,-129-14 166,377 7 428,-444 6 33,130 14 325,-101 0 11,-73-8-1020,199 3 319,-202-11-337,44-1 470,-85 5 3617,-165-8-3749,-1 1-3579,-55 4-6315,26 0 3655</inkml:trace>
</inkml:ink>
</file>

<file path=ppt/ink/ink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14:01.32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0 384 256,'0'0'1630,"8"-23"2065,-2 23-3689,26-1-18,0-2 1,0-2 0,62-16 0,28-5 394,-42 14 803,-20 3-21,96-4 1,157 2-753,-216 7-379,100-18 0,-17 0-462,652-14 3365,-787 36-2956,92 1 43,197-25 1,-137 6 565,328 10 0,-300 10-610,214 3 85,178-1-314,854-13 296,-1450 9-48,379-11 18,-203 4-8,218 1-2,82-3 9,-3-32-7,-231 11 409,288 5 3454,-591 29-3995,-2 8-6984,9-10-69</inkml:trace>
</inkml:ink>
</file>

<file path=ppt/ink/ink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12:49.31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1 176,'0'0'23259,"20"2"-23035,-13-2-224,-1 0 0,8 0-112,0 0-1041,6 0-1728,0 0-2337,1 0-3635</inkml:trace>
</inkml:ink>
</file>

<file path=ppt/ink/ink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12:49.54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 12118,'0'0'13686,"54"0"-13462,-47 2-224,7 2-32,-7 1-672,-1 0-1281,15-1-1633,-1-4-1456,14 0-3106,13 0 3026</inkml:trace>
</inkml:ink>
</file>

<file path=ppt/ink/ink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12:49.74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27 7 7828,'0'0'20825,"-27"-7"-19528,27 12-2914,0-3-480,7-2-5122,6 0-353</inkml:trace>
</inkml:ink>
</file>

<file path=ppt/ink/ink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12:50.42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476 128 3970,'0'0'7731,"-19"7"-5687,-22 7-878,1 3 0,0 1 0,2 2-1,-61 41 1,79-45-647,0 1 0,1 1 1,1 1-1,0 0 0,-21 33 0,30-39-399,1 1-1,1 0 1,0 0 0,1 1-1,0 0 1,1 0 0,1 0 0,1 1-1,0-1 1,-1 19 0,2-21-115,2 1 0,0 0 1,0-1-1,1 1 0,1-1 0,6 23 1,-6-31-9,0 0 0,0 1 0,1-1 0,0 0 0,0-1 0,1 1 0,-1 0 0,1-1 0,0 0 0,0 0 0,0 0 1,1 0-1,-1-1 0,1 1 0,0-1 0,0 0 0,0-1 0,7 3 0,3 1-125,1-2 1,-1 0-1,1-1 1,0 0-1,0-1 1,1-1-1,-1-1 1,0 0-1,0-1 1,0-1-1,0 0 1,0-1-1,0-1 1,0 0-1,-1-1 1,0-1-1,0-1 1,0 0-1,15-11 0,-8 4 66,-1-2-1,-1-1 1,0 0-1,-1-2 0,-2 0 1,1-1-1,-2-1 0,-1 0 1,-1-1-1,0-1 1,-2 0-1,-1 0 0,0-2 1,-2 1-1,-1-1 0,-1 0 1,-1-1-1,-1 0 0,-2 0 1,1-32-1,-4 42 139,0-1-1,-2 1 0,0 0 1,-1-1-1,0 1 0,-1 0 1,-8-19-1,9 28 24,-1 0 0,1 0 0,-1 0 0,-1 1-1,1 0 1,-1 0 0,0 0 0,0 0 0,-1 0 0,0 1 0,0 0-1,0 1 1,0-1 0,-1 1 0,0 0 0,1 1 0,-15-6 0,18 8-254,-1 0 0,0 0 1,1 1-1,-1-1 1,1 1-1,-1 0 0,0 0 1,0 0-1,1 0 1,-1 0-1,1 1 0,-1 0 1,0 0-1,1 0 0,-1 0 1,1 0-1,-5 3 1,1 0-1237,0 1 0,1 0-1,0 0 1,0 0 0,0 1 0,-9 11 0,-5 8-5022</inkml:trace>
</inkml:ink>
</file>

<file path=ppt/ink/ink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12:51.86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453 0 1521,'0'0'11818,"2"5"-9424,2 12-1211,0 0 0,-1 1-1,0-1 1,-2 1 0,0-1 0,-1 1 0,-3 27 0,1 11 660,2 410 3071,-2-460-4912,-1 0 0,0 0 0,0-1 0,0 1 0,-1-1 0,0 0 0,0 0 0,0 0 0,-7 5 0,-3 6 5,-61 80-51,4 3 1,-72 134-1,126-203-59,-2 1-1,-1-2 1,-33 38 0,40-49-377,23-21-981,27-27-944,-20 13 1217,33-33-4274,-4-1-3303,-18 13 1156</inkml:trace>
</inkml:ink>
</file>

<file path=ppt/ink/ink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12:52.40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21 5 2865,'0'0'4728,"-16"-2"-3327,11 0 1928,9 12 6438,6 22-6690,17 55-1274,-20-69-1338,2 0 1,0 0-1,1-1 0,1 0 1,16 20-1,70 71 459,-84-95-895,-4-4 15,1 0 0,0-2 0,0 1 0,13 6 0,2 1-5,-24-13-41,-1-1-55,-34-17-11004,14 1 4792,-1-6-2242</inkml:trace>
</inkml:ink>
</file>

<file path=ppt/ink/ink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12:53.00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142 134 80,'0'0'4010,"-17"0"-3613,-53 1 241,67-1-353,0 0 0,-1 0 0,1 0 0,0 1 0,0 0 0,0 0 0,0 0 0,0 0 0,0 0 0,0 0-1,0 1 1,0 0 0,0-1 0,-4 5 0,7-6-192,0 0 1,-1 1-1,1-1 0,-1 1 0,1-1 0,0 1 1,-1-1-1,1 1 0,0-1 0,0 1 0,-1-1 0,1 1 1,0-1-1,0 1 0,0 0 0,0-1 0,0 1 1,0-1-1,0 1 0,0 0 0,0-1 0,0 1 1,0-1-1,0 1 0,0-1 0,0 1 0,0 0 0,1-1 1,-1 1-1,0-1 0,1 1 0,-1-1 0,0 1 1,1-1-1,-1 1 0,0-1 0,1 1 0,-1-1 0,1 0 1,-1 1-1,1-1 0,-1 0 0,1 1 0,-1-1 1,1 0-1,-1 0 0,1 1 0,-1-1 0,1 0 0,-1 0 1,1 0-1,0 0 0,-1 0 0,1 0 0,-1 0 1,2 0-1,17 4 605,1-1 1,-1-1-1,1-1 1,32-3 0,-6 1-284,60-5 154,0-5 0,153-35 0,-98 15-294,-85 18-122,129-26 725,-72 3 3579,-132 36-2941,-3 0-1561,0 1-1,0-1 1,1 1 0,-1 0 0,0 0 0,0 0 0,0 0 0,1 0 0,-1 0 0,0 1 0,1-1 0,-1 0-1,-1 3 1,-25 15-4795,6-14-1003,-10-3-3900</inkml:trace>
</inkml:ink>
</file>

<file path=ppt/ink/ink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12:26.13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359 71 352,'0'0'8497,"-8"-4"-7483,6 2-889,-2 0-1,1 0 1,0 1-1,0-1 1,0 1-1,-1 0 1,1 0-1,-1 0 1,1 0-1,-1 1 1,1-1-1,-1 1 1,1 0-1,-1 0 1,1 0-1,-1 1 1,1-1-1,-1 1 1,1 0-1,-1 0 1,1 0-1,-1 0 1,1 1-1,0-1 1,0 1-1,-4 3 1,-22 12 988,1 1 0,2 1 0,0 2 0,-46 46 0,64-59-1043,1 0 0,0 1 0,0 0 0,1 0-1,0 1 1,1 0 0,0 0 0,0 0 0,1 0 0,0 1 0,1 0 0,0 0 0,1 0 0,0 0 0,1 0 0,0 0 0,1 0 0,2 16 0,-2-25-69,0 0 0,1 0 0,0 0 1,-1 0-1,1 0 0,0-1 0,0 1 1,0 0-1,0-1 0,0 1 0,1 0 1,-1-1-1,0 0 0,1 1 1,-1-1-1,1 0 0,-1 0 0,1 1 1,0-1-1,-1 0 0,1-1 0,0 1 1,0 0-1,0 0 0,0-1 0,0 1 1,3-1-1,7 2 17,-1-1 0,1 0 0,20-2 0,-11 0 5,-5 1-16,0-1 0,1 0 0,-2-1 0,1-1 0,0-1 0,0 0 0,-1-1 0,16-8 0,-22 9-5,1-2 0,-1 1 0,0-1 1,-1 0-1,1-1 0,-1 0 0,0 0 0,-1-1 1,0 0-1,0 0 0,-1 0 0,1-1 0,6-14 1,-9 10-26,0-1 1,0 1 0,-1-1 0,-1 0 0,0 0 0,-1 0-1,-1 0 1,0 0 0,-1 0 0,0-1 0,-1 1 0,-1 1-1,0-1 1,-1 0 0,-8-19 0,9 27 8,-1 0 0,0 1 1,0-1-1,0 1 0,0 0 1,-1 0-1,0 1 0,0 0 1,0 0-1,-1 0 0,1 0 0,-10-4 1,13 7-7,0 0 0,0 1 1,0-1-1,0 0 0,-1 1 1,1 0-1,0-1 0,0 1 1,-1 0-1,1 0 0,0 0 1,0 0-1,0 1 0,-1-1 1,1 1-1,0-1 0,0 1 1,0 0-1,0 0 0,0 0 1,0 0-1,0 0 0,0 0 1,0 0-1,1 1 0,-1-1 1,0 1-1,1-1 0,-1 1 1,1 0-1,0-1 0,-1 1 1,1 0-1,0 0 0,0 0 1,0 0-1,0 0 0,1 0 1,-1 0-1,0 4 0,-3 5-2148,1 1 0,1-1 0,0 1 0,1-1 0,-1 17 0,2-3-2626</inkml:trace>
</inkml:ink>
</file>

<file path=ppt/ink/ink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12:26.81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52 1072,'0'0'8751,"5"-7"-7187,0-4-856,-3 7-273,0 1 0,0-1-1,0 0 1,0 1 0,1-1-1,-1 1 1,6-5-1,-15 24 5874,-4 45-4977,3 348 3505,8-356-4406,0-55-433,0 0-13,0 1-10,3 2-4437,-1-1 3479,0 0 0,0-1 0,-1 1 0,1 0 0,0-1-1,-1 1 1,1-1 0,-1 1 0,1-1 0,-1 0 0,1 1 0,1-2 0,-2-5-7695</inkml:trace>
</inkml:ink>
</file>

<file path=ppt/ink/ink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12:28.14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473 29 256,'0'0'4293,"0"-24"2428,0 19 1199,1 53-6167,0-20-1067,-1 1-1,-7 55 1,6-69-410,1-14-234,1 0-1,-1 0 1,0 0-1,0 1 1,0-1-1,0 0 0,0 0 1,0 0-1,0 0 1,0 0-1,0 0 1,-1 0-1,1 0 1,0 0-1,-1 0 1,1 1-1,-1-2 0,1 1 1,-1 0-1,0 0 1,1 0-1,-2 1 1,1-1 771,1-2-809,0 1-1,0 0 0,0 0 1,0-1-1,0 1 0,0 0 1,0 0-1,0-1 0,0 1 0,0 0 1,0 0-1,0-1 0,0 1 1,0 0-1,0 0 0,-1 0 0,1-1 1,0 1-1,0 0 0,0 0 1,0 0-1,0-1 0,-1 1 1,1 0-1,0 0 0,0 0 0,0-1 1,0 1-1,-1 0 0,1 0 1,0 0-1,0 0 0,-1 0 0,1 0 1,0 0-1,0 0 0,0-1 1,-1 1-1,1 0 0,0 0 1,0 0-1,-1 0 0,1 0 0,0 0 1,0 0-1,-1 0 0,1 0 1,0 1-1,0-1 0,-1 0 1,-28 29-6,1 2 1,-28 40-1,6-8 4,-239 268 27,289-331-32,0 0-1,1 0 1,-1 0 0,0 0-1,0 0 1,0 0-1,0 0 1,0 0 0,0 0-1,0 0 1,0 0 0,0 0-1,0 1 1,0-1-1,0 0 1,0 0 0,0 0-1,0 0 1,0 0-1,0 0 1,0 0 0,0 0-1,0 0 1,0 0-1,1 0 1,-1 0 0,0 0-1,0 0 1,13-8-258,20-20-538,25-28-2749,-12 12-1253,-2-4-3433,-17 13 1025</inkml:trace>
</inkml:ink>
</file>

<file path=ppt/ink/ink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12:28.67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31 0 1297,'0'0'7910,"-20"0"-5578,14 0 1344,1 4 2667,8 6-3973,12 16-2848,-9-15 1274,68 131 1064,42 89-940,-116-231-916,0 1 1,0 0 0,0 0-1,1 0 1,-1 0 0,0-1-1,1 1 1,-1 0 0,1 0-1,-1-1 1,1 1-1,-1 0 1,1-1 0,-1 1-1,1 0 1,-1-1 0,1 1-1,0-1 1,0 1 0,-1-1-1,1 1 1,1 0 0,2-17-1083,-9-31-4498,-6 26 755,-3-5-2401</inkml:trace>
</inkml:ink>
</file>

<file path=ppt/ink/ink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12:29.34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2 237 1649,'0'0'5301,"-1"3"-4378,1-2-810,0 0-1,0-1 1,0 1 0,0-1 0,0 1 0,0-1-1,0 1 1,0-1 0,0 1 0,0-1-1,1 1 1,-1-1 0,0 1 0,0-1-1,1 1 1,-1-1 0,0 1 0,1-1 0,-1 0-1,0 1 1,1-1 0,-1 1 0,1-1-1,-1 0 1,0 1 0,1-1 0,-1 0-1,1 0 1,-1 0 0,1 1 0,-1-1 0,1 0-1,-1 0 1,1 0 0,0 0 0,-1 0-1,1 0 1,39 5 2489,46-8-250,-24-7-1678,-1-2 0,84-29 0,-41 10-484,441-97 421,-402 96 1822,-125 31 384,-23 6-4370,-27 7-12467,26-12 6313</inkml:trace>
</inkml:ink>
</file>

<file path=ppt/ink/ink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12:43.41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328 36 1088,'0'0'9151,"0"-4"-8078,1 3-903,-1 0 1,0 0 0,0-1-1,0 1 1,0 0-1,-1 0 1,1 0 0,0 0-1,0 0 1,-1 0-1,1-1 1,0 1-1,-1 0 1,1 0 0,-1 0-1,0 0 1,1 0-1,-1 0 1,0 1 0,0-1-1,1 0 1,-1 0-1,0 0 1,0 1-1,0-1 1,0 0 0,0 1-1,0-1 1,-1 0-1,-2 0 69,-1 1 0,1-1 0,-1 1 0,1 0 0,-1 0 0,1 0-1,-1 0 1,-5 2 0,2 0-190,0 0 1,0 1-1,0 0 0,0 0 0,0 1 1,0 0-1,1 0 0,0 1 0,-11 9 1,-1 2 86,0 1 0,-16 21 1,23-24-71,1 1 0,0 1-1,1 0 1,1 0 0,0 1 0,1 0 0,1 1-1,1 0 1,1 0 0,0 0 0,1 0 0,1 1-1,1 0 1,0 0 0,2-1 0,0 1 0,5 33-1,-5-48-61,1-1-1,0 1 0,0-1 0,0 0 0,0 1 0,0-1 0,1 0 1,0 0-1,0 0 0,-1 0 0,2 0 0,-1 0 0,0 0 0,1-1 1,-1 1-1,1-1 0,0 0 0,4 4 0,-1-4 7,-1 1-1,1-1 1,-1 0-1,1-1 1,-1 1-1,1-1 1,0 0-1,0 0 1,0-1-1,9 0 1,-3-1 16,1 0 0,0-1 0,-1 0 0,0-1 0,0 0 0,0-1 0,0-1 0,0 0 0,-1 0 0,11-8 0,-2 0 0,-2-1 0,0-1-1,-1 0 1,-1-2 0,0 0-1,20-28 1,-28 33-21,-1 0 0,0 0 0,-1-1-1,-1 0 1,0 0 0,0-1 0,-1 1 0,-1-1-1,0 0 1,-1 0 0,0-26 0,-1 28-2,-1 0 0,-1 0 0,0 1 0,0-1 0,-1 0-1,-5-17 1,5 26 14,0-1 0,0 0 0,0 1 0,-1-1 0,1 1 0,-1 0-1,0 0 1,0 0 0,0 0 0,0 0 0,0 1 0,-1-1-1,1 1 1,-1 0 0,0 0 0,0 0 0,1 0 0,-1 1 0,0 0-1,0 0 1,0 0 0,-6-1 0,-10-1 30,0 0 0,-1 2 1,1 0-1,0 1 0,0 1 1,-31 6-1,50-7-114,-1 1 0,1 0 0,-1-1 0,1 1 0,0 0 0,-1 0 0,1 0 0,0 0 0,0 0 0,0 0 0,0 0 0,0 0 0,0 0 0,0 0 0,0 1 0,0-1 0,0 0 0,1 1 0,-1-1 0,0 1 0,1-1 0,0 1 0,-1-1 0,1 1 0,0-1 0,-1 1 0,1-1 0,0 1 0,0 0 0,1 2 0,-1 0-856,1 0 1,-1 0-1,1 0 1,0 0-1,0-1 1,0 1-1,1 0 1,-1 0-1,1-1 1,3 6 0,9 9-5633</inkml:trace>
</inkml:ink>
</file>

<file path=ppt/ink/ink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12:44.37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441 83 416,'0'0'4298,"-2"-5"-3460,-8-49 3218,8 31 6951,-2 275-6202,-26 125-3442,27-331-1279,3-33-43,-1 0 0,-1 0 0,-4 18 0,-1-15 137,-1 0-1,0 0 1,-1-1-1,-1-1 1,0 0 0,-1 0-1,-1-1 1,-13 13-1,-18 23-108,-103 110-81,85-95 22,61-64-39,-3 2-97,0 1 0,1-1-1,0 0 1,0 1 0,0-1 0,0 1-1,0-1 1,0 1 0,0 0-1,1 0 1,0 0 0,-1 0 0,1 0-1,0 0 1,1 0 0,-1 0 0,0 1-1,1 3 1,1-7-112,0-1 0,1 1 0,-1 0 0,0-1 0,1 1 0,-1-1 0,0 0 0,1 1 0,-1-1 0,0 0 0,0 0 0,0 0 0,2-1 0,52-87-15481,-35 57 9398</inkml:trace>
</inkml:ink>
</file>

<file path=ppt/ink/ink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12:44.84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32 1649,'0'0'7633,"9"-27"2849,-5 26-10220,-1 0-1,1 0 1,0 0 0,0 1 0,-1-1 0,1 1 0,0 0 0,0 0 0,0 1 0,0-1-1,-1 1 1,1 0 0,0 0 0,0 0 0,-1 0 0,6 3 0,-2 1-25,0-1 0,0 1 0,0 0 0,-1 0 1,0 1-1,0 0 0,7 8 0,4 9 14,-1 1 0,-1 1 0,17 37-1,-7-6-155,23 74 0,-48-130-130,0 0 0,0 0 1,0 0-1,0 0 0,0 0 1,0 0-1,0-1 0,0 1 1,0 0-1,0 0 0,0 0 0,1 0 1,-1 0-1,0 0 0,0 0 1,0 0-1,0 0 0,0 0 1,0 0-1,0 0 0,0-1 0,0 1 1,0 0-1,1 0 0,-1 0 1,0 0-1,0 0 0,0 0 1,0 0-1,0 0 0,0 0 0,0 0 1,0 0-1,1 0 0,-1 0 1,0 0-1,0 0 0,0 0 1,0 0-1,0 0 0,0 0 1,0 0-1,0 0 0,1 1 0,1-24-2204,-1-31-4728,-8 18-108,-5-4-2116</inkml:trace>
</inkml:ink>
</file>

<file path=ppt/ink/ink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12:45.59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164 80 976,'0'0'8327,"-3"3"-5441,-14 12-2058,-13 2 336,-1-2 0,-52 18 0,188-37 2550,453-91 1192,-368 59-3706,-139 25-973,12-3 1404,-61 14-1888,-1-1 0,0 1 0,1-1 0,-1 1 0,0 0 0,1 0 1,-1-1-1,0 1 0,1 0 0,-1 0 0,0 0 0,1 0 0,-1 1 0,0-1 0,1 0 0,-1 1 0,0-1 1,1 0-1,-1 1 0,2 1 0</inkml:trace>
</inkml:ink>
</file>

<file path=ppt/ink/ink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12:46.43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550 81 192,'0'0'5733,"-20"-4"-4103,-19-2 708,-69-3 0,89 9-1642,-1 0 0,1 1 0,-1 1-1,1 1 1,0 1 0,0 1 0,-19 7-1,20-5-358,0 1 0,0 1 0,1 1-1,0 1 1,1 0 0,-17 15 0,26-20-226,1 1 0,-1-1 0,2 1 0,-1 1 0,1-1-1,0 1 1,0 0 0,1 0 0,0 0 0,1 0 0,0 1 0,0 0 0,1 0 0,0-1 0,-1 17 0,1-11-34,1 1 0,1-1-1,1 0 1,0 0 0,0 0 0,2 0-1,6 24 1,-6-31-57,0 0 1,0-1-1,1 0 1,0 0-1,0 0 1,0 0-1,1 0 1,0-1-1,0 0 0,0 0 1,1 0-1,0-1 1,0 0-1,0 0 1,0 0-1,0-1 0,10 4 1,4 0-10,0 0 0,0-2 0,0 0 0,1-1 0,0-1 0,0-1 0,-1-1 0,1-1 0,0-1 0,0-1 0,0 0 0,0-2 0,-1 0 0,1-1 0,-1-2 0,-1 0 0,1 0 0,-1-2 0,0-1 0,-1 0 0,0-1 0,19-16 0,-18 10-9,0-1-1,-1 0 0,-1-1 0,28-42 1,-39 52 0,0-1 1,-1-1 0,0 1 0,0-1 0,-2 1-1,1-1 1,-1 0 0,-1-1 0,0 1-1,0 0 1,-1-1 0,-1 1 0,-1-17 0,0 24 0,0 0 1,0 0 0,-1-1 0,1 1 0,-1 0 0,0 0 0,0 1 0,-1-1-1,1 0 1,-1 1 0,0-1 0,0 1 0,0 0 0,0 0 0,-5-3-1,-61-40 72,56 39-57,-4-3 32,0 2 0,-1 0 0,0 0 0,-21-4 0,29 9-14,0 1-1,0 0 1,0 1 0,0 0 0,0 0 0,0 1 0,0 0 0,0 1 0,-18 3 0,24-2-37,0 0 1,0 0 0,0 1 0,0-1-1,1 1 1,-1 0 0,1 0 0,-1 0-1,1 0 1,0 1 0,0-1 0,-2 5-1,-31 50-1553,31-49 740,4-6 366,-10 18-3127,8-6-3399,3-8 739</inkml:trace>
</inkml:ink>
</file>

<file path=ppt/ink/ink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12:4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407 28 96,'0'0'8348,"21"-22"-3788,-15 16 2082,-1 20-2617,3 13-2834,-20 425 1989,10-235-2534,3-118 554,-1-107-809,0-3-50,0 11-340,0 0 0,-1-1 0,1 1 1,0 0-1,0 0 0,0 0 0,0 0 0,0 0 0,0 0 0,-1-1 0,1 1 1,0 0-1,0 0 0,0 0 0,-1 0 0,1 0 0,0 0 0,0 0 0,0 0 1,0 0-1,-1 0 0,1 0 0,0 0 0,0 0 0,0 0 0,-1 0 0,1 0 1,0 0-1,0 0 0,0 0 0,0 0 0,-1 0 0,1 0 0,0 0 0,0 0 1,0 0-1,0 1 0,-1-1 0,1 0 0,0 0 0,0 0 0,0 0 0,0 0 1,0 1-1,-1-1 0,1 0 0,0 0 0,0 0 0,0 0 0,0 0 0,0 1 1,0-1-1,0 0 0,-296 248 1,285-240-35,0 1-1,1 0 0,1 1 0,-1 0 0,1 1 0,1 0 0,0 0 0,1 1 1,0 0-1,0 0 0,1 0 0,-7 25 0,8-23 10,-4 29-8,9-43 75,8-22 301,-3 20-333,-4 1-25,34-33-8376,-16 13 2232,1-3-3654</inkml:trace>
</inkml:ink>
</file>

<file path=ppt/ink/ink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12:48.46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13 17 1024,'0'0'6446,"-12"-3"-107,13 2-6155,0 0 0,0 0-1,0-1 1,1 1 0,-1 0 0,1 1 0,-1-1 0,1 0-1,-1 0 1,1 1 0,-1-1 0,1 1 0,-1-1 0,1 1-1,0-1 1,-1 1 0,1 0 0,0 0 0,-1 0 0,1 0-1,0 0 1,-1 0 0,1 1 0,0-1 0,-1 1 0,1-1-1,0 1 1,-1-1 0,1 1 0,2 1 0,0 1 64,0 0 1,-1 0 0,1 0-1,-1 0 1,1 1 0,-1-1-1,0 1 1,0 0-1,4 7 1,38 75 2129,-29-51-1803,2-2-1,29 42 0,-20-38-430,-26-36-104,-1-20-3207,0 15 2392,-1 0 1,0-1-1,0 1 1,0 0-1,0 0 1,-1 0-1,1 0 0,-1 0 1,-5-7-1,-3-8-3349,-3-13-2956</inkml:trace>
</inkml:ink>
</file>

<file path=ppt/ink/ink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12:49.00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1 117 2177,'1'-1'11562,"12"-4"-10006,236-4 5176,-121-3-5463,0-5 0,190-51-1,-308 65-1044,7 1-490,-15 9-4403,-1 8-5955</inkml:trace>
</inkml:ink>
</file>

<file path=ppt/ink/ink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12:14.08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752 0 9941,'0'0'10020,"5"20"-9145,23 96 128,-27-62-277,-1-54-627,0-18-209,0 13 15,0 1 0,0-1-1,-1 0 1,1 1-1,-1-1 1,0 0 0,0 1-1,-1-1 1,1 1 0,-1 0-1,0-1 1,0 1-1,0 0 1,-1 0 0,1 0-1,-1 1 1,0-1 0,0 1-1,-1-1 1,1 1-1,-1 0 1,0 0 0,1 1-1,-1-1 1,0 1 0,0 0-1,-1 0 1,1 0-1,0 0 1,-1 1 0,1 0-1,-1 0 1,0 0 0,1 0-1,-6 1 1,-10 0 52,1 2 1,0 0 0,-1 1 0,1 1-1,1 1 1,-1 0 0,0 2-1,1 0 1,1 1 0,-1 1-1,1 0 1,-21 17 0,-9 8 343,1 2 1,-75 77 0,91-82 166,1 2 0,2 0 1,-27 44-1,45-61-298,0-1-1,1 1 1,1 0-1,0 1 1,1 0-1,1 0 0,1 0 1,0 1-1,1-1 1,-1 27-1,4-39-147,0 0 1,0 0-1,1 0 0,0 0 0,0 0 0,0 0 0,0-1 1,1 1-1,0 0 0,0-1 0,0 1 0,0-1 1,1 1-1,-1-1 0,1 0 0,1 0 0,5 6 0,-4-6 19,1 0-1,0 0 0,0 0 0,0-1 0,0 0 0,1 0 0,-1 0 1,1-1-1,0 0 0,-1 0 0,12 1 0,-2-2-361,0 0 1,1-1-1,-1 0 0,0-1 1,0-1-1,0-1 0,0 0 1,0-1-1,0-1 0,20-9 1,50-33-7766,-52 27 3019,8-5-2187</inkml:trace>
</inkml:ink>
</file>

<file path=ppt/ink/ink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12:14.53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272 2 4226,'0'0'10058,"-8"-1"-8876,-2 2-808,1 0 0,0 0 0,-1 1 0,1 0 0,0 1 0,0 0 1,0 1-1,0 0 0,1 0 0,0 0 0,-1 1 0,-11 10 0,2-3 259,1 1 0,0 1 0,-18 19 0,30-29-549,1 1-1,-1 0 0,1 0 1,0 1-1,1-1 1,-1 1-1,1 0 0,0 0 1,1 0-1,-1 0 1,1 0-1,0 1 1,1-1-1,-2 13 0,3-18-81,1 0 0,0 1 0,-1-1 0,1 0 0,0 0 0,0 0 0,-1 0 0,1 0 0,0 0-1,0 0 1,0 0 0,0 0 0,0-1 0,1 1 0,-1 0 0,0-1 0,0 1 0,0 0 0,1-1-1,-1 0 1,0 1 0,1-1 0,-1 0 0,0 0 0,0 1 0,1-1 0,-1 0 0,1 0 0,-1-1 0,0 1-1,2 0 1,49-5-23,-42 2-48,0 0 0,0 0 0,-1-1 0,1-1 0,-1 0 0,0 0 0,15-13 0,53-50-718,-76 150 99,-1-74 422,0-5-271,0 0 1,0-1 0,0 1 0,0 0 0,0 0-1,1-1 1,-1 1 0,1 0 0,1 4 0,-1-6 173,0 0 1,0 0-1,1 0 1,-1 0 0,0 0-1,0-1 1,0 1-1,1 0 1,-1-1 0,0 1-1,1-1 1,-1 1-1,1-1 1,-1 0 0,0 1-1,1-1 1,-1 0-1,1 0 1,-1 0 0,1 0-1,1-1 1,23 1-4304</inkml:trace>
</inkml:ink>
</file>

<file path=ppt/ink/ink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12:14.84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333 0 7892,'0'0'6352,"-18"22"-2772,-3 2-2612,7-9-463,1 1 1,0 0-1,2 0 1,-1 2-1,2-1 1,-13 30-1,-81 208 3595,10-24-4358,107-238-9820,11-19 7110,8-19-2018,2-7-785</inkml:trace>
</inkml:ink>
</file>

<file path=ppt/ink/ink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12:15.08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231 1 5539,'0'0'9180,"-10"24"-5715,-63 158 1300,26-62-2386,-32 90-596,72-172-1700,7-33-395,0 0 0,-1-1-1,1 1 1,-1 0 0,-1-1 0,1 1 0,-1 0 0,1-1 0,-4 7-1,4-9-1085</inkml:trace>
</inkml:ink>
</file>

<file path=ppt/ink/ink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12:15.28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81 0 9780,'0'0'11590,"-74"118"-11254,67-107-208,7-2-128,0-4-112,0-1-1137</inkml:trace>
</inkml:ink>
</file>

<file path=ppt/ink/ink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12:15.48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21 0 8324,'0'0'3249,"-21"124"-3249,21-90-336,7-2-2289,0-5-2417</inkml:trace>
</inkml:ink>
</file>

<file path=ppt/ink/ink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12:15.89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50 912,'0'0'18558,"1"5"-17779,1 6-343,1-1-1,1 1 1,7 17-1,-10-27-438,-1 0 0,1-1 0,0 1 0,-1-1 0,1 1 0,-1-1 0,1 1 0,0-1 0,0 1 0,-1-1 0,1 0-1,0 1 1,0-1 0,-1 0 0,1 0 0,0 1 0,0-1 0,0 0 0,0 0 0,-1 0 0,1 0 0,0 0 0,0 0 0,0 0-1,0-1 1,-1 1 0,1 0 0,0 0 0,0 0 0,-1-1 0,1 1 0,1-1 0,19-11-394,-20 11 365,44-38-998,-36 30 962,-1 1-1,2 0 1,-1 0-1,1 1 1,0 0 0,1 1-1,17-8 1,-27 14 489,-1 38 2367,-1-35-2743,1 0 0,0 1 0,0-1 0,0 0 0,0 0 0,1 1 0,-1-1 0,1 0 0,0 0 0,0 0 0,0 0 0,0 0 0,1 0 0,-1 0 0,1 0 0,2 4 0,0-5-411,-1 0-1,1-1 0,-1 1 0,1-1 0,0 1 0,0-1 0,-1 0 0,1 0 0,0-1 1,0 1-1,0-1 0,0 0 0,0 0 0,4-1 0,26 1-5019,6 0-1852</inkml:trace>
</inkml:ink>
</file>

<file path=ppt/ink/ink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12:16.46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779 26 5170,'0'0'12473,"-21"3"-11009,-68 9-207,85-11-1154,1 1 0,-1-1 0,1 0 1,-1 1-1,1 0 0,0 0 0,0 0 0,-1 0 0,2 0 1,-1 0-1,0 1 0,0 0 0,1-1 0,-1 1 0,1 0 1,0 0-1,0 0 0,0 1 0,0-1 0,-1 5 0,0-1-5,1 0 0,0 1-1,0-1 1,1 1-1,0-1 1,0 15-1,0-8-76,3 12 1,-2-25-23,0 0 1,1 0-1,-1-1 1,1 1-1,-1 0 1,1 0 0,-1-1-1,1 1 1,0-1-1,-1 1 1,1-1-1,0 1 1,-1-1-1,1 1 1,0-1-1,0 1 1,-1-1-1,1 0 1,0 1-1,0-1 1,0 0-1,0 0 1,-1 0 0,1 0-1,0 1 1,0-1-1,1-1 1,8 2-148,-1-2 1,0 1-1,1-1 1,-1-1-1,1 0 1,-1 0-1,0-1 1,0 0-1,0 0 1,-1-1 0,1 0-1,-1-1 1,0 0-1,0 0 1,0-1-1,-1 0 1,0 0-1,0-1 1,0 0-1,-1 0 1,7-9-1,-10 11 36,16-18-258,-2-1 0,24-43 1,-86 118 3842,28-19-3173,1 1 0,2 0 0,-17 63 0,-12 108 439,-9 31-165,46-217-558,-1 0 0,-1-1 0,0 0 0,-1 0 0,-1-1 0,0 0 0,-2-1 0,1 0 0,-2-1-1,0 0 1,-1-1 0,0-1 0,-1 0 0,0-1 0,-1 0 0,0-1 0,0-1 0,-1-1 0,-1 0 0,1-1-1,-1-1 1,0-1 0,-1 0 0,1-1 0,-1-2 0,-28 2 0,39-3-136,1-1 0,0-1 1,-1 1-1,1-1 0,0 0 0,0-1 0,0 0 1,0 0-1,0 0 0,0-1 0,0 0 0,1-1 1,-1 1-1,1-1 0,0 0 0,0-1 0,1 1 1,-1-1-1,-9-11 0,6 6-565,-27-26-3239,31 31 2603,-1 1 0,1 0-1,-1 0 1,0 1 0,-10-5 0,-16-4-5466</inkml:trace>
</inkml:ink>
</file>

<file path=ppt/ink/ink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12:16.95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230 1 5298,'0'0'11699,"-6"25"-10095,5-21-1560,-12 44 925,-2 0 1,-38 81 0,37-98-813,-14 26-286,-57 82-1,79-124-1212,7-9-8187,1-12 4054</inkml:trace>
</inkml:ink>
</file>

<file path=ppt/ink/ink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12:17.26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163 0 5202,'0'0'10242,"7"20"-8222,20 67-118,-26-80-1699,0-1 0,0 1 0,-1-1 0,0 1-1,0 0 1,0-1 0,-1 1 0,0 0 0,0-1 0,-1 0 0,1 1-1,-2-1 1,1 0 0,-1 0 0,0 0 0,0 0 0,0 0 0,-1 0-1,0-1 1,-5 6 0,-3 2 197,-1 0-1,0-1 0,0-1 1,-2 0-1,-23 14 1,34-23-385,1 0 0,-1 0 0,0 0 0,1-1-1,-1 0 1,0 1 0,0-2 0,0 1 0,0 0 0,0-1 0,0 0 0,-5 0 0,8 0-124,2-3-579,-1-1 1,1 0-1,0 1 1,0-1-1,1 1 1,-1-1-1,1 1 1,0 0-1,0 0 1,0 0-1,0 0 1,0 0-1,0 0 1,1 0-1,0 1 1,-1-1-1,1 1 0,0-1 1,0 1-1,1 0 1,5-2-1,1-4-1869,17-11-4715</inkml:trace>
</inkml:ink>
</file>

<file path=ppt/ink/ink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12:17.63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77 59 5426,'0'0'14023,"-6"10"-12500,5-9-1480,-14 21 1060,-20 43-1,32-59-1029,0 0-1,0 1 1,1-1 0,0 1-1,0-1 1,0 1 0,1 0-1,0-1 1,1 1 0,-1 0-1,1 0 1,0 0 0,1-1-1,2 13 1,-2-18-69,0 0 1,-1 0-1,1 0 1,0-1-1,0 1 1,0 0-1,0-1 1,0 1-1,0-1 1,0 1-1,0-1 1,0 1-1,0-1 1,0 0-1,0 0 1,1 1 0,-1-1-1,0 0 1,0 0-1,0 0 1,0 0-1,0 0 1,1 0-1,0-1 1,32-8 50,-27 4-62,0-1 0,0 0 0,-1 0 0,0-1 0,0 1 0,0-1 0,-1 0 0,0-1 1,0 0-1,-1 1 0,0-1 0,3-10 0,-3 7-5,0 1 0,-1-1 0,-1 1 0,0-1-1,0 0 1,-1 0 0,0 0 0,-1 0 0,-1-19 0,0 28 17,1 0-1,-1 0 1,1 0 0,-1 0-1,0 0 1,1 0-1,-1 1 1,0-1 0,0 0-1,-1 0 1,1 1-1,0-1 1,0 0 0,-1 1-1,1-1 1,-1 1-1,1 0 1,-1 0 0,0-1-1,0 1 1,1 0-1,-1 0 1,0 1 0,0-1-1,0 0 1,0 1-1,0-1 1,0 1 0,0-1-1,0 1 1,0 0-1,0 0 1,0 0 0,0 0-1,-4 1 1,3-1-143,0 1-1,0-1 1,1 1 0,-1 0 0,1 0 0,-1 0 0,0 0 0,1 0-1,0 0 1,-1 1 0,1-1 0,0 1 0,0-1 0,-1 1 0,1 0-1,1 0 1,-1 0 0,0 0 0,0 1 0,1-1 0,-1 0 0,1 1-1,0-1 1,0 1 0,0-1 0,-1 5 0,1 33-8311,1-23 2022</inkml:trace>
</inkml:ink>
</file>

<file path=ppt/ink/ink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12:17.91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231 0 5683,'0'0'4668,"-4"20"-1730,2-8-2379,-3 20 1776,-2-1-1,-16 48 1,-9 10-203,-78 155-1,64-165-2245,47-89-5768,-3-19 2576,1 7 643,4-28-2067,8-9-376</inkml:trace>
</inkml:ink>
</file>

<file path=ppt/ink/ink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12:18.22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119 1 5843,'0'0'12966,"12"7"-11488,-6-4-1291,-1 0 7,1 0 1,0 0 0,-1 1 0,0 0 0,0 0 0,5 5 0,-9-7-98,1 0-1,-1 0 0,1 0 1,-1 0-1,0 1 1,0-1-1,0 0 0,0 0 1,0 1-1,0-1 1,0 0-1,-1 1 0,0-1 1,1 1-1,-1-1 1,0 1-1,0-1 1,0 1-1,0-1 0,-1 1 1,1-1-1,-1 0 1,0 1-1,0 2 0,-2 1 112,0 0-1,-1 0 1,0 0-1,0 0 1,0 0-1,0-1 1,-1 0-1,0 0 1,0 0-1,0-1 1,-1 1-1,0-1 0,1-1 1,-13 7-1,1-2 205,-1 0 0,-1-2 0,-36 10 0,83-25-5357,-1-1 0,45-22 1,-32 13-1269,0 3 845</inkml:trace>
</inkml:ink>
</file>

<file path=ppt/ink/ink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12:18.58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59 2689,'0'0'16965,"4"8"-14694,-1 1-1438,0 1 1,0 0-1,-1 0 1,0 0-1,0 0 1,-1 20-1,2-29-826,0 0-1,0 0 1,0 0-1,0 0 0,0-1 1,0 0-1,1 1 1,-1-1-1,0 0 0,0-1 1,0 1-1,0 0 1,0-1-1,4-1 0,8-4-204,0-1-1,-1-1 0,0 0 0,0-1 0,17-14 0,12-7-574,58-36-430,-99 65 1344,-2 98 1836,0-96-1998,0 0 0,0 0 0,0 0 0,0 0 0,1 0 0,-1-1 0,0 1 0,1 0 0,-1 0 0,0 0 0,1 0 0,-1 0 0,1-1 0,0 1 0,-1 0 0,1 0 0,0-1-1,-1 1 1,1 0 0,0-1 0,0 1 0,0-1 0,-1 1 0,1-1 0,1 1 0,32 6-2034,-25-6 895,0-1 0,0 0 0,0-1 0,0 0 0,13-3 1,13-16-5047,4-6 179</inkml:trace>
</inkml:ink>
</file>

<file path=ppt/ink/ink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12:18.85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164 0 6915,'0'0'16688,"-11"19"-14607,-5 7-1595,-22 37 1983,-51 116 0,87-169-2442,-1 0 1,1 0 0,1 1-1,0-1 1,1 1 0,0 13 0,0-7-140,1-17 37,-1 1-1,0 0 1,0 0-1,0-1 1,1 1-1,-1-1 1,0 1-1,1 0 1,-1-1-1,1 1 1,-1-1-1,1 1 1,-1-1-1,1 1 0,-1-1 1,1 1-1,0-1 1,-1 1-1,1-1 1,-1 0-1,1 1 1,0-1-1,-1 0 1,1 0-1,0 0 1,0 1-1,-1-1 1,1 0-1,0 0 1,-1 0-1,1 0 1,1 0-1,32-1-2369,-23 1 1556,-2-1 55,0 0 1,-1 0-1,1-1 0,0 0 1,0-1-1,10-4 1,28-16-6074,-6 0-481</inkml:trace>
</inkml:ink>
</file>

<file path=ppt/ink/ink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12:19.28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233 0 5170,'0'0'14084,"-22"5"-11950,-68 14-146,82-17-1694,1 1 0,0 0 0,-1 0 0,1 0 0,0 1 0,0 0 0,1 1 1,-1-1-1,1 1 0,0 1 0,0-1 0,1 1 0,0 0 0,0 0 0,0 0 0,1 1 0,-6 10 0,9-15-257,0 0 0,1-1 0,-1 1 0,1 0 0,-1-1 0,1 1 0,-1 0 1,1 0-1,0-1 0,0 1 0,0 0 0,0 0 0,0-1 0,1 1 0,-1 0 0,1 2 0,-1-4-35,1 1 0,-1 0-1,1 0 1,-1 0 0,1-1 0,0 1-1,-1 0 1,1-1 0,-1 1 0,1-1-1,0 1 1,0 0 0,-1-1 0,1 0 0,0 1-1,0-1 1,0 1 0,0-1 0,-1 0-1,1 0 1,0 1 0,0-1 0,0 0-1,0 0 1,0 0 0,1 0 0,12-1-323,0-1 0,0-1 1,0 0-1,0-1 1,0 0-1,-1-1 0,1-1 1,-2 0-1,1-1 0,0 0 1,-1-1-1,-1 0 0,1-1 1,-1 0-1,16-19 0,-18 16 1716,-17 37-196,8-7-1072,0-11-144,-1 0 0,1 0-1,1 0 1,0 0 0,0 0 0,3 12 0,-3-16-137,0-1 1,1 0 0,-1 1 0,1-1 0,0 0 0,-1 0 0,1 0 0,0 0 0,0 0-1,0 0 1,1 0 0,-1-1 0,0 1 0,0-1 0,1 0 0,-1 0 0,1 0 0,0 0-1,-1 0 1,1 0 0,4 0 0,3 1-1859,1-1-1,0 0 1,0 0 0,0-1-1,0-1 1,16-2 0,8-10-4293</inkml:trace>
</inkml:ink>
</file>

<file path=ppt/ink/ink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12:19.55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346 0 9989,'0'0'10311,"-21"22"-7011,-63 75-1462,72-82-1276,1 0 0,1 1-1,0 0 1,2 1-1,0 0 1,-10 27 0,11-24-198,-7 23 36,1 0 0,-10 68 0,23-108-698,-1 0-1,0 1 0,0-1 1,0 0-1,0 1 0,-1-1 1,1 0-1,-1 0 0,0 0 1,0 0-1,0-1 0,0 1 1,-1-1-1,1 1 0,-1-1 1,1 0-1,-6 4 0,4-4-925,0 1 0,0-2 0,0 1 0,0 0 1,-1-1-1,1 0 0,0 0 0,-8 1 0,-14-2-7716</inkml:trace>
</inkml:ink>
</file>

<file path=ppt/ink/ink1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12:19.88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39 7972,'0'0'2724,"19"-3"698,97-14 1686,133-1 0,-250 59-3030,-15 0-988,12-33-1060,1 0 1,0 0 0,0 0-1,1 1 1,0-1 0,0 1 0,1-1-1,-1 12 1,2-19-1122,0-7-9847,0-17 1912</inkml:trace>
</inkml:ink>
</file>

<file path=ppt/ink/ink1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12:20.04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 12406,'0'0'8724,"0"115"-8724,0-90-497,7 0-1808,-7 0-2641,7-5-1761</inkml:trace>
</inkml:ink>
</file>

<file path=ppt/ink/ink1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12:20.78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224 48 9925,'0'0'6464,"-24"8"-2529,-74 27-1673,91-33-2045,0 1 0,0 0 0,1 1 0,-1-1 0,1 2-1,0-1 1,0 0 0,0 1 0,1 0 0,-1 1 0,-6 8 0,9-10-180,0 1 0,1 0 0,0 0 0,0 0 0,0 0 0,0 0 0,1 0 0,0 1 0,0-1 0,0 0 0,1 1 0,0 6 0,0-11-40,0 0-1,0 0 0,0 0 1,1 0-1,-1-1 0,0 1 1,1 0-1,-1 0 0,1 0 0,-1 0 1,1 0-1,0 0 0,-1-1 1,1 1-1,0 0 0,-1-1 1,1 1-1,0 0 0,0-1 1,0 1-1,0-1 0,-1 1 0,1-1 1,0 1-1,0-1 0,0 0 1,0 0-1,0 1 0,0-1 1,0 0-1,0 0 0,0 0 0,0 0 1,0 0-1,0 0 0,0 0 1,0 0-1,0-1 0,0 1 1,0 0-1,0-1 0,0 1 1,0 0-1,0-1 0,1 0 0,1 0-110,1 0-1,0 0 1,0-1-1,-1 1 1,1-1-1,-1 0 1,0 0-1,1 0 0,-1-1 1,0 1-1,4-5 1,3-11-868,0-1 1,-1 0-1,11-36 0,-1 5 416,-17 46 603,0 1 1,0-1-1,1 1 0,0 0 1,-1 0-1,1 0 0,0 0 1,1 0-1,-1 1 0,0 0 1,1-1-1,-1 1 0,1 0 1,0 1-1,0-1 0,-1 1 1,1-1-1,0 1 0,1 0 1,-1 1-1,0-1 0,0 1 1,4 0-1,-4-1 90,-1 1 1,0 0-1,1 0 1,-1 0-1,1 0 1,-1 0-1,1 1 1,-1 0-1,0 0 1,1 0-1,-1 0 1,0 0-1,0 0 1,0 1-1,1 0 1,-2-1-1,1 1 1,0 0-1,0 1 1,-1-1-1,1 0 1,-1 1-1,0 0 1,1-1-1,-1 1 1,0 0-1,1 3 1,-2-4-62,4 12 418,0 0 0,-1 0-1,0 1 1,-1 0 0,-1-1 0,1 17-1,-3-31 32,3-8-416,10-5-145,-1 1 1,1 1-1,1 0 1,0 0-1,1 1 0,0 1 1,0 1-1,1 0 1,0 1-1,27-8 0,-43 15 68,1 0 1,0-1-1,-1 1 0,1 0 0,0 0 0,-1 0 0,1 0 0,0 0 0,0 1 1,-1-1-1,1 0 0,0 0 0,-1 0 0,1 1 0,0-1 0,-1 0 0,1 1 1,0-1-1,-1 0 0,1 1 0,-1-1 0,1 1 0,-1-1 0,1 1 0,-1-1 1,1 1-1,0 0 0,7 26 1397,-6 40 1383,-2-51-2539,-5 3-3213,-9 6-6105</inkml:trace>
</inkml:ink>
</file>

<file path=ppt/ink/ink1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12:22.58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252 98 2385,'0'0'10669,"3"-8"-9204,10-22-353,-13 30-1059,0-1-1,0 1 1,-1-1-1,1 1 1,-1-1 0,1 1-1,0-1 1,-1 1-1,1-1 1,-1 1-1,1-1 1,-1 1-1,1 0 1,-1-1 0,0 1-1,1 0 1,-1 0-1,1-1 1,-1 1-1,0 0 1,1 0-1,-1 0 1,0 0 0,1 0-1,-1 0 1,1 0-1,-1 0 1,0 0-1,1 0 1,-1 0-1,0 0 1,1 0 0,-1 1-1,0-1 1,-22 1 151,16 1-130,0 1 1,0 0-1,1 0 1,0 0 0,-1 0-1,1 1 1,0 0-1,1 1 1,-1-1 0,-8 10-1,-50 61 383,49-57-336,6-7-58,2 0 1,-1 1-1,1-1 1,1 1-1,0 0 1,1 1-1,0 0 1,1-1-1,0 2 1,1-1 0,1 0-1,0 1 1,1-1-1,0 1 1,2 18-1,-1-30-61,0-1 0,0 0 0,0 1 0,1-1 0,-1 0 0,0 0-1,1 1 1,-1-1 0,1 0 0,-1 1 0,1-1 0,0 0 0,-1 0 0,1 0-1,0 0 1,0 0 0,0 0 0,0 0 0,0 0 0,0 0 0,0 0 0,0-1 0,0 1-1,2 1 1,1 0 3,0-1-1,1 1 0,-1-1 0,1 0 0,-1 0 0,1 0 0,6 0 1,7-1 6,0-1 0,-1 0 0,21-5 1,-13 1-7,0-2 0,0 0 0,-1-2 0,0-1 0,-1-1 0,0-1 0,-1-1 0,0 0 1,-1-2-1,-1-1 0,34-33 0,-49 43 6,-1 0 0,0 0 0,0 0-1,-1-1 1,0 1 0,0-1 0,-1 0 0,0 0 0,0 0-1,0 0 1,-1 0 0,0 0 0,0-1 0,-1 1 0,0 0 0,-2-12-1,2 10 1,-1 3-9,0 1 1,0-1-1,-1 1 0,0 0 1,0 0-1,0-1 1,-1 1-1,1 1 1,-1-1-1,0 0 0,-1 1 1,1-1-1,-1 1 1,0 0-1,0 1 1,0-1-1,-1 0 0,1 1 1,-1 0-1,-5-3 1,-1 0 1,0-1 0,-1 2 0,1-1 0,-1 2 0,0-1-1,-1 2 1,-24-5 0,35 7-22,0 1-1,1 0 0,-1 0 0,0 0 0,1 0 0,-1 0 0,0 0 0,1 0 0,-1 0 0,0 1 0,0-1 1,1 1-1,-1-1 0,1 1 0,-1 0 0,1-1 0,-1 1 0,1 0 0,-1 0 0,1 0 0,0 0 1,-1 0-1,1 1 0,-1 1 0,0 1-305,0 0-1,0 0 1,0 0 0,1 1 0,0-1-1,0 0 1,-1 8 0,0 4-1140,-4 18-3439,5 0-1271</inkml:trace>
</inkml:ink>
</file>

<file path=ppt/ink/ink1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12:23.61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670 104 544,'0'0'5830,"0"-7"-4918,0-16 92,0-51 11988,-20 96-11381,7-3-1193,2 2-1,0-1 0,2 1 1,0 0-1,1 1 0,1 0 1,2 1-1,0-1 0,-2 24 1,0 34 428,3 99 0,5-126-634,-1-9-136,-2-1 0,-2 1 1,-2-1-1,-16 60 0,18-83-27,-5 10 78,8-27-119,1-3 88,0-38 136,-3 38-243,0 0 0,0 0 0,0 1 0,0-1-1,-1 1 1,1 0 0,0 0 0,0 0-1,-3 1 1,-19 16-14,-39 35 0,19-16 17,-225 185-414,258-212 278,5-4-107,-1 0 0,1 0-1,0 1 1,1-1 0,-1 1 0,-8 14 0,15-21 158,0 0 0,1 0 0,-1 1 1,0-1-1,0 0 0,0 0 0,0 1 0,0-1 1,0 0-1,0 0 0,0 1 0,0-1 0,1 0 1,-1 0-1,0 1 0,0-1 0,0 0 0,1 0 1,-1 0-1,0 1 0,0-1 0,0 0 1,1 0-1,-1 0 0,0 0 0,0 0 0,1 1 1,-1-1-1,0 0 0,1 0 0,-1 0 0,0 0 1,0 0-1,1 0 0,-1 0 0,0 0 0,1 0 1,-1 0-1,0 0 0,0 0 0,1 0 0,-1 0 1,0 0-1,0-1 0,1 1 0,-1 0 0,16-2-1233,-11 1 730,-1-1 0,1 0 1,-1 0-1,0-1 0,0 1 1,0-1-1,0 0 0,0 0 1,-1 0-1,5-5 0,12-11-2869,13-5-1876</inkml:trace>
</inkml:ink>
</file>

<file path=ppt/ink/ink1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12:24.36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122 39 1056,'0'0'4563,"-5"-5"-4137,2 2-397,-1-1 0,1 2 0,-1-1 0,1 0 0,-1 1 0,0-1 0,0 1-1,0 0 1,0 0 0,0 1 0,-1-1 0,1 1 0,0 0 0,-1 0 0,1 1-1,-9-1 1,-28 1 14,42 5 9679,-1 10-5183,1 51-1891,5-36-1963,2 0-1,1-1 1,1 0-1,1 0 1,2-1-1,30 49 1,-5-21-168,-30-43-377,0-1 84,-9-17-3893,0 2 2864,-1 1 0,0-1 0,0 0 0,0 1 0,0-1 0,0 1 0,-1-1 0,1 1 0,-4-2 0,-4-5-3458,-9-8-3698</inkml:trace>
</inkml:ink>
</file>

<file path=ppt/ink/ink1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12:24.96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0 241 1809,'0'0'7411,"0"1"-7266,0 0 0,1 0 0,-1-1 0,0 1 0,1 0 0,-1-1 0,0 1 0,1 0 0,-1-1 0,1 1 0,-1-1 0,1 1 0,-1 0 0,1-1 0,-1 1 0,1-1-1,0 0 1,-1 1 0,1-1 0,0 0 0,-1 1 0,1-1 0,0 0 0,0 1 0,-1-1 0,2 0 0,40-3 886,0-1 0,0-3 0,0-1 0,69-23-1,330-74 820,-246 62-1555,-103 18-241,22-3 1456,-116 28-1263,1 1 0,0-1 0,0 1 1,0-1-1,-1 1 0,1 0 0,0-1 1,0 1-1,0 0 0,0 0 0,0 0 1,0 0-1,0 0 0,-1 2 0,1-1-757,0 0-1,0 0 0,0 0 0,1 0 0,-1 0 0,0 0 0,1 0 0,-1 0 0,1 1 0,0-1 0,0 3 0,13-2-11684</inkml:trace>
</inkml:ink>
</file>

<file path=ppt/ink/ink1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12:58.28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1035 1008,'0'0'3730,"2"-6"-2969,7-16-197,1 0 1,2 1-1,0 0 1,1 0 0,1 2-1,1 0 1,0 0 0,33-29-1,21-12-640,79-51 0,-48 37 261,-22 15-90,3 3 1,2 3 0,2 5-1,3 3 1,99-36-1,-159 70-126,418-139 2051,-373 131-1370,2 3 0,0 3-1,1 3 1,85 0 0,-145 10-471,-1 0 0,0 1 1,1 0-1,-1 2 1,0-1-1,0 2 0,28 10 1,18 14 348,-2 2 0,-1 2-1,55 42 1,-89-57-348,-2 2-1,0 0 1,0 1-1,-2 1 0,-1 1 1,-1 1-1,-1 1 1,0 0-1,17 37 1,-25-37 42,-1 0 1,-1 1-1,-1 0 0,5 49 1,-8-47 9,1-1 0,1 1 0,1-1 1,13 32-1,-9-35-17,52 135 511,-55-135-649,-1 0-1,-1 0 1,-1 0-1,-1 1 1,1 25-1,-4-8 166,1 0-1,3 0 1,1-1-1,2 0 1,17 55-1,-1-32 59,-13-37-118,0 1-1,-2 1 1,7 38 0,-12-40-22,1 0 0,1-1 0,1 0 0,2 0 0,13 33 0,-15-46-98,0 0 1,1 0-1,1 0 1,0-1-1,0 0 1,1 0-1,0-1 1,1 0 0,0-1-1,1 0 1,21 14-1,12 5-20,-30-18 3,0-1 0,1 0-1,0-1 1,0 0 0,1-1 0,-1-1 0,33 7-1,-26-9 87,10 2 601,1-2 0,37 1 0,-71-5-593,-29-1-3354,29 0 2777,0 1 1,-1 0-1,1-1 1,0 1-1,0-1 1,0 1 0,-1-1-1,1 0 1,0 1-1,0-1 1,0 0-1,0 0 1,0 0-1,0 0 1,0 0 0,1 0-1,-1 0 1,0 0-1,0 0 1,1 0-1,-1 0 1,1 0-1,-1-1 1,1 1-1,-1 0 1,1 0 0,0-1-1,-1 1 1,1 0-1,0-1 1,0-1-1,0-14-6610</inkml:trace>
</inkml:ink>
</file>

<file path=ppt/ink/ink1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12:58.92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197 0 3794,'-1'3'17323,"-5"10"-14634,6-10-2483,0 1 0,0-1 0,0 1 0,1-1 0,-1 0 0,1 1 0,0-1 0,-1 0 0,1 0 1,1 0-1,-1 0 0,0 1 0,1-2 0,0 1 0,0 0 0,0 0 0,0 0 0,0-1 0,4 5 0,40 49 1155,-31-37-966,0 0 0,31 28 0,-28-29-225,-16-15-134,1 0 1,0 0-1,-1 0 0,1 0 1,0 0-1,1-1 1,-1 0-1,0 1 0,1-1 1,-1 0-1,1-1 0,0 1 1,0 0-1,0-1 1,4 1-1,-7-2 255,-4 0-169,-20 4-98,0 1-1,1 1 1,0 1-1,0 0 1,-28 15-1,-102 62 21,140-77-27,1 0 0,0 0 0,0 1 0,1 1 0,0 0 0,1 0 0,-12 14 0,19-15 657,3-5-3732</inkml:trace>
</inkml:ink>
</file>

<file path=ppt/ink/ink1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13:00.59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0 159 4498,'0'0'8673,"14"3"-7576,41 12-113,-52-13-916,-1 0 0,1 0 0,-1 0 0,0 1 0,1-1 0,-1 0 0,0 1 0,-1 0 0,1-1 0,0 1 0,-1 0 0,0 0 0,1 0 0,-1 0 0,0 0 0,0 0 0,-1 0 0,1 0-1,-1 0 1,0 1 0,1-1 0,-2 4 0,3 7 205,4 22 2013,-6-68-1541,0 31-729,0-29 185,1 0 1,5-33 0,-4 54-203,0 0 0,0 1 0,0 0 0,1-1 1,0 1-1,1 0 0,0 1 0,0-1 1,1 1-1,0-1 0,0 2 0,7-8 1,-9 11-70,0 0 1,1 1 0,0 0 0,-1-1 0,1 1 0,0 0 0,0 1 0,0-1 0,1 1 0,-1 0 0,0 0 0,6-1 0,54-1-7262,-53 3 4557,15 0-2695</inkml:trace>
</inkml:ink>
</file>

<file path=ppt/ink/ink1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13:01.07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143 19 3249,'0'0'10331,"-8"-14"-7122,7 14-3112,-1-1 0,1 0-1,-1 1 1,1-1 0,-1 1 0,0-1 0,1 1 0,-1 0-1,0-1 1,1 1 0,-1 0 0,0 0 0,1 0-1,-1 1 1,0-1 0,1 0 0,-1 1 0,1-1-1,-1 1 1,0-1 0,1 1 0,-1 0 0,1-1 0,0 1-1,-3 2 1,-33 27 1150,32-25-1090,0 1-1,0 0 1,1 0-1,0 0 0,0 0 1,0 1-1,1 0 0,0 0 1,0 0-1,1 0 0,-3 13 1,1 2-53,2 0 1,1 37-1,1-50-101,3-8 11,0 0-1,0-1 0,0 1 1,0-1-1,0 1 0,0-1 1,0 0-1,0-1 0,1 1 1,-1 0-1,3-2 0,8-5-5,-1-1 0,0-1 0,0 0 1,-1 0-1,-1-1 0,1-1 0,15-18 0,-20 6 54,-6 24-46,-2 10-22,10 39-2722,-8-45 1639,1-1 0,0 1 0,0-1 0,0 0 0,1 0 0,-1 0 0,1 0 0,4 5 0,1-1-4591</inkml:trace>
</inkml:ink>
</file>

<file path=ppt/ink/ink1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13:01.53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0 1825,'0'0'11469,"4"2"-9585,0 3-1446,-1-1 0,1 1 0,-1 0 1,1 0-1,-2 0 0,1 0 0,0 0 1,-1 1-1,0-1 0,0 1 0,-1-1 1,1 1-1,-1 0 0,0 7 0,1-13-398,0 1 0,0 0 0,0-1 0,0 0-1,1 1 1,-1-1 0,0 0 0,0 0 0,0 0 0,0-1-1,0 1 1,1 0 0,3-2 0,94-78 29,-99 79-2,1 1 19,0 0-1,0 1 1,0-1 0,0 1 0,0 0-1,0 0 1,0-1 0,0 1-1,-1 0 1,1 1 0,0-1 0,-1 0-1,1 0 1,0 1 0,-1-1-1,2 3 1,21 29-2335,-19-25 2,-4-7 1886,6 9-3829,-1-3-1565,1-1-2881</inkml:trace>
</inkml:ink>
</file>

<file path=ppt/ink/ink1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13:02.09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170 395 6659,'0'0'10488,"-16"-2"-9293,-51-8-125,65 9-976,-1 1 1,0 0 0,0-1-1,0 1 1,0 0 0,-1 1-1,2-1 1,-1 1 0,0-1-1,0 1 1,0 0 0,0 0 0,0 0-1,0 0 1,1 1 0,-1-1-1,1 1 1,-1-1 0,1 1-1,-1 0 1,1 0 0,0 0-1,0 0 1,0 1 0,-2 2-1,1 0-38,1 0-1,0 0 0,0 0 1,0 0-1,1 1 1,0-1-1,0 0 0,0 1 1,1-1-1,0 9 0,0-13-20,8-2-46,0-1 1,0 1-1,0-1 0,0-1 0,-1 1 1,1-1-1,-1-1 0,1 0 0,-1 0 1,0 0-1,0 0 0,-1-1 1,9-9-1,10-8-534,40-49-1,-49 51 462,-1-1 0,-1 0-1,-1-1 1,-1-1-1,-1 0 1,0-1 0,-2 0-1,-1 0 1,-1-1-1,5-36 1,-11 54-312,1-24 2184,-7 24-244,-6 15-692,0 5-534,1 0-1,0 1 1,1 0-1,1 0 1,1 1-1,0 1 1,0-1-1,2 1 0,-6 22 1,4-5-245,1 1 1,1-1-1,1 58 1,4-90-165,0 0 0,0 0 0,0 1 0,0-1 0,0 0 0,1 0 1,-1 0-1,1 0 0,-1 0 0,1 0 0,-1 0 0,1 0 0,-1 0 0,1 0 1,0 0-1,0 0 0,-1-1 0,1 1 0,0 0 0,0 0 0,0-1 1,0 1-1,0 0 0,1 0 0,35 8-3589,39-13-7245,-49-3 6853,0-7-663</inkml:trace>
</inkml:ink>
</file>

<file path=ppt/ink/ink1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13:02.42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190 1 4114,'0'0'15586,"-10"2"-13564,8-1-1954,-2-1 86,0 1 0,0 0 1,1 0-1,-1 1 0,0-1 1,1 1-1,-1-1 0,1 1 1,0 0-1,0 0 0,0 1 1,0-1-1,0 1 0,0-1 1,0 1-1,1 0 1,-1 0-1,1 0 0,0 0 1,0 1-1,0-1 0,-1 6 1,-2 4-13,1 0 1,1 0 0,0 1-1,0-1 1,2 1 0,0 0-1,1 27 1,0-30-148,0-11 0,0 1-1,0 0 1,-1-1-1,1 1 1,0 0-1,0-1 1,0 1-1,0 0 1,0 0-1,0-1 1,0 1-1,0 0 1,0-1-1,0 1 1,1 0-1,-1-1 1,0 1-1,0 0 1,1-1-1,-1 1 1,0 0-1,1-1 1,-1 1-1,1-1 1,-1 1-1,1-1 1,-1 1 0,1-1-1,-1 1 1,1-1-1,-1 1 1,1-1-1,0 0 1,-1 1-1,1-1 1,-1 0-1,1 0 1,0 1-1,-1-1 1,1 0-1,0 0 1,0 0-1,-1 0 1,1 0-1,0 0 1,-1 0-1,1 0 1,0 0-1,-1 0 1,1 0-1,0 0 1,0-1-1,-1 1 1,1 0-1,-1 0 1,1-1-1,0 1 1,0-1-1,1 0-66,1-1-1,-1 1 0,0-1 0,1 0 1,-1 0-1,0 0 0,0 0 1,0 0-1,-1 0 0,1-1 0,0 1 1,-1 0-1,2-6 0,1-2-319,-1-1-1,-1 0 0,0 0 1,0 0-1,-1 0 1,-1 0-1,0 0 1,-2-21-1,1 28 237,0 1-1,0 0 1,0 0-1,0 0 1,0-1-1,-1 1 1,1 0-1,-1 1 1,0-1-1,0 0 1,0 0-1,0 1 1,-1-1-1,1 1 1,-1 0-1,1 0 1,-1 0-1,0 0 1,0 0-1,0 1 1,0-1-1,0 1 1,0 0-1,0-1 1,-1 2-1,1-1 1,0 0-1,-1 1 1,1-1-1,0 1 1,-1 0-1,-5 1 1,-3-2-893,10 1 655,-1-1 0,1 1-1,0 0 1,0 0 0,0 0 0,-1 0 0,1 0-1,0 0 1,0 1 0,-1-1 0,1 1-1,0-1 1,0 1 0,0 0 0,0 0-1,0 0 1,0 0 0,0 0 0,0 0 0,0 1-1,-2 2 1,-3 5-2863</inkml:trace>
</inkml:ink>
</file>

<file path=ppt/ink/ink1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13:03.10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12 2209,'0'0'13158,"8"5"-11298,-5-3-1664,0-1 1,-1 1 0,1 0-1,0 0 1,-1 0 0,0 0-1,0 0 1,1 0 0,-1 1 0,-1-1-1,1 1 1,0 0 0,-1-1-1,1 1 1,-1 0 0,0 0 0,1 0-1,-2 0 1,1 0 0,0 0-1,-1 0 1,1 0 0,-1 0-1,0 0 1,0 6 0,-1 7 561,1 7-1477,0-22 696,0-1 0,1 0 0,-1 1-1,0-1 1,0 0 0,1 0 0,-1 1 0,0-1 0,0 0-1,1 0 1,-1 0 0,0 1 0,1-1 0,-1 0 0,1 0 0,-1 0-1,0 0 1,1 0 0,-1 0 0,0 0 0,1 0 0,-1 0-1,1 0 1,-1 0 0,0 0 0,1 0 0,-1 0 0,0 0-1,1 0 1,-1 0 0,0 0 0,1 0 0,-1-1 0,1 1 0,-1 0-1,0 0 1,0 0 0,1-1 0,-1 1 0,0 0 0,1 0-1,-1-1 1,0 1 0,0 0 0,1-1 0,-1 1 0,0 0-1,0 0 1,0-1 0,1 0 0,31-22-391,1 1 0,1 1-1,67-29 1,-100 50 552,0 1 0,0-1 0,-1 1 0,1 0-1,-1-1 1,1 1 0,0 0 0,-1-1 0,0 1-1,1 0 1,-1 0 0,1-1 0,-1 1 0,0 0 0,1 0-1,-1 0 1,0-1 0,0 1 0,0 0 0,0 0-1,0 0 1,0 0 0,0 0 0,0 0 0,0-1 0,0 1-1,-1 2 1,2 41 757,-2-33-449,2-10-443,-1-1-1,1 1 1,0-1-1,-1 1 1,1-1-1,-1 1 1,1-1 0,0 0-1,-1 1 1,1-1-1,0 0 1,0 1-1,-1-1 1,1 0 0,0 0-1,0 0 1,-1 1-1,1-1 1,0 0 0,0 0-1,0 0 1,-1 0-1,1-1 1,0 1-1,1 0 1,19-2-57,-6-3-146,0-1 0,-1 0 1,1-1-1,-2-1 0,24-16 0,21-11-305,-58 35 610,1 0 0,-1 0 0,1 0 0,-1 0 0,0 1 1,1-1-1,-1 0 0,0 0 0,1 1 0,-1-1 0,0 0 0,1 0 1,-1 1-1,0-1 0,0 0 0,1 1 0,-1-1 0,0 0 1,0 1-1,0-1 0,1 0 0,-1 1 0,0-1 0,0 1 1,0-1-1,0 0 0,0 1 0,0-1 0,0 1 0,0-1 0,0 1 1,0-1-1,0 0 0,0 2 0,2 31 745,-2-20-925,-1-1 1,0 0-1,-4 19 0,-3-2-914,3-11-1411,-1-1-3933,5-11-2967</inkml:trace>
</inkml:ink>
</file>

<file path=ppt/ink/ink1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13:43.14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244 1 3970,'0'0'13699,"-13"1"-12591,-3 1-685,0 1 1,0 0 0,0 1 0,1 1 0,-1 1 0,1 0 0,1 1 0,-18 10 0,22-10-208,-34 25 775,42-30-961,0 0-1,0 0 0,0 1 0,0-1 1,1 0-1,-1 1 0,1 0 0,0-1 1,0 1-1,0 0 0,0 0 0,0 0 1,1 0-1,-1-1 0,1 1 0,0 4 0,33-4 6,-19-5-31,-1 0-1,0-1 1,0-1-1,0 0 1,0-1-1,0 0 1,-1-1-1,0 0 1,-1-1-1,1 0 1,13-12-1,-7 6 0,-18 13 54,0 0-1,1 0 0,-1 0 0,0 0 0,0 0 0,0 0 1,0 0-1,0 0 0,1 0 0,-1 0 0,0 0 0,0 0 0,0 0 1,0-1-1,1 1 0,-1 0 0,0 1 0,0-1 0,0 0 1,0 0-1,0 0 0,1 0 0,-1 0 0,0 0 0,0 0 0,0 0 1,0 0-1,0 0 0,1 0 0,-1 0 0,0 0 0,0 0 0,0 1 1,0-1-1,0 0 0,0 0 0,0 0 0,1 0 0,-1 0 1,0 0-1,0 1 0,0-1 0,0 0 0,0 0 0,0 0 0,0 0 1,0 0-1,0 1 0,0-1 0,0 0 0,0 0 0,0 0 0,0 0 1,0 0-1,0 1 0,1 16 499,2 11-3228,-3-27 2399,0 0 0,0 0 0,0 0-1,1-1 1,-1 1 0,0 0 0,1 0 0,-1 0 0,0 0-1,1 0 1,-1-1 0,1 1 0,0 0 0,-1 0 0,1-1 0,-1 1-1,1 0 1,0-1 0,0 1 0,-1-1 0,3 2 0,10 0-5911,1-1-1399</inkml:trace>
</inkml:ink>
</file>

<file path=ppt/ink/ink1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13:43.25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0 1 7459</inkml:trace>
</inkml:ink>
</file>

<file path=ppt/ink/ink1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13:43.47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0 134 7459,'113'67'3856,"-109"-65"-2737,0 1 0,0-1 0,0 1 0,0 0 0,-1 0 0,0 0 0,1 0 1,-1 0-1,4 7 0,-6-8-944,0 0 1,0-1-1,-1 1 0,1 0 1,-1 0-1,0 0 0,1 0 1,-1 0-1,0 0 1,0-1-1,0 1 0,-1 3 1,1-3-48,0 0 0,0 0 0,0 0 0,0 0 0,0 0 0,0 0 0,1 0 0,-1 0 0,1 0 0,-1 0 0,1 0 0,0-1 0,1 4-1,-2-5-114,0 1-1,0-1 0,0 0 0,0 0 0,0 0 1,0 0-1,0 1 0,0-1 0,0 0 0,0 0 0,0 0 1,0 0-1,0 1 0,1-1 0,-1 0 0,0 0 0,0 0 1,0 0-1,0 0 0,0 1 0,0-1 0,1 0 0,-1 0 1,0 0-1,0 0 0,0 0 0,0 0 0,0 0 0,1 0 1,-1 0-1,0 0 0,0 1 0,0-1 0,0 0 0,1 0 1,-1 0-1,0 0 0,0 0 0,0 0 0,0 0 0,1 0 1,-1 0-1,0 0 0,0-1 0,0 1 0,0 0 0,1 0 1,-1 0-1,0 0 0,0 0 0,0 0 0,0 0 0,1 0 1,-1 0-1,0-1 0,0 1 0,0 0 0,0 0 1,0 0-1,0 0 0,1-1 0,3-18 296,-2-50-350,-1 25 118,3 18-55,1 0 1,2 0-1,9-25 0,-15 49-83,-1 0-1,0 1 0,1-1 1,-1 1-1,1-1 0,-1 1 1,1-1-1,0 1 0,0-1 0,0 1 1,0 0-1,0-1 0,0 1 1,0 0-1,0 0 0,0 0 1,0 0-1,1 0 0,-1 0 0,0 0 1,1 0-1,-1 0 0,1 1 1,-1-1-1,1 0 0,-1 1 1,1 0-1,0-1 0,-1 1 1,1 0-1,-1 0 0,1 0 0,2 0 1,16 31-14227,-6-17 5463</inkml:trace>
</inkml:ink>
</file>

<file path=ppt/ink/ink1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13:43.78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10 174 5426,'0'0'17857,"-1"11"-16033,-1 2-1913,-1 10 2706,2-63-857,0 12-1725,0 9-29,1 0 0,3-30-1,-3 46-10,1-1-1,-1 1 0,1 0 0,0 0 0,0-1 1,0 1-1,0 0 0,0 0 0,1 0 1,-1 0-1,1 1 0,0-1 0,0 0 0,0 1 1,0-1-1,1 1 0,-1-1 0,0 1 0,1 0 1,0 0-1,3-1 0,9 0-1652,0 13-6814,-9-5 4462,6 4-4911</inkml:trace>
</inkml:ink>
</file>

<file path=ppt/ink/ink1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13:43.99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 10101,'0'0'17768,"0"50"-17528,0-66-19145</inkml:trace>
</inkml:ink>
</file>

<file path=ppt/ink/ink1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13:44.16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 11205,'0'0'7251,"7"43"-10980,-7-34-2850</inkml:trace>
</inkml:ink>
</file>

<file path=ppt/ink/ink1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13:44.70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57 5282,'0'0'15151,"10"3"-13168,-2-1-1646,0 1 0,-1 0 0,1 0-1,-1 1 1,1 0 0,-1 1 0,-1-1 0,1 1 0,0 0 0,-1 1 0,0 0 0,7 9 0,-8-6-131,-4-7-179,1 1 1,-1-1 0,0 1-1,1-1 1,-1 0-1,1 0 1,0 1 0,-1-1-1,1 0 1,0-1 0,0 1-1,1 0 1,-1 0-1,0-1 1,0 1 0,5 1-1,-6-3 85,2-12-88,0 1-1,1 0 0,1 1 1,-1-1-1,2 1 0,0 0 1,10-15-1,-6 10-541,-7 10 566,-1 1 1,1-1-1,0 1 1,0 0-1,1 0 1,-1 1-1,1-1 0,-1 0 1,9-5-1,8 3-2870,6 3-3582,-7 3-333,2 0-1354</inkml:trace>
</inkml:ink>
</file>

<file path=ppt/ink/ink1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13:45.06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190 1 4690,'0'0'12702,"-20"12"-9300,-65 41-719,77-47-2100,0-1-1,1 1 1,-1 0-1,1 1 0,0-1 1,1 1-1,-9 13 0,12-16-460,1 1-1,-1-1 0,1 1 0,0 0 0,1 0 0,-1 0 0,1 0 0,0 0 0,1 0 0,-1 0 0,1 7 1,1-11-134,0 0 0,0 0-1,0-1 1,1 1 0,-1 0 0,0-1 0,1 1 0,-1-1 0,0 0 0,1 1 0,-1-1 0,1 0 0,-1 0 0,0 0 0,1 0 0,-1 0 0,1 0 0,1-1 0,31-1-661,-27 1 401,0-1 1,0 0-1,0-1 1,0 0-1,0 0 0,-1 0 1,1-1-1,-1 0 1,0 0-1,0 0 0,9-10 1,18-11-107,-32 24 2051,-1 33-643,-1-28-1164,1-1 0,1 0 0,-1 1 0,0-1 0,1 0 0,-1 0 0,1 1 0,0-1 0,0 0 0,2 3 0,-2-5-283,0 0 1,0 1 0,0-1 0,0 0-1,0 0 1,0 0 0,0 0 0,1 0-1,-1-1 1,0 1 0,1 0 0,-1-1 0,1 1-1,-1-1 1,1 1 0,-1-1 0,1 1-1,-1-1 1,1 0 0,-1 0 0,1 0 0,2 0-1,17 0-6589</inkml:trace>
</inkml:ink>
</file>

<file path=ppt/ink/ink1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13:45.34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130 0 7571,'0'0'13020,"-12"23"-9928,-33 79-1270,40-87-1209,1-1 1,0 1-1,1 0 0,1 0 1,-1 25-1,-1 5 704,-5 32 327,5-36-1383,-15 67 0,15-94-1371,-5 15-2233,7-13-6882</inkml:trace>
</inkml:ink>
</file>

<file path=ppt/ink/ink1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13:45.65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136 0 10981,'0'0'8897,"3"23"-4180,6 52-2008,-3 1 0,-5 90 0,-3-150-2655,0 0 0,-1 0 0,-1-1 0,-7 22 0,9-31-283,-1 0-1,1 0 0,-1 0 0,0 0 1,-1 0-1,1-1 0,-1 1 1,-1-1-1,1 0 0,-1-1 0,1 1 1,-1-1-1,-6 5 0,8-8-690,0 0 0,0 0 0,0 0 0,0-1 0,0 1 0,0 0 0,0-1 0,0 0 0,0 0 0,-6-1 0,-1 1-2598,-16 0-7001</inkml:trace>
</inkml:ink>
</file>

<file path=ppt/ink/ink1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13:45.95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5 9925,'0'0'2857,"19"0"1467,37 1-1901,6 1 192,111-10-1,-171 8-2326,-4 3-160,1 0 0,-1 0 1,0-1-1,0 1 0,0 0 0,-1-1 0,1 0 0,0 1 0,-5 2 0,-3 4 429,6-4-430,0 0 0,0-1-1,0 1 1,1 0-1,0 1 1,0-1 0,0 1-1,0-1 1,-2 10-1,1 17-9171</inkml:trace>
</inkml:ink>
</file>

<file path=ppt/ink/ink1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13:46.15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48 0 11941,'0'0'11670,"0"124"-11590,0-97-80,0 3-480,-14-3-2338,-6 0-2176,7-7-3874</inkml:trace>
</inkml:ink>
</file>

<file path=ppt/ink/ink1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13:46.79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0 10597,'0'0'17579,"5"10"-16165,-1-2-1175,0 2-62,0 0 1,1 0-1,0-1 1,1 0 0,8 11-1,-13-20-226,0 1 1,0 0-1,0-1 0,1 1 0,-1-1 1,0 0-1,0 1 0,1-1 0,-1 0 1,0 0-1,1 0 0,-1 0 0,0 0 1,0 0-1,1 0 0,-1 0 0,0 0 1,1-1-1,-1 1 0,0-1 0,0 1 1,1-1-1,-1 1 0,0-1 0,1 0 1,33-21-903,-29 18 707,82-54-1549,-87 57 2711,0 2-839,-1-1 0,1 1 0,0-1 0,-1 1 0,1-1 0,-1 1 0,1-1 0,-1 1 0,0-1 0,1 1 1,-1 0-1,0-1 0,1 1 0,-1 0 0,0-1 0,0 1 0,1 0 0,-1-1 0,0 1 0,0 0 0,0 0 1,0-1-1,0 1 0,0 0 0,0-1 0,0 2 0,-1 29 2592,1-21-2267,4-9-404,0-1 0,0 1 0,1-1 0,-1 0 0,0 0 0,0 0 0,0 0 0,5-1 0,8-4 0,0 0 0,0-1 0,20-10 0,23-9 0,-47 25 0,-12 0-2,0 0 0,-1 0 1,1 0-1,0 1 0,-1-1 0,1 0 0,0 1 1,-1-1-1,1 1 0,0-1 0,-1 1 0,1-1 0,-1 1 1,1-1-1,-1 1 0,1-1 0,-1 1 0,0 0 1,1-1-1,-1 1 0,0 0 0,1-1 0,-1 1 1,0 0-1,0 0 0,0-1 0,0 1 0,1 0 1,-1 0-1,0-1 0,0 2 0,0 25-745,0-23 317,0-2-1362</inkml:trace>
</inkml:ink>
</file>

<file path=ppt/ink/ink1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13:47.19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1 129 1265,'0'0'21308,"10"0"-19384,134 0 1931,-142 0-3853,-1-1 1,0 1-1,0-1 1,1 0-1,-1 1 1,0-1-1,0 0 1,0 0-1,0 0 1,0 0-1,0 0 1,0 0-1,0 0 1,-1 0-1,1 0 1,0-1-1,0 1 1,-1 0-1,1 0 1,-1-1-1,1 1 1,-1 0-1,0-1 1,0 1-1,1 0 1,-1-1-1,0 1 1,0-2-1,0-49-76,0 40 36,-1 10 47,1 1 0,0-1 0,-1 1 1,1-1-1,-1 0 0,1 1 1,-1 0-1,0-1 0,1 1 1,-1-1-1,0 1 0,0 0 0,0 0 1,0-1-1,-1 1 0,1 0 1,0 0-1,0 0 0,-1 0 0,1 1 1,0-1-1,-1 0 0,1 0 1,-1 1-1,1-1 0,-1 1 0,1-1 1,-1 1-1,1 0 0,-1 0 1,0-1-1,1 1 0,-1 0 1,1 0-1,-1 1 0,0-1 0,1 0 1,-2 1-1,-1-1 153,1 0 1,0 1-1,0-1 0,-1 1 1,1 0-1,0 0 1,0 0-1,0 0 0,0 0 1,0 1-1,0-1 0,0 1 1,1 0-1,-1 0 0,0 0 1,1 0-1,0 1 1,-1-1-1,-2 4 0,3-1-124,0-1-1,0 1 0,0 0 1,0 0-1,0 0 1,1 0-1,0 0 0,0 0 1,1 0-1,-1 1 1,1-1-1,0 0 0,1 0 1,-1 0-1,1 0 0,0 1 1,2 4-1,-1-5-24,1 1-1,0-1 0,0 1 1,1-1-1,-1 0 0,1-1 1,0 1-1,1 0 0,-1-1 1,1 0-1,0 0 0,0-1 1,9 6-1,19 10-2939,-27-15 1280,1-1-1,0 0 1,-1-1 0,1 1-1,13 1 1,-12-3-8304</inkml:trace>
</inkml:ink>
</file>

<file path=ppt/ink/ink1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14:07.71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55 358 1457,'0'0'4647,"-9"-1"-3881,-36-5 1896,90 4 1782,-9 0-3426,-17 3-562,0 1 0,0 1 0,24 6 0,-24-4-322,0-1 0,1-1 1,25 1-1,62-3 154,171-22 0,-71-9 165,339-5 1,-348 37-421,212-5 46,-213-15-53,76-2-33,-136 14 13,143-25 0,-142 13 18,147-1 1,177-11 20,-260 13-21,338-22-26,-224 8 32,223-8 46,-73 23 343,-404 16-472,641-6 845,-307 4-679,-210 3-50,131 21 310,-105-3-193,73-4 351,-69-13-117,55 2 2434,-136 11-1967,190-13 2176,-324-2-3097,-16 0-3276,-7 0-36,-1 0-4992,15 0 802</inkml:trace>
</inkml:ink>
</file>

<file path=ppt/ink/ink1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15:37.839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563 1 3201,'0'0'6307,"-1"24"-5146,0-13-1001,0 22 393,-2 0 1,-2 0 0,-11 47-1,-26 71 910,-6-1 0,-72 151 0,-16-52-1368,80-153-103,-56 129 1,93-162-134,17-36-3424,3-39-4230,4-5 3881</inkml:trace>
</inkml:ink>
</file>

<file path=ppt/ink/ink1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15:39.256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74 1 3698,'0'0'11242,"0"20"-9769,-14 267 3764,6-206-4045,4-21-881,-4 0-1,-19 77 1,14-69-1773,21-84 1214,-1 0 0,2 1 1,17-25-1,3-5-39,-20 30 285,1 1 0,0 1 1,0 0-1,19-18 1,-27 37 293,0 0 0,-1 1 1,0-1-1,0 1 0,0 0 1,-1 8-1,0-3-959,0-6 933,-1 1-1,2-1 1,-1 0 0,1 1 0,0-1-1,2 9 1,11 3-2788,-12-17 1691,0 0 0,0 0 0,1 0 0,-1 0 0,0-1 0,0 1 0,0-1 0,0 1 0,1-1 0,-1 0 0,2 0 0,10 0-6746</inkml:trace>
</inkml:ink>
</file>

<file path=ppt/ink/ink1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15:39.726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30 45 5186,'0'0'8311,"9"12"-7626,30 38-135,-35-47-479,-1-1-1,1 0 1,0 0 0,-1 0-1,1 0 1,0-1 0,0 1-1,0-1 1,1 0-1,-1 0 1,0-1 0,0 1-1,0-1 1,1 0 0,-1 0-1,0 0 1,0-1 0,1 0-1,-1 1 1,0-1 0,0-1-1,7-2 1,-9 2-11,-1 0 1,1-1-1,0 1 0,-1-1 1,1 1-1,-1-1 1,0 0-1,0 1 0,0-1 1,0 0-1,0 0 1,-1 0-1,1 1 0,-1-1 1,0 0-1,0 0 1,0-5-1,0 6-15,0-1 0,0 1 0,-1 0-1,1-1 1,0 1 0,-1 0 0,1-1 0,-1 1 0,0 0-1,0-1 1,0 1 0,0 0 0,0 0 0,0 0-1,-1 0 1,1 0 0,-1 0 0,1 1 0,-1-1 0,0 0-1,0 1 1,-2-3 0,-5 1 165,1 0 1,-1 1-1,0 0 0,0 0 0,0 1 0,0 0 1,0 0-1,-17 2 0,23-1-116,0 0 0,0 0 0,0 1 1,0-1-1,0 1 0,0-1 0,1 1 0,-1 0 0,0 0 1,0 0-1,1 1 0,-1-1 0,1 1 0,-1-1 0,1 1 1,-1 0-1,1 0 0,0 0 0,0 0 0,0 0 0,0 0 1,0 1-1,1-1 0,-1 1 0,1-1 0,0 1 0,-1 0 1,1 0-1,-1 5 0,1-2-33,0 1 0,0 0 0,1-1 1,-1 1-1,2-1 0,-1 1 0,1 0 0,0-1 1,0 1-1,1-1 0,0 0 0,0 1 0,1-1 0,-1 0 1,1 0-1,1 0 0,-1-1 0,1 1 0,7 8 1,-5-9-273,1 0 0,-1 0 1,1 0-1,0-1 1,0 0-1,1 0 1,-1 0-1,1-1 1,0-1-1,0 1 1,0-1-1,0-1 1,0 1-1,0-1 1,14 0-1,57-2-7064,-44-5 978</inkml:trace>
</inkml:ink>
</file>

<file path=ppt/ink/ink1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15:40.152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92 1 6659,'0'0'12715,"-14"16"-11594,-45 51-257,57-65-823,0 0 0,1 0-1,-1 0 1,1 1 0,-1-1 0,1 0-1,0 1 1,0-1 0,0 1 0,0-1 0,0 1-1,0-1 1,1 1 0,-1-1 0,1 1-1,0 0 1,0-1 0,0 1 0,0 0-1,0-1 1,2 6 0,-1 6 95,0-13-135,-1 0 1,0 0-1,0 0 1,1 0 0,-1 1-1,1-1 1,-1 0-1,1 0 1,0 0 0,-1 0-1,1 0 1,0 0-1,0 0 1,-1 0-1,1-1 1,0 1 0,0 0-1,0 0 1,0-1-1,0 1 1,0 0 0,0-1-1,0 1 1,1-1-1,-1 0 1,0 1 0,0-1-1,0 0 1,1 0-1,-1 1 1,0-1 0,0 0-1,0 0 1,1-1-1,-1 1 1,0 0 0,0 0-1,3-1 1,0 0-19,1 1 1,0-1-1,0 0 0,-1 0 1,1-1-1,-1 1 0,1-1 1,-1 0-1,5-3 1,2-4-184,0 1 1,-1-1-1,0-1 1,0 0-1,-1 0 1,-1-1 0,10-16-1,-18 29 268,-1 0-1,1 0 1,-1 0-1,1-1 1,0 1 0,0 0-1,-1 0 1,1 0-1,1 0 1,-1 0-1,0 0 1,0 0 0,1-1-1,-1 1 1,1 0-1,0 0 1,-1 0-1,1-1 1,0 1 0,0 0-1,0-1 1,0 1-1,0-1 1,1 1-1,-1-1 1,0 1-1,1-1 1,-1 0 0,1 0-1,1 1 1,1 1-698,0 0 0,1 0 0,-1 0 0,1-1 1,-1 0-1,1 0 0,0 0 0,0-1 0,0 0 0,0 1 0,0-2 1,9 2-1,15-2-5685,3 0-1489</inkml:trace>
</inkml:ink>
</file>

<file path=ppt/ink/ink1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15:40.841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209 590 3554,'0'0'15220,"-8"-16"-12357,3 13-2610,0 1 1,0 0 0,0 0 0,0 0 0,0 1-1,0 0 1,0 0 0,0 0 0,0 0 0,-1 1-1,1 0 1,0 0 0,-1 0 0,-6 2 0,-5-2 274,12 1-466,0-1 0,0 0 0,0 1 1,1 0-1,-1 0 0,0 1 0,0-1 0,1 1 0,-1 0 1,1 0-1,-1 1 0,1-1 0,0 1 0,-8 6 0,10-7-54,0 1-1,0-1 0,0 1 0,0-1 0,0 1 0,1-1 1,-1 1-1,1 0 0,0 0 0,0 0 0,0 0 0,0 0 0,0 0 1,1 0-1,-1 0 0,1 0 0,0 0 0,0 0 0,0 0 1,0 0-1,0 0 0,1 0 0,-1 0 0,1 1 0,0-2 1,1 5-1,0-5-28,-1-1 1,1 1 0,-1-1-1,1 0 1,-1 1 0,1-1-1,0 0 1,0 0 0,-1 0-1,1 0 1,0 0 0,0-1-1,0 1 1,0 0 0,0-1-1,0 0 1,0 1-1,0-1 1,0 0 0,0 0-1,3 0 1,1 0-57,-1 0 1,1 0-1,-1-1 0,0 1 0,1-1 0,-1 0 1,9-3-1,13-13-481,-1 0 0,-1-2 0,-1-1 0,0 0 0,32-39 0,-36 39 160,0-1 1,-2-1-1,-1-1 1,0 0-1,-2-1 1,-1-1-1,-1-1 1,-1 0-1,-1 0 1,-1-1-1,-1 0 1,-2-1-1,6-47 1,-6-20 756,-7 54 4876,-7 47-3375,-1 20-897,1 0 1,-7 39-1,3-9 397,-2 4-704,3 2 1,3 0 0,2-1 0,3 2-1,6 63 1,-3-120-657,0 1 0,0-1 0,0 0 0,1 0 0,0 0 0,0 0 0,1 0 0,0 0 0,0 0 0,6 7 0,-7-10 0,0 0 0,0 0 0,1-1 0,0 1 0,-1-1 0,1 0 0,0 0 0,0 0 0,0 0 0,0 0 0,1 0 0,-1-1 0,0 0 0,1 0 0,-1 0 0,1 0 0,-1 0 0,1-1 0,6 1 0,41-5-5995,-48 4 5424,-1-1 1,0 1 0,0-1 0,1 0 0,-1 1 0,0-1 0,0 0 0,0 0 0,0-1 0,0 1 0,0 0-1,0-1 1,0 1 0,0-1 0,-1 1 0,1-1 0,-1 0 0,1 0 0,1-3 0</inkml:trace>
</inkml:ink>
</file>

<file path=ppt/ink/ink1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16:33.348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563 1 3201,'0'0'6307,"-1"24"-5146,0-13-1001,0 22 393,-2 0 1,-2 0 0,-11 47-1,-26 71 910,-6-1 0,-72 151 0,-16-52-1368,80-153-103,-56 129 1,93-162-134,17-36-3424,3-39-4230,4-5 3881</inkml:trace>
</inkml:ink>
</file>

<file path=ppt/ink/ink1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16:33.349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74 1 3698,'0'0'11242,"0"20"-9769,-14 267 3764,6-206-4045,4-21-881,-4 0-1,-19 77 1,14-69-1773,21-84 1214,-1 0 0,2 1 1,17-25-1,3-5-39,-20 30 285,1 1 0,0 1 1,0 0-1,19-18 1,-27 37 293,0 0 0,-1 1 1,0-1-1,0 1 0,0 0 1,-1 8-1,0-3-959,0-6 933,-1 1-1,2-1 1,-1 0 0,1 1 0,0-1-1,2 9 1,11 3-2788,-12-17 1691,0 0 0,0 0 0,1 0 0,-1 0 0,0-1 0,0 1 0,0-1 0,0 1 0,1-1 0,-1 0 0,2 0 0,10 0-6746</inkml:trace>
</inkml:ink>
</file>

<file path=ppt/ink/ink1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16:33.350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30 45 5186,'0'0'8311,"9"12"-7626,30 38-135,-35-47-479,-1-1-1,1 0 1,0 0 0,-1 0-1,1 0 1,0-1 0,0 1-1,0-1 1,1 0-1,-1 0 1,0-1 0,0 1-1,0-1 1,1 0 0,-1 0-1,0 0 1,0-1 0,1 0-1,-1 1 1,0-1 0,0-1-1,7-2 1,-9 2-11,-1 0 1,1-1-1,0 1 0,-1-1 1,1 1-1,-1-1 1,0 0-1,0 1 0,0-1 1,0 0-1,0 0 1,-1 0-1,1 1 0,-1-1 1,0 0-1,0 0 1,0-5-1,0 6-15,0-1 0,0 1 0,-1 0-1,1-1 1,0 1 0,-1 0 0,1-1 0,-1 1 0,0 0-1,0-1 1,0 1 0,0 0 0,0 0 0,0 0-1,-1 0 1,1 0 0,-1 0 0,1 1 0,-1-1 0,0 0-1,0 1 1,-2-3 0,-5 1 165,1 0 1,-1 1-1,0 0 0,0 0 0,0 1 0,0 0 1,0 0-1,-17 2 0,23-1-116,0 0 0,0 0 0,0 1 1,0-1-1,0 1 0,0-1 0,1 1 0,-1 0 0,0 0 1,0 0-1,1 1 0,-1-1 0,1 1 0,-1-1 0,1 1 1,-1 0-1,1 0 0,0 0 0,0 0 0,0 0 0,0 0 1,0 1-1,1-1 0,-1 1 0,1-1 0,0 1 0,-1 0 1,1 0-1,-1 5 0,1-2-33,0 1 0,0 0 0,1-1 1,-1 1-1,2-1 0,-1 1 0,1 0 0,0-1 1,0 1-1,1-1 0,0 0 0,0 1 0,1-1 0,-1 0 1,1 0-1,1 0 0,-1-1 0,1 1 0,7 8 1,-5-9-273,1 0 0,-1 0 1,1 0-1,0-1 1,0 0-1,1 0 1,-1 0-1,1-1 1,0-1-1,0 1 1,0-1-1,0-1 1,0 1-1,0-1 1,14 0-1,57-2-7064,-44-5 978</inkml:trace>
</inkml:ink>
</file>

<file path=ppt/ink/ink1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16:33.351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92 1 6659,'0'0'12715,"-14"16"-11594,-45 51-257,57-65-823,0 0 0,1 0-1,-1 0 1,1 1 0,-1-1 0,1 0-1,0 1 1,0-1 0,0 1 0,0-1 0,0 1-1,0-1 1,1 1 0,-1-1 0,1 1-1,0 0 1,0-1 0,0 1 0,0 0-1,0-1 1,2 6 0,-1 6 95,0-13-135,-1 0 1,0 0-1,0 0 1,1 0 0,-1 1-1,1-1 1,-1 0-1,1 0 1,0 0 0,-1 0-1,1 0 1,0 0-1,0 0 1,-1 0-1,1-1 1,0 1 0,0 0-1,0 0 1,0-1-1,0 1 1,0 0 0,0-1-1,0 1 1,1-1-1,-1 0 1,0 1 0,0-1-1,0 0 1,1 0-1,-1 1 1,0-1 0,0 0-1,0 0 1,1-1-1,-1 1 1,0 0 0,0 0-1,3-1 1,0 0-19,1 1 1,0-1-1,0 0 0,-1 0 1,1-1-1,-1 1 0,1-1 1,-1 0-1,5-3 1,2-4-184,0 1 1,-1-1-1,0-1 1,0 0-1,-1 0 1,-1-1 0,10-16-1,-18 29 268,-1 0-1,1 0 1,-1 0-1,1-1 1,0 1 0,0 0-1,-1 0 1,1 0-1,1 0 1,-1 0-1,0 0 1,0 0 0,1-1-1,-1 1 1,1 0-1,0 0 1,-1 0-1,1-1 1,0 1 0,0 0-1,0-1 1,0 1-1,0-1 1,1 1-1,-1-1 1,0 1-1,1-1 1,-1 0 0,1 0-1,1 1 1,1 1-698,0 0 0,1 0 0,-1 0 0,1-1 1,-1 0-1,1 0 0,0 0 0,0-1 0,0 0 0,0 1 0,0-2 1,9 2-1,15-2-5685,3 0-1489</inkml:trace>
</inkml:ink>
</file>

<file path=ppt/ink/ink1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16:33.352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209 590 3554,'0'0'15220,"-8"-16"-12357,3 13-2610,0 1 1,0 0 0,0 0 0,0 0 0,0 1-1,0 0 1,0 0 0,0 0 0,0 0 0,-1 1-1,1 0 1,0 0 0,-1 0 0,-6 2 0,-5-2 274,12 1-466,0-1 0,0 0 0,0 1 1,1 0-1,-1 0 0,0 1 0,0-1 0,1 1 0,-1 0 1,1 0-1,-1 1 0,1-1 0,0 1 0,-8 6 0,10-7-54,0 1-1,0-1 0,0 1 0,0-1 0,0 1 0,1-1 1,-1 1-1,1 0 0,0 0 0,0 0 0,0 0 0,0 0 0,0 0 1,1 0-1,-1 0 0,1 0 0,0 0 0,0 0 0,0 0 1,0 0-1,0 0 0,1 0 0,-1 0 0,1 1 0,0-2 1,1 5-1,0-5-28,-1-1 1,1 1 0,-1-1-1,1 0 1,-1 1 0,1-1-1,0 0 1,0 0 0,-1 0-1,1 0 1,0 0 0,0-1-1,0 1 1,0 0 0,0-1-1,0 0 1,0 1-1,0-1 1,0 0 0,0 0-1,3 0 1,1 0-57,-1 0 1,1 0-1,-1-1 0,0 1 0,1-1 0,-1 0 1,9-3-1,13-13-481,-1 0 0,-1-2 0,-1-1 0,0 0 0,32-39 0,-36 39 160,0-1 1,-2-1-1,-1-1 1,0 0-1,-2-1 1,-1-1-1,-1-1 1,-1 0-1,-1 0 1,-1-1-1,-1 0 1,-2-1-1,6-47 1,-6-20 756,-7 54 4876,-7 47-3375,-1 20-897,1 0 1,-7 39-1,3-9 397,-2 4-704,3 2 1,3 0 0,2-1 0,3 2-1,6 63 1,-3-120-657,0 1 0,0-1 0,0 0 0,1 0 0,0 0 0,0 0 0,1 0 0,0 0 0,0 0 0,6 7 0,-7-10 0,0 0 0,0 0 0,1-1 0,0 1 0,-1-1 0,1 0 0,0 0 0,0 0 0,0 0 0,0 0 0,1 0 0,-1-1 0,0 0 0,1 0 0,-1 0 0,1 0 0,-1 0 0,1-1 0,6 1 0,41-5-5995,-48 4 5424,-1-1 1,0 1 0,0-1 0,1 0 0,-1 1 0,0-1 0,0 0 0,0 0 0,0-1 0,0 1 0,0 0-1,0-1 1,0 1 0,0-1 0,-1 1 0,1-1 0,-1 0 0,1 0 0,1-3 0</inkml:trace>
</inkml:ink>
</file>

<file path=ppt/ink/ink1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15:42.091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136 0 2577,'0'0'11264,"5"2"-9562,-3-1-1594,-1 0 0,1-1 1,-1 1-1,1 0 0,-1 0 0,1 0 0,-1 0 0,0 0 0,0 0 1,1 0-1,-1 0 0,0 1 0,0-1 0,0 0 0,0 1 1,0-1-1,-1 1 0,1-1 0,0 1 0,0 2 0,2 41 2012,-3-37-1943,-2 18 404,-1-1-1,-1 0 1,-2 0 0,0-1 0,-18 45 0,-5 16-222,23-64-305,-6 18 35,1 1 0,2 0 0,2 0 0,-2 51 0,8-81-59,0 0 1,-1 0-1,0-1 1,0 1-1,-1-1 1,-7 17-1,6-17-355,1 0 0,0 0 0,0 0 0,1 0 0,0 1 0,-1 16 0,3-46-14143</inkml:trace>
</inkml:ink>
</file>

<file path=ppt/ink/ink1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15:42.515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157 1 4530,'0'0'11592,"-15"26"-9308,-46 89-251,49-88-1229,1 1 1,2 0 0,0 1 0,2 0-1,2 0 1,0 1 0,-1 53-1,5-55-513,-1 116 220,3-83-9484,-15-61-2465</inkml:trace>
</inkml:ink>
</file>

<file path=ppt/ink/ink1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15:43.233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0 143 8516,'0'0'7876,"23"-4"-5649,63-11 65,114-34 0,-3-25-1348,-195 74-237,-5 1-620,-1 0 1,1 1-1,0-1 0,0 1 1,0 0-1,0 0 1,0 0-1,-3 3 0,3-3-14,-234 171 2659,228-166-2689,0-1 1,0 2-1,1-1 0,-10 11 0,16-16-37,1 0-1,-1 1 0,0-1 0,1 0 1,0 1-1,-1-1 0,1 1 0,0-1 0,0 1 1,0-1-1,1 1 0,-1 0 0,1 0 0,-1-1 1,1 1-1,0 0 0,0 0 0,0-1 0,0 1 1,1 0-1,-1 0 0,3 5 0,-3-7-4,1 0 0,0 0 0,0 0 0,0 0 0,0 0-1,0 0 1,1-1 0,-1 1 0,0 0 0,0 0 0,1-1 0,-1 1 0,0-1-1,1 1 1,-1-1 0,0 0 0,1 1 0,-1-1 0,1 0 0,1 0 0,36 1 14,-32-1-17,3 0-98,1-1 0,-1 0 0,0-1 1,0 0-1,1 0 0,-1-1 0,-1 0 0,1-1 0,0 0 0,-1-1 0,0 0 0,0 0 1,0-1-1,-1 0 0,0 0 0,0-1 0,13-14 0,-9 8-240,0 0 0,-1-1 0,0 0 0,-1-1 0,-1 0 0,14-28 0,-25 53 1378,1 0 0,1 0 0,-1 0 0,2 0 0,1 14 0,-1-19-1171,0 0 0,0 0 0,0-1 0,1 1 0,-1 0 0,1-1 0,0 0 0,4 6-1,-5-8-110,0-1 0,1 1 0,-1 0 0,0-1 0,1 0-1,0 1 1,-1-1 0,1 0 0,0 0 0,-1 0 0,1 0-1,0 0 1,0 0 0,0 0 0,0-1 0,0 1 0,0-1-1,0 1 1,0-1 0,0 0 0,2 0 0,41-1-11087,-23-2 2226</inkml:trace>
</inkml:ink>
</file>

<file path=ppt/ink/ink1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15:43.438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0 8964,'0'0'17320,"0"97"-16247,0-85-657,0-1-416,0-2-16,0-2-737,0-3-1168,7-4-7059,-1 0-128</inkml:trace>
</inkml:ink>
</file>

<file path=ppt/ink/ink1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15:43.646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21 1 13270,'0'0'9252,"-21"58"-9844,35-44-1649,13-5-2049,-7-5-2849</inkml:trace>
</inkml:ink>
</file>

<file path=ppt/ink/ink1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15:43.938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99 1 6467,'0'0'18414,"-10"24"-15624,-32 78-490,35-83-1893,1 1 0,1 1 0,1-1 0,0 1 0,0 22 0,-2 14-53,5-55-354,-8 78 0,8-72 0,1-1 0,0 1 0,1-1 0,-1 1 0,1-1 0,1 0 0,-1 1 0,5 9 0,-5-16-84,-1 0 0,1 0 1,0 0-1,0 0 0,0 0 0,0 0 1,0 0-1,0 0 0,1-1 0,-1 1 0,0 0 1,0-1-1,0 1 0,1-1 0,-1 1 1,0-1-1,1 0 0,-1 1 0,0-1 1,1 0-1,1 0 0,36 0-4584,-24-1 1679,-8 1-6224</inkml:trace>
</inkml:ink>
</file>

<file path=ppt/ink/ink1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16:33.353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136 0 2577,'0'0'11264,"5"2"-9562,-3-1-1594,-1 0 0,1-1 1,-1 1-1,1 0 0,-1 0 0,1 0 0,-1 0 0,0 0 0,0 0 1,1 0-1,-1 0 0,0 1 0,0-1 0,0 0 0,0 1 1,0-1-1,-1 1 0,1-1 0,0 1 0,0 2 0,2 41 2012,-3-37-1943,-2 18 404,-1-1-1,-1 0 1,-2 0 0,0-1 0,-18 45 0,-5 16-222,23-64-305,-6 18 35,1 1 0,2 0 0,2 0 0,-2 51 0,8-81-59,0 0 1,-1 0-1,0-1 1,0 1-1,-1-1 1,-7 17-1,6-17-355,1 0 0,0 0 0,0 0 0,1 0 0,0 1 0,-1 16 0,3-46-14143</inkml:trace>
</inkml:ink>
</file>

<file path=ppt/ink/ink1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16:33.354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157 1 4530,'0'0'11592,"-15"26"-9308,-46 89-251,49-88-1229,1 1 1,2 0 0,0 1 0,2 0-1,2 0 1,0 1 0,-1 53-1,5-55-513,-1 116 220,3-83-9484,-15-61-2465</inkml:trace>
</inkml:ink>
</file>

<file path=ppt/ink/ink1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16:33.355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0 143 8516,'0'0'7876,"23"-4"-5649,63-11 65,114-34 0,-3-25-1348,-195 74-237,-5 1-620,-1 0 1,1 1-1,0-1 0,0 1 1,0 0-1,0 0 1,0 0-1,-3 3 0,3-3-14,-234 171 2659,228-166-2689,0-1 1,0 2-1,1-1 0,-10 11 0,16-16-37,1 0-1,-1 1 0,0-1 0,1 0 1,0 1-1,-1-1 0,1 1 0,0-1 0,0 1 1,0-1-1,1 1 0,-1 0 0,1 0 0,-1-1 1,1 1-1,0 0 0,0 0 0,0-1 0,0 1 1,1 0-1,-1 0 0,3 5 0,-3-7-4,1 0 0,0 0 0,0 0 0,0 0 0,0 0-1,0 0 1,1-1 0,-1 1 0,0 0 0,0 0 0,1-1 0,-1 1 0,0-1-1,1 1 1,-1-1 0,0 0 0,1 1 0,-1-1 0,1 0 0,1 0 0,36 1 14,-32-1-17,3 0-98,1-1 0,-1 0 0,0-1 1,0 0-1,1 0 0,-1-1 0,-1 0 0,1-1 0,0 0 0,-1-1 0,0 0 0,0 0 1,0-1-1,-1 0 0,0 0 0,0-1 0,13-14 0,-9 8-240,0 0 0,-1-1 0,0 0 0,-1-1 0,-1 0 0,14-28 0,-25 53 1378,1 0 0,1 0 0,-1 0 0,2 0 0,1 14 0,-1-19-1171,0 0 0,0 0 0,0-1 0,1 1 0,-1 0 0,1-1 0,0 0 0,4 6-1,-5-8-110,0-1 0,1 1 0,-1 0 0,0-1 0,1 0-1,0 1 1,-1-1 0,1 0 0,0 0 0,-1 0 0,1 0-1,0 0 1,0 0 0,0 0 0,0-1 0,0 1 0,0-1-1,0 1 1,0-1 0,0 0 0,2 0 0,41-1-11087,-23-2 2226</inkml:trace>
</inkml:ink>
</file>

<file path=ppt/ink/ink1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16:33.356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0 8964,'0'0'17320,"0"97"-16247,0-85-657,0-1-416,0-2-16,0-2-737,0-3-1168,7-4-7059,-1 0-128</inkml:trace>
</inkml:ink>
</file>

<file path=ppt/ink/ink1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16:33.357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21 1 13270,'0'0'9252,"-21"58"-9844,35-44-1649,13-5-2049,-7-5-2849</inkml:trace>
</inkml:ink>
</file>

<file path=ppt/ink/ink1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16:33.358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99 1 6467,'0'0'18414,"-10"24"-15624,-32 78-490,35-83-1893,1 1 0,1 1 0,1-1 0,0 1 0,0 22 0,-2 14-53,5-55-354,-8 78 0,8-72 0,1-1 0,0 1 0,1-1 0,-1 1 0,1-1 0,1 0 0,-1 1 0,5 9 0,-5-16-84,-1 0 0,1 0 1,0 0-1,0 0 0,0 0 0,0 0 1,0 0-1,0 0 0,1-1 0,-1 1 0,0 0 1,0-1-1,0 1 0,1-1 0,-1 1 1,0-1-1,1 0 0,-1 1 0,0-1 1,1 0-1,1 0 0,36 0-4584,-24-1 1679,-8 1-6224</inkml:trace>
</inkml:ink>
</file>

<file path=ppt/ink/ink1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14:47.50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14 39 3874,'0'0'8094,"-3"-9"-6771,1 0-1999,-4-12 4996,3 45-371,17 281-494,-14 483 229,14-790-5903,-7-8 830,-1 0 0,0 0 0,-1 0-1,0-1 1,0 0 0,4-18 0,0 2-2760,6-19-3172</inkml:trace>
</inkml:ink>
</file>

<file path=ppt/ink/ink1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14:48.84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83 127 1473,'0'0'4247,"-10"-9"-3428,-32-26-51,20 19 940,21 16-1548,1 0 0,-1 0 1,1 0-1,-1-1 1,1 1-1,-1 0 0,1 0 1,0-1-1,-1 1 1,1 0-1,0-1 1,-1 1-1,1 0 0,0-1 1,-1 1-1,1-1 1,0 1-1,0-1 0,0 1 1,-1 0-1,1-1 1,0 1-1,0-1 0,0 1 1,0-1-1,0 1 1,0-1-1,0 1 0,0-1 1,0 1-1,0-1 1,0 1-1,0-1 0,0 1 1,1-1-1,-1-9 295,0 9-407,1 1 0,0-1 0,-1 0 0,1 0 0,0 1 0,0-1 0,0 1 0,-1-1 0,1 1 0,0-1 0,0 1 0,0-1 0,0 1 0,0 0 0,0 0 0,0-1 0,0 1 0,0 0 0,0 0 0,0 0 0,0 0 0,0 0 0,1 0 0,37 0 683,-30 0-533,230 5 1246,219-8-1028,420-12-306,-565 17-52,-71-1-39,469-11-70,-196-4-62,-296 14 2586,-161 0-1106,-56 0-156,-10 10-2934,-5 12-5886,6-11 61</inkml:trace>
</inkml:ink>
</file>

<file path=ppt/ink/ink1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14:50.34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100 172 1985,'0'0'3252,"-4"0"-2924,-4 0-21,-56 1 12631,41 4-14207,47-8 2441,0 2-1,47 4 1,-8-1-463,603-37 1017,-426 18-1425,-1-1-272,510-19 153,822 28 781,-1547 8-648,46-8 0,19-1 2689,-88 10-1657,-48-6-2812,-2 1-3731,43 4 3725,0 0 0,1-1-1,-1 0 1,0 0 0,1 0 0,-6-3-1,-10-12-7401</inkml:trace>
</inkml:ink>
</file>

<file path=ppt/ink/ink1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14:51.18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34 181 16,'0'0'3207,"3"-9"-2916,0-9 146,0 0 0,-1 1 0,-1-1 0,0 0 0,-2 0 1,-3-27-1,4 44-225,0 0 0,0 0 0,0 0 0,0 0 0,0 0 0,0 0 1,-1 0-1,1 0 0,0 0 0,-1 1 0,1-1 0,0 0 0,-1 0 0,1 0 0,-1 0 1,0 1-1,1-1 0,-1 0 0,1 1 0,-2-2 0,-6 22 3180,-13 160 5344,16 94-4348,5-193-3527,0 708 2346,4-842-8285,-1-5-4203,-3 16-1201</inkml:trace>
</inkml:ink>
</file>

<file path=ppt/ink/ink1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14:52.19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28 33 768,'0'0'4997,"0"-7"-3890,2-18 7077,2 35-5678,3 19 141,0 79 1280,-6 15-2438,-8 266 2524,3-229-3060,-5 58 30,4-178-796,-5 70 235,-3 17-171,13-101 591,0-18-2302,0-19-7644,0-12 1807</inkml:trace>
</inkml:ink>
</file>

<file path=ppt/ink/ink1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14:56.74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34 3618,'0'0'7456,"5"-5"-5994,0-1-965,5-5-17,-3-1 2607,-6 14-2886,1 0 1,-1-1 0,0 1 0,0 0-1,0 0 1,0-1 0,0 1-1,0 0 1,-1 0 0,1 0 0,0 0-1,0 4 1,2 31 1076,-1 0 1,-4 63-1,0-19 49,2 187 3820,0-268-5014,0-18-23234</inkml:trace>
</inkml:ink>
</file>

<file path=ppt/ink/ink1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14:58.44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21 207 1601,'0'0'4906,"-21"-9"-2380,26 7-2216,0 1-1,0 0 1,0 0-1,1 0 1,-1 1-1,0-1 1,8 2-1,50-5 894,0-2 0,69-17 0,10-1-861,723-54 407,-736 68-812,-122 10 64,742-47 3,-730 48 393,-16 3 1068,-30 13-1809,23-15-681,0 0 0,0-1 0,-1 1 0,1-1 0,0 0 0,-1 0-1,-6 0 1,-8 0-3657</inkml:trace>
</inkml:ink>
</file>

<file path=ppt/ink/ink1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14:58.91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0 3826,'0'0'8537,"4"0"-8118,6 1-90,-1 0 0,1 0 0,-1 1 0,0 0 0,1 0 0,-1 1 0,0 1 0,-1-1 0,1 1 0,-1 1 0,1 0 0,-1 0 0,-1 0 0,1 1 0,13 13 0,-10-9-336,0-1 267,0 0 0,-1 1 0,0 0 1,-1 1-1,12 15 0,-20-23-190,1-1 1,-1 0 0,0 1 0,0-1 0,0 1 0,0-1-1,0 1 1,0 0 0,-1-1 0,0 1 0,1 0-1,-1 0 1,0-1 0,0 1 0,0 0 0,0-1-1,-1 1 1,1 0 0,-1 0 0,0-1 0,0 1-1,0-1 1,0 1 0,0-1 0,0 1 0,-1-1 0,1 0-1,-1 0 1,1 1 0,-1-1 0,0 0 0,0 0-1,0-1 1,0 1 0,-3 1 0,-65 48 602,-10 7-817,35-14-3066,43-42 2163,-2 2-501</inkml:trace>
</inkml:ink>
</file>

<file path=ppt/ink/ink1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14:59.38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48 0 5106,'0'0'10250,"0"8"-9068,-2 285 6481,-16 154-5639,4 84-1229,0-288-3745,14-260-3213,3-13 1705,8-9-1724</inkml:trace>
</inkml:ink>
</file>

<file path=ppt/ink/ink1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15:00.56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427 282 400,'0'0'3949,"3"3"-3264,-1 0-548,0-1-1,1 0 1,-1-1-1,1 1 0,0 0 1,0-1-1,-1 1 1,1-1-1,0 0 1,0 0-1,0 0 0,1 0 1,-1-1-1,0 1 1,0-1-1,3 0 0,67 0 1886,-41-1-1424,56-4 637,170-32 0,-116 14-555,959-81 646,-371 47-80,-507 33-389,393-30 3622,-593 53-2488,-37 1 759,12 1-2723,1-1 0,-1 1 0,1 0 0,-1 0 0,1-1 0,0 1 0,-1 0 1,1 0-1,0 1 0,0-1 0,0 0 0,-1 0 0,1 0 0,0 1 0,1-1 0,-1 1 0,0-1 0,0 0 1,1 1-1,-1-1 0,1 1 0,-1 0 0,0 2 0,-12 47 473,11-41-487,-6 43 90,3 1 1,1 0-1,6 76 0,0-38-6,19 246 138,-9-228-111,-5 1 1,-9 130-1,-6-184 53,-25 95 0,18-93 45,-9 77 0,18-50-180,6-85-48,0-1 0,-1 0-1,1 1 1,0-1 0,-1 0-1,1 1 1,0-1 0,-1 0-1,1 0 1,-1 1 0,1-1-1,0 0 1,-1 0 0,1 0-1,-1 1 1,1-1 0,-1 0-1,1 0 1,-1 0 0,1 0-1,0 0 1,-1 0 0,1 0-1,-1 0 1,1 0 0,-1 0-1,1 0 1,-1 0 0,1-1-1,-1 1 1,1 0 0,0 0-1,-1 0 1,1-1 0,-1 1-1,1 0 1,0 0 0,-1-1-1,1 1 1,-1-1 0,-17-8-324,5 2 61,-1 0 1,-1 1 0,1 1 0,-1 0 0,0 1-1,-28-4 1,-98-3-557,118 10 758,-1102-10-2435,729 12 2040,-1404-1 3720,1799 0-3381,27 0-2001,3-4-190,-28 3 1770,0 0 1,1 0 0,-1 0 0,0 0 0,1 0-1,-1 0 1,0-1 0,0 1 0,0 0 0,0-1 0,0 1-1,0-1 1,-1 1 0,1-1 0,1-2 0,8-17-3952,8-5-977</inkml:trace>
</inkml:ink>
</file>

<file path=ppt/ink/ink1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15:01.26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21 1 3826,'0'0'9732,"10"1"-8366,-4-1-1108,-4-1-157,1 1-1,0 0 1,0 0 0,0 0-1,-1 0 1,1 0 0,0 1-1,0-1 1,-1 1-1,1 0 1,0 0 0,-1 0-1,1 0 1,-1 0 0,1 1-1,-1-1 1,0 1 0,1-1-1,-1 1 1,0 0-1,0 0 1,0 0 0,3 4-1,0 7 376,0 0 0,-1 0-1,-1 0 1,0 0 0,0 1-1,0 23 1,-4 90 1609,-2-55-1027,-29 305 1056,3-118-1171,18-65-353,-25 259-22,34-443-602,-3 30-221,-2 50 0,7-89-796,2-6-524,3-12-231,1 1 0,0 0 0,13-22 0,-2 5-2265,10-27-5555</inkml:trace>
</inkml:ink>
</file>

<file path=ppt/ink/ink1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15:01.91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5 233 1105,'0'0'5639,"0"-1"-5576,0 1-1,-1 0 0,1 0 0,0 0 1,-1 0-1,1-1 0,0 1 0,0 0 1,-1 0-1,1-1 0,0 1 0,0 0 1,0-1-1,-1 1 0,1 0 0,0-1 1,0 1-1,0 0 0,0-1 0,0 1 1,0 0-1,0-1 0,0 1 0,0 0 1,0-1-1,0 1 0,0 0 0,0-1 1,0 0-1,18-5 778,0 0 1,1 1-1,-1 0 0,1 2 0,19-1 1,8-3 0,893-66 2979,-743 66-3839,44-2 288,258-12-1023,-4-40 5404,-478 56-2960,-16 5-1607,0 0 0,0 0-1,0 0 1,0-1-1,0 1 1,0 0 0,0 0-1,0 0 1,0 0-1,-1 0 1,1 0-1,0 0 1,0-1 0,0 1-1,0 0 1,0 0-1,0 0 1,0 0-1,0 0 1,0 0 0,0-1-1,0 1 1,0 0-1,0 0 1,0 0-1,0 0 1,0 0 0,0 0-1,0 0 1,1-1-1,-1 1 1,0 0-1,0 0 1,-1 0-1553,-12-1-12958,12-5 7465</inkml:trace>
</inkml:ink>
</file>

<file path=ppt/ink/ink1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15:02.25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0 9268,'0'0'9917,"22"18"-8162,-4-5-1435,22 18 743,75 43 1,-99-65-769,19 10 77,0 1-1,-1 2 1,-1 1-1,49 46 1,-80-67-346,0 0 1,1 1-1,-1 0 1,0-1-1,-1 1 1,1 0-1,0 0 0,-1 0 1,0 0-1,1 0 1,-1 0-1,0 0 1,-1 0-1,1 0 1,0 1-1,-1-1 1,0 0-1,0 0 1,0 1-1,0-1 1,0 0-1,-1 1 1,1-1-1,-1 0 1,0 0-1,0 0 0,0 0 1,-1 0-1,1 0 1,-1 0-1,1 0 1,-1 0-1,0-1 1,0 1-1,0 0 1,-1-1-1,1 0 1,-4 3-1,-65 36 1326,50-30-1086,0 1-1,0 0 1,-30 26 0,43-26 245,6-4-2638,23-5-17560</inkml:trace>
</inkml:ink>
</file>

<file path=ppt/ink/ink1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15:03.10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414 0 2145,'0'2'16443,"0"20"-15694,-2 3 72,-1 0-1,-1 0 1,-2-1 0,0 0 0,-14 34-1,-1 8 18,-86 426 2138,58-233-2499,11-62-385,9-43 6,-59 186 0,78-308-82,1 2 1,2-1-1,-4 44 1,8-3-3114,13-122-1078,0 8-96,-2-5-2551,4-8-2166</inkml:trace>
</inkml:ink>
</file>

<file path=ppt/ink/ink1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15:04.15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669 275 2081,'0'0'3932,"20"0"-3169,355-1 4064,125-40-2204,-181 9-2418,287 2-364,45-4 1875,-452 15 2399,245-56 1,-260 32 1793,-183 44-5882,0 0 0,-1-1 0,1 1 0,0 0 0,-1 0 0,1 0 0,-1 0 1,1 0-1,-1 0 0,0 0 0,1 0 0,-1 0 0,0 0 0,0 0 0,1 0 0,-1 0 0,0 0 0,0 0 0,0 0 0,0 0 0,0 0 0,-1 1 0,1 38 537,0-31-504,-3 20-56,0 0 1,-2-1-1,-2 0 0,0 0 0,-18 43 0,-5 22 3,-114 570-32,55 12 37,35-392 44,22-141 251,31-134-265,1-7-40,0-1 0,0 1 0,0 0 1,0 0-1,0-1 0,0 1 0,0 0 0,0 0 0,0-1 0,0 1 1,0 0-1,-1-1 0,1 1 0,0 0 0,-1 0 0,1-1 0,0 1 1,-1-1-1,1 1 0,-1 0 0,1-1 0,-1 1 0,1-1 0,-1 1 1,1-1-1,-1 1 0,0-1 0,1 0 0,-1 1 0,0-1 0,1 0 1,-1 1-1,0-1 0,0 0 0,1 0 0,-1 0 0,0 0 0,1 1 1,-1-1-1,0 0 0,0 0 0,1 0 0,-1-1 0,0 1 0,0 0 1,1 0-1,-1 0 0,0 0 0,0-1 0,1 1 0,-1 0 0,0-1 1,1 1-1,-2-1 0,-27-7-216,-26-8-674,-101-13 0,-593-17-1877,0 40 2517,612 6 238,59 0 48,-648 8 156,6 51 841,689-55-928,12-2-26,1 1 0,-1 0 0,1 2 0,-24 8 0,49-12-367,0 1-1,0-1 0,0 0 1,1 0-1,-1-1 0,0 0 1,0 0-1,0-1 0,0 0 1,8-2-1,-8-1-289,0 1 0,0-1 1,-1-1-1,0 1 0,0-1 0,8-8 0,29-37-7421,-30 34 4802,14-21-5254</inkml:trace>
</inkml:ink>
</file>

<file path=ppt/ink/ink1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15:05.01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326 1 1265,'0'0'10260,"1"6"-8285,0 15-409,0-1 1,-2 1-1,0 0 1,-1 0-1,-8 35 1,-5 50 748,-82 621 2606,29-290-4864,53-356-46,-3-2 0,-41 110 0,24-81-14,33-99-32,0 1 0,0 0 0,1 0 1,0 0-1,1 13 0,0-17-58,14-19-934,-2-28-2936,-10-3-6777,-2 35 7440,0-11-4132</inkml:trace>
</inkml:ink>
</file>

<file path=ppt/ink/ink1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15:05.96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21 76 3890,'0'0'8452,"10"0"-7068,41 0 1815,-53 22 1889,-2-20-4779,1-1 1,-1 1-1,0-1 1,1 0-1,-1 0 1,0-1 0,1 1-1,-1-1 1,-5 0-1,8 0-247,0 1 1,0-1-1,-1 0 0,1 0 0,0 0 0,0 0 1,0 0-1,0 0 0,0-1 0,0 1 0,0 0 1,0 0-1,0-1 0,0 1 0,0-1 0,0 1 1,0-1-1,0 1 0,0-1 0,0 0 0,0 1 1,0-1-1,1 0 0,-1 0 0,0 1 0,0-1 1,1 0-1,-1 0 0,1 0 0,-1 0 1,1 0-1,-1 0 0,0-2 0,1-13 77,0 12-130,-1-1 0,1 0-1,0 0 1,1 0 0,-1 1-1,1-1 1,0 0 0,3-8-1,-3 11-14,1 1 0,-1-1 0,1 0 0,-1 1 0,1-1 0,-1 1 0,1 0 0,0 0 0,0-1 0,-1 1 0,1 0 0,0 0 0,0 1 0,0-1 0,0 0 0,0 1 0,1-1 0,-1 1 0,0 0 0,0 0 0,0-1 0,0 1 0,0 1 0,4-1 0,-5 0 7,1 0 1,0 0-1,-1 0 1,1 0-1,0 0 0,0 0 1,-1 0-1,1 0 1,0 1-1,-1-1 1,1 1-1,0-1 1,-1 1-1,1 0 0,-1 0 1,1 0-1,-1 0 1,1 0-1,-1 0 1,0 0-1,0 0 1,1 0-1,-1 0 0,0 1 1,1 1-1,0 2 25,-1 0-1,0 0 0,0 0 1,0 0-1,-1 0 1,0 0-1,0 9 0,0-11-12,0-2 31,0 0-1,0 0 0,0 0 1,0 0-1,0 0 1,0 0-1,0 0 0,0 0 1,-1 0-1,1 0 0,0 0 1,-1 0-1,1 0 1,0-1-1,-1 1 0,1 0 1,-1 0-1,0 0 0,1 0 1,-1-1-1,0 1 1,1 0-1,-1-1 0,0 1 1,0 0-1,0-1 0,1 1 1,-1-1-1,-2 1 1,-30 0 1163,13-2-466,19 0-718,0 0 0,1 0 0,-1 0 0,0 0-1,0 0 1,1 0 0,-1 0 0,0 0 0,1 0 0,-1 0 0,1-1 0,0 1 0,-1 0 0,1 0 0,0-1 0,0 1 0,0 0 0,0 0 0,0-1 0,0 1-1,0 0 1,0 0 0,0-1 0,1-1 0,-1 1-31,0 1 0,0-1 1,0 0-1,1 0 0,-1 0 0,1 0 0,-1 0 0,1 0 0,-1 1 1,1-1-1,0 0 0,0 0 0,0 1 0,0-1 0,0 0 0,0 1 1,0 0-1,1-1 0,1-1 0,0 2-9,0-1 1,0 1-1,0 0 0,0 0 1,0 0-1,0 0 0,1 1 1,-1-1-1,0 1 0,0 0 1,0 0-1,1 0 0,-1 1 1,0-1-1,4 1 0,-6 0 29,1 1 0,-1-1 0,1 0-1,-1 0 1,0 1 0,1-1 0,-1 1 0,0-1-1,0 1 1,0 0 0,0-1 0,0 1 0,0 0-1,0 0 1,-1-1 0,1 1 0,-1 0 0,1 0-1,-1 0 1,0 0 0,0 0 0,0 0 0,0 0-1,0 0 1,-1 3 0,2-3 18,-1 0-1,0 0 1,0 1 0,0-1 0,0 0-1,-1 0 1,1 1 0,-1-1 0,1 0-1,-1 0 1,0 0 0,0 0 0,0 0-1,0 0 1,-1 2 0,0-3-113,1 0 0,-1-1 0,1 1 0,0-1 0,-1 1-1,1-1 1,-1 0 0,1 1 0,-1-1 0,1 0 0,-1 0 0,0 0 0,1 0 0,-1 0 0,1-1 0,-1 1 0,1 0 0,-1-1 0,1 1 0,0-1 0,-1 1-1,1-1 1,-1 0 0,-1-1 0,-2-1-1362,-1-1 0,1 0 0,0 0-1,1 0 1,-9-9 0,-3-3-5776,-5-2-3622</inkml:trace>
</inkml:ink>
</file>

<file path=ppt/ink/ink1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15:08.15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1 160 3602,'0'0'5093,"1"0"-5210,9-5 8249,-7 3-7402,-2 2-629,1 0 0,-1 0 0,0 0 1,0-1-1,0 1 0,0 0 0,0-1 0,0 1 0,0-1 1,0 1-1,0-1 0,0 1 0,0-1 0,0 0 0,-1 1 1,1-1-1,0 0 0,0 0 0,-1 0 0,1 0 0,0 0 1,-1 0-1,1 0 0,-1 0 0,1 0 0,-1 0 0,0 0 1,1 0-1,-1 0 0,0 0 0,0 0 0,0 0 0,1 0 0,-2-2 1,4-17-193,2-19 90,-4 31 4,0 0 0,0 0-1,0-1 1,1 1 0,0 0 0,3-8-1,-4 16 10,-1 0 0,0 0-1,0 0 1,0 0 0,0 0 0,0 0-1,0-1 1,0 1 0,1 0 0,-1 0-1,0 0 1,0 0 0,0 0-1,0 0 1,0 0 0,0 0 0,1 0-1,-1 0 1,0 0 0,0 0 0,0 0-1,0 0 1,1-1 0,-1 1 0,0 1-1,0-1 1,0 0 0,0 0-1,1 0 1,-1 0 0,0 0 0,0 0-1,0 0 1,0 0 0,0 0 0,1 0-1,-1 0 1,0 0 0,0 0 0,0 0-1,0 0 1,0 1 0,0-1-1,1 0 1,-1 0 0,0 0 0,0 0-1,0 0 1,0 1 0,0-1 0,0 0-1,0 0 1,0 0 0,0 0 0,0 0-1,0 1 1,0-1 0,0 0-1,9 19 535,4 25 412,15 199 2444,-9-66-2573,-6-14-770,-12-93-2604,-1-70 1256,0-15-8065,0-10 3314,0-9-557</inkml:trace>
</inkml:ink>
</file>

<file path=ppt/ink/ink1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15:08.92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334 144 1649,'0'0'7742,"4"-6"-6435,0 3-1064,1-1-1,-1 1 0,0 0 0,1 0 1,0 1-1,-1-1 0,1 1 1,0 0-1,0 0 0,0 1 1,1 0-1,-1-1 0,0 2 1,0-1-1,1 1 0,9 0 0,449-47 3738,286-11-3808,-749 58-145,1 0 0,-1 0 0,1 0 1,-1 0-1,1 0 0,0 0 0,-1 0 0,1 0 1,-1 1-1,1-1 0,-1 1 0,1-1 1,-1 1-1,1 0 0,-1-1 0,1 1 0,-1 0 1,0 0-1,1 0 0,-1 0 0,0 0 1,1 2-1,-1-1 198,0 1 0,0 0 0,-1-1 0,1 1 0,-1 0 0,0-1 0,1 1 0,-1 0 0,-1 0 0,1 3 0,-1 15 924,-1-5-817,0 0 1,0 0 0,-2 0 0,0 0 0,-9 21 0,-2 9 81,-2 30-73,3 0-1,3 1 1,4 0-1,3 114 1,4-185-345,1 0 1,0 0-1,0 0 1,1-1 0,3 12-1,-3-12-23,0 1-1,0-1 0,-1 1 0,0 0 1,1 11-1,-23-17-140,-63 4-114,-137 25 1,109-12 265,-242 25 492,-460-6 0,965-37-383,-70 0-2767,-3 1-7065,-69 0 1703</inkml:trace>
</inkml:ink>
</file>

<file path=ppt/ink/ink1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15:09.74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400 293 3073,'0'0'10192,"12"-21"-8536,38-63-92,-48 80-1401,0 0-1,0 1 1,0-1-1,-1 0 1,0 0 0,1 0-1,-2 0 1,1 0 0,0 0-1,-1 0 1,0-1 0,1 1-1,-2 0 1,1 0 0,0 0-1,-1 0 1,0 0-1,0-1 1,0 1 0,-1 1-1,1-1 1,-1 0 0,0 0-1,0 1 1,0-1 0,-3-3-1,-2-1 18,0 1 0,0 0 0,-1 0 1,0 1-1,0 0 0,-1 0 0,-13-7 0,16 11-168,0-1-1,1 1 1,-1-1 0,0 2-1,0-1 1,0 1 0,-1 0-1,1 0 1,0 0 0,0 1-1,-1 0 1,1 0-1,0 1 1,0 0 0,0 0-1,0 0 1,-1 1 0,2 0-1,-1 0 1,0 0 0,0 1-1,1 0 1,-1 0 0,1 0-1,0 1 1,0 0 0,0 0-1,1 0 1,-1 1 0,1-1-1,0 1 1,0 0 0,1 0-1,-5 7 1,-7 14 71,2 0 0,0 1 1,1 1-1,2 0 0,1 0 0,1 1 0,2 0 0,-5 41 0,4 26 615,7 123-1,3-143-445,-4 1 1,-20 148-1,8-154-332,13-70-56,0-1 71,-1 0 0,1 0 0,0 0 0,0 0 0,0 0 0,-1 0 0,1 0 0,0 0 1,0 0-1,-1 0 0,1 0 0,0 0 0,0 0 0,0 0 0,-1 0 0,1 0 0,0 0 0,0 0 0,-1 0 0,1 0 0,0 0 0,0 0 0,0 0 0,-1 0 0,1 0 1,0-1-1,0 1 0,0 0 0,0 0 0,-1 0 0,1 0 0,0 0 0,0-1 0,0 1 0,0 0 0,0 0 0,-1 0 0,1-1 0,0 1 0,0 0 0,0 0 1,0 0-1,0-1 0,-22-82-12325,4 43 4853</inkml:trace>
</inkml:ink>
</file>

<file path=ppt/ink/ink1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15:09.96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91 7459,'0'0'9093,"142"-29"-7028,-87 22-977,-1 0-224,-7 0-527,7 0-337,-13 1-96,0 1-801,-7-2-1856,-7 1-3378,-21-3-4434</inkml:trace>
</inkml:ink>
</file>

<file path=ppt/ink/ink1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15:10.34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93 9861,'0'0'11066,"4"22"-9548,-2-11-1296,5 23 900,-1 0 0,2 56 0,-8-90-1081,-1 0-1,1-1 0,0 1 0,0 0 1,0 0-1,0-1 0,-1 1 1,1 0-1,0-1 0,0 1 1,0 0-1,-1 0 0,1 0 0,0-1 1,0 1-1,-1 0 0,1 0 1,0 0-1,-1 0 0,1-1 1,0 1-1,-1 0 0,1 0 0,0 0 1,-1 0-1,1 0 0,0 0 1,-1 0-1,1 0 0,0 0 1,-1 0-1,1 0 0,0 0 0,-1 0 1,1 0-1,0 0 0,-1 1 1,1-1-1,0 0 0,0 0 1,-1 0-1,1 0 0,0 1 0,-1-1 1,1 0-1,0 0 0,0 0 1,0 1-1,-1-1 0,1 0 1,0 0-1,0 1 0,0-1 0,-1 0 1,1 1-1,0-1 0,-4-20 116,1-1-1,1 0 0,1 1 1,3-42-1,-2 54-149,1 0 0,0-1-1,1 1 1,0 0-1,0 0 1,0 0 0,1 1-1,1-1 1,-1 0 0,1 1-1,1 0 1,-1 0-1,1 0 1,0 1 0,9-9-1,-13 14-78,1 0 1,0-1-1,0 1 0,0 0 0,0 0 0,0 1 0,0-1 0,0 0 0,0 1 0,0-1 0,0 1 0,1 0 0,-1-1 0,0 1 0,0 0 0,0 0 1,1 1-1,-1-1 0,0 0 0,0 1 0,0-1 0,0 1 0,0 0 0,3 1 0,6 3-1560,0 1 0,-1 0 0,15 12 0,20 11-10248,-19-22 4329</inkml:trace>
</inkml:ink>
</file>

<file path=ppt/ink/ink1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15:10.68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30 115 1601,'0'0'23181,"-5"9"-21962,4-8-1210,-2 4 188,0 0 0,0 1-1,0-1 1,0 1 0,1 0-1,0 0 1,-2 9 0,3-13-161,1 1 1,0 0-1,0-1 0,1 1 1,-1 0-1,0-1 0,1 1 1,0 0-1,-1-1 0,1 1 1,0-1-1,1 1 1,-1-1-1,0 0 0,1 0 1,-1 1-1,1-1 0,-1 0 1,1 0-1,0 0 1,0 0-1,0-1 0,0 1 1,5 2-1,-1 0-40,1 0 0,0-1-1,0 0 1,0 0 0,1 0 0,-1-1 0,1 0 0,-1-1-1,1 1 1,0-2 0,-1 1 0,1-1 0,15-1-1,-21-2-38,0 1-1,0-1 1,0 0-1,0 0 0,0 0 1,-1 0-1,0 0 1,1 0-1,-1 0 1,0 0-1,1-7 0,-2 7-4,2-5 43,0 0-1,-1 1 0,0-1 0,-1 0 0,1 0 1,-2 0-1,1 0 0,-1 0 0,0 0 0,-1 0 1,0 0-1,0 1 0,-1-1 0,1 1 0,-2-1 1,1 1-1,-1 0 0,0 1 0,-1-1 0,1 1 1,-1-1-1,-9-8 0,6 7 45,6 5-52,-1-1 1,0 1-1,1 0 0,-1 1 0,0-1 1,0 0-1,-1 1 0,1 0 0,0-1 0,-8-2 1,10 5-842,2 2-2304,0 0 2498,0-1 0,-1 0 0,1 0 0,0 0 0,0 0 0,0 0 0,0 0 0,0-1 0,0 1 0,0 0 0,0 0 0,0-1 0,0 1 0,0 0 0,0-1 0,0 1 0,1-1 0,1 1 0,16 4-6927</inkml:trace>
</inkml:ink>
</file>

<file path=ppt/ink/ink1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15:11.60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84 0 13974,'0'0'6057,"-7"22"-1712,1-3-3376,-10 33 1823,-16 78 0,25-84-2288,1-20-282,2-1 0,1 1 1,1 0-1,2-1 1,3 44-1,-3-67-281,1 0 0,0 0 0,-1 0 1,1 0-1,0 0 0,0 0 0,0 0 0,0 0 0,0-1 0,1 1 0,-1 0 1,0-1-1,1 1 0,-1-1 0,1 0 0,0 1 0,-1-1 0,1 0 1,0 0-1,0 0 0,0 0 0,-1 0 0,1 0 0,0-1 0,0 1 0,3 0 1,6 1-553,0-1 1,-1 0-1,1-1 1,11-1-1,-6 1-200,-15 0 454,1 0-1,-1 0 1,1 0 0,-1 0 0,0 0-1,1 0 1,-1 0 0,1 0-1,-1-1 1,1 1 0,-1-1 0,0 1-1,1-1 1,-1 0 0,0 1 0,0-1-1,0 0 1,2-1 0,5-18-9580,-3 1-428</inkml:trace>
</inkml:ink>
</file>

<file path=ppt/ink/ink1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15:11.80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29 10149,'0'0'10244,"149"-4"-9555,-95-3-465,0 0-144,-20 5-80,13 0-897,-33-3-2656,6 3-4675</inkml:trace>
</inkml:ink>
</file>

<file path=ppt/ink/ink1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15:19.28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52 95 704,'0'0'5632,"-8"-5"-4487,-23-14-227,29 17-714,1 1 1,0-1 0,0 0 0,0 1 0,0-1 0,0 0 0,0 1-1,1-1 1,-1 0 0,1 0 0,-1 0 0,1 0 0,-1 0 0,1 1 0,0-1-1,0 0 1,0 0 0,0 0 0,0 0 0,1-3 0,-1 4-66,0-1 0,0 1 1,0 0-1,1-1 0,-1 1 1,0-1-1,1 1 0,-1 0 1,1-1-1,-1 1 0,1 0 1,0 0-1,-1-1 0,1 1 1,0 0-1,0 0 0,0 0 1,0 0-1,0 0 0,0 0 1,0 0-1,0 0 0,3-1 1,-2 2-75,1 0 1,0 1-1,0-1 1,-1 0-1,1 1 1,0 0-1,-1 0 1,1-1-1,-1 2 1,1-1-1,-1 0 1,1 0-1,-1 1 1,0-1-1,1 1 1,-1 0-1,0 0 1,0 0-1,0 0 1,-1 0-1,1 0 1,0 0-1,-1 1 1,1-1-1,-1 0 1,0 1-1,0 0 1,0-1-1,1 5 1,4 11 120,-1 0 0,-1 0 0,3 24 0,-7-37-147,1 78 1174,-1-82-1015,8-16-99,2-1-82,0 0 0,1 0 0,0 1 0,2 0 0,-1 1 0,2 1 0,24-20 0,-37 32 10,0 0 1,1 0 0,-1 0-1,1 1 1,-1-1-1,1 0 1,-1 1 0,1-1-1,-1 1 1,1-1-1,0 1 1,-1 0 0,1 0-1,-1-1 1,1 1 0,0 0-1,-1 1 1,1-1-1,0 0 1,-1 0 0,1 1-1,-1-1 1,1 1 0,0-1-1,-1 1 1,1 0-1,-1-1 1,0 1 0,1 0-1,-1 0 1,0 0-1,1 0 1,-1 0 0,0 1-1,0-1 1,0 0 0,0 0-1,0 1 1,0-1-1,0 1 1,-1-1 0,2 3-1,2 6 265,-1 0 0,0 0 0,0 0 1,-1 1-1,1 12 0,2 61 845,-5-48-9502</inkml:trace>
</inkml:ink>
</file>

<file path=ppt/ink/ink1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15:21.28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59 1601,'0'-3'8513,"264"-37"-5021,-174 30-3199,0 4-1,108 7 1,-73 0-61,-111-1-184,-1 0 0,1 1-1,0 1 1,0 0 0,-1 1-1,19 6 1,-28-8 11,0 1-1,0 0 0,0 0 1,-1 0-1,1 0 0,0 1 1,-1-1-1,0 1 0,0 0 1,0 0-1,0 0 0,0 0 1,0 1-1,-1-1 0,0 1 1,1 0-1,-1 0 0,-1-1 1,1 1-1,-1 0 1,1 1-1,-1-1 0,0 0 1,0 8-1,8 62 1011,11 181 468,-20-235-1512,0 44 71,-1 0 0,-19 110 0,-4-67 470,-6-1 1,-50 121-1,-14-4 56,91-215-595,0-1 1,1 1 0,0-1 0,0 1 0,1 0 0,0 0 0,0 0 0,0 10-1,5-17 37,1 1-1,-1-1 0,0 0 1,0-1-1,0 1 0,1-1 1,-1 1-1,0-1 0,0-1 1,7 0-1,0 1 81,14-2 50,0-1 1,0-1-1,0-1 1,31-11-1,31-6-8,100-5-106,246-6-1,-47 7-110,-216 6 64,134-12 1356,-300 32-1456,25-1 1221,-26 1-447,-17 3-666,-12 6-302,6-2-3799,4-5-7285</inkml:trace>
</inkml:ink>
</file>

<file path=ppt/ink/ink1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15:21.95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124 0 3217,'0'0'11998,"-7"21"-8311,7-13-3085,1-1 0,-1 1 0,1 0 0,1-1-1,-1 1 1,4 8 0,-1-7-361,1 0 0,0 0 0,0 0-1,1 0 1,0-1 0,14 14 0,-12-14-169,0 0 0,0-1 0,1-1 0,0 1 0,0-1 0,1-1 0,-1 0 1,12 4-1,87 26 127,-43-16-20,-64-19-154,-1 0 0,1 1 0,-1-1 0,1 0 0,-1 0 0,1 0 0,-1 0 0,0 0 0,1 0 0,-1 0-1,1 1 1,-1-1 0,1 0 0,-1 0 0,0 1 0,1-1 0,-1 0 0,0 1 0,1-1 0,-1 0 0,0 1 0,0-1 0,1 0 0,-1 1 0,0-1 0,0 1 0,1-1 0,-1 0 0,0 1 0,0-1 0,0 1 0,0-1 0,0 1 0,0-1 0,0 0 0,0 1 0,0-1 0,0 1 0,0 0 0,-17 15 382,-34 8-269,47-22-100,-66 28 499,1 4 1,1 2 0,-88 64-1,140-76-40,15-20-5508</inkml:trace>
</inkml:ink>
</file>

<file path=ppt/ink/ink1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15:24.61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0 144 4306,'0'0'5979,"6"-3"-5102,18-12 87,-24 14-903,1 1 0,-1 0 1,1 0-1,-1-1 0,1 1 1,0 0-1,-1 0 1,1 0-1,-1 0 0,1 0 1,0 0-1,-1 0 0,1 0 1,-1 0-1,1 0 1,0 1-1,-1-1 0,1 0 1,-1 0-1,1 0 0,-1 1 1,1-1-1,0 0 1,-1 1-1,0-1 0,1 1 1,-1-1-1,1 0 0,-1 1 1,1-1-1,-1 1 1,0-1-1,1 1 0,-1-1 1,0 1-1,1-1 0,-1 1 1,0 0-1,11 28 1228,-9-20-705,6 10 52,-1 1 0,0 0 0,-2 1 1,-1-1-1,0 1 0,-2 0 1,1 21-1,-3-41-92,-1-2-496,0 0 0,0 1 0,0-1 0,0 0 0,0 1-1,0-1 1,0 0 0,0 0 0,1 0 0,-1 0 0,0 0 0,1 0 0,-1 0 0,0 0-1,1 0 1,-1 0 0,1 0 0,0 0 0,-1 0 0,1 0 0,0-1 0,0 1 0,0 0 0,0 0-1,0 0 1,0-1 0,0 1 0,0-2 0,1-51 21,-1 36 74,2-2-136,1-1 0,1 1 0,1 0 0,0 0 0,2 0 0,14-31 0,6-19-358,-27 69 86,1 1 0,-1-1 0,1 0 0,-1 0 0,1 1 0,0-1 0,-1 0 0,1 1 0,0-1 0,-1 0 0,1 1 0,0-1 0,0 1 0,0 0 0,0-1 0,-1 1 0,1 0 0,0-1 0,0 1 0,0 0 0,0 0 0,0 0 0,0 0 0,0-1 0,0 1 0,0 1 0,2-1 0,28 7-7188,-11 3 2491</inkml:trace>
</inkml:ink>
</file>

<file path=ppt/ink/ink1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15:24.98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1 118 1088,'0'0'9015,"22"0"-6782,12 2-1415,-15-1-80,1 0 0,-1-2 0,36-4 0,-43 3-531,-1-1 0,0 0 0,0-1-1,0 0 1,0-1 0,-1 0 0,0 0 0,0-1 0,0-1 0,-1 0 0,1 0-1,12-14 1,-21 20-145,-1 1-1,1-1 0,0 1 0,-1-1 0,1 0 1,0 0-1,-1 1 0,1-1 0,-1 0 1,0 0-1,1 1 0,-1-1 0,1 0 1,-1 0-1,0 0 0,0 0 0,0 0 0,1 1 1,-1-1-1,0 0 0,0 0 0,0 0 1,0 0-1,0 0 0,-1 0 0,1 0 1,0 0-1,0 1 0,0-1 0,-2-2 1,1 2 11,0 0 1,-1 0 0,1 0 0,-1 0-1,0 1 1,1-1 0,-1 0 0,1 1-1,-1-1 1,0 1 0,0-1 0,1 1 0,-1 0-1,-3 0 1,-6-1 85,0 1 1,0 1-1,-22 3 0,24-1-92,0 0 0,0 0-1,0 1 1,0 0 0,1 0 0,-1 1 0,-14 11 0,20-13-11,-1-1 1,1 1 0,-1 1-1,1-1 1,0 0 0,0 1-1,1-1 1,-1 1 0,1 0-1,0 0 1,0 0 0,0 0-1,0 0 1,1 1 0,0-1-1,0 0 1,0 1 0,-1 6-1,2-9-51,0 1 1,1-1-1,-1 0 0,0 1 0,1-1 0,0 1 0,-1-1 0,1 1 0,0-1 1,0 0-1,0 0 0,0 0 0,1 1 0,-1-1 0,1 0 0,-1 0 0,1-1 1,0 1-1,0 0 0,1 1 0,2 0-40,0 0-1,0 0 1,0-1-1,0 0 1,0 0 0,0 0-1,0-1 1,11 2-1,3 0-939,0-2 0,0 0-1,0-2 1,30-3 0,-38 1-408,0 0 0,0 0 0,0-1 0,0 0 0,15-9 1,14-7-3968</inkml:trace>
</inkml:ink>
</file>

<file path=ppt/ink/ink1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15:25.42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115 1 2801,'0'0'14559,"-4"1"-13017,-3 1-1310,1 1 0,-1 0 0,1 1 0,0-1-1,0 1 1,0 0 0,0 1 0,0-1 0,1 1 0,0 0 0,0 0 0,1 1 0,-1 0-1,1 0 1,0 0 0,1 0 0,0 0 0,0 1 0,0-1 0,0 1 0,1 0 0,1 0 0,-1 0-1,-1 14 1,7-20-229,1 0-1,-1-1 1,0 1-1,0-1 0,0 0 1,0 0-1,1 0 1,-1-1-1,5 0 0,1-5 1,0 1 0,0-1 0,0-1 0,-1 0 0,0 0 0,-1-1-1,1 0 1,-1 0 0,-1-1 0,10-13 0,-1 2-11,-4 3-119,-5 10 1440,-6 27-706,-1 1-537,-1-13-273,1 0-1,0 0 0,0 0 0,1-1 0,0 1 1,4 13-1,-4-19-138,0 0 0,0 1 1,0-1-1,0 0 0,1 0 0,-1-1 1,1 1-1,0 0 0,-1 0 0,1-1 1,0 1-1,0-1 0,0 1 0,0-1 1,0 0-1,0 0 0,1 0 0,-1 0 1,0 0-1,1-1 0,-1 1 0,0-1 1,1 1-1,-1-1 0,0 0 0,5 0 1,13 0-4846,1 0-1005</inkml:trace>
</inkml:ink>
</file>

<file path=ppt/ink/ink1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15:25.75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0 212 5603,'0'0'10794,"6"14"-9652,41 104 1005,-62-179 234,11 34-2385,2-1 0,1 1 0,0-1 0,8-50 0,-6 73-14,1 0 0,0 0-1,0 0 1,0 0-1,0 0 1,1 0-1,0 1 1,0-1 0,1 1-1,-1 0 1,1 0-1,0 0 1,0 1-1,0-1 1,0 1-1,7-4 1,-8 5-149,1-1-1,-1 1 0,1 1 1,0-1-1,0 0 1,0 1-1,0 0 1,0 0-1,0 0 1,0 0-1,0 1 1,1-1-1,-1 1 1,0 0-1,0 1 0,0-1 1,1 1-1,-1-1 1,0 1-1,0 0 1,5 3-1,-6-2-390,-1 0 1,1 1-1,-1 0 0,0-1 0,1 1 1,-1 0-1,0 0 0,-1 0 0,1 1 0,-1-1 1,1 0-1,-1 1 0,1 3 0,6 23-7328</inkml:trace>
</inkml:ink>
</file>

<file path=ppt/ink/ink1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15:26.23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9668,'0'0'9207,"7"18"-7870,15 33-64,-2 1 0,-3 1 1,18 92-1,-21 113-601,-21-217-3164,7-59-6712,0 15 7838,0-29-3889,0-7-228</inkml:trace>
</inkml:ink>
</file>

<file path=ppt/ink/ink1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15:26.92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409 207 4130,'0'0'7795,"4"-4"-6765,1 2-733,0-1 0,0 0 0,1 1 0,-1 0 0,0 0 0,1 1 0,-1 0 0,1 0 0,-1 0 0,10 0 0,71 2 1881,-38 0-1198,31-3 914,151-25 1,78-39-507,-18 5-1152,-230 49-248,1 4 1,0 1 0,111 4-1,-168 4 19,-1-1-1,0 1 0,0-1 0,0 1 0,0 0 1,0 0-1,0 1 0,0-1 0,0 1 1,-1-1-1,1 1 0,0 0 0,-1 0 0,0 0 1,1 0-1,-1 1 0,0-1 0,0 0 1,0 1-1,0 0 0,-1-1 0,1 1 0,-1 0 1,1 0-1,-1 0 0,0 0 0,0 0 1,0 0-1,0 5 0,2 11 161,-1 0 1,-1 0-1,-1-1 0,-1 21 1,-1-3 206,2 696 1152,0-732-1568,-21-20-607,12 13 446,-1 1 0,1 1 0,-1-1 0,0 1 0,-1 1 0,1 0 0,-1 1 0,0 0 0,0 0 0,-16-1 0,-13 0-330,-65 3 0,57 2 348,-86 3-13,-142 22 0,-128 41 293,165-25 78,185-33 5,-442 55 1656,583-71-5347,-15-2-4972,-19 0-1824</inkml:trace>
</inkml:ink>
</file>

<file path=ppt/ink/ink1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15:30.32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3240 1809,'0'0'6747,"15"-4"-5613,18-5 440,0 2 0,49-5 0,403-44 2953,-69 5-3692,215 28-682,2 32 47,-44-1-110,183-27 926,-4 0 169,-69 35-44,5-1-668,63-13 251,592-2-100,-597-26-331,0 0-69,-314 24-126,998-27 18,-330 14-36,-767 17-67,216 23 23,-278-7-27,798 52 405,-247 2-115,-716-58-248,33 4-31,-51-14 2987,-130-24-280,18-5-2727,1 15 0,-1-1 0,1 1 0,1-2 0,0 1 0,0-1 0,1 0 0,1 0 0,-3-13 0,-18-105 0,18 83 0,-3-35 0,0-144 0,8 194 4,-1 0 0,-2 1 0,-10-38-1,-6-34-191,17 61 8,3-60 1,3 72 100,-2 1-1,-1 0 1,-2 0-1,-1 0 1,-7-29 0,5 32 73,1 0 1,1 0 0,1 0-1,1-41 1,-12-101-209,12 44 181,6-139-272,-2 234 300,5-48 31,23-111 1,-22 142-16,-2-1-1,-2 1 1,-2-1 0,-6-60 0,2 4-28,2-208-378,6 210-747,1 11 1028,-7 53-281,0 37 400,-1 36-475,-16-8-2386,0-16-6957,5-11 963</inkml:trace>
</inkml:ink>
</file>

<file path=ppt/ink/ink2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15:31.53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243 1 1008,'0'0'5262,"3"1"-4732,4 1-744,29 10 15080,-48 14-14408,-2-1-1,0 0 0,-2-1 1,-29 35-1,27-39-303,-2 0 0,-25 20 1,-26 26 556,50-40-68,9-11-3827,22-34-2300,13-26-3774,-4 16 3373</inkml:trace>
</inkml:ink>
</file>

<file path=ppt/ink/ink2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15:32.19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1217,'0'0'6851,"5"16"4171,-4-10-10170,1-2-674,-1-1 0,0 1 0,1-1 0,0 1 0,0-1 0,0 0 0,0 0 0,0 0 0,1 0 0,-1 0 0,1-1 0,0 1 0,0-1 0,0 0 0,0 0 1,0 0-1,4 2 0,30 28 518,-30-20-372,-1 0 0,1 0 0,6 21 1,15 30 1401,-24-57-1468,1 0 1,0 0 0,0 0 0,0-1 0,1 1-1,0-1 1,0-1 0,0 1 0,0-1-1,1 0 1,11 5 0,-14-4-577,-8 5-4688,-7 2-3522,3-8 1261</inkml:trace>
</inkml:ink>
</file>

<file path=ppt/ink/ink2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15:55.49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14 150 2945,'0'0'4432,"-3"-4"-3314,2 2-818,-1 0 0,1-1 0,0 1 1,0-1-1,0 0 0,0 1 1,0-1-1,1 0 0,-1 1 1,1-1-1,-1 0 0,1 1 0,0-1 1,0 0-1,1 0 0,-1 1 1,0-1-1,1 0 0,0 0 0,-1 1 1,1-1-1,2-4 0,0 3-162,1-1-1,-1 1 0,0-1 0,1 1 0,0 0 1,0 0-1,0 1 0,1-1 0,-1 1 1,1 0-1,5-3 0,0 1-31,-1 1 0,1 0 0,0 0 0,0 0-1,0 2 1,0-1 0,1 1 0,-1 1 0,1-1 0,-1 2 0,1 0 0,17 1-1,-26 0-92,0 0-1,0 0 0,1 0 0,-1 0 0,0 0 0,0 0 0,0 0 0,-1 1 1,1-1-1,0 1 0,0-1 0,-1 1 0,1 0 0,-1 0 0,1-1 0,-1 1 1,0 0-1,0 0 0,0 1 0,0-1 0,0 0 0,0 0 0,-1 0 1,1 0-1,0 5 0,1 7 65,-1-1 1,-1 1 0,-1 19 0,1-10 48,-1-11-17,0 0 0,-1 0 0,-1 0 0,1 0 0,-2-1 0,0 1 0,0-1 0,-1 0 0,-9 15 0,-9 13 45,-35 43 1,17-26-130,31-42 14,7-11-2,0 0 0,1 0 0,0 0-1,0 0 1,0 1 0,0-1 0,0 0 0,1 1 0,-1 0 0,1-1-1,0 1 1,-1 6 0,53-8 1326,139-17 1978,-13-1-1978,-20 13-891,-156 3-491,5 0-6840,12 0 4402,-13 0 440,27 0-5581</inkml:trace>
</inkml:ink>
</file>

<file path=ppt/ink/ink2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15:56.78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82 3858,'0'0'10354,"16"-6"-9258,34-11-475,1 2 0,91-15 0,-107 26-505,91-6 707,-125 11-754,0 0 1,0 0 0,-1 0-1,1 0 1,0 1-1,-1-1 1,1 0 0,-1 0-1,1 0 1,-1 0 0,0 1-1,1-1 1,-1 0-1,0 1 1,0-1 0,0 0-1,0 0 1,0 1 0,0-1-1,-1 1 1,1 42 935,0-32-751,-1-8-173,0 0 0,0 0-1,0 0 1,0 0 0,-1 0 0,1 0 0,-1-1-1,0 1 1,0 0 0,-1-1 0,1 0 0,-1 1-1,0-1 1,0 0 0,0 0 0,0-1 0,0 1 0,0-1-1,-1 1 1,-5 2 0,-11 7 383,-1-2 1,-29 12-1,39-18-315,-21 6 393,25-8-370,0 0-1,0 0 1,0 0 0,1 1-1,-1 0 1,1 0 0,-10 6-1,64-6 64,-21-3-580,1 1 0,-1 1 0,52 11 0,-69-11 194,1 2 0,-1-1 0,0 1-1,-1 1 1,1 0 0,-1 0-1,0 1 1,0 0 0,0 0 0,-1 1-1,0 0 1,-1 1 0,9 9-1,-14-13 198,0 0-1,0 0 1,0 0-1,0 0 1,-1 1-1,1-1 0,-1 1 1,0-1-1,-1 1 1,1-1-1,-1 1 1,0-1-1,0 1 0,0-1 1,-1 1-1,1-1 1,-1 1-1,0-1 1,0 1-1,-1-1 1,1 0-1,-1 0 0,0 1 1,0-1-1,-1-1 1,1 1-1,-1 0 1,0 0-1,0-1 0,0 0 1,0 1-1,-8 4 1,-6 4 575,-1-1 0,-1 0 0,0-1 0,0-1 0,-1-1 0,0-1 0,-27 6 1,10-5 220,-1-2 0,0-2 0,-53-1 0,90-3-2048,18 0-8802,-13 0 7240,15 0-7341</inkml:trace>
</inkml:ink>
</file>

<file path=ppt/ink/ink2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16:33.35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14 39 3874,'0'0'8094,"-3"-9"-6771,1 0-1999,-4-12 4996,3 45-371,17 281-494,-14 483 229,14-790-5903,-7-8 830,-1 0 0,0 0 0,-1 0-1,0-1 1,0 0 0,4-18 0,0 2-2760,6-19-3172</inkml:trace>
</inkml:ink>
</file>

<file path=ppt/ink/ink2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16:33.36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83 127 1473,'0'0'4247,"-10"-9"-3428,-32-26-51,20 19 940,21 16-1548,1 0 0,-1 0 1,1 0-1,-1-1 1,1 1-1,-1 0 0,1 0 1,0-1-1,-1 1 1,1 0-1,0-1 1,-1 1-1,1 0 0,0-1 1,-1 1-1,1-1 1,0 1-1,0-1 0,0 1 1,-1 0-1,1-1 1,0 1-1,0-1 0,0 1 1,0-1-1,0 1 1,0-1-1,0 1 0,0-1 1,0 1-1,0-1 1,0 1-1,0-1 0,0 1 1,1-1-1,-1-9 295,0 9-407,1 1 0,0-1 0,-1 0 0,1 0 0,0 1 0,0-1 0,0 1 0,-1-1 0,1 1 0,0-1 0,0 1 0,0-1 0,0 1 0,0 0 0,0 0 0,0-1 0,0 1 0,0 0 0,0 0 0,0 0 0,0 0 0,0 0 0,1 0 0,37 0 683,-30 0-533,230 5 1246,219-8-1028,420-12-306,-565 17-52,-71-1-39,469-11-70,-196-4-62,-296 14 2586,-161 0-1106,-56 0-156,-10 10-2934,-5 12-5886,6-11 61</inkml:trace>
</inkml:ink>
</file>

<file path=ppt/ink/ink2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16:33.36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100 172 1985,'0'0'3252,"-4"0"-2924,-4 0-21,-56 1 12631,41 4-14207,47-8 2441,0 2-1,47 4 1,-8-1-463,603-37 1017,-426 18-1425,-1-1-272,510-19 153,822 28 781,-1547 8-648,46-8 0,19-1 2689,-88 10-1657,-48-6-2812,-2 1-3731,43 4 3725,0 0 0,1-1-1,-1 0 1,0 0 0,1 0 0,-6-3-1,-10-12-7401</inkml:trace>
</inkml:ink>
</file>

<file path=ppt/ink/ink2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16:33.36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34 181 16,'0'0'3207,"3"-9"-2916,0-9 146,0 0 0,-1 1 0,-1-1 0,0 0 0,-2 0 1,-3-27-1,4 44-225,0 0 0,0 0 0,0 0 0,0 0 0,0 0 0,0 0 1,-1 0-1,1 0 0,0 0 0,-1 1 0,1-1 0,0 0 0,-1 0 0,1 0 0,-1 0 1,0 1-1,1-1 0,-1 0 0,1 1 0,-2-2 0,-6 22 3180,-13 160 5344,16 94-4348,5-193-3527,0 708 2346,4-842-8285,-1-5-4203,-3 16-1201</inkml:trace>
</inkml:ink>
</file>

<file path=ppt/ink/ink2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16:33.36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28 33 768,'0'0'4997,"0"-7"-3890,2-18 7077,2 35-5678,3 19 141,0 79 1280,-6 15-2438,-8 266 2524,3-229-3060,-5 58 30,4-178-796,-5 70 235,-3 17-171,13-101 591,0-18-2302,0-19-7644,0-12 1807</inkml:trace>
</inkml:ink>
</file>

<file path=ppt/ink/ink2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16:33.36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21 207 1601,'0'0'4906,"-21"-9"-2380,26 7-2216,0 1-1,0 0 1,0 0-1,1 0 1,-1 1-1,0-1 1,8 2-1,50-5 894,0-2 0,69-17 0,10-1-861,723-54 407,-736 68-812,-122 10 64,742-47 3,-730 48 393,-16 3 1068,-30 13-1809,23-15-681,0 0 0,0-1 0,-1 1 0,1-1 0,0 0 0,-1 0-1,-6 0 1,-8 0-3657</inkml:trace>
</inkml:ink>
</file>

<file path=ppt/ink/ink2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16:33.36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0 3826,'0'0'8537,"4"0"-8118,6 1-90,-1 0 0,1 0 0,-1 1 0,0 0 0,1 0 0,-1 1 0,0 1 0,-1-1 0,1 1 0,-1 1 0,1 0 0,-1 0 0,-1 0 0,1 1 0,13 13 0,-10-9-336,0-1 267,0 0 0,-1 1 0,0 0 1,-1 1-1,12 15 0,-20-23-190,1-1 1,-1 0 0,0 1 0,0-1 0,0 1 0,0-1-1,0 1 1,0 0 0,-1-1 0,0 1 0,1 0-1,-1 0 1,0-1 0,0 1 0,0 0 0,0-1-1,-1 1 1,1 0 0,-1 0 0,0-1 0,0 1-1,0-1 1,0 1 0,0-1 0,0 1 0,-1-1 0,1 0-1,-1 0 1,1 1 0,-1-1 0,0 0 0,0 0-1,0-1 1,0 1 0,-3 1 0,-65 48 602,-10 7-817,35-14-3066,43-42 2163,-2 2-501</inkml:trace>
</inkml:ink>
</file>

<file path=ppt/ink/ink2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16:33.37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48 0 5106,'0'0'10250,"0"8"-9068,-2 285 6481,-16 154-5639,4 84-1229,0-288-3745,14-260-3213,3-13 1705,8-9-1724</inkml:trace>
</inkml:ink>
</file>

<file path=ppt/ink/ink2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16:33.37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427 282 400,'0'0'3949,"3"3"-3264,-1 0-548,0-1-1,1 0 1,-1-1-1,1 1 0,0 0 1,0-1-1,-1 1 1,1-1-1,0 0 1,0 0-1,0 0 0,1 0 1,-1-1-1,0 1 1,0-1-1,3 0 0,67 0 1886,-41-1-1424,56-4 637,170-32 0,-116 14-555,959-81 646,-371 47-80,-507 33-389,393-30 3622,-593 53-2488,-37 1 759,12 1-2723,1-1 0,-1 1 0,1 0 0,-1 0 0,1-1 0,0 1 0,-1 0 1,1 0-1,0 1 0,0-1 0,0 0 0,-1 0 0,1 0 0,0 1 0,1-1 0,-1 1 0,0-1 0,0 0 1,1 1-1,-1-1 0,1 1 0,-1 0 0,0 2 0,-12 47 473,11-41-487,-6 43 90,3 1 1,1 0-1,6 76 0,0-38-6,19 246 138,-9-228-111,-5 1 1,-9 130-1,-6-184 53,-25 95 0,18-93 45,-9 77 0,18-50-180,6-85-48,0-1 0,-1 0-1,1 1 1,0-1 0,-1 0-1,1 1 1,0-1 0,-1 0-1,1 0 1,-1 1 0,1-1-1,0 0 1,-1 0 0,1 0-1,-1 1 1,1-1 0,-1 0-1,1 0 1,-1 0 0,1 0-1,0 0 1,-1 0 0,1 0-1,-1 0 1,1 0 0,-1 0-1,1 0 1,-1 0 0,1-1-1,-1 1 1,1 0 0,0 0-1,-1 0 1,1-1 0,-1 1-1,1 0 1,0 0 0,-1-1-1,1 1 1,-1-1 0,-17-8-324,5 2 61,-1 0 1,-1 1 0,1 1 0,-1 0 0,0 1-1,-28-4 1,-98-3-557,118 10 758,-1102-10-2435,729 12 2040,-1404-1 3720,1799 0-3381,27 0-2001,3-4-190,-28 3 1770,0 0 1,1 0 0,-1 0 0,0 0 0,1 0-1,-1 0 1,0-1 0,0 1 0,0 0 0,0-1 0,0 1-1,0-1 1,-1 1 0,1-1 0,1-2 0,8-17-3952,8-5-977</inkml:trace>
</inkml:ink>
</file>

<file path=ppt/ink/ink2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16:33.37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21 1 3826,'0'0'9732,"10"1"-8366,-4-1-1108,-4-1-157,1 1-1,0 0 1,0 0 0,0 0-1,-1 0 1,1 0 0,0 1-1,0-1 1,-1 1-1,1 0 1,0 0 0,-1 0-1,1 0 1,-1 0 0,1 1-1,-1-1 1,0 1 0,1-1-1,-1 1 1,0 0-1,0 0 1,0 0 0,3 4-1,0 7 376,0 0 0,-1 0-1,-1 0 1,0 0 0,0 1-1,0 23 1,-4 90 1609,-2-55-1027,-29 305 1056,3-118-1171,18-65-353,-25 259-22,34-443-602,-3 30-221,-2 50 0,7-89-796,2-6-524,3-12-231,1 1 0,0 0 0,13-22 0,-2 5-2265,10-27-5555</inkml:trace>
</inkml:ink>
</file>

<file path=ppt/ink/ink2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16:33.37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5 233 1105,'0'0'5639,"0"-1"-5576,0 1-1,-1 0 0,1 0 0,0 0 1,-1 0-1,1-1 0,0 1 0,0 0 1,-1 0-1,1-1 0,0 1 0,0 0 1,0-1-1,-1 1 0,1 0 0,0-1 1,0 1-1,0 0 0,0-1 0,0 1 1,0 0-1,0-1 0,0 1 0,0 0 1,0-1-1,0 1 0,0 0 0,0-1 1,0 0-1,18-5 778,0 0 1,1 1-1,-1 0 0,1 2 0,19-1 1,8-3 0,893-66 2979,-743 66-3839,44-2 288,258-12-1023,-4-40 5404,-478 56-2960,-16 5-1607,0 0 0,0 0-1,0 0 1,0-1-1,0 1 1,0 0 0,0 0-1,0 0 1,0 0-1,-1 0 1,1 0-1,0 0 1,0-1 0,0 1-1,0 0 1,0 0-1,0 0 1,0 0-1,0 0 1,0 0 0,0-1-1,0 1 1,0 0-1,0 0 1,0 0-1,0 0 1,0 0 0,0 0-1,0 0 1,1-1-1,-1 1 1,0 0-1,0 0 1,-1 0-1553,-12-1-12958,12-5 7465</inkml:trace>
</inkml:ink>
</file>

<file path=ppt/ink/ink2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16:33.38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0 9268,'0'0'9917,"22"18"-8162,-4-5-1435,22 18 743,75 43 1,-99-65-769,19 10 77,0 1-1,-1 2 1,-1 1-1,49 46 1,-80-67-346,0 0 1,1 1-1,-1 0 1,0-1-1,-1 1 1,1 0-1,0 0 0,-1 0 1,0 0-1,1 0 1,-1 0-1,0 0 1,-1 0-1,1 0 1,0 1-1,-1-1 1,0 0-1,0 0 1,0 1-1,0-1 1,0 0-1,-1 1 1,1-1-1,-1 0 1,0 0-1,0 0 0,0 0 1,-1 0-1,1 0 1,-1 0-1,1 0 1,-1 0-1,0-1 1,0 1-1,0 0 1,-1-1-1,1 0 1,-4 3-1,-65 36 1326,50-30-1086,0 1-1,0 0 1,-30 26 0,43-26 245,6-4-2638,23-5-17560</inkml:trace>
</inkml:ink>
</file>

<file path=ppt/ink/ink2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16:33.38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414 0 2145,'0'2'16443,"0"20"-15694,-2 3 72,-1 0-1,-1 0 1,-2-1 0,0 0 0,-14 34-1,-1 8 18,-86 426 2138,58-233-2499,11-62-385,9-43 6,-59 186 0,78-308-82,1 2 1,2-1-1,-4 44 1,8-3-3114,13-122-1078,0 8-96,-2-5-2551,4-8-2166</inkml:trace>
</inkml:ink>
</file>

<file path=ppt/ink/ink2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16:33.38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669 275 2081,'0'0'3932,"20"0"-3169,355-1 4064,125-40-2204,-181 9-2418,287 2-364,45-4 1875,-452 15 2399,245-56 1,-260 32 1793,-183 44-5882,0 0 0,-1-1 0,1 1 0,0 0 0,-1 0 0,1 0 0,-1 0 1,1 0-1,-1 0 0,0 0 0,1 0 0,-1 0 0,0 0 0,0 0 0,1 0 0,-1 0 0,0 0 0,0 0 0,0 0 0,0 0 0,0 0 0,-1 1 0,1 38 537,0-31-504,-3 20-56,0 0 1,-2-1-1,-2 0 0,0 0 0,-18 43 0,-5 22 3,-114 570-32,55 12 37,35-392 44,22-141 251,31-134-265,1-7-40,0-1 0,0 1 0,0 0 1,0 0-1,0-1 0,0 1 0,0 0 0,0 0 0,0-1 0,0 1 1,0 0-1,-1-1 0,1 1 0,0 0 0,-1 0 0,1-1 0,0 1 1,-1-1-1,1 1 0,-1 0 0,1-1 0,-1 1 0,1-1 0,-1 1 1,1-1-1,-1 1 0,0-1 0,1 0 0,-1 1 0,0-1 0,1 0 1,-1 1-1,0-1 0,0 0 0,1 0 0,-1 0 0,0 0 0,1 1 1,-1-1-1,0 0 0,0 0 0,1 0 0,-1-1 0,0 1 0,0 0 1,1 0-1,-1 0 0,0 0 0,0-1 0,1 1 0,-1 0 0,0-1 1,1 1-1,-2-1 0,-27-7-216,-26-8-674,-101-13 0,-593-17-1877,0 40 2517,612 6 238,59 0 48,-648 8 156,6 51 841,689-55-928,12-2-26,1 1 0,-1 0 0,1 2 0,-24 8 0,49-12-367,0 1-1,0-1 0,0 0 1,1 0-1,-1-1 0,0 0 1,0 0-1,0-1 0,0 0 1,8-2-1,-8-1-289,0 1 0,0-1 1,-1-1-1,0 1 0,0-1 0,8-8 0,29-37-7421,-30 34 4802,14-21-5254</inkml:trace>
</inkml:ink>
</file>

<file path=ppt/ink/ink2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16:33.38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326 1 1265,'0'0'10260,"1"6"-8285,0 15-409,0-1 1,-2 1-1,0 0 1,-1 0-1,-8 35 1,-5 50 748,-82 621 2606,29-290-4864,53-356-46,-3-2 0,-41 110 0,24-81-14,33-99-32,0 1 0,0 0 0,1 0 1,0 0-1,1 13 0,0-17-58,14-19-934,-2-28-2936,-10-3-6777,-2 35 7440,0-11-4132</inkml:trace>
</inkml:ink>
</file>

<file path=ppt/ink/ink2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16:33.38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21 76 3890,'0'0'8452,"10"0"-7068,41 0 1815,-53 22 1889,-2-20-4779,1-1 1,-1 1-1,0-1 1,1 0-1,-1 0 1,0-1 0,1 1-1,-1-1 1,-5 0-1,8 0-247,0 1 1,0-1-1,-1 0 0,1 0 0,0 0 0,0 0 1,0 0-1,0 0 0,0-1 0,0 1 0,0 0 1,0 0-1,0-1 0,0 1 0,0-1 0,0 1 1,0-1-1,0 1 0,0-1 0,0 0 0,0 1 1,0-1-1,1 0 0,-1 0 0,0 1 0,0-1 1,1 0-1,-1 0 0,1 0 0,-1 0 1,1 0-1,-1 0 0,0-2 0,1-13 77,0 12-130,-1-1 0,1 0-1,0 0 1,1 0 0,-1 1-1,1-1 1,0 0 0,3-8-1,-3 11-14,1 1 0,-1-1 0,1 0 0,-1 1 0,1-1 0,-1 1 0,1 0 0,0 0 0,0-1 0,-1 1 0,1 0 0,0 0 0,0 1 0,0-1 0,0 0 0,0 1 0,1-1 0,-1 1 0,0 0 0,0 0 0,0-1 0,0 1 0,0 1 0,4-1 0,-5 0 7,1 0 1,0 0-1,-1 0 1,1 0-1,0 0 0,0 0 1,-1 0-1,1 0 1,0 1-1,-1-1 1,1 1-1,0-1 1,-1 1-1,1 0 0,-1 0 1,1 0-1,-1 0 1,1 0-1,-1 0 1,0 0-1,0 0 1,1 0-1,-1 0 0,0 1 1,1 1-1,0 2 25,-1 0-1,0 0 0,0 0 1,0 0-1,-1 0 1,0 0-1,0 9 0,0-11-12,0-2 31,0 0-1,0 0 0,0 0 1,0 0-1,0 0 1,0 0-1,0 0 0,0 0 1,-1 0-1,1 0 0,0 0 1,-1 0-1,1 0 1,0-1-1,-1 1 0,1 0 1,-1 0-1,0 0 0,1 0 1,-1-1-1,0 1 1,1 0-1,-1-1 0,0 1 1,0 0-1,0-1 0,1 1 1,-1-1-1,-2 1 1,-30 0 1163,13-2-466,19 0-718,0 0 0,1 0 0,-1 0 0,0 0-1,0 0 1,1 0 0,-1 0 0,0 0 0,1 0 0,-1 0 0,1-1 0,0 1 0,-1 0 0,1 0 0,0-1 0,0 1 0,0 0 0,0 0 0,0-1 0,0 1-1,0 0 1,0 0 0,0-1 0,1-1 0,-1 1-31,0 1 0,0-1 1,0 0-1,1 0 0,-1 0 0,1 0 0,-1 0 0,1 0 0,-1 1 1,1-1-1,0 0 0,0 0 0,0 1 0,0-1 0,0 0 0,0 1 1,0 0-1,1-1 0,1-1 0,0 2-9,0-1 1,0 1-1,0 0 0,0 0 1,0 0-1,0 0 0,1 1 1,-1-1-1,0 1 0,0 0 1,0 0-1,1 0 0,-1 1 1,0-1-1,4 1 0,-6 0 29,1 1 0,-1-1 0,1 0-1,-1 0 1,0 1 0,1-1 0,-1 1 0,0-1-1,0 1 1,0 0 0,0-1 0,0 1 0,0 0-1,0 0 1,-1-1 0,1 1 0,-1 0 0,1 0-1,-1 0 1,0 0 0,0 0 0,0 0 0,0 0-1,0 0 1,-1 3 0,2-3 18,-1 0-1,0 0 1,0 1 0,0-1 0,0 0-1,-1 0 1,1 1 0,-1-1 0,1 0-1,-1 0 1,0 0 0,0 0 0,0 0-1,0 0 1,-1 2 0,0-3-113,1 0 0,-1-1 0,1 1 0,0-1 0,-1 1-1,1-1 1,-1 0 0,1 1 0,-1-1 0,1 0 0,-1 0 0,0 0 0,1 0 0,-1 0 0,1-1 0,-1 1 0,1 0 0,-1-1 0,1 1 0,0-1 0,-1 1-1,1-1 1,-1 0 0,-1-1 0,-2-1-1362,-1-1 0,1 0 0,0 0-1,1 0 1,-9-9 0,-3-3-5776,-5-2-3622</inkml:trace>
</inkml:ink>
</file>

<file path=ppt/ink/ink2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16:33.38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1 160 3602,'0'0'5093,"1"0"-5210,9-5 8249,-7 3-7402,-2 2-629,1 0 0,-1 0 0,0 0 1,0-1-1,0 1 0,0 0 0,0-1 0,0 1 0,0-1 1,0 1-1,0-1 0,0 1 0,0-1 0,0 0 0,-1 1 1,1-1-1,0 0 0,0 0 0,-1 0 0,1 0 0,0 0 1,-1 0-1,1 0 0,-1 0 0,1 0 0,-1 0 0,0 0 1,1 0-1,-1 0 0,0 0 0,0 0 0,0 0 0,1 0 0,-2-2 1,4-17-193,2-19 90,-4 31 4,0 0 0,0 0-1,0-1 1,1 1 0,0 0 0,3-8-1,-4 16 10,-1 0 0,0 0-1,0 0 1,0 0 0,0 0 0,0 0-1,0-1 1,0 1 0,1 0 0,-1 0-1,0 0 1,0 0 0,0 0-1,0 0 1,0 0 0,0 0 0,1 0-1,-1 0 1,0 0 0,0 0 0,0 0-1,0 0 1,1-1 0,-1 1 0,0 1-1,0-1 1,0 0 0,0 0-1,1 0 1,-1 0 0,0 0 0,0 0-1,0 0 1,0 0 0,0 0 0,1 0-1,-1 0 1,0 0 0,0 0 0,0 0-1,0 0 1,0 1 0,0-1-1,1 0 1,-1 0 0,0 0 0,0 0-1,0 0 1,0 1 0,0-1 0,0 0-1,0 0 1,0 0 0,0 0 0,0 0-1,0 1 1,0-1 0,0 0-1,9 19 535,4 25 412,15 199 2444,-9-66-2573,-6-14-770,-12-93-2604,-1-70 1256,0-15-8065,0-10 3314,0-9-557</inkml:trace>
</inkml:ink>
</file>

<file path=ppt/ink/ink2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16:33.38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334 144 1649,'0'0'7742,"4"-6"-6435,0 3-1064,1-1-1,-1 1 0,0 0 0,1 0 1,0 1-1,-1-1 0,1 1 1,0 0-1,0 0 0,0 1 1,1 0-1,-1-1 0,0 2 1,0-1-1,1 1 0,9 0 0,449-47 3738,286-11-3808,-749 58-145,1 0 0,-1 0 0,1 0 1,-1 0-1,1 0 0,0 0 0,-1 0 0,1 0 1,-1 1-1,1-1 0,-1 1 0,1-1 1,-1 1-1,1 0 0,-1-1 0,1 1 0,-1 0 1,0 0-1,1 0 0,-1 0 0,0 0 1,1 2-1,-1-1 198,0 1 0,0 0 0,-1-1 0,1 1 0,-1 0 0,0-1 0,1 1 0,-1 0 0,-1 0 0,1 3 0,-1 15 924,-1-5-817,0 0 1,0 0 0,-2 0 0,0 0 0,-9 21 0,-2 9 81,-2 30-73,3 0-1,3 1 1,4 0-1,3 114 1,4-185-345,1 0 1,0 0-1,0 0 1,1-1 0,3 12-1,-3-12-23,0 1-1,0-1 0,-1 1 0,0 0 1,1 11-1,-23-17-140,-63 4-114,-137 25 1,109-12 265,-242 25 492,-460-6 0,965-37-383,-70 0-2767,-3 1-7065,-69 0 1703</inkml:trace>
</inkml:ink>
</file>

<file path=ppt/ink/ink2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16:33.39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400 293 3073,'0'0'10192,"12"-21"-8536,38-63-92,-48 80-1401,0 0-1,0 1 1,0-1-1,-1 0 1,0 0 0,1 0-1,-2 0 1,1 0 0,0 0-1,-1 0 1,0-1 0,1 1-1,-2 0 1,1 0 0,0 0-1,-1 0 1,0 0-1,0-1 1,0 1 0,-1 1-1,1-1 1,-1 0 0,0 0-1,0 1 1,0-1 0,-3-3-1,-2-1 18,0 1 0,0 0 0,-1 0 1,0 1-1,0 0 0,-1 0 0,-13-7 0,16 11-168,0-1-1,1 1 1,-1-1 0,0 2-1,0-1 1,0 1 0,-1 0-1,1 0 1,0 0 0,0 1-1,-1 0 1,1 0-1,0 1 1,0 0 0,0 0-1,0 0 1,-1 1 0,2 0-1,-1 0 1,0 0 0,0 1-1,1 0 1,-1 0 0,1 0-1,0 1 1,0 0 0,0 0-1,1 0 1,-1 1 0,1-1-1,0 1 1,0 0 0,1 0-1,-5 7 1,-7 14 71,2 0 0,0 1 1,1 1-1,2 0 0,1 0 0,1 1 0,2 0 0,-5 41 0,4 26 615,7 123-1,3-143-445,-4 1 1,-20 148-1,8-154-332,13-70-56,0-1 71,-1 0 0,1 0 0,0 0 0,0 0 0,0 0 0,-1 0 0,1 0 0,0 0 1,0 0-1,-1 0 0,1 0 0,0 0 0,0 0 0,0 0 0,-1 0 0,1 0 0,0 0 0,0 0 0,-1 0 0,1 0 0,0 0 0,0 0 0,0 0 0,-1 0 0,1 0 1,0-1-1,0 1 0,0 0 0,0 0 0,-1 0 0,1 0 0,0 0 0,0-1 0,0 1 0,0 0 0,0 0 0,-1 0 0,1-1 0,0 1 0,0 0 0,0 0 1,0 0-1,0-1 0,-22-82-12325,4 43 4853</inkml:trace>
</inkml:ink>
</file>

<file path=ppt/ink/ink2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16:33.39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91 7459,'0'0'9093,"142"-29"-7028,-87 22-977,-1 0-224,-7 0-527,7 0-337,-13 1-96,0 1-801,-7-2-1856,-7 1-3378,-21-3-4434</inkml:trace>
</inkml:ink>
</file>

<file path=ppt/ink/ink2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16:33.39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93 9861,'0'0'11066,"4"22"-9548,-2-11-1296,5 23 900,-1 0 0,2 56 0,-8-90-1081,-1 0-1,1-1 0,0 1 0,0 0 1,0 0-1,0-1 0,-1 1 1,1 0-1,0-1 0,0 1 1,0 0-1,-1 0 0,1 0 0,0-1 1,0 1-1,-1 0 0,1 0 1,0 0-1,-1 0 0,1-1 1,0 1-1,-1 0 0,1 0 0,0 0 1,-1 0-1,1 0 0,0 0 1,-1 0-1,1 0 0,0 0 1,-1 0-1,1 0 0,0 0 0,-1 0 1,1 0-1,0 0 0,-1 1 1,1-1-1,0 0 0,0 0 1,-1 0-1,1 0 0,0 1 0,-1-1 1,1 0-1,0 0 0,0 0 1,0 1-1,-1-1 0,1 0 1,0 0-1,0 1 0,0-1 0,-1 0 1,1 1-1,0-1 0,-4-20 116,1-1-1,1 0 0,1 1 1,3-42-1,-2 54-149,1 0 0,0-1-1,1 1 1,0 0-1,0 0 1,0 0 0,1 1-1,1-1 1,-1 0 0,1 1-1,1 0 1,-1 0-1,1 0 1,0 1 0,9-9-1,-13 14-78,1 0 1,0-1-1,0 1 0,0 0 0,0 0 0,0 1 0,0-1 0,0 0 0,0 1 0,0-1 0,0 1 0,1 0 0,-1-1 0,0 1 0,0 0 0,0 0 1,1 1-1,-1-1 0,0 0 0,0 1 0,0-1 0,0 1 0,0 0 0,3 1 0,6 3-1560,0 1 0,-1 0 0,15 12 0,20 11-10248,-19-22 4329</inkml:trace>
</inkml:ink>
</file>

<file path=ppt/ink/ink2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16:33.39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30 115 1601,'0'0'23181,"-5"9"-21962,4-8-1210,-2 4 188,0 0 0,0 1-1,0-1 1,0 1 0,1 0-1,0 0 1,-2 9 0,3-13-161,1 1 1,0 0-1,0-1 0,1 1 1,-1 0-1,0-1 0,1 1 1,0 0-1,-1-1 0,1 1 1,0-1-1,1 1 1,-1-1-1,0 0 0,1 0 1,-1 1-1,1-1 0,-1 0 1,1 0-1,0 0 1,0 0-1,0-1 0,0 1 1,5 2-1,-1 0-40,1 0 0,0-1-1,0 0 1,0 0 0,1 0 0,-1-1 0,1 0 0,-1-1-1,1 1 1,0-2 0,-1 1 0,1-1 0,15-1-1,-21-2-38,0 1-1,0-1 1,0 0-1,0 0 0,0 0 1,-1 0-1,0 0 1,1 0-1,-1 0 1,0 0-1,1-7 0,-2 7-4,2-5 43,0 0-1,-1 1 0,0-1 0,-1 0 0,1 0 1,-2 0-1,1 0 0,-1 0 0,0 0 0,-1 0 1,0 0-1,0 1 0,-1-1 0,1 1 0,-2-1 1,1 1-1,-1 0 0,0 1 0,-1-1 0,1 1 1,-1-1-1,-9-8 0,6 7 45,6 5-52,-1-1 1,0 1-1,1 0 0,-1 1 0,0-1 1,0 0-1,-1 1 0,1 0 0,0-1 0,-8-2 1,10 5-842,2 2-2304,0 0 2498,0-1 0,-1 0 0,1 0 0,0 0 0,0 0 0,0 0 0,0 0 0,0-1 0,0 1 0,0 0 0,0 0 0,0-1 0,0 1 0,0 0 0,0-1 0,0 1 0,1-1 0,1 1 0,16 4-6927</inkml:trace>
</inkml:ink>
</file>

<file path=ppt/ink/ink2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16:33.39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84 0 13974,'0'0'6057,"-7"22"-1712,1-3-3376,-10 33 1823,-16 78 0,25-84-2288,1-20-282,2-1 0,1 1 1,1 0-1,2-1 1,3 44-1,-3-67-281,1 0 0,0 0 0,-1 0 1,1 0-1,0 0 0,0 0 0,0 0 0,0 0 0,0-1 0,1 1 0,-1 0 1,0-1-1,1 1 0,-1-1 0,1 0 0,0 1 0,-1-1 0,1 0 1,0 0-1,0 0 0,0 0 0,-1 0 0,1 0 0,0-1 0,0 1 0,3 0 1,6 1-553,0-1 1,-1 0-1,1-1 1,11-1-1,-6 1-200,-15 0 454,1 0-1,-1 0 1,1 0 0,-1 0 0,0 0-1,1 0 1,-1 0 0,1 0-1,-1-1 1,1 1 0,-1-1 0,0 1-1,1-1 1,-1 0 0,0 1 0,0-1-1,0 0 1,2-1 0,5-18-9580,-3 1-428</inkml:trace>
</inkml:ink>
</file>

<file path=ppt/ink/ink2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16:33.39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29 10149,'0'0'10244,"149"-4"-9555,-95-3-465,0 0-144,-20 5-80,13 0-897,-33-3-2656,6 3-4675</inkml:trace>
</inkml:ink>
</file>

<file path=ppt/ink/ink2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16:33.40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52 95 704,'0'0'5632,"-8"-5"-4487,-23-14-227,29 17-714,1 1 1,0-1 0,0 0 0,0 1 0,0-1 0,0 0 0,0 1-1,1-1 1,-1 0 0,1 0 0,-1 0 0,1 0 0,-1 0 0,1 1 0,0-1-1,0 0 1,0 0 0,0 0 0,0 0 0,1-3 0,-1 4-66,0-1 0,0 1 1,0 0-1,1-1 0,-1 1 1,0-1-1,1 1 0,-1 0 1,1-1-1,-1 1 0,1 0 1,0 0-1,-1-1 0,1 1 1,0 0-1,0 0 0,0 0 1,0 0-1,0 0 0,0 0 1,0 0-1,0 0 0,3-1 1,-2 2-75,1 0 1,0 1-1,0-1 1,-1 0-1,1 1 1,0 0-1,-1 0 1,1-1-1,-1 2 1,1-1-1,-1 0 1,1 0-1,-1 1 1,0-1-1,1 1 1,-1 0-1,0 0 1,0 0-1,0 0 1,-1 0-1,1 0 1,0 0-1,-1 1 1,1-1-1,-1 0 1,0 1-1,0 0 1,0-1-1,1 5 1,4 11 120,-1 0 0,-1 0 0,3 24 0,-7-37-147,1 78 1174,-1-82-1015,8-16-99,2-1-82,0 0 0,1 0 0,0 1 0,2 0 0,-1 1 0,2 1 0,24-20 0,-37 32 10,0 0 1,1 0 0,-1 0-1,1 1 1,-1-1-1,1 0 1,-1 1 0,1-1-1,-1 1 1,1-1-1,0 1 1,-1 0 0,1 0-1,-1-1 1,1 1 0,0 0-1,-1 1 1,1-1-1,0 0 1,-1 0 0,1 1-1,-1-1 1,1 1 0,0-1-1,-1 1 1,1 0-1,-1-1 1,0 1 0,1 0-1,-1 0 1,0 0-1,1 0 1,-1 0 0,0 1-1,0-1 1,0 0 0,0 0-1,0 1 1,0-1-1,0 1 1,-1-1 0,2 3-1,2 6 265,-1 0 0,0 0 0,0 0 1,-1 1-1,1 12 0,2 61 845,-5-48-9502</inkml:trace>
</inkml:ink>
</file>

<file path=ppt/ink/ink2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16:33.40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59 1601,'0'-3'8513,"264"-37"-5021,-174 30-3199,0 4-1,108 7 1,-73 0-61,-111-1-184,-1 0 0,1 1-1,0 1 1,0 0 0,-1 1-1,19 6 1,-28-8 11,0 1-1,0 0 0,0 0 1,-1 0-1,1 0 0,0 1 1,-1-1-1,0 1 0,0 0 1,0 0-1,0 0 0,0 0 1,0 1-1,-1-1 0,0 1 1,1 0-1,-1 0 0,-1-1 1,1 1-1,-1 0 1,1 1-1,-1-1 0,0 0 1,0 8-1,8 62 1011,11 181 468,-20-235-1512,0 44 71,-1 0 0,-19 110 0,-4-67 470,-6-1 1,-50 121-1,-14-4 56,91-215-595,0-1 1,1 1 0,0-1 0,0 1 0,1 0 0,0 0 0,0 0 0,0 10-1,5-17 37,1 1-1,-1-1 0,0 0 1,0-1-1,0 1 0,1-1 1,-1 1-1,0-1 0,0-1 1,7 0-1,0 1 81,14-2 50,0-1 1,0-1-1,0-1 1,31-11-1,31-6-8,100-5-106,246-6-1,-47 7-110,-216 6 64,134-12 1356,-300 32-1456,25-1 1221,-26 1-447,-17 3-666,-12 6-302,6-2-3799,4-5-7285</inkml:trace>
</inkml:ink>
</file>

<file path=ppt/ink/ink2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16:33.40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124 0 3217,'0'0'11998,"-7"21"-8311,7-13-3085,1-1 0,-1 1 0,1 0 0,1-1-1,-1 1 1,4 8 0,-1-7-361,1 0 0,0 0 0,0 0-1,1 0 1,0-1 0,14 14 0,-12-14-169,0 0 0,0-1 0,1-1 0,0 1 0,0-1 0,1-1 0,-1 0 1,12 4-1,87 26 127,-43-16-20,-64-19-154,-1 0 0,1 1 0,-1-1 0,1 0 0,-1 0 0,1 0 0,-1 0 0,0 0 0,1 0 0,-1 0-1,1 1 1,-1-1 0,1 0 0,-1 0 0,0 1 0,1-1 0,-1 0 0,0 1 0,1-1 0,-1 0 0,0 1 0,0-1 0,1 0 0,-1 1 0,0-1 0,0 1 0,1-1 0,-1 0 0,0 1 0,0-1 0,0 1 0,0-1 0,0 1 0,0-1 0,0 0 0,0 1 0,0-1 0,0 1 0,0 0 0,-17 15 382,-34 8-269,47-22-100,-66 28 499,1 4 1,1 2 0,-88 64-1,140-76-40,15-20-5508</inkml:trace>
</inkml:ink>
</file>

<file path=ppt/ink/ink2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16:33.40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0 144 4306,'0'0'5979,"6"-3"-5102,18-12 87,-24 14-903,1 1 0,-1 0 1,1 0-1,-1-1 0,1 1 1,0 0-1,-1 0 1,1 0-1,-1 0 0,1 0 1,0 0-1,-1 0 0,1 0 1,-1 0-1,1 0 1,0 1-1,-1-1 0,1 0 1,-1 0-1,1 0 0,-1 1 1,1-1-1,0 0 1,-1 1-1,0-1 0,1 1 1,-1-1-1,1 0 0,-1 1 1,1-1-1,-1 1 1,0-1-1,1 1 0,-1-1 1,0 1-1,1-1 0,-1 1 1,0 0-1,11 28 1228,-9-20-705,6 10 52,-1 1 0,0 0 0,-2 1 1,-1-1-1,0 1 0,-2 0 1,1 21-1,-3-41-92,-1-2-496,0 0 0,0 1 0,0-1 0,0 0 0,0 1-1,0-1 1,0 0 0,0 0 0,1 0 0,-1 0 0,0 0 0,1 0 0,-1 0 0,0 0-1,1 0 1,-1 0 0,1 0 0,0 0 0,-1 0 0,1 0 0,0-1 0,0 1 0,0 0 0,0 0-1,0 0 1,0-1 0,0 1 0,0-2 0,1-51 21,-1 36 74,2-2-136,1-1 0,1 1 0,1 0 0,0 0 0,2 0 0,14-31 0,6-19-358,-27 69 86,1 1 0,-1-1 0,1 0 0,-1 0 0,1 1 0,0-1 0,-1 0 0,1 1 0,0-1 0,-1 0 0,1 1 0,0-1 0,0 1 0,0 0 0,0-1 0,-1 1 0,1 0 0,0-1 0,0 1 0,0 0 0,0 0 0,0 0 0,0 0 0,0-1 0,0 1 0,0 1 0,2-1 0,28 7-7188,-11 3 2491</inkml:trace>
</inkml:ink>
</file>

<file path=ppt/ink/ink2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16:33.40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1 118 1088,'0'0'9015,"22"0"-6782,12 2-1415,-15-1-80,1 0 0,-1-2 0,36-4 0,-43 3-531,-1-1 0,0 0 0,0-1-1,0 0 1,0-1 0,-1 0 0,0 0 0,0-1 0,0-1 0,-1 0 0,1 0-1,12-14 1,-21 20-145,-1 1-1,1-1 0,0 1 0,-1-1 0,1 0 1,0 0-1,-1 1 0,1-1 0,-1 0 1,0 0-1,1 1 0,-1-1 0,1 0 1,-1 0-1,0 0 0,0 0 0,0 0 0,1 1 1,-1-1-1,0 0 0,0 0 0,0 0 1,0 0-1,0 0 0,-1 0 0,1 0 1,0 0-1,0 1 0,0-1 0,-2-2 1,1 2 11,0 0 1,-1 0 0,1 0 0,-1 0-1,0 1 1,1-1 0,-1 0 0,1 1-1,-1-1 1,0 1 0,0-1 0,1 1 0,-1 0-1,-3 0 1,-6-1 85,0 1 1,0 1-1,-22 3 0,24-1-92,0 0 0,0 0-1,0 1 1,0 0 0,1 0 0,-1 1 0,-14 11 0,20-13-11,-1-1 1,1 1 0,-1 1-1,1-1 1,0 0 0,0 1-1,1-1 1,-1 1 0,1 0-1,0 0 1,0 0 0,0 0-1,0 0 1,1 1 0,0-1-1,0 0 1,0 1 0,-1 6-1,2-9-51,0 1 1,1-1-1,-1 0 0,0 1 0,1-1 0,0 1 0,-1-1 0,1 1 0,0-1 1,0 0-1,0 0 0,0 0 0,1 1 0,-1-1 0,1 0 0,-1 0 0,1-1 1,0 1-1,0 0 0,1 1 0,2 0-40,0 0-1,0 0 1,0-1-1,0 0 1,0 0 0,0 0-1,0-1 1,11 2-1,3 0-939,0-2 0,0 0-1,0-2 1,30-3 0,-38 1-408,0 0 0,0 0 0,0-1 0,0 0 0,15-9 1,14-7-3968</inkml:trace>
</inkml:ink>
</file>

<file path=ppt/ink/ink2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16:33.40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115 1 2801,'0'0'14559,"-4"1"-13017,-3 1-1310,1 1 0,-1 0 0,1 1 0,0-1-1,0 1 1,0 0 0,0 1 0,0-1 0,1 1 0,0 0 0,0 0 0,1 1 0,-1 0-1,1 0 1,0 0 0,1 0 0,0 0 0,0 1 0,0-1 0,0 1 0,1 0 0,1 0 0,-1 0-1,-1 14 1,7-20-229,1 0-1,-1-1 1,0 1-1,0-1 0,0 0 1,0 0-1,1 0 1,-1-1-1,5 0 0,1-5 1,0 1 0,0-1 0,0-1 0,-1 0 0,0 0 0,-1-1-1,1 0 1,-1 0 0,-1-1 0,10-13 0,-1 2-11,-4 3-119,-5 10 1440,-6 27-706,-1 1-537,-1-13-273,1 0-1,0 0 0,0 0 0,1-1 0,0 1 1,4 13-1,-4-19-138,0 0 0,0 1 1,0-1-1,0 0 0,1 0 0,-1-1 1,1 1-1,0 0 0,-1 0 0,1-1 1,0 1-1,0-1 0,0 1 0,0-1 1,0 0-1,0 0 0,1 0 0,-1 0 1,0 0-1,1-1 0,-1 1 0,0-1 1,1 1-1,-1-1 0,0 0 0,5 0 1,13 0-4846,1 0-1005</inkml:trace>
</inkml:ink>
</file>

<file path=ppt/ink/ink2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16:33.41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0 212 5603,'0'0'10794,"6"14"-9652,41 104 1005,-62-179 234,11 34-2385,2-1 0,1 1 0,0-1 0,8-50 0,-6 73-14,1 0 0,0 0-1,0 0 1,0 0-1,0 0 1,1 0-1,0 1 1,0-1 0,1 1-1,-1 0 1,1 0-1,0 0 1,0 1-1,0-1 1,0 1-1,7-4 1,-8 5-149,1-1-1,-1 1 0,1 1 1,0-1-1,0 0 1,0 1-1,0 0 1,0 0-1,0 0 1,0 0-1,0 1 1,1-1-1,-1 1 1,0 0-1,0 1 0,0-1 1,1 1-1,-1-1 1,0 1-1,0 0 1,5 3-1,-6-2-390,-1 0 1,1 1-1,-1 0 0,0-1 0,1 1 1,-1 0-1,0 0 0,-1 0 0,1 1 0,-1-1 1,1 0-1,-1 1 0,1 3 0,6 23-7328</inkml:trace>
</inkml:ink>
</file>

<file path=ppt/ink/ink2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16:33.41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9668,'0'0'9207,"7"18"-7870,15 33-64,-2 1 0,-3 1 1,18 92-1,-21 113-601,-21-217-3164,7-59-6712,0 15 7838,0-29-3889,0-7-228</inkml:trace>
</inkml:ink>
</file>

<file path=ppt/ink/ink2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16:33.41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409 207 4130,'0'0'7795,"4"-4"-6765,1 2-733,0-1 0,0 0 0,1 1 0,-1 0 0,0 0 0,1 1 0,-1 0 0,1 0 0,-1 0 0,10 0 0,71 2 1881,-38 0-1198,31-3 914,151-25 1,78-39-507,-18 5-1152,-230 49-248,1 4 1,0 1 0,111 4-1,-168 4 19,-1-1-1,0 1 0,0-1 0,0 1 0,0 0 1,0 0-1,0 1 0,0-1 0,0 1 1,-1-1-1,1 1 0,0 0 0,-1 0 0,0 0 1,1 0-1,-1 1 0,0-1 0,0 0 1,0 1-1,0 0 0,-1-1 0,1 1 0,-1 0 1,1 0-1,-1 0 0,0 0 0,0 0 1,0 0-1,0 5 0,2 11 161,-1 0 1,-1 0-1,-1-1 0,-1 21 1,-1-3 206,2 696 1152,0-732-1568,-21-20-607,12 13 446,-1 1 0,1 1 0,-1-1 0,0 1 0,-1 1 0,1 0 0,-1 1 0,0 0 0,0 0 0,-16-1 0,-13 0-330,-65 3 0,57 2 348,-86 3-13,-142 22 0,-128 41 293,165-25 78,185-33 5,-442 55 1656,583-71-5347,-15-2-4972,-19 0-1824</inkml:trace>
</inkml:ink>
</file>

<file path=ppt/ink/ink2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16:33.41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3240 1809,'0'0'6747,"15"-4"-5613,18-5 440,0 2 0,49-5 0,403-44 2953,-69 5-3692,215 28-682,2 32 47,-44-1-110,183-27 926,-4 0 169,-69 35-44,5-1-668,63-13 251,592-2-100,-597-26-331,0 0-69,-314 24-126,998-27 18,-330 14-36,-767 17-67,216 23 23,-278-7-27,798 52 405,-247 2-115,-716-58-248,33 4-31,-51-14 2987,-130-24-280,18-5-2727,1 15 0,-1-1 0,1 1 0,1-2 0,0 1 0,0-1 0,1 0 0,1 0 0,-3-13 0,-18-105 0,18 83 0,-3-35 0,0-144 0,8 194 4,-1 0 0,-2 1 0,-10-38-1,-6-34-191,17 61 8,3-60 1,3 72 100,-2 1-1,-1 0 1,-2 0-1,-1 0 1,-7-29 0,5 32 73,1 0 1,1 0 0,1 0-1,1-41 1,-12-101-209,12 44 181,6-139-272,-2 234 300,5-48 31,23-111 1,-22 142-16,-2-1-1,-2 1 1,-2-1 0,-6-60 0,2 4-28,2-208-378,6 210-747,1 11 1028,-7 53-281,0 37 400,-1 36-475,-16-8-2386,0-16-6957,5-11 963</inkml:trace>
</inkml:ink>
</file>

<file path=ppt/ink/ink2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16:33.41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243 1 1008,'0'0'5262,"3"1"-4732,4 1-744,29 10 15080,-48 14-14408,-2-1-1,0 0 0,-2-1 1,-29 35-1,27-39-303,-2 0 0,-25 20 1,-26 26 556,50-40-68,9-11-3827,22-34-2300,13-26-3774,-4 16 3373</inkml:trace>
</inkml:ink>
</file>

<file path=ppt/ink/ink2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16:33.41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1217,'0'0'6851,"5"16"4171,-4-10-10170,1-2-674,-1-1 0,0 1 0,1-1 0,0 1 0,0-1 0,0 0 0,0 0 0,0 0 0,1 0 0,-1 0 0,1-1 0,0 1 0,0-1 0,0 0 0,0 0 1,0 0-1,4 2 0,30 28 518,-30-20-372,-1 0 0,1 0 0,6 21 1,15 30 1401,-24-57-1468,1 0 1,0 0 0,0 0 0,0-1 0,1 1-1,0-1 1,0-1 0,0 1 0,0-1-1,1 0 1,11 5 0,-14-4-577,-8 5-4688,-7 2-3522,3-8 1261</inkml:trace>
</inkml:ink>
</file>

<file path=ppt/ink/ink2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15:58.02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1109 4418,'0'0'12603,"0"4"-11050,0-4-1409,0 1-1,0-1 1,0 1 0,0-1-1,0 1 1,0-1 0,0 1 0,0-1-1,0 0 1,0 1 0,0-1-1,0 1 1,0-1 0,0 1 0,0-1-1,0 1 1,0-1 0,1 0-1,-1 1 1,0-1 0,0 1 0,1-1-1,-1 0 1,0 1 0,0-1 0,1 0-1,-1 1 1,0-1 0,1 0-1,-1 1 1,1-1 0,-1 0 0,0 0-1,1 0 1,-1 1 0,1-1-1,17-11 2028,28-45-2180,-27 33 421,80-95-1151,-5-3 0,130-222 0,-157 220-469,104-170 376,-168 289 974,-1 0 95,0 0 0,1 1 0,-1 0 0,1 0 0,-1 0 0,1 0 0,0 0 1,0 0-1,4-2 0,-6 29 830,-14 309 3104,-1 6-2769,13-298-2672,-3 34 4212,-1-28-5461,2-37-3322,-11-38-12381</inkml:trace>
</inkml:ink>
</file>

<file path=ppt/ink/ink2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15:58.22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66 3410,'0'0'15575,"163"-20"-12326,-116 16-1552,1-1-673,6 1-495,-7-1-369,1 3-160,-1 0-833,-6-3-1664,-1-2-2561,1-4-5795</inkml:trace>
</inkml:ink>
</file>

<file path=ppt/ink/ink2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15:58.98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413 162 4034,'0'0'13305,"12"-12"-11547,33-40 72,-44 51-1699,1-1 1,-1 0-1,1 0 1,-1 0-1,0 0 1,0-1-1,0 1 1,0 0-1,0 0 1,0-1-1,-1 1 1,1 0-1,-1-1 1,1 1-1,-1-1 1,0 1-1,0 0 1,-1-4-1,1 4-77,-1 0 0,0 0 0,0 1 0,0-1 0,0 0 0,0 1-1,0-1 1,0 0 0,0 1 0,-1 0 0,1-1 0,-1 1 0,1 0 0,-1-1 0,1 1 0,-1 0 0,-2-1 0,-4-1-29,0-1 0,0 2 0,-1-1 0,1 1 0,-1 0 0,-15-1 0,8 2-23,0-1-7,-1 1 1,0 0-1,1 1 1,-30 4-1,43-3 0,0-1 0,0 1 0,0 0 0,0 0 0,1 0 0,-1 0 0,0 0-1,0 0 1,1 1 0,-1 0 0,1-1 0,-1 1 0,1 0 0,0 0 0,0 0 0,0 0 0,0 1-1,0-1 1,0 0 0,1 1 0,-1 0 0,1-1 0,-1 1 0,1 0 0,0 0 0,0-1-1,0 1 1,1 0 0,-1 0 0,1 0 0,0 0 0,-1 6 0,2-7 4,-1 0 1,1 0 0,-1 0-1,1 0 1,-1 0-1,1 0 1,0-1-1,0 1 1,0 0 0,0 0-1,0-1 1,1 1-1,-1 0 1,0-1 0,1 1-1,-1-1 1,1 0-1,0 1 1,-1-1-1,1 0 1,0 0 0,0 0-1,0 0 1,0 0-1,-1-1 1,5 2 0,58 12 116,-56-13-98,153 16 136,-160-17-126,0 1 0,0-1 0,-1 1 0,1 0-1,-1-1 1,1 1 0,-1 0 0,1 0 0,-1-1 0,1 1-1,-1 0 1,1 0 0,-1 0 0,0 0 0,0 0 0,1-1-1,-1 1 1,0 0 0,0 0 0,0 0 0,0 0 0,0 0-1,0 0 1,0 0 0,-1 1 0,-4 29 532,-3-18-337,0-1 0,-1 1 0,0-2 0,-1 1 0,0-1 0,-14 11 0,-9 11 184,-58 61 555,35-38-461,2 3 0,-61 86 1,109-138-492,1 0 0,1 1 1,-1 0-1,1 0 1,0 1-1,1-1 1,0 1-1,0-1 0,1 1 1,-2 13-1,10-21-47,36-3 88,1-1 0,-1-3 0,65-16 0,124-48-58,-216 65 164,-1 0-1,0-1 0,1-1 0,23-15 0,-35 20-368,0 0-1,-1 0 1,1 0-1,-1-1 1,1 1-1,-1-1 1,0 1-1,0-1 1,0 0-1,-1 0 1,1 0-1,1-4 1,-2-16-4610,-11-4-3304,-2 9-1465</inkml:trace>
</inkml:ink>
</file>

<file path=ppt/ink/ink2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15:59.42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66 4978,'0'0'18766,"6"-7"-16141,-4 70 1118,0-51-3675,-2-11-95,-1 1 0,1-1-1,0 0 1,1 0 0,-1 1 0,0-1 0,0 0 0,0 0 0,1 1 0,-1-1 0,1 0 0,-1 0 0,1 1 0,-1-1 0,1 0 0,0 0-1,-1 0 1,1 0 0,0 0 0,0 0 0,0 0 0,0 0 0,0-1 0,0 1 0,0 0 0,0 0 0,0-1 0,0 1 0,0-1-1,0 1 1,1-1 0,-1 1 0,0-1 0,0 0 0,1 1 0,-1-1 0,0 0 0,1 0 0,-1 0 0,0 0 0,2-1 0,3 1-84,0-1 1,0 0 0,0 0 0,-1 0 0,1-1 0,0 0 0,-1 0-1,1-1 1,-1 1 0,7-5 0,53-41-974,-13 9 674,-48 37 487,67-40 44,-37 28 3950,-34 48-3196,-1-16-1069,2 33 761,8-32-3623,-9-19 2613,1 1 0,0 0 1,0-1-1,0 1 1,0 0-1,0-1 0,0 1 1,0-1-1,0 1 1,0-1-1,0 0 0,0 0 1,0 1-1,0-1 1,0 0-1,0 0 0,2 0 1,8 0-5254,-3 0-1996</inkml:trace>
</inkml:ink>
</file>

<file path=ppt/ink/ink2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15:59.81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82 6211,'0'0'15476,"18"3"-13683,132 31 934,-56-31-2052,-93-3-683,0 0 1,-1-1 0,1 1-1,0 0 1,-1-1 0,1 1 0,0-1-1,-1 1 1,1-1 0,-1 1-1,1-1 1,-1 1 0,1-1 0,-1 1-1,1-1 1,-1 0 0,0 1-1,1-1 1,-1 0 0,0 0-1,1 1 1,-1-1 0,0 0 0,0 0-1,0 1 1,0-1 0,0 0-1,0 0 1,0 1 0,0-1-1,0 0 1,0 0 0,0 1 0,0-1-1,0 0 1,-1 0 0,1 1-1,0-1 1,-1 0 0,0-1 0,0-1-41,1 0 1,-2-1 0,1 1 0,0-1 0,-1 1 0,1 0 0,-1 0 0,-4-5 0,-1 1 28,-1 1 0,0 0 1,0 1-1,-1-1 0,0 1 1,0 1-1,0 0 0,0 0 1,-1 1-1,1 0 0,-1 1 1,0 0-1,0 0 0,0 1 1,-14 0-1,22 2 37,-1 0 0,1-1 1,0 1-1,0 0 0,-1 0 1,1 0-1,0 0 0,0 1 0,0-1 1,0 1-1,0-1 0,0 1 0,1-1 1,-1 1-1,1 0 0,-1 0 1,1 0-1,-1 0 0,1 0 0,0 0 1,0 1-1,0-1 0,0 0 1,0 0-1,1 1 0,-1-1 0,0 3 1,-2 7 84,1-1 1,0 1-1,0 0 1,1 14 0,1-19-112,0 1 0,0-1 0,1 0-1,0 0 1,0 0 0,1 0 0,0 0 0,0 0 0,1-1 0,5 11 0,-6-13-195,1-1-1,0 1 1,-1-1 0,2 0-1,-1 0 1,0 0-1,1 0 1,-1-1 0,1 1-1,0-1 1,0 0-1,0 0 1,0 0 0,0-1-1,0 0 1,0 1-1,1-1 1,-1-1 0,5 1-1,12 2-2735,1-1-1,0-2 1,-1 0-1,26-4 1,1-9-4281</inkml:trace>
</inkml:ink>
</file>

<file path=ppt/ink/ink2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16:00.21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5507,'0'2'22809,"0"14"-21770,0-4-308,0-8-573,0 0 0,0 1 0,0-1 1,0 0-1,1 0 0,-1 0 0,1 0 0,0 0 0,2 4 1,-2-6-201,0-1 0,1 0 0,-1 1 0,0-1 0,1 0 0,0 0 0,-1 0 0,1 0 0,-1 0 0,1 0 0,0-1 0,0 1 0,-1 0 0,1-1 0,0 0 0,0 1 0,0-1 0,0 0 0,0 0 0,-1 0 0,1 0 0,4 0 0,9-3-232,-1 0-1,1-1 1,-1 0 0,0-1-1,0-1 1,0 0 0,-1-1-1,24-16 1,-25 16 283,0-1-554,-12 8 622,0 0-1,1-1 1,-1 1-1,0 0 0,0 0 1,1-1-1,-1 1 1,0 0-1,1 0 1,-1-1-1,0 1 1,1 0-1,-1 0 1,0 0-1,1-1 0,-1 1 1,0 0-1,1 0 1,-1 0-1,1 0 1,-1 0-1,0 0 1,1 0-1,-1 0 0,1 0 1,-1 0-1,0 0 1,1 0-1,-1 0 1,1 0-1,-1 0 1,0 0-1,1 1 1,-1-1-1,0 0 0,1 0 1,-1 0-1,0 1 1,1-1-1,-1 0 1,0 0-1,1 1 1,-1-1-1,0 0 1,0 1-1,1-1 0,-1 0 1,0 1-1,0-1 1,0 0-1,0 1 1,1-1-1,-1 0 1,0 1-1,0-1 0,0 1 1,0-1-1,0 0 1,0 1-1,0-1 1,0 1-1,0-1 1,0 0-1,0 1 1,0 0-1,1 2-387,0 0 0,1 0 0,0 1 0,-1-1 0,1-1 0,0 1 0,1 0 0,-1 0 0,0-1 0,1 1 0,4 3 0,-4-4-546,0-1-1,0 1 1,0-1-1,0 1 1,0-1 0,0 0-1,1 0 1,-1 0-1,0-1 1,0 1-1,1-1 1,3 1-1,13-1-7033</inkml:trace>
</inkml:ink>
</file>

<file path=ppt/ink/ink2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16:00.67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84 8020,'0'0'14967,"3"11"-13578,-2-10-1360,0 3 70,0 0-1,0 0 1,0 0-1,1 0 1,-1-1-1,1 1 1,0 0-1,0-1 1,1 0-1,-1 1 1,1-1-1,0 0 1,-1 0-1,1-1 1,0 1-1,1-1 1,-1 1-1,0-1 1,1 0-1,-1 0 1,1 0-1,7 2 1,5-1-11,0 0 1,1-1-1,-1 0 1,1-2-1,28-1 1,-42 0-96,-1 1-1,1-1 1,-1 0 0,0 0 0,1 0 0,-1 0 0,0 0 0,1 0-1,-1 0 1,0-1 0,0 1 0,0-1 0,-1 0 0,1 0 0,0 1-1,0-1 1,-1 0 0,1 0 0,-1-1 0,0 1 0,0 0-1,0 0 1,0-1 0,0 1 0,0 0 0,0-1 0,-1 1 0,1-1-1,-1 1 1,0-1 0,0 1 0,0-4 0,1 1 16,-1 0-1,0 0 1,0 0 0,-1 0 0,1-1 0,-1 1-1,0 0 1,0 0 0,-1 1 0,1-1 0,-1 0-1,0 0 1,-1 1 0,-3-7 0,3 8 57,0 0 1,0 0-1,0 0 1,0 0-1,-1 1 0,1 0 1,0 0-1,-1 0 1,0 0-1,0 0 1,1 0-1,-1 1 1,0 0-1,0 0 0,0 0 1,0 0-1,-1 1 1,1 0-1,0 0 1,0 0-1,0 0 1,0 0-1,0 1 0,0 0 1,0 0-1,0 0 1,0 0-1,0 1 1,0-1-1,0 1 1,1 0-1,-1 0 0,1 1 1,-1-1-1,1 1 1,0-1-1,0 1 1,-3 4-1,-1-1 125,0 2 0,1-1 0,-1 1 0,2 0 0,-1 0 0,1 1 0,0-1 0,1 1 0,0 0 0,0 1 1,1-1-1,1 1 0,-1-1 0,1 1 0,0 12 0,2-7-180,-1-10-10,1 1 1,0 0-1,0 0 0,1 0 1,0 0-1,0-1 1,2 8-1,-2-11-1,1 0 0,-1 0 0,1 1 0,-1-1 0,1 0 0,0-1 0,-1 1 0,1 0 0,0 0 0,0-1 0,1 1 0,-1-1-1,0 0 1,0 0 0,1 0 0,-1 0 0,0 0 0,1 0 0,4 1 0,22 3-676,0-2 0,-1 0 0,1-2 0,36-3 0,-10 1-1680,28 1-3479,4 0-3916</inkml:trace>
</inkml:ink>
</file>

<file path=ppt/ink/ink2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16:05.73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237 35 3714,'0'0'13993,"-1"-4"-12673,1 3-1182,-1 0 0,0 0-1,1 0 1,-1 0 0,1 0-1,-1 0 1,0 0 0,0 0-1,0 0 1,0 0 0,0 0-1,0 0 1,0 0 0,0 1-1,0-1 1,0 0 0,0 1 0,0-1-1,0 1 1,-1-1 0,1 1-1,0 0 1,0-1 0,-3 1-1,-1 0 109,0 0 1,0 0-1,0 0 0,0 0 0,0 1 0,-9 2 0,-1 2 120,1 0 0,0 0 0,0 2 1,-15 8-1,24-12-316,-1 0 0,1 0 0,0 1 0,0-1 0,0 1 0,0 0 0,1 1 0,0-1 0,0 1 0,0 0 0,0 0 0,1 0 0,0 0 0,0 0 0,0 1 0,1 0 1,-1-1-1,1 1 0,1 0 0,-3 12 0,4-17-54,1 0 0,-1-1-1,0 1 1,1-1 0,-1 1 0,1 0 0,-1-1 0,0 1 0,1-1 0,0 1 0,-1-1 0,1 1 0,-1-1 0,1 1 0,-1-1-1,1 0 1,0 1 0,-1-1 0,1 0 0,0 1 0,0-1 0,-1 0 0,1 0 0,0 0 0,-1 0 0,1 0 0,0 0 0,0 0-1,0 0 1,30 1-4,-25-1 5,25 0 37,-10 1-13,0-1 0,26-3 1,-42 2-10,0 0 1,0 0-1,1 0 1,-1-1-1,0 0 1,0 0-1,0 0 1,-1-1-1,1 1 1,0-1-1,-1 0 0,0 0 1,8-8-1,-10 9 18,0-1-1,0 0 0,-1 0 1,1 0-1,-1-1 0,1 1 1,-1 0-1,0-1 0,0 1 0,-1-1 1,1 1-1,-1 0 0,1-1 1,-1 0-1,0 1 0,0-1 0,-1 1 1,0-6-1,-1 2-156,1 1 0,-1-1 0,0 1 0,0 0 0,-1 0 0,0 0 0,0 0 0,-6-8 0,4 11-1714,23 3-14844</inkml:trace>
</inkml:ink>
</file>

<file path=ppt/ink/ink2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16:06.15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541 193 11365,'0'0'2839,"-9"-21"816,-1-9-2048,3 12-426,1 0 1,-2 0 0,0 1 0,-11-16-1,17 31-961,1-1-1,-1 0 0,0 1 0,1 0 0,-1-1 1,0 1-1,0 0 0,-1 0 0,1 0 1,0 0-1,-1 0 0,1 1 0,-1-1 0,1 1 1,-1 0-1,0-1 0,0 1 0,0 0 1,-3 0-1,2 1-160,0 0 1,0 0-1,1 0 1,-1 0-1,0 1 1,1 0-1,-1 0 1,1 0-1,-1 0 1,1 1-1,-1-1 1,1 1-1,-5 3 1,-7 6-120,0 1 0,1 0 0,1 1-1,-23 28 1,15-14 102,2 1-1,0 1 1,2 0 0,2 2-1,-21 53 1,-39 168 103,34-37-100,33-164-160,-5 16-391,2-32-300,9-28-4986</inkml:trace>
</inkml:ink>
</file>

<file path=ppt/ink/ink2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16:06.38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7 14054,'0'0'2145,"121"-7"2097,-53 7-2193,-7 12-1120,0 4-321,-7-1-384,-6-1-224,-8-5-96,-6 2-1265,-14-4-1696</inkml:trace>
</inkml:ink>
</file>

<file path=ppt/ink/ink2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16:07.08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96 1 8404,'0'0'16693,"-1"19"-15330,-1 10-908,-1-1-1,-1 0 0,-1 0 1,-2-1-1,-19 50 1,-20 25-2115,44-97-909,10-20-12178,-6 11 14847,16-31-8890</inkml:trace>
</inkml:ink>
</file>

<file path=ppt/ink/ink2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16:07.26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9188,'0'0'12710,"27"68"-12710,-13-36-736,-7-3-1489,6-2-2257,-6-2-2530</inkml:trace>
</inkml:ink>
</file>

<file path=ppt/ink/ink2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16:07.75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17 7283,'0'0'13089,"6"5"-11552,4 7-525,0 0 1,0 1-1,9 19 1,-18-31-1035,0 0 1,0 0 0,0 0 0,0 0 0,0 0-1,0 0 1,0 0 0,1 0 0,-1 0 0,0 0-1,0 0 1,1-1 0,-1 1 0,1-1 0,-1 1-1,0-1 1,1 1 0,-1-1 0,1 0 0,-1 0 0,1 0-1,-1 0 1,1 0 0,-1 0 0,1 0 0,-1 0-1,1 0 1,-1-1 0,0 1 0,1-1 0,-1 1-1,1-1 1,-1 0 0,0 1 0,2-2 0,8-5-41,0 1 0,0-1 1,13-13-1,-3 4 42,-8 8 369,0 0 1,1 1-1,0 0 1,21-6 1555,-37 48-663,1-25-1489,0 1 0,1-1-1,0 1 1,1-1 0,0 1 0,2 10-1,-2-20-37,0 1 0,-1-1 0,1 1 0,0-1 0,0 0 0,0 1-1,1-1 1,-1 0 0,0 0 0,0 0 0,1 0 0,-1 0 0,0 0-1,1 0 1,-1-1 0,1 1 0,-1 0 0,1-1 0,-1 1 0,1-1-1,0 0 1,-1 1 0,3-1 0,44 1-8670,-34-1 5593,25 0-4949</inkml:trace>
</inkml:ink>
</file>

<file path=ppt/ink/ink2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16:08.01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265 1 5234,'0'0'15546,"-22"23"-11744,-68 80-1374,79-89-2020,0 1 0,0 1 0,2 0 0,0 0 0,0 1 0,-10 31 0,7-15 49,1-7-368,1 0 1,2 1-1,0 0 0,2 0 0,1 1 0,-1 28 1,2-29-1458,1-4-4518</inkml:trace>
</inkml:ink>
</file>

<file path=ppt/ink/ink2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16:08.42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1 129 6307,'0'0'11194,"26"0"-8414,347 0 2457,-357 0-5068,0-1 0,-1-1 0,1 0 0,-1-1 0,0 0-1,27-11 1,-41 13-127,0 1 0,1-1 1,-1 0-1,0 0 0,1-1 0,-1 1 0,0 0 0,0 0 0,0-1 0,0 1 0,0 0 1,0-1-1,0 1 0,-1-1 0,1 1 0,0-1 0,-1 0 0,0 1 0,1-1 0,-1 1 0,0-1 1,1 0-1,-1 1 0,0-1 0,0 0 0,-1 1 0,1-1 0,0 0 0,0 1 0,-1-1 1,1 0-1,-1 1 0,0-1 0,1 1 0,-1-1 0,-1-1 0,1 0-44,0 0-1,-1 0 0,1 0 1,-1 0-1,0 0 0,0 0 1,0 1-1,0-1 0,-1 1 1,1-1-1,-1 1 0,1 0 1,-1 0-1,0 0 0,0 0 1,0 0-1,0 1 0,-4-2 1,3 2-3,0 0 1,0 1-1,0 0 1,0 0-1,0 0 1,0 1-1,0-1 1,1 1-1,-1 0 1,0 0-1,0 0 1,1 1 0,-1-1-1,1 1 1,-1 0-1,1 0 1,-1 0-1,1 0 1,0 1-1,0-1 1,0 1-1,1 0 1,-1 0-1,0 0 1,1 0-1,-3 5 1,-3 4 5,1 1-1,1 1 1,0-1-1,0 1 1,-5 25-1,10-36-65,0 0 0,0 0 0,1 0 0,0 0 0,-1 1 0,1-1 0,0 0 0,0 0 0,1 0 0,-1 0 0,0 0 0,1 0 0,0 0 0,0 0 0,0 0 0,0 0 0,0 0 0,1-1-1,-1 1 1,1 0 0,0-1 0,0 1 0,0-1 0,0 0 0,0 1 0,0-1 0,1 0 0,-1 0 0,1-1 0,-1 1 0,1 0 0,0-1 0,0 0 0,0 0 0,-1 1 0,1-2 0,0 1 0,4 1 0,13 2-1682,0 0 0,1-2 0,-1 0 0,32-1 0,-47-1 1077,62 0-8244</inkml:trace>
</inkml:ink>
</file>

<file path=ppt/ink/ink2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16:09.25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447 1 5747,'0'0'13144,"-23"6"-11383,-77 22-227,93-25-1271,-1 0 0,1 1 0,-1 0 0,1 0 0,0 0 0,1 1 0,-1 0 0,1 0 0,0 1 0,0 0 0,0 0 0,1 0 0,0 0-1,1 1 1,-7 11 0,10-17-249,0 0 0,0 1-1,0-1 1,0 0-1,1 1 1,-1-1-1,0 1 1,0-1 0,1 0-1,-1 1 1,1 0-1,0-1 1,-1 1-1,1-1 1,0 1 0,0-1-1,0 1 1,0 0-1,0-1 1,0 1-1,1-1 1,-1 1 0,1 2-1,1-3-26,-1 0-1,0 0 0,0 0 1,0-1-1,1 1 1,-1 0-1,0-1 1,1 1-1,-1-1 1,0 1-1,1-1 1,-1 0-1,1 0 1,-1 0-1,1 1 0,-1-1 1,0 0-1,1-1 1,-1 1-1,3 0 1,4-2-148,0 1 1,0-1-1,0 0 1,0-1-1,0 0 1,-1 0-1,1-1 1,7-4-1,7-9-573,-9 9 260,0-2 0,0 1 0,-1-2 0,-1 0 0,0 0 0,14-19 0,-51 98 2040,13-27-1409,-5 14-137,3 2 0,-10 69 0,17-75-45,-2-1 1,-2-1 0,-29 73 0,37-112 253,-1 0 1,-1 0-1,0 0 0,0-1 1,0 0-1,-1 0 1,-1-1-1,0 0 1,0 0-1,0 0 1,-1-1-1,0-1 0,0 1 1,-1-2-1,0 1 1,0-1-1,0-1 1,-1 0-1,1 0 0,-1-1 1,0 0-1,0-1 1,0 0-1,-22 0 1,32-2-243,0 0 0,0 0 0,0-1 0,-1 1 0,1 0 0,0-1 0,0 1 1,0 0-1,0-1 0,0 0 0,0 1 0,0-1 0,0 1 0,0-1 0,1 0 0,-1 0 0,0 0 1,0 1-1,0-1 0,1 0 0,-1 0 0,1 0 0,-1 0 0,0-2 0,-9-36-519,10-40-721,2 72 1147,-1 0-1,1 0 1,0 0-1,1 1 1,-1-1-1,1 1 1,1 0 0,-1 0-1,1 0 1,0 0-1,0 0 1,1 1-1,0 0 1,0 0 0,0 0-1,12-8 1,9-5-317,2 1-1,43-20 1,-30 17-313,80-43-1055,310-180-1274,-423 238 3323,0-1 0,0 0-1,-1 0 1,0-1-1,-1 0 1,10-12-1,-15 17-127,0 1-1,1-1 0,-1 1 0,0-1 0,-1 1 0,1-1 0,0 0 0,0 0 1,-1 1-1,1-1 0,-1 0 0,0 0 0,1 0 0,-1 1 0,0-1 1,0 0-1,0 0 0,0 0 0,0 0 0,-1 0 0,1 1 0,-1-1 1,1 0-1,-1 0 0,1 0 0,-1 1 0,0-1 0,0 0 0,0 1 1,0-1-1,0 1 0,0-1 0,0 1 0,-1 0 0,1-1 0,-1 1 0,1 0 1,-1 0-1,-1-1 0,-4-3 67,-1 1 0,1 0 0,-1 1 0,0 0 0,0 0 0,0 0 0,0 1 0,-1 1 0,1-1 1,-1 1-1,1 1 0,-12 0 0,17 0-113,0 0-1,-1 0 1,1 1 0,0-1 0,-1 1 0,1 0 0,0 0-1,0 0 1,-1 1 0,1-1 0,0 1 0,0-1 0,1 1-1,-1 0 1,0 0 0,1 1 0,-1-1 0,1 0 0,-1 1-1,1 0 1,0-1 0,0 1 0,0 0 0,1 0 0,-1 0-1,1 0 1,0 0 0,-1 0 0,1 1 0,1-1 0,-1 0-1,0 6 1,0-1-41,0 0 1,0 0-1,1 0 0,0 0 0,0 0 0,1 0 0,0-1 1,1 1-1,0 0 0,4 11 0,-4-15-148,0 0 1,1-1-1,-1 1 1,1-1-1,-1 0 0,1 1 1,1-1-1,-1 0 1,0-1-1,1 1 0,-1-1 1,1 1-1,0-1 1,-1 0-1,1-1 0,0 1 1,0 0-1,1-1 1,-1 0-1,0 0 0,5 0 1,17 2-3281,0-1 0,44-2 0,-49 0 314,45-2-8309</inkml:trace>
</inkml:ink>
</file>

<file path=ppt/ink/ink2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16:10.42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1 210 3089,'0'0'13041,"19"3"-11299,59 12-104,-76-14-1476,1 1 0,-1-1 0,1 1-1,-1 0 1,1-1 0,-1 1-1,0 0 1,0 0 0,0 1 0,0-1-1,0 0 1,0 1 0,-1-1 0,1 1-1,-1-1 1,0 1 0,0 0 0,0 0-1,0-1 1,0 1 0,0 0 0,-1 0-1,0 0 1,1 0 0,-1 0 0,0 0-1,0 0 1,-1 0 0,0 4 0,1-1 265,-2-28 3792,0-33-3292,2 40-934,0 1 1,0-1-1,2 0 1,0 0-1,7-27 0,-7 39-104,3-11 257,1 0 1,1 1-1,15-21 1,9 5-1017,-28 28 471,0-1 1,0 1-1,0-1 1,0 1 0,1 0-1,-1 0 1,1 0-1,-1 1 1,0-1 0,6 1-1,66 0-12161,-43 0 4420</inkml:trace>
</inkml:ink>
</file>

<file path=ppt/ink/ink2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16:10.81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299 0 10405,'0'0'15930,"-24"1"-14271,22-1-1627,-22 0 440,0 2 1,0 0-1,0 2 0,1 0 0,-1 2 0,-37 14 1,56-18-358,-1 1 0,0 0 0,1 0 0,-1 0 0,1 1 0,0-1 0,-8 9 0,11-9-125,0 0-1,0 0 1,0 0-1,0 0 1,1 1-1,0-1 1,-1 0-1,1 1 1,1-1-1,-1 1 1,0-1-1,1 1 1,-1-1-1,2 8 1,-1-10-41,0 1 0,1-1 0,-1 1 1,1-1-1,-1 1 0,1-1 0,0 0 1,0 1-1,-1-1 0,1 0 0,0 1 1,0-1-1,0 0 0,0 0 0,1 0 0,-1 0 1,0 0-1,0 0 0,1 0 0,-1-1 1,2 2-1,42 18-859,-10-4-147,-32-14 964,0-1 0,0 1 0,-1 0 0,1 0 0,-1 0 0,1 1 0,-1-1 0,0 1 0,0-1 1,0 1-1,0 0 0,0 0 0,-1 0 0,1 0 0,-1 0 0,0 0 0,1 3 0,-2-4 121,0 0-1,-1 0 0,1 0 0,0 0 1,-1 0-1,0-1 0,1 1 0,-1 0 1,0 0-1,0-1 0,0 1 0,0 0 1,0-1-1,0 1 0,0-1 1,-1 0-1,1 1 0,0-1 0,-1 0 1,1 0-1,-1 0 0,0 0 0,1 0 1,-1 0-1,0 0 0,1-1 1,-1 1-1,0 0 0,0-1 0,-3 1 1,-24 7 840,19-6-625,2 0-1,-1 0 1,0 1-1,0 1 1,-10 5-1,36-9-8532,8 1 3385,14-7-4387</inkml:trace>
</inkml:ink>
</file>

<file path=ppt/ink/ink2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16:11.01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14583,'0'0'18184</inkml:trace>
</inkml:ink>
</file>

<file path=ppt/ink/ink2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16:12.80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1248 2449,'0'0'18803,"16"-20"-17002,173-244 2393,86-259-3923,-127 223-1436,-131 265 1169,-14 26 59,0 0-1,1 1 0,0-1 1,1 1-1,-1 0 1,2 1-1,-1-1 0,1 1 1,0 0-1,0 0 0,15-11 1,-20 18-52,0 0 0,-1 0 0,1-1 0,-1 1 0,1 0 0,0 0 0,-1 0 0,1 0 0,-1 0 1,1 0-1,0 0 0,-1 1 0,1-1 0,0 0 0,-1 0 0,1 0 0,-1 1 0,1-1 0,-1 0 0,1 1 0,-1-1 0,1 0 1,-1 1-1,1-1 0,-1 1 0,1-1 0,-1 1 0,1-1 0,-1 1 0,0-1 0,1 1 0,-1-1 0,0 1 0,0-1 1,1 1-1,-1-1 0,0 1 0,0 0 0,0-1 0,0 1 0,0 0 0,0-1 0,0 1 0,0-1 0,0 1 0,0 0 0,0 0 1,2 39 70,-2-34-3,1 156 1376,-9 273 1698,1-380-3070,-3-2-1,-26 86 1,36-138-256,0-1 0,0 0 0,0 1 0,0-1 1,0 0-1,-1 1 0,1-1 0,0 0 0,0 1 0,0-1 0,0 0 0,0 1 0,-1-1 1,1 0-1,0 1 0,0-1 0,-1 0 0,1 0 0,0 1 0,0-1 0,-1 0 0,1 0 1,0 1-1,-1-1 0,1 0 0,0 0 0,-1 0 0,1 0 0,0 0 0,-1 0 1,1 1-1,0-1 0,-1 0 0,1 0 0,0 0 0,-1 0 0,1 0 0,-1 0 0,1 0 1,0 0-1,-1-1 0,1 1 0,0 0 0,-1 0 0,1 0 0,0 0 0,-1 0 0,1-1 1,0 1-1,-1 0 0,1 0 0,0 0 0,0-1 0,-1 1 0,-16-19-6602,14 15 5123,-18-22-9001</inkml:trace>
</inkml:ink>
</file>

<file path=ppt/ink/ink2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16:12.98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10 2257,'0'0'14439,"122"-9"-10758,-68 9-671,7 0-2434,-7 0-576,0 0-112,1 2-1489,-8-2-2321,7 0-4674</inkml:trace>
</inkml:ink>
</file>

<file path=ppt/ink/ink2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16:13.69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366 130 1889,'0'0'12483,"6"-9"-10504,-5 7-1806,22-38 1750,-22 38-1758,0 1-1,-1-1 0,1 0 0,0 0 0,-1 1 1,1-1-1,-1 0 0,0 0 0,0 1 1,1-1-1,-1 0 0,0 0 0,0 0 0,-1 0 1,1 1-1,0-1 0,-1 0 0,1 0 0,-1 1 1,1-1-1,-1 0 0,0 1 0,0-1 0,0 0 1,0 1-1,0-1 0,-2-1 0,-3-1 17,0 0 0,0 1 0,0 0 1,-1 0-1,0 1 0,1 0 0,-1 0 0,0 0 0,0 1 0,0 0 0,-7 0 0,-84 1 377,77 1-407,18-1-147,0 0 0,1 0 0,-1 0 0,1 1 0,-1-1 0,0 1 0,1-1 0,-1 1 1,1 0-1,-1 0 0,1 0 0,0 1 0,-1-1 0,1 0 0,0 1 0,0 0 1,0-1-1,0 1 0,0 0 0,0 0 0,1 0 0,-2 2 0,1 0 0,0 0 0,1 0 0,0-1 0,0 1 0,0 0 0,0 0 0,1 0-1,-1 0 1,1 0 0,0 0 0,0 0 0,1 0 0,1 8 0,-1-10-4,0 1 1,0-1-1,1 1 0,-1 0 1,1-1-1,0 0 0,0 1 1,0-1-1,0 0 1,0 0-1,0 0 0,0 0 1,1-1-1,-1 1 0,1-1 1,-1 1-1,1-1 0,-1 0 1,1 0-1,4 1 0,66 17 16,-60-16-12,29 5 1,-28-6-3,-1 0 0,0 1 0,1 0 0,-1 1 0,-1 1-1,16 7 1,-27-11 16,1 0-1,-1 0 1,1 1-1,-1-1 1,0 0 0,0 1-1,1-1 1,-1 1-1,0-1 1,-1 1-1,1-1 1,0 1-1,0 0 1,-1 0-1,1-1 1,-1 1-1,1 0 1,-1 0-1,0 0 1,1-1 0,-1 1-1,0 0 1,-1 0-1,1 0 1,0 0-1,0-1 1,-1 1-1,1 0 1,-2 3-1,0 2 161,-1-1 0,1 0 0,-1 1 0,-1-1 0,1 0 0,-7 8 0,-165 174 2127,6-8-1193,164-174-1084,0 1-1,0-1 0,0 1 0,1 0 1,0 0-1,0 0 0,1 1 0,0-1 1,0 1-1,1-1 0,0 1 0,0 0 1,0 12-1,2-19-26,0 1 0,1-1 0,-1 0 1,1 0-1,-1 0 0,1 0 0,0 0 0,-1 0 0,1 0 1,0 0-1,0-1 0,0 1 0,0 0 0,-1 0 0,1-1 1,0 1-1,0 0 0,0-1 0,1 1 0,-1-1 1,0 1-1,0-1 0,0 0 0,0 1 0,0-1 0,0 0 1,1 0-1,-1 0 0,0 0 0,0 0 0,2 0 0,48 0 53,-37 0-60,30 0 107,84-11-1,-114 9-272,1-1 0,-1-1 0,1 0 0,-1-1-1,-1-1 1,1 0 0,-1-1 0,0 0 0,20-15 0,-15 2-2540,-9-4-3551,-7 5-1333</inkml:trace>
</inkml:ink>
</file>

<file path=ppt/ink/ink2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16:14.18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3 8468,'0'0'16629,"5"12"-14703,1 11-1286,-1-1 1,-1 1-1,0 0 0,-2 1 1,-1 24-1,-1-34-563,-1-13-75,1 0 1,0 0-1,-1 0 1,1 0 0,0 0-1,0 0 1,0 0 0,0 1-1,0-1 1,0 0-1,0 0 1,0 0 0,0 0-1,0 0 1,0 0 0,1 0-1,-1 0 1,1 0-1,-1 0 1,0 0 0,1 0-1,0 0 1,-1 0 0,1 0-1,0 0 1,-1 0 0,1-1-1,0 1 1,0 0-1,0-1 1,-1 1 0,1 0-1,0-1 1,0 1 0,0-1-1,0 1 1,0-1-1,0 0 1,0 1 0,1-1-1,-1 0 1,0 0 0,0 0-1,0 1 1,0-1-1,0-1 1,0 1 0,0 0-1,0 0 1,2 0 0,3-1-51,1 0 1,0 0 0,0-1-1,0 0 1,-1 0 0,1 0 0,-1-1-1,1 0 1,-1 0 0,0 0 0,8-7-1,66-56-682,-39 30 427,-7 4 144,-27 24 239,0 1 1,0-1 0,1 1-1,0 1 1,1 0-1,-1 0 1,13-5 1990,-22 23-1878,1-1 0,1 1 0,0 0 0,1 0 1,0-1-1,1 1 0,4 12 0,-5-21-309,-1 0 0,1 1-1,0-1 1,0 0 0,0 0-1,1 0 1,-1 0 0,1-1-1,-1 1 1,1-1 0,4 3-1,-4-3-509,1 0-1,0 0 0,0 0 0,0-1 1,0 1-1,0-1 0,0 0 0,0 0 1,1-1-1,-1 1 0,7-1 0,16-2-11882,-13-10 3208</inkml:trace>
</inkml:ink>
</file>

<file path=ppt/ink/ink2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16:14.59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0 123 9957,'0'0'13950,"18"6"-12846,-8-3-1004,14 6 14,1-1 0,-1-2 0,1 0 1,0-2-1,27 1 0,-51-5-131,0-1-1,-1 1 1,1 0 0,-1-1 0,1 0-1,-1 1 1,1-1 0,-1 1 0,0-1-1,1 0 1,-1 1 0,1-1-1,-1 0 1,0 1 0,0-1 0,1 0-1,-1 1 1,0-1 0,0 0 0,0 0-1,0 1 1,0-1 0,0 0 0,0 0-1,0-1 1,-1-29-310,1 22 198,0 0 86,0 0 0,0 0 0,-1 1-1,-1-1 1,1 0 0,-4-8 0,4 15 80,0-1 0,0 1 0,0 0 0,0 0 1,0-1-1,-1 1 0,1 0 0,-1 0 0,0 0 1,0 0-1,1 1 0,-1-1 0,0 0 0,-1 1 1,1 0-1,0-1 0,0 1 0,0 0 0,-1 0 1,1 0-1,-1 0 0,1 1 0,-1-1 0,1 1 1,-5-1-1,3 0 94,0 1-1,0 0 1,0 0 0,0 0 0,0 0 0,0 1 0,0 0-1,0 0 1,0 0 0,0 0 0,1 0 0,-1 1 0,0 0 0,1-1-1,-1 1 1,1 1 0,0-1 0,-1 0 0,-2 4 0,1 1 181,0-1 0,0 1 0,0-1 0,1 1 0,0 1 1,1-1-1,0 1 0,-5 14 0,5-7-126,1-1 0,0 1-1,1-1 1,0 1 0,2 19 0,-1-5-148,1-24-185,-1-1-1,1 0 1,0 0 0,0-1 0,0 1 0,0 0 0,0 0 0,1 0-1,0-1 1,0 1 0,0-1 0,0 1 0,1-1 0,-1 0 0,1 0-1,0 0 1,0 0 0,0 0 0,0-1 0,0 1 0,0-1 0,1 0-1,-1 0 1,1 0 0,0-1 0,0 1 0,-1-1 0,8 2 0,-1-1-1264,0 1 1,0-1 0,0-1 0,17 1-1,-17-2-911,0-1 1,0 1-1,0-2 0,12-2 0,17-13-6597</inkml:trace>
</inkml:ink>
</file>

<file path=ppt/ink/ink2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16:14.98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18 6211,'0'0'18083,"0"4"-15589,0 84 3408,1-87-5900,-1 0 0,1 0 0,0 0 0,-1 0 0,1 0 0,0 0 0,0 0 0,0 0 0,-1 0 0,1-1 0,0 1 0,0 0 0,0-1 0,0 1 0,0-1 0,1 1 0,-1-1 0,0 1 0,0-1 0,0 0 0,0 1 0,0-1 0,1 0 0,-1 0 0,0 0 0,0 0 0,0 0 0,0 0 0,2-1 0,42-2-548,-34 0 221,-1 0-1,1-1 1,-1 0-1,0-1 0,0-1 1,0 1-1,10-9 1,62-52-1420,-76 60 1915,1 1 2258,-5 9 318,4 14-3178,3 0 107,-6-9 331,0-1 0,1 0 0,0-1 1,1 1-1,10 12 0,12-2-4101,13-11-6414,-21-7-867</inkml:trace>
</inkml:ink>
</file>

<file path=ppt/ink/ink2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16:15.40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98 100 8900,'0'0'14575,"8"6"-13255,1-1-1238,0-1 0,0 1 0,1-2 0,-1 1 0,1-1 0,0-1 0,0 1 0,0-2 0,0 1 0,19-1 0,-28-2-109,0 1 1,-1 0-1,1-1 1,0 1-1,-1-1 0,1 1 1,-1-1-1,1 1 0,-1-1 1,1 0-1,-1 1 0,1-1 1,-1 1-1,1-1 1,-1 0-1,0 0 0,0 1 1,1-1-1,-1 0 0,0 1 1,0-1-1,0 0 0,0 0 1,1 1-1,-1-1 0,0 0 1,-1 0-1,1-1 1,0-29-157,-1 25 108,1 2 93,0 1 0,-1 0 0,1-1 0,-1 1 0,0-1 0,0 1 0,0 0 0,-1 0 0,1-1 0,-1 1 0,1 0 0,-1 0 0,0 1 0,0-1 0,-1 0 0,1 1 0,-1-1 0,1 1 0,-1 0 0,0 0 0,1 0 0,-1 0 0,0 0 0,-1 1 0,1-1 0,0 1 0,0 0 0,-1 0 0,1 0 0,-4-1 0,2 1 228,0 0 0,-1 0 0,1 1-1,0-1 1,-1 1 0,1 0 0,-1 0 0,1 1 0,0 0 0,-1 0-1,1 0 1,0 0 0,0 1 0,0 0 0,0 0 0,0 1 0,0-1-1,-6 6 1,4-2-25,1 1 0,0 0 0,0 0 0,1 0 0,0 1-1,0 0 1,1 0 0,0 0 0,0 0 0,1 1 0,0 0 0,-3 11-1,6-16-220,-1-1 0,0 1 0,1 0 0,-1 0 0,1-1 0,0 1 0,0 0 0,1 0 0,-1 0 0,1-1 0,0 1 0,0 0 0,0-1 0,0 1 0,0-1 0,1 1 0,0-1 0,0 0 0,0 1 0,0-1 0,0 0 0,1 0 0,-1-1 0,1 1 0,0 0 0,0-1 0,0 0 0,0 1 0,0-1 0,0 0 0,6 2 0,7 1-334,0 0 0,0 0 0,0-2 0,31 3 0,70-1-7471,-104-4 6456,61-1-6588</inkml:trace>
</inkml:ink>
</file>

<file path=ppt/ink/ink2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16:16.15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232 147 2145,'0'0'15826,"0"-14"-13564,0-45 14,0 59-2220,0-1 0,0 0 0,0 1 0,0-1 0,0 1 0,0-1 0,0 0 0,0 1 0,0-1 0,0 1 0,0-1 0,-1 1 0,1-1 0,0 0 0,0 1 0,-1-1 0,1 1 0,0-1 0,0 1 0,-1-1 1,1 1-1,-1 0 0,1-1 0,0 1 0,-1-1 0,1 1 0,-1 0 0,1-1 0,-1 1 0,1 0 0,-1-1 0,1 1 0,-1 0 0,1 0 0,-1 0 0,0-1 0,1 1 0,-1 0 0,1 0 0,-1 0 0,1 0 0,-1 0 0,0 0 0,1 0 0,-1 0 0,1 0 0,-1 1 0,0-1 0,1 0 0,-1 0 0,1 0 0,-2 1 0,1-1 267,-7 0-130,-1 0 0,0 0 0,1 1-1,-1 0 1,1 1 0,0 0 0,-1 0 0,1 0 0,0 1-1,0 1 1,1-1 0,-1 1 0,1 0 0,-1 1 0,1 0-1,1 0 1,-1 1 0,1-1 0,0 1 0,0 1-1,0-1 1,1 1 0,0 0 0,1 0 0,-1 1 0,1-1-1,1 1 1,-6 15 0,7-18-183,1 1 0,-1-1 0,1 0-1,0 0 1,0 0 0,1 1 0,0-1 0,0 0 0,0 1 0,0-1 0,1 0-1,0 1 1,2 7 0,-1-10-7,0 0 0,0 0 0,0 0-1,0 0 1,0-1 0,1 1 0,-1-1 0,1 1-1,-1-1 1,1 0 0,0 0 0,0 0 0,0-1 0,0 1-1,0-1 1,1 1 0,-1-1 0,0 0 0,0 0 0,1-1-1,3 1 1,7 2-47,0 0-1,0-2 1,1 1-1,-1-2 1,0 0-1,1-1 1,-1 0-1,27-7 1,-34 6 20,0 0 1,0-1-1,0 0 1,0 0-1,0-1 0,-1 0 1,1 0-1,-1-1 1,0 0-1,-1 0 0,1 0 1,-1-1-1,0 1 1,0-1-1,0-1 0,-1 1 1,0 0-1,4-10 1,-4 6 40,0-1 0,0 1 0,-1-1 0,0 0 0,-1 0 1,-1 0-1,1 0 0,-2 0 0,1 0 0,-2 0 0,-1-13 1,2 21-132,-1-1 1,0 0 0,1 0 0,-2 0 0,1 0 0,0 1-1,-1-1 1,0 0 0,0 1 0,0 0 0,0-1 0,0 1-1,-1 0 1,1 0 0,-1 0 0,0 0 0,0 1 0,0-1-1,0 1 1,0 0 0,-1 0 0,1 0 0,-1 0 0,1 1 0,-1-1-1,0 1 1,0 0 0,1 0 0,-1 0 0,0 0 0,0 1-1,0 0 1,-6 0 0,9 0-101,1 0-1,-1 0 1,0 1-1,1-1 1,-1 0-1,0 1 1,1-1-1,-1 0 1,0 1-1,1-1 1,-1 1-1,1-1 1,-1 1-1,1-1 1,-1 1-1,1 0 1,-1-1-1,1 1 1,-1-1-1,1 1 1,0 0-1,-1 0 1,1-1-1,0 1 1,0 0-1,0-1 1,-1 1-1,1 0 1,0 0-1,0 1 1,0-2-176,0 1 0,0 0 1,1 0-1,-1-1 1,0 1-1,0 0 1,1-1-1,-1 1 0,0 0 1,1-1-1,-1 1 1,0 0-1,1-1 1,-1 1-1,1-1 0,-1 1 1,1-1-1,0 1 1,-1-1-1,1 1 1,-1-1-1,1 1 0,0-1 1,-1 0-1,1 1 1,1-1-1,27 7-7320</inkml:trace>
</inkml:ink>
</file>

<file path=ppt/ink/ink2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16:16.57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515 169 8500,'0'0'4034,"-9"-20"-619,2 5-2390,-29-60 2465,31 67-2414,-1 0 1,1 1-1,-1 0 0,-1 0 0,-7-6 1,12 12-974,1 0 1,-1 0 0,0 0 0,0 0-1,0 0 1,0 0 0,0 1 0,0-1-1,0 1 1,0 0 0,0-1 0,0 1-1,0 0 1,-1 0 0,1 1 0,0-1-1,0 0 1,0 1 0,0-1 0,0 1-1,0-1 1,0 1 0,0 0 0,0 0-1,-3 2 1,-2 1-8,0 1-1,1-1 1,-1 1-1,1 1 1,-7 7-1,-15 20 100,2 1 0,1 1 0,2 1-1,2 1 1,1 1 0,2 1-1,1 1 1,2 0 0,2 1 0,-13 76-1,8 6-50,5 0 1,5 178-1,8-282-248,0 0 1,-2 0-1,0-1 1,-1 1-1,-1-1 1,0 0-1,-1 0 1,-2 0-1,-13 28 1,19-42-576</inkml:trace>
</inkml:ink>
</file>

<file path=ppt/ink/ink2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16:16.76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9284,'0'0'12150,"156"13"-9605,-102 7-1921,-6-1-624,-1 1-144,-13-4-1409,-7-5-2576,-20-2-5012</inkml:trace>
</inkml:ink>
</file>

<file path=ppt/ink/ink2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16:17.55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319 1 4226,'0'0'17259,"-13"0"-15357,-10 2-1232,1 0 1,-1 1 0,1 2 0,-26 8-1,30-8-409,5-1-127,1-1 0,-1 2-1,1-1 1,0 2 0,0 0-1,0 0 1,1 1 0,0 0 0,-15 14-1,25-21-134,0 1-1,1 0 1,-1 0-1,1 0 0,-1-1 1,1 1-1,-1 0 1,1 0-1,-1 0 0,1 0 1,0 0-1,-1 0 1,1 0-1,0 0 0,0 0 1,0 0-1,0 0 1,0 0-1,0 0 0,0-1 1,0 1-1,0 0 1,0 0-1,1 0 1,-1 0-1,0 0 0,1 0 1,-1 0-1,1 0 1,-1 0-1,1 0 0,-1-1 1,1 1-1,-1 0 1,1 0-1,0-1 0,-1 1 1,1 0-1,0-1 1,0 1-1,0-1 0,-1 1 1,3 0-1,48 21-338,-29-15 155,-10-1 66,1 0 0,-2 0 0,1 1 0,-1 1 0,11 8 0,-20-14 108,0 0 0,0-1 1,0 1-1,-1 0 1,1 0-1,0 0 0,-1 0 1,0 1-1,1-1 1,-1 0-1,0 1 0,0-1 1,0 0-1,-1 1 1,1-1-1,0 1 0,-1-1 1,0 1-1,1 0 1,-1-1-1,0 1 0,0-1 1,-1 1-1,1-1 1,-1 1-1,1 0 0,-1-1 1,0 0-1,0 1 1,0-1-1,0 1 0,0-1 1,0 0-1,-2 3 1,-2 0 76,0 1 0,0-1 1,-1 0-1,1-1 1,-1 1-1,0-1 0,-1 0 1,1-1-1,0 1 1,-1-1-1,-8 2 1,-79 22 1080,93-26-1233,1-1 0,-1 0 0,1 0 0,-1 0 0,1 0 0,-1 0 0,1 0 0,0 0 0,-1 0-1,1 0 1,-1 0 0,1 0 0,-1 0 0,1 0 0,-1 0 0,1 0 0,-1-1 0,1 1 0,-1 0 0,1 0-1,-1 0 1,1-1 0,0 1 0,-1 0 0,1-1 0,0 1 0,-1 0 0,1-1 0,0 1 0,-1 0-1,1-1 1,0 1 0,-1-1 0,1 1 0,0-1 0,0 1 0,0 0 0,0-1 0,-1 1 0,1-1 0,0 1-1,0-1 1,0 1 0,0-1 0,0 1 0,0-1 0,0 1 0,0-1 0,0 1 0,0-1 0,1 1-1,-1-1 1,0 1 0,0-1 0,11-33-4198,-8 28 2653,10-33-6557</inkml:trace>
</inkml:ink>
</file>

<file path=ppt/ink/ink2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16:17.81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299 1 3826,'0'0'13702,"-16"24"-8953,-1 0-3495,1-2-200,1 1 0,2 1 1,0-1-1,-18 49 1,-34 130 2695,7 2-4062,45-172-1804,2-22-1914,-6-6-6148,4-4 536</inkml:trace>
</inkml:ink>
</file>

<file path=ppt/ink/ink2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16:18.36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21 7363,'0'0'5648,"20"-4"-2246,223-13 6773,103 17-3996,-345 0-6179,0 1 0,-1-1 0,1 0 0,-1 1 0,1-1 0,-1 1 0,0-1 0,1 1 0,-1-1 0,1 1 0,-1-1 0,0 1 0,1-1 0,-1 1 0,0-1 0,0 1 0,1-1 0,-1 1 0,0 0 0,0-1 0,0 1 0,0-1 0,0 1 0,0 0 0,0-1 0,0 1 0,0-1 0,0 2 0,-1 20 0,1-19 0,0 87-1179,1-89 1091,-1 0 1,1 0-1,0 1 1,0-1-1,0 0 1,-1 0-1,1 0 0,0 0 1,0 0-1,0 0 1,1 0-1,-1-1 1,0 1-1,0 0 1,0-1-1,1 1 1,-1 0-1,0-1 1,0 0-1,1 1 0,-1-1 1,1 0-1,-1 0 1,0 1-1,1-1 1,-1 0-1,0 0 1,1-1-1,-1 1 1,2 0-1,51-4-1523,-37 0 1548,1 0 1,0-2-1,-1 0 0,0-2 1,0 1-1,-1-2 0,0 0 1,-1-1-1,21-17 0,-36 27 210,1 0 0,-1-1 1,1 1-1,-1 0 0,0 0 0,1 0 0,-1 0 0,1 0 0,-1 0 0,0 0 1,1 0-1,-1 1 0,1-1 0,-1 0 0,0 0 0,1 0 0,-1 0 0,1 0 1,-1 1-1,0-1 0,1 0 0,-1 0 0,0 1 0,1-1 0,-1 0 0,0 0 1,0 1-1,1-1 0,-1 0 0,0 1 0,0-1 0,0 1 0,1-1 0,-1 0 0,0 1 1,0-1-1,0 1 0,15 26 256,6 11-1072,-13-32-26,0 0 0,0 0 0,1 0 0,-1-1 0,1 0 0,0-1 0,18 6 0,69 13-9548,-62-16 5133,20 3-3793</inkml:trace>
</inkml:ink>
</file>

<file path=ppt/ink/ink2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16:18.87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373 650 10773,'0'0'7908,"-25"-8"-3600,-82-26-1192,95 31-2405,-1 1 0,1 0 0,-1 0 0,0 1 0,1 1 0,-19 1-1,-1 0 576,28-1-1275,-1 0 0,1 1 0,0-1 0,0 1 0,-1 0 1,1 0-1,0 0 0,0 0 0,0 1 0,0 0 0,0 0 0,0 0 0,1 0 0,-1 1 1,1-1-1,-1 1 0,1 0 0,0 0 0,0 0 0,0 0 0,0 1 0,1-1 0,-1 1 1,1-1-1,0 1 0,0 0 0,1 0 0,-1 0 0,1 0 0,0 0 0,0 1 1,0-1-1,0 0 0,1 1 0,-1 6 0,4-10-11,-1 0 0,1 0 0,-1-1 0,1 1 0,-1-1 0,1 0 0,-1 0 0,1 0 0,-1 0 0,1 0 0,2-1 0,0 1 0,11-3-145,0-1 1,-1-1-1,1 0 1,-1-1-1,0 0 1,0-1-1,-1-1 0,15-11 1,13-4-364,24-14-373,0-2-1,-3-4 0,77-66 1,-103 76 519,-2-2-1,-1-2 1,-1-1 0,-3-2 0,-1 0 0,25-47 0,-13 6 3577,-45 81 246,-20 10-2875,6 3-476,0 1-1,1 1 1,1 0 0,0 1 0,-25 35 0,-60 101-161,70-98 51,-40 91 0,61-122 0,2 2 0,0-1 0,2 1 0,0 0 0,2 0 0,-2 44 0,6-67-105,1-1 1,-1 1-1,1-1 0,-1 1 0,1-1 1,-1 0-1,1 1 0,0-1 1,0 0-1,0 1 0,0-1 0,-1 0 1,2 0-1,-1 0 0,0 0 0,0 0 1,0 0-1,0 0 0,1 0 1,-1-1-1,0 1 0,1 0 0,-1-1 1,0 1-1,1-1 0,-1 1 1,1-1-1,-1 0 0,1 0 0,-1 1 1,1-1-1,2-1 0,1 2-1012,1-1 1,-1 0-1,1 0 0,0 0 0,-1-1 0,1 0 0,-1 0 0,8-3 0,14-15-8634</inkml:trace>
</inkml:ink>
</file>

<file path=ppt/ink/ink2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16:19.70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0 109 8228,'0'0'13798,"22"7"-13064,69 20-147,-82-25-537,-1 1 1,1-2-1,0 1 0,-1-1 1,1 0-1,0-1 1,0 0-1,0-1 0,-1 0 1,1 0-1,9-3 1,-15 3-63,0 0 1,-1 0 0,1-1 0,-1 1 0,1-1-1,-1 0 1,0 0 0,1 0 0,-1 0 0,0 0-1,0 0 1,0 0 0,-1-1 0,1 1 0,0-1-1,-1 1 1,0-1 0,0 1 0,1-1 0,-2 0-1,1 0 1,0 0 0,0 0 0,-1 0 0,0 1-1,1-1 1,-1 0 0,-1-4 0,2 4 22,-1 0-1,0 0 1,0 0 0,0 0 0,-1 0-1,1 0 1,-1 0 0,0 1-1,1-1 1,-1 0 0,0 0 0,-1 1-1,1-1 1,0 1 0,-1-1 0,1 1-1,-1-1 1,0 1 0,0 0 0,0 0-1,0 0 1,0 0 0,0 0 0,-1 0-1,1 1 1,-1-1 0,1 1-1,-1-1 1,1 1 0,-1 0 0,0 0-1,0 0 1,0 1 0,1-1 0,-1 1-1,0-1 1,0 1 0,0 0 0,-5 1-1,2-1 156,0 0-1,0 0 1,0 1-1,0-1 1,0 2-1,1-1 1,-1 1-1,0-1 1,1 2-1,-8 3 1,10-5-63,0 1 1,1 1-1,-1-1 1,0 0 0,1 1-1,0-1 1,0 1-1,0 0 1,0 0 0,0 0-1,0 0 1,1 0 0,-1 0-1,1 0 1,0 0-1,0 1 1,0-1 0,0 0-1,0 5 1,0 0-12,0 0-1,1 0 1,-1 0 0,2 0 0,-1 0 0,1 0-1,0 0 1,1-1 0,-1 1 0,2 0 0,-1-1 0,1 1-1,7 12 1,-8-16-189,2 0 0,-1 0 1,0 0-1,1 0 0,0-1 0,0 0 0,0 0 0,0 0 1,0 0-1,1 0 0,-1-1 0,1 0 0,0 0 0,-1 0 1,1 0-1,0-1 0,0 0 0,0 0 0,1 0 1,-1-1-1,0 1 0,6-2 0,1 2-292,0-1-1,0 0 1,1-1 0,-1-1 0,0 0-1,-1-1 1,1 0 0,0 0-1,-1-1 1,1-1 0,15-8 0,76-50-2140,-59 35 5754,-38 34 3568,3 14-4872,-6-14-2001,0 1 1,1-1 0,-1 1-1,1-1 1,0 0 0,8 8-1,-7-11 5,0-1 0,0 0-1,0 0 1,0 0 0,1 0-1,-1-1 1,0 0 0,1 0 0,-1-1-1,1 1 1,-1-1 0,1 0-1,-1-1 1,1 1 0,-1-1-1,1 0 1,-1-1 0,0 1 0,7-4-1,7-2-148,-1-1 1,0-1-1,32-22 0,-37 21-380,3 1 3210,-15 9-2545,-1 0 1,1 0-1,-1 1 1,1-1-1,0 0 1,-1 1-1,1-1 1,-1 1-1,0-1 1,1 1-1,-1-1 1,1 1 0,-1-1-1,0 1 1,1-1-1,-1 1 1,0-1-1,1 1 1,-1 0-1,0-1 1,0 1-1,0-1 1,0 1-1,1 0 1,-1-1-1,0 1 1,0 0-1,-1 0 1,2 5-234,1 0 0,-1-1 1,1 1-1,0-1 0,0 1 0,0-1 1,1 0-1,0 0 0,0 0 0,0-1 1,1 1-1,-1-1 0,1 1 0,0-1 1,0 0-1,1-1 0,-1 1 0,1-1 1,0 0-1,8 4 0,29 3-5327,5-15-3796,-13-10-1726</inkml:trace>
</inkml:ink>
</file>

<file path=ppt/ink/ink2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16:19.97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154 1 15751,'0'0'7412,"-14"21"-2794,-47 73-2052,55-84-2328,1 1 0,1-1 0,-1 0-1,2 1 1,-1 0 0,2 0 0,-1 0-1,1 0 1,0 20 0,-2 6-196,-4 53-42,6-60-209,-1 0 0,-1-1 1,-14 49-1,15-73-1185</inkml:trace>
</inkml:ink>
</file>

<file path=ppt/ink/ink2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16:20.47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59 11637,'0'0'7388,"28"0"-2717,188-2 318,-135 3-3794,-14 0-791,1-2 0,91-14 0,-124 6-467,-34 8 114,0 1 0,0-1-1,0 1 1,0-1 0,0 1-1,0-1 1,0 0-1,0 0 1,-1 1 0,1-1-1,0 0 1,-1 0-1,1 0 1,0 0 0,-1 0-1,1 0 1,-1 0 0,1 0-1,-1 0 1,0 0-1,1 0 1,-1 0 0,0 0-1,0 0 1,0-2-1,0 2-32,-1 1 0,1-1 0,-1 0 0,1 1-1,-1-1 1,1 1 0,-1-1 0,0 1 0,1-1-1,-1 1 1,0-1 0,1 1 0,-1 0-1,0-1 1,0 1 0,1 0 0,-1-1 0,0 1-1,0 0 1,0 0 0,1 0 0,-1 0 0,0 0-1,0 0 1,-1 0 0,-28-1-94,25 1 111,4 1-35,1 0 0,-1-1 0,0 1 0,1-1 0,-1 1 0,1 0 0,-1-1 0,1 1 0,-1 0 0,1-1 0,-1 1 0,1 0 0,0 0 0,0-1 0,-1 1 0,1 0 0,0 0 0,0 0 0,0 0 0,0-1 0,0 1 0,0 0 0,0 0 0,0 0 0,0 0 0,0 0 0,0-1 0,0 1 0,1 1 0,-1 0 0,2 45 0,-1-29 0,0 0 0,-1 1 0,-5 31 0,4-47 0,0-1 0,-1 0 0,1 1 0,-1-1 0,1 0 0,-1 0 0,0 0 0,0 0 0,0 0 0,0-1 0,0 1 0,-1-1 0,1 1 0,0-1 0,-1 0 0,1 0 0,-1 0 0,1 0 0,-1 0 0,0 0 0,1-1 0,-1 1 0,0-1 0,1 0 0,-1 0 0,0 0 0,-2 0 0,-1 0 0,1 0 0,-1 0 0,1 0 0,-1 0 0,0-1 0,1 0 0,0 0 0,-1-1 0,1 0 0,0 0 0,-1 0 0,-5-4 0,11 7-148,5 11-2179,-3 2-3316,-2-3-3607</inkml:trace>
</inkml:ink>
</file>

<file path=ppt/ink/ink2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16:48.19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0 178 26980,'3089'-178'0</inkml:trace>
</inkml:ink>
</file>

<file path=ppt/ink/ink2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16:45.22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2228 3650,'0'0'3457,"14"-32"-538,19-63 533,29-29-2685,84-125 0,94-106-511,50-38-170,-107 133-64,-74 101-2,-59 97-9,8-13-3,48-68 362,5-7 178,-86 115-72,-19 30-304,-1-1-1,-1 0 1,1 0 0,-1 0-1,0 0 1,0-1 0,-1 0-1,0 0 1,0 0 0,-1 0-1,0 0 1,2-12 715,-4 20-883,0 0 0,0 0-1,0 1 1,0-1 0,0 0 0,0 0 0,-1 0 0,1 0 0,-1 0 0,1 0 0,0 0 0,-1 0 0,0 0 0,1 0 0,-1 0 0,1 0-1,-1 0 1,0-1 0,0 1 0,0 0 0,1 0 0,-3 1 0,-27 21 8,24-18 8,-31 26-27,-42 47 0,50-47-4,-1-1 1,-53 39 0,66-56 15,-1-1 1,-1-1-1,0 0 0,-1-2 1,0 0-1,-33 9 0,51-17 17,2 1-14,0-2 96,4-5-95,1 0 0,-1 1 1,1-1-1,0 1 0,0 0 1,11-6-1,15-12-2,18-22 24,3 3 0,84-52 0,-112 76 62,-19 12 88,0 2 1,0-1-1,0 0 1,0 1-1,0 0 1,1 0-1,-1 0 1,1 1-1,10-3 1,31-29 805,-34 24-906,-11 9 1,0-1 0,-1 0 0,1 1 0,0-1 1,1 1-1,-1 0 0,0 0 0,0 0 0,1 0 0,-1 0 0,0 0 0,1 0 0,-1 1 0,4-1 0,-6 33 1116,-1 15-541,-11 86-1,5-53-771,6-45-7670,0-24 1222,-5-1-2948</inkml:trace>
</inkml:ink>
</file>

<file path=ppt/ink/ink2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16:46.53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34 5 496,'0'0'5536,"1"-4"-4258,3 15 4112,0 35-2436,1 62-88,-6 68-324,7 318-249,-4-372-1818,-23 214-1,13-153 75,4-31-425,-11 355 1431,8-365-1059,7-110-449,0-21-128,0-24-418,3-71-3704,1-5-6148,-4 36 955</inkml:trace>
</inkml:ink>
</file>

<file path=ppt/ink/ink2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16:53.52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47 181 304,'0'0'2206,"-4"0"-1928,-25 0 15,28 0-194,-11 0 6992,41-2 2443,15-6-5629,25-2-3068,290-18 377,-110 6-1128,79 21-119,-20 1-39,-168-12 62,88-2 18,528-11 85,-466-7-7,-133 12-70,-148 18-1080,-23-1-721,-29 1-3509,-2 2-1773</inkml:trace>
</inkml:ink>
</file>

<file path=ppt/ink/ink2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16:54.46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 26 192,'0'0'21338,"0"-5"-19487,0 2-1471,0 3-302,-1-1 0,1 0 0,0 1 0,0-1 0,0 1 0,0-1 0,0 1 0,0-1 0,0 1 0,0-1 0,0 1 0,0-1 0,0 0 0,0 1 0,1-1 0,-1 1 0,0-1 0,0 1 0,0-1 0,1 1 0,-1-1 0,0 1 0,1 0 0,-1-1 0,0 1 0,1-1 0,-1 1 0,1 0 0,-1-1 0,0 1 0,1 0 0,-1-1 0,1 1 0,-1 0 0,1 0 0,-1-1 0,1 1 0,-1 0 0,1 0 0,-1 0 0,1 0 0,0 0 0,-1 0 0,1 0 0,7 27-4386,6-7-4411,-7-13 1774</inkml:trace>
</inkml:ink>
</file>

<file path=ppt/ink/ink2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16:54.71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27 1 6819,'0'0'13574,"-1"8"-11658,-3 27-286,3-26 1150,1-14-2103,-1-9-1952,-6 10-5429,1 4 869,-1-2-2321</inkml:trace>
</inkml:ink>
</file>

<file path=ppt/ink/ink2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16:55.30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224 8 2945,'0'0'10597,"-12"-2"-8860,4 0-1441,-1 1 0,0-1 0,0 2 1,0-1-1,0 1 0,0 1 0,0-1 0,0 1 0,0 1 0,0 0 0,0 0 1,1 1-1,-13 5 0,3 1 316,-20 12 164,36-20-762,1 0 0,-1 0 0,1 1 0,0-1 0,-1 0 0,1 0 0,0 1 0,0-1 0,0 0 0,0 1 0,0-1 0,0 1 0,1-1-1,-1 1 1,0 0 0,1-1 0,-1 1 0,1 0 0,-1 2 0,1-3-16,1 0 0,-1 0 0,1 0 0,-1 0 0,0-1 0,1 1 0,0 0 0,-1 0 0,1-1 0,-1 1 0,1 0 0,0-1 0,-1 1 0,1 0 0,0-1 0,0 1 0,0-1 0,-1 1 0,1-1 0,0 0 0,0 1 0,0-1 1,0 0-1,0 0 0,0 0 0,0 1 0,1-1 0,34 4-38,-25-3 5,3 1-41,41 6-434,-51-8 452,-1 1 0,1 0 0,-1 0 1,1 0-1,-1 0 0,0 1 0,1-1 0,-1 1 0,0 0 0,0 0 0,4 3 0,-7-4 59,1 0 1,-1-1-1,1 1 1,-1 0-1,1 0 1,-1 0-1,1 0 0,-1-1 1,0 1-1,1 0 1,-1 0-1,0 0 1,0 0-1,0 0 0,0 0 1,0 0-1,0 0 1,0 0-1,0-1 1,0 1-1,0 0 0,0 0 1,-1 0-1,1 0 1,0 0-1,-1 0 1,1-1-1,-1 1 0,1 0 1,-1 0-1,1 0 1,-1-1-1,1 1 0,-1 0 1,0-1-1,1 1 1,-1-1-1,0 1 1,0-1-1,1 1 0,-3 0 1,-38 20 533,32-17-386,-49 26 648,37-17-8754,38-27 2557,3-9-1088</inkml:trace>
</inkml:ink>
</file>

<file path=ppt/ink/ink2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16:55.53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190 0 4402,'0'0'12416,"-11"25"-8873,-3 6-2659,-49 123 2448,56-132-2681,-14 37 835,-24 118 0,44-164-239,-1 3-9015,2-16 7489,0 1 1,0-1-1,-1 0 1,1 1-1,0-1 1,0 0 0,-1 0-1,1 0 1,0 1-1,0-1 1,-1 0-1,1 0 1,0 0-1,-1 1 1,1-1-1,0 0 1,-1 0-1,1 0 1,0 0-1,-1 0 1,1 0-1,0 0 1,-1 0-1,1 0 1,0 0-1,-1 0 1,1 0 0,0 0-1,-1 0 1,1 0-1,-1 0 1,1 0-1,0 0 1,0-1-1,-1 1 1,1 0-1,0 0 1,-1-1-1,-13-8-8394</inkml:trace>
</inkml:ink>
</file>

<file path=ppt/ink/ink2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16:56.04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50 7796,'0'0'10303,"24"-7"-9377,9-3-621,-5 0 260,55-10 0,-35 17 1596,-47 49-1129,-1-45-1062,-1 1-1,1 0 1,0-1-1,0 1 1,0 0-1,1 0 1,-1-1-1,0 1 1,1 0-1,-1-1 0,1 1 1,-1 0-1,1-1 1,0 1-1,-1-1 1,1 1-1,0-1 1,0 1-1,0-1 1,1 0-1,-1 1 0,1 0 1,0-2-17,0 1 0,0-1 1,0 0-1,0 0 0,0 0 1,0 0-1,0 0 0,-1-1 1,1 1-1,0 0 0,0-1 0,0 1 1,0-1-1,-1 0 0,1 0 1,0 0-1,-1 0 0,1 0 0,-1 0 1,1 0-1,-1 0 0,2-2 1,76-66-296,-72 70 5089,5 18-3177,5 5-1772,-9-21-295,1 0 0,-1-1 1,0 0-1,1-1 0,0 1 1,-1-2-1,1 1 0,-1-1 0,1-1 1,12-1-1,10 0-2899,-19 2 1097,0-1 0,0-1-1,0 0 1,18-6 0,-2-1-4035</inkml:trace>
</inkml:ink>
</file>

<file path=ppt/ink/ink2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16:57.11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170 251 3858,'0'0'14700,"-9"-1"-12198,3-1-2194,2 1-53,-1 0 0,1 0 0,-1 0 0,1 0 0,-1 1 0,1 0 0,-1 0 0,1 0-1,-1 1 1,1-1 0,-1 1 0,1 0 0,-1 0 0,1 1 0,0-1 0,-1 1 0,1 0 0,-4 3 0,3-2-49,1-1-93,-1 1 0,1-1-1,0 1 1,1 0 0,-1 0 0,0 0 0,1 0 0,0 0 0,0 1 0,0 0 0,0 0-1,0-1 1,1 2 0,0-1 0,0 0 0,0 0 0,0 1 0,0-1 0,1 1-1,0-1 1,-1 6 0,3-9-111,-1 0-1,1-1 1,-1 1 0,1 0-1,0-1 1,-1 1 0,1-1-1,0 1 1,-1-1-1,1 1 1,0-1 0,-1 0-1,1 1 1,0-1-1,0 0 1,0 1 0,-1-1-1,1 0 1,0 0-1,0 0 1,0 0 0,0 0-1,-1 0 1,1 0 0,2 0-1,30 0-7,-25-1 5,3 0-56,0 0 1,0-1 0,-1 0-1,1-1 1,-1 0-1,0-1 1,0 0-1,0 0 1,14-10-1,6-4-422,45-37 0,-53 37 198,-1 0 1,-1-1 0,-1-2 0,-1 1 0,0-2 0,-2-1 0,0 0 0,21-43-1,-37 66 307,0 0 0,-1 0-1,1 1 1,-1-1 0,1 0-1,0 0 1,-1 0 0,1 1-1,0-1 1,-1 0-1,1 0 1,-1 0 0,1 0-1,-1 0 1,1 0 0,0 0-1,-1 0 1,1 0 0,-1 0-1,1 0 1,-1 0-1,1 0 1,0 0 0,-1 0-1,1-1 1,-1 1 0,1 0-1,0 0 1,-1 0 0,1-1-1,0 1 1,-1 0-1,1 0 1,0-1 0,-1 1-1,1 0 1,0-1 0,-1 1-1,1 0 1,0-1 0,0 1-1,0 0 1,-1-1-1,1 1 1,0-1 0,0 1-1,0-1 1,0 1 0,0 0-1,0-1 1,0 1 0,0-1-1,0 1 1,0-1-1,0 1 1,0 0 0,0-1-1,0 1 1,0-1 0,0 1-1,0 0 1,1-1 0,-1 1-1,0-1 1,0 1-1,1-1 1,-34 20 828,17-5-557,1 0-1,1 2 1,0 0-1,-18 28 1,26-34-233,1-1 0,0 1 0,0 0 0,1 0 0,0 0 0,1 1 0,0 0 1,0-1-1,1 1 0,0 19 0,1-27-61,1 0 0,0 0 0,0 1 0,1-1 0,-1 0 0,0 0 0,1 0 0,0 0 0,0 0 0,0 0 0,0 0 0,1 0 0,-1 0 0,1 0 0,-1 0 0,1-1 0,0 1 0,3 2 0,-2-2-10,1-1 1,1 0-1,-1 1 0,0-2 1,0 1-1,1 0 0,-1-1 1,1 0-1,0 0 0,-1 0 1,1-1-1,5 1 1,10 1-159,-1-1 1,1-1-1,-1-1 1,38-6-1,-49 5 113,0 0-1,0 0 1,-1-1-1,1 0 1,-1 0 0,1-1-1,-1 1 1,0-2-1,-1 1 1,1-1 0,-1 0-1,0-1 1,0 1-1,8-12 1,-13 17 56,0-1-1,0 0 1,0 0 0,-1 0 0,1 0-1,0 0 1,-1 0 0,1 0 0,-1 0-1,1 0 1,-1 0 0,0-1-1,1 1 1,-1 0 0,0 0 0,0 0-1,0-1 1,0 1 0,0 0 0,0 0-1,0 0 1,0-1 0,0 1 0,-1-1-1,0 1 8,1 0-1,-1 0 0,0 0 1,0 1-1,0-1 0,0 0 1,0 0-1,0 1 0,0-1 1,0 1-1,0-1 0,0 1 1,0-1-1,0 1 0,0 0 1,0 0-1,-1-1 0,1 1 1,-2 0-1,0 0 7,-1 0 0,1 0 0,0 0 0,0 0 1,-1 1-1,1-1 0,0 1 0,0 0 0,0 0 0,0 0 0,0 0 0,0 1 1,0-1-1,0 1 0,0 0 0,0 0 0,-2 2 0,3-2-33,0 1 0,0-1 0,1 1-1,-1 0 1,1-1 0,-1 1 0,1 0 0,0 0 0,0 0-1,0 0 1,0 0 0,1 0 0,-1 0 0,1 0 0,0 0 0,0 0-1,0 0 1,0 0 0,0 0 0,1 0 0,-1 0 0,1 0-1,0 0 1,0 0 0,0 0 0,3 5 0,-2-5-151,1 0 1,-1 0-1,1 0 1,0-1-1,0 1 1,0-1-1,0 0 1,0 1-1,0-2 1,1 1-1,-1 0 1,1-1 0,-1 1-1,1-1 1,0 0-1,-1 0 1,1 0-1,0-1 1,0 1-1,7-1 1,1 0-190,-2 0-122,-1 0 0,1 0 1,0-1-1,13-3 0,-20 3 423,0 0 0,0-1 0,0 1 0,1-1 0,-1 1-1,-1-1 1,1 0 0,0 0 0,0 0 0,-1-1 0,1 1 0,-1 0-1,0-1 1,1 0 0,-1 0 0,2-3 0,5-12-376,-3 10 5815,6 21-2382,-11-11-3124,1-1 105,1 1 1,0-1-1,-1 0 0,1 0 1,0 0-1,0 0 0,0 0 1,-1-1-1,1 1 1,0-1-1,0 0 0,0 0 1,0 0-1,0 0 0,5-1 1,-4 1-34,0 0 1,0-1-1,1 0 1,-1 1-1,0-1 1,0-1-1,0 1 0,0-1 1,0 1-1,5-4 1,-9 5 80,1-1 0,-1 1 0,0-1 0,0 1 0,1-1 0,-1 1 0,0-1 0,1 1 0,-1-1 0,0 1 0,1 0 0,-1-1 0,1 1 0,-1 0 0,0-1 0,1 1 0,-1 0 0,1 0 0,-1-1 0,1 1 0,-1 0 0,1 0 1,-1 0-1,1 0 0,-1-1 0,1 1 0,-1 0 0,1 0 0,0 0 0,-1 0 0,1 0 0,-1 1 0,2-1 0,-3 19 2030,1 13-2421,1-31 156,0 1 1,0 0-1,0-1 0,0 1 1,1-1-1,-1 1 0,0-1 1,1 0-1,-1 0 0,1 1 1,-1-1-1,1 0 1,0 0-1,-1-1 0,1 1 1,0 0-1,0 0 0,0-1 1,-1 1-1,1-1 1,0 0-1,0 1 0,0-1 1,0 0-1,3-1 0,53-1-6666,-57 2 6757,44-10-5609,2-10-2533</inkml:trace>
</inkml:ink>
</file>

<file path=ppt/ink/ink2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16:57.34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105 0 9332,'0'0'17024,"-15"22"-15186,-45 72-432,56-87-1274,0 0-1,1 0 0,-1 0 1,2 1-1,-1-1 1,1 1-1,0 0 0,0-1 1,1 1-1,0 0 1,0 0-1,1 0 0,0 0 1,1 8-1,0 12-176,0-27 6,-1-1 0,0 1-1,1 0 1,-1-1 0,1 1-1,-1 0 1,1-1 0,-1 1-1,1 0 1,-1-1 0,1 1-1,-1-1 1,1 1 0,0-1-1,-1 1 1,1-1 0,0 1 0,0-1-1,-1 0 1,1 0 0,0 1-1,0-1 1,0 0 0,-1 0-1,1 0 1,0 0 0,0 0-1,0 0 1,0 0 0,0 0-1,37 0-2574,-28 0 1090,-7 0 1048,0 0 0,-1 0 0,1 0-1,0 0 1,-1-1 0,1 1 0,0-1 0,-1 1-1,1-1 1,-1 0 0,1 0 0,-1 0-1,1 0 1,-1-1 0,3-1 0,4-12-6981</inkml:trace>
</inkml:ink>
</file>

<file path=ppt/ink/ink2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16:57.50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12310,'0'0'4834,"129"0"-4834,-88 0-576,-14 0-5843</inkml:trace>
</inkml:ink>
</file>

<file path=ppt/ink/ink2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17:01.04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285 51 3890,'0'0'11829,"5"-10"-9892,-3 7-1739,-1 0 0,1 0-1,-1-1 1,0 1 0,0-1 0,0 1-1,0-1 1,0-3 0,-1 7-165,0-1 1,0 1-1,0 0 0,0 0 1,0-1-1,0 1 0,-1 0 1,1-1-1,0 1 1,0 0-1,0 0 0,0-1 1,-1 1-1,1 0 0,0 0 1,0 0-1,0-1 1,-1 1-1,1 0 0,0 0 1,0 0-1,-1 0 0,1-1 1,0 1-1,0 0 1,-1 0-1,1 0 0,0 0 1,-1 0-1,1 0 0,0 0 1,0 0-1,-1 0 1,1 0-1,0 0 0,-1 0 1,1 0-1,0 0 0,-1 0 1,-27 12 1360,0 4-706,0 1 0,1 2 1,1 0-1,1 2 0,0 1 1,2 0-1,-30 39 0,49-54-656,0 1 0,0 0-1,1 0 1,0 0-1,0 0 1,1 0 0,0 1-1,0-1 1,1 1-1,0-1 1,1 1 0,1 15-1,-1-22-30,0 0 0,0 0 0,0 0-1,1 0 1,-1 0 0,1 0 0,0 0-1,-1 0 1,1 0 0,0 0 0,0-1 0,0 1-1,0 0 1,0 0 0,0-1 0,1 1-1,-1-1 1,1 1 0,-1-1 0,1 0 0,2 2-1,1 0 3,0 0 0,0-1 0,0 0-1,0 0 1,1 0 0,-1-1-1,11 2 1,2-1-10,0-1 0,0 0 0,34-4 0,-43 1-350,0 0 1,-1 0-1,1 0 0,-1-1 1,0 0-1,8-5 1,21-17-9271,-23 14 780</inkml:trace>
</inkml:ink>
</file>

<file path=ppt/ink/ink2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17:01.25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 1 12102,'0'0'14598,"-13"47"-13813,13-29-465,0-2-288,0-5-32,0-2-96,0 0-1041,0-7-944</inkml:trace>
</inkml:ink>
</file>

<file path=ppt/ink/ink2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17:01.44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3986,'0'0'17064,"0"93"-17064,0-64-417,0 1-1423,7-3-1730,0-5-1873,-7-1-2272</inkml:trace>
</inkml:ink>
</file>

<file path=ppt/ink/ink2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17:01.79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 1 9780,'0'0'14436,"0"8"-13358,-1-6-1049,1 0-1,0 0 0,-1 0 1,1 0-1,0 0 1,0 0-1,1 0 0,-1 0 1,0 0-1,1 0 1,-1 0-1,1 0 0,0 0 1,-1-1-1,1 1 1,0 0-1,0 0 0,0-1 1,0 1-1,0 0 1,1-1-1,-1 1 0,1-1 1,-1 0-1,1 1 1,-1-1-1,1 0 0,-1 0 1,1 0-1,0 0 1,0 0-1,0-1 0,-1 1 1,1 0-1,0-1 1,0 1-1,0-1 0,0 0 1,0 0-1,0 1 1,0-1-1,0-1 0,0 1 1,4-1-1,-1 1-87,-1 0-1,1 0 1,-1 0 0,1-1-1,-1 0 1,1 0 0,-1 0-1,1 0 1,-1-1 0,0 0-1,0 0 1,0 0 0,0 0-1,0-1 1,0 1 0,0-1-1,-1 0 1,0 0 0,1 0-1,-1-1 1,0 1 0,0-1-1,-1 0 1,3-5 0,-4 9 75,-1 0 0,0 0 0,0-1 0,1 1 0,-1 0 0,0 0 0,1 0 0,-1-1 0,0 1 0,1 0-1,-1 0 1,0 0 0,1 0 0,-1 0 0,0 0 0,1 0 0,-1 0 0,0 0 0,1-1 0,-1 2 0,0-1 0,1 0 0,-1 0 0,1 0 0,-1 0 0,0 0 0,1 0 0,-1 0 0,0 0 0,1 0 0,-1 1 0,0-1 0,1 0 0,-1 0 0,1 1 0,20 12-958,15 7-4494,-11-15 124,-3-3-2163</inkml:trace>
</inkml:ink>
</file>

<file path=ppt/ink/ink2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17:02.27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150 422 6211,'0'0'15383,"-12"-6"-13684,8 3-1543,-4-2 126,0 0-1,0 1 1,0 0 0,-12-3 0,18 6-229,-1 0 1,1 0-1,0 1 1,0-1-1,0 1 1,-1 0-1,1 0 1,0-1-1,-1 1 1,1 1-1,0-1 1,0 0-1,-1 1 1,1-1-1,0 1 1,0-1-1,0 1 1,-1 0-1,1 0 1,0 0-1,0 0 1,1 1-1,-1-1 1,0 0 0,0 1-1,1 0 1,-3 1-1,1 2-18,0-1-1,1 1 1,0 0-1,0-1 1,0 1-1,0 0 1,1 0-1,0 0 1,0 0-1,0 1 1,0-1-1,1 0 1,0 0-1,1 6 1,-1-10-38,1 0 1,0 0 0,0-1 0,0 1 0,0 0-1,0-1 1,0 1 0,0 0 0,0-1 0,0 1-1,0-1 1,0 0 0,0 1 0,0-1-1,1 0 1,-1 0 0,0 0 0,0 0 0,0 0-1,0 0 1,1 0 0,-1 0 0,0 0 0,0 0-1,2-1 1,0 1-2,5-1-49,-1 0 0,1-1-1,-1 1 1,1-2 0,-1 1-1,0-1 1,0 0 0,0 0 0,-1-1-1,1 0 1,-1 0 0,1 0-1,9-11 1,9-9-528,38-45-1,-48 51 432,18-22-237,-2-1 0,-2-1 0,-2-2 0,41-88 0,-59 105 1375,-9 27-946,0 0-1,0-1 1,0 1-1,0 0 1,0 0-1,-1 0 1,1 0-1,0 0 0,0 0 1,0 0-1,0-1 1,0 1-1,0 0 1,0 0-1,-1 0 1,1 0-1,0 0 1,0 0-1,0 0 1,0 0-1,0 0 1,-1 0-1,1 0 1,0 0-1,0 0 1,0 0-1,0 0 1,0 0-1,-1 0 1,1 0-1,0 0 1,0 0-1,0 0 1,0 0-1,0 0 1,-1 0-1,1 0 1,0 0-1,0 0 1,0 0-1,0 0 1,0 1-1,0-1 1,-1 0-1,1 0 1,0 0-1,0 0 1,0 0-1,0 0 1,0 0-1,0 1 1,0-1-1,0 0 1,0 0-1,0 0 0,0 0 1,-1 0-1,1 1 1,0-1-1,0 0 1,0 0-1,0 0 1,0 0-1,0 0 1,0 1-1,-27 40 2274,18-22-1981,0 0 1,2 1-1,0-1 1,1 2-1,1-1 1,1 0-1,1 1 1,0 0 0,2 36-1,0-49-302,1-1 0,1 0-1,-1 1 1,1-1 0,1 1 0,-1-1 0,1 0-1,5 14 1,-5-19-139,-1 0 0,1 1 0,-1-1 0,1 0 0,0 0 0,0 0 0,0 0 0,0 0 0,0-1 0,0 1 0,3 1 0,-1-1-443,0 0 0,0-1 1,0 0-1,0 1 0,0-1 0,0 0 0,0-1 0,7 1 0,15-1-5230,-18 0 2252,6 0-5065</inkml:trace>
</inkml:ink>
</file>

<file path=ppt/ink/ink2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17:02.49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11397,'0'0'16584,"48"29"-16184,-28-20-288,1-2-112,-1-3-96,0-1-1009,7-3-799,-6 0-1058,-1 0-2032,-7 0-3474</inkml:trace>
</inkml:ink>
</file>

<file path=ppt/ink/ink2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17:02.78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287 0 5186,'0'0'19687,"-5"22"-17772,-4 21-1125,-52 262 3268,59-291-4032,-2 0 1,1 0 0,-1 0-1,-1 0 1,-1-1 0,0 0-1,-1 0 1,0-1 0,-10 14-1,14-21-121,-1 0-1,0 0 0,-1 0 0,1 0 1,-1-1-1,0 0 0,0 0 1,-1 0-1,1-1 0,-1 1 1,0-1-1,0-1 0,0 1 1,0-1-1,0 0 0,0 0 1,-1-1-1,1 0 0,-1 0 1,1 0-1,-1-1 0,-9 0 1,16 0 19,-1-1 0,1 1 0,-1 0 0,1 0 0,-1 0 0,0 0 0,1 0 1,-1-1-1,1 1 0,-1 0 0,1 0 0,-1-1 0,1 1 0,-1 0 1,1-1-1,0 1 0,-1-1 0,1 1 0,-1 0 0,1-1 0,0 1 0,-1-1 1,1 1-1,0-1 0,0 1 0,-1-1 0,1 0 0,0 1 0,0-1 0,0 1 1,0-1-1,-1 1 0,1-1 0,0 0 0,0 1 0,0-1 0,0 1 0,1-1 1,-1 1-1,0-1 0,0 0 0,0 1 0,0-1 0,1 0 0,-3-19-7821</inkml:trace>
</inkml:ink>
</file>

<file path=ppt/ink/ink2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17:09.42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89 359 256,'0'0'3388,"-22"5"2858,-45-5-2991,96-17-286,94-12-1463,2 6 0,164-10 1,256 18-946,-393 10 763,239-36 1,40-6-578,-355 40-601,-1-3 0,91-25 0,-15 3-109,-82 19 168,77-12-356,-50 18 3007,-27-2-2004,-56 3-3374,-46 3-2824,5 2-1038,-5-4-3325</inkml:trace>
</inkml:ink>
</file>

<file path=ppt/ink/ink2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17:10.61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322 30 2001,'0'0'5589,"0"-5"-4978,0-14 232,0 14 825,-2 9 2237,-3 15-2187,-7 202 4902,-34 110-3907,42-308-2478,-75 325 1864,66-295-1784,-3 10 181,4 0 0,3 1 1,-3 117-1,9-133-314,-2 0 1,-2 0-1,-14 49 1,-10 68 517,29-129-519,3 53 0,0-64-89,0-1-1,-1 0 0,-2 0 0,0 0 0,-9 37 1,-8 39 31,12-53-121,4-21-2,1 0 0,4 51 0,0-18 0,-2-57-52,0 0-1,0 0 1,0 0 0,1 0-1,-1 0 1,1 0 0,0-1-1,-1 1 1,1 0 0,0 0-1,0 0 1,0-1-1,0 1 1,1-1 0,-1 1-1,0-1 1,1 1 0,1 1-1,13 4-8012,-9-7 1022</inkml:trace>
</inkml:ink>
</file>

<file path=ppt/ink/ink2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17:12.34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2347 3858,'0'0'7096,"9"-22"-4908,145-211 1725,100-102-2917,96-138-1359,-255 325 367,227-320 158,-302 443-50,-1-2 0,-1 0 0,-2 0 0,0-2 0,20-53 0,-17 37 35,2 1-1,2 1 1,2 1 0,1 1-1,3 1 1,42-45 0,-63 69 2199,-9 16-2245,1 0 1,0-1-1,0 1 1,-1 0-1,1-1 1,0 1-1,-1 0 1,1-1-1,0 1 1,-1 0 0,1-1-1,0 1 1,-1 0-1,1 0 1,0-1-1,-1 1 1,1 0-1,-1 0 1,1 0-1,-1 0 1,1 0-1,0 0 1,-1-1 0,1 1-1,-1 0 1,1 0-1,-1 0 1,1 0-1,-2 1 1,1-1 87,-39 5 860,-17 27-1018,-92 69 0,-22 13 40,164-110-59,-9 5-14,11-7 19,7-5 31,24-21-57,1 1 0,0 1 0,2 2 0,41-23 0,24-17-2,-44 24 2,136-88-1,-186 124 35,1 0 1,-1 0-1,0-1 0,1 1 0,-1 0 1,1 0-1,-1 0 0,1-1 1,-1 1-1,1 0 0,-1 0 1,1 0-1,-1 0 0,1 0 0,-1 0 1,1 0-1,-1 0 0,1 0 1,-1 0-1,0 0 0,1 0 0,-1 1 1,1-1-1,-1 0 0,1 0 1,-1 0-1,1 1 0,-1-1 0,0 0 1,1 0-1,-1 1 0,1-1 1,-1 0-1,0 1 0,1-1 0,-1 1 1,8 25 642,-9 48 281,0-51-541,1 14 45,-1-20-236,0 0 1,1 0-1,1 1 0,0-1 0,1 0 0,1 0 0,1 0 0,0-1 0,2 1 1,8 19-1,1-8 30,-11-20-229,-1 0 0,2-1 0,-1 1 0,1-1 0,0 0 0,1 0 0,-1-1 0,1 0 0,11 9 0,-17-13-231</inkml:trace>
</inkml:ink>
</file>

<file path=ppt/ink/ink2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17:13.10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61 16,'0'0'7438,"9"-9"-5405,1-2-1371,-5 5-136,0 1 1,0-1-1,0 2 1,1-1-1,9-6 0,-15 11-404,1-1 0,-1 1-1,1 0 1,-1 0-1,1-1 1,-1 1 0,1 0-1,-1 0 1,1-1-1,-1 1 1,1 0-1,-1 0 1,1 0 0,-1 0-1,1 0 1,-1 0-1,1 0 1,-1 0 0,1 0-1,0 0 1,-1 0-1,1 0 1,-1 0-1,1 0 1,-1 1 0,1-1-1,-1 0 1,1 0-1,-1 1 1,1-1 0,-1 0-1,0 1 1,1-1-1,-1 0 1,1 1-1,-1-1 1,0 1 0,1-1-1,-1 0 1,0 1-1,1-1 1,-1 1-1,0 0 1,8 26 522,-8-27-587,23 199 3669,-5-37-1993,44 316 1227,-31-219-2292,-24-194-373,-3 0 1,-8 124-1,1-170-224,0 1-1,-2-1 1,-7 19 0,-3 13-37,10-30-624,6-64-10313,-12 2 3169</inkml:trace>
</inkml:ink>
</file>

<file path=ppt/ink/ink2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17:14.78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41 397 592,'0'0'3533,"0"3"-3567,0-4-578,0-7 345,4-15 3357,18 21 802,-6 2-4081,535-29 4308,-3-33-4538,-510 58 507,580-88-586,-118 17 622,53-16 2040,-531 84-1499,-3 1 2182,-17 10-1809,-10 8-954,-11 13 172,2 1-1,1 0 1,1 1-1,1 0 1,2 2-1,1-1 1,1 1-1,1 1 1,2 0 0,-4 31-1,-2 46 510,2 167-1,9-130-350,-1 11 41,-10 154 750,-12 86 158,11-117-683,6 48 1055,9-275-1517,-48-51 265,-577-16-838,-11 24 3,5 45 331,467-37-11,-218-7 0,313-9 67,-79 16 893,146-16-779,8-18 236,13 15-539,-11 3-2983,3 1-7461,-6-1 3941</inkml:trace>
</inkml:ink>
</file>

<file path=ppt/ink/ink3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17:18.01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2 455 112,'0'0'1550,"-1"3"-846,0 10 369,1-13-816,1 0 0,-1 1 0,0-1 1,0 1-1,1-1 0,-1 0 0,0 1 0,1-1 0,-1 1 0,1-1 0,-1 0 0,0 0 0,1 1 0,-1-1 0,1 0 0,-1 0 0,1 1 0,-1-1 0,1 0 0,-1 0 0,1 0 0,-1 0 0,1 0 0,-1 0 0,2 0 0,19-2 5608,-5-2-6246,-16 4 329,326-74 3335,431-58-3071,-71 1-318,-153 26 1436,-463 93 1573,138-4 0,-260 18-443,-2 4-6810,10-1-1753,5-2-1066</inkml:trace>
</inkml:ink>
</file>

<file path=ppt/ink/ink3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17:18.58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 23 2081,'0'0'10509,"4"-3"-8482,25-16 1193,-36 23 3145,3-1-6219,0-1 1,1 1-1,0 0 0,0 0 1,0 0-1,0 0 0,0 0 1,1 1-1,-3 3 0,25-20-47,-19 12-168,1-1-1,-1 1 1,0 0 0,1 0 0,-1 0-1,0 0 1,1 0 0,0 0 0,-1 1 0,1-1-1,-1 0 1,1 1 0,0-1 0,-1 1-1,1 0 1,0 0 0,2-1 0,-3 2-188,-1 0 1,1-1-1,-1 1 1,1 0-1,-1 0 1,1-1 0,-1 1-1,1 0 1,-1 0-1,0 0 1,1 0-1,-1 0 1,0 0-1,0 0 1,0-1 0,0 1-1,0 0 1,0 0-1,0 0 1,0 0-1,0 0 1,0 0-1,0 0 1,-1 0 0,1 0-1,0 0 1,-1-1-1,1 1 1,0 0-1,-1 0 1,0 1-1,-10 18-7266</inkml:trace>
</inkml:ink>
</file>

<file path=ppt/ink/ink3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17:18.94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21 10229,'0'0'17250,"21"-9"-17082,25-3-485,-45 12 189,-15 5-4463,10-3 806</inkml:trace>
</inkml:ink>
</file>

<file path=ppt/ink/ink3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17:19.34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286 0 10645,'0'0'11136,"-23"4"-8607,-78 16-1363,93-17-998,-1 0 0,1 1 0,0 0 0,0 0 0,1 1 0,-1 0 0,1 0 0,0 1 0,0 0 0,1 0 0,-1 1 0,-6 10 0,-1-1 33,-20 30 277,33-43-468,-1-1 0,1 1 0,0-1 0,0 1 0,0-1 0,0 1 0,0 0 0,1-1 0,-1 1 0,1 0 0,0 0 0,0 0 0,0-1 1,0 1-1,0 0 0,1 0 0,0 4 0,1-6-25,1 1 0,-1-1 1,1 0-1,0 1 1,-1-1-1,1 0 0,0-1 1,0 1-1,0 0 0,0-1 1,-1 0-1,1 0 0,0 0 1,0 0-1,0 0 1,4-1-1,2 1-115,-2 0 9,0 1 1,-1 0-1,1 0 0,0 0 1,-1 1-1,1 0 0,0 0 1,7 4-1,-12-4 73,1-1 0,-1 0 0,0 1 0,0 0 0,0-1 0,0 1 1,0 0-1,0 0 0,-1 0 0,1 0 0,0 0 0,-1 1 0,0-1 0,0 0 0,1 1 0,-1-1 0,-1 1 1,1-1-1,0 1 0,-1 0 0,1-1 0,-1 1 0,0-1 0,0 4 0,0-2 44,-1 0 0,1 1 0,-1-1 0,-1 0 0,1 0 1,-1 0-1,1 0 0,-1 0 0,0 0 0,0 0 0,-1-1 0,1 1 0,-1-1 0,0 0 0,0 0 0,0 0 0,-5 4 0,-10 8 48,-1-2-1,-24 14 1,8-6-2,103-98-16573,-29 33 7375</inkml:trace>
</inkml:ink>
</file>

<file path=ppt/ink/ink3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17:19.56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190 0 4610,'0'0'17400,"-40"120"-15399,13-62-208,-7 3-256,0-4-497,7-7-512,13-12-320,1-6-192,13-12-16,0-4-480,0-10-832,0-3-1074,6-3-1455</inkml:trace>
</inkml:ink>
</file>

<file path=ppt/ink/ink3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17:20.08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97 6867,'0'0'9394,"25"-7"-7471,-1 0-1598,162-50 2152,-163 47-2004,-17 8-76,-1-1-1,1 1 1,-1 0 0,1 0-1,0 1 1,0-1 0,7 0 0,-15 32 1217,-11 5-1161,8-25-421,1 1 0,0 0 0,1 0 0,0 0 0,0 0 0,0 19 0,37-30-451,-31 0 378,1-1 0,0 0-1,0 0 1,0 0-1,-1-1 1,1 1-1,-1-1 1,1 0-1,-1 0 1,0 0-1,6-5 1,36-37-63,-18 17 143,-18 20 1079,-8 12 947,-1-4-2022,-1 0 0,1 0 0,0 0 0,0 1 0,0-1 0,1 0 1,-1 0-1,0 0 0,0 0 0,1 0 0,-1 1 0,0-1 0,1 0 0,-1 0 0,1 0 0,0 0 1,0 1-1,1 0-324,0 1 0,1-1 0,-1 1 0,1-1 0,0 0 0,-1 0 0,1 0 0,0-1 0,0 1 0,0-1 0,0 1 0,0-1 0,1 0 1,-1 0-1,6 0 0,33 1-9345,-26-2 4570,10 0-4677</inkml:trace>
</inkml:ink>
</file>

<file path=ppt/ink/ink3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17:21.10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150 385 4466,'0'0'19972,"-18"-4"-18668,-57-9-410,73 13-854,0 0-1,1-1 0,-1 2 1,0-1-1,0 0 0,0 0 1,0 0-1,0 1 0,0-1 1,0 1-1,0 0 0,0 0 1,1-1-1,-1 1 0,0 0 1,1 0-1,-1 1 0,0-1 1,1 0-1,0 0 0,-1 1 1,1-1-1,0 1 0,-1-1 1,1 1-1,0 0 0,0-1 1,0 1-1,1 0 0,-2 3 1,0 1 29,0 1 1,1 0 0,0 0-1,0-1 1,1 14 0,0-17-62,2-2-11,-1 0 0,1 0 0,0 0 0,0-1 0,0 1 1,-1-1-1,1 1 0,0-1 0,0 1 0,0-1 0,0 0 0,0 0 0,0 0 0,0 0 0,0 0 0,3-2 0,1 2-16,1 0-45,0-1 0,1 0 1,-1 0-1,0-1 0,1 0 0,-1-1 1,0 1-1,0-1 0,-1-1 0,10-5 0,62-49-767,-53 37 550,12-12-239,-2 0-1,-1-3 1,-2 0 0,-1-3 0,-2 0-1,41-76 1,-61 92 1339,-22 30 1074,-23 31-259,35-36-1602,-32 41 1064,-42 70 1,67-99-1030,1 1-1,0 0 1,1 0 0,1 0-1,0 1 1,1 0 0,0 0 0,2 0-1,-2 26 1,4-40-91,0 0 0,1 0 0,-1 0 0,0 0 0,1 0 0,-1-1 0,1 1 0,0 0 0,0 0 1,0-1-1,0 1 0,0-1 0,0 1 0,0-1 0,0 1 0,0-1 0,1 1 0,-1-1 0,1 0 0,-1 0 0,1 0 0,-1 0 0,1 0 0,0 0 0,-1 0 0,1-1 0,0 1 0,0 0 0,0-1 0,-1 0 0,1 1 0,0-1 1,0 0-1,0 0 0,0 0 0,0 0 0,3-1 0,1 1-50,0 0 0,1-1 0,-1 0 0,0 0 0,0-1 0,0 1 0,0-1 0,0-1 0,0 1 1,10-7-1,-1-2-365,0 0 0,0-1 1,25-28-1,-35 35 407,-1-1 0,-1 0 1,1 1-1,-1-2 0,0 1 0,0 0 0,-1 0 0,1-1 0,-2 1 0,1-1 0,-1 0 0,0 0 0,0 1 1,0-10-1,-4 15 109,0 0 1,0 1-1,0-1 1,0 1 0,0 0-1,0 0 1,0 0-1,0 0 1,0 0-1,0 1 1,-4 0 0,3 1-20,0 0 0,0 1 1,1-1-1,-1 1 0,0 0 1,1 0-1,0 0 0,0 0 1,0 1-1,0-1 0,0 1 1,1 0-1,0 0 0,0 0 1,-4 8-1,3-4-31,0 1 0,0 0 0,1-1 1,0 1-1,1 0 0,-1 17 0,3-24-35,0 0 0,-1 1 1,1-1-1,0 0 0,0 0 0,1-1 0,-1 1 1,0 0-1,1 0 0,-1 0 0,1-1 1,-1 1-1,1-1 0,0 1 0,0-1 0,0 0 1,0 0-1,0 0 0,0 0 0,0 0 1,0 0-1,0 0 0,0-1 0,0 1 0,0-1 1,1 1-1,-1-1 0,0 0 0,4 0 1,0 1-114,0 0 1,0-1-1,0 0 1,1 0-1,-1 0 1,0-1 0,0 0-1,1 0 1,-1 0-1,8-4 1,-6 0-108,0 0 0,0-1 0,0 0 0,10-12 1,-15 16 214,0-1 1,0 0-1,-1 0 1,1-1 0,-1 1-1,0 0 1,0-1 0,0 1-1,0-1 1,-1 0-1,0 1 1,1-1 0,0-9 2710,0 50-1522,6-35-1218,0 0 0,1-1 0,-1 0 0,0 0 0,0-1 0,0 0 0,1 0 0,-1-1 0,0 0 0,0 0 0,0-1-1,13-5 1,14-9 2676,-23 41-2114,-9-24-1341,0 0 1,0-1-1,0 1 1,0-1-1,0 1 1,0-1-1,0 0 1,0 0-1,0-1 1,0 1-1,0-1 1,0 1-1,0-1 1,0 0-1,0 0 1,-1 0-1,1 0 1,0-1-1,3-2 1,15-16-10020</inkml:trace>
</inkml:ink>
</file>

<file path=ppt/ink/ink3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17:21.33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116 1 11125,'0'0'16200,"-88"135"-14504,74-96-335,7-5-609,1-5-464,6-2-288,0-7 0,0-6-448,0-5-800,0-5-1041</inkml:trace>
</inkml:ink>
</file>

<file path=ppt/ink/ink3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17:21.48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34 9652,'0'0'12342,"122"-33"-10805,-82 33-1313,-13 0-224,0 0-1569,-20 4-2865,-7 10-6659</inkml:trace>
</inkml:ink>
</file>

<file path=ppt/ink/ink3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17:22.45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136 13 1105,'0'0'10882,"2"-3"-8532,8-6-176,-10 18 729,-13 26 205,3-18-2766,2 0-1,0 0 1,1 1-1,1 0 1,0 1-1,2 0 1,0-1-1,1 1 1,-1 30-1,4-45-623,0 1-1,-1-1 1,1 0-1,-1 1 1,0-1-1,0 0 1,-1 1-1,1-1 1,-1 0-1,-2 5 1,2-7-352,0 1 0,1-1 1,-1 1-1,0-1 0,0 0 1,0 0-1,-1 0 0,1 0 1,0 0-1,-1-1 0,1 1 1,-1-1-1,0 1 0,1-1 1,-6 2-1,-13 1-5334</inkml:trace>
</inkml:ink>
</file>

<file path=ppt/ink/ink3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17:23.07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1 432 8052,'0'0'2849,"24"-12"-112,345-143 5486,-182 91-6557,143-55-558,-320 115-1104,1-1 0,-1-1 1,16-11-1,-24 16 78,0-1 0,0 0 0,0 0 0,0 0 0,0 0 0,0 0 0,0 0 0,0 0 0,-1-1 0,0 1 0,1-1 0,-1 1 0,0-1 0,0 1 0,0-1 0,0 0 0,-1 0 0,1 1 0,-1-4 0,0 5 145,-4 2-194,-1 0 1,1 0-1,0 0 1,-1 0-1,1 1 0,0-1 1,0 1-1,0 0 1,0 0-1,0 1 1,0-1-1,1 1 0,-6 5 1,-47 50 314,38-38-78,-24 25 317,3 1-1,-66 101 1,92-126-556,2 1 0,0 0 0,2 0 0,0 1-1,2 0 1,0 1 0,2 0 0,0 0 0,2 0-1,-1 33 1,4-56-47,0 0 0,0 0-1,-1 0 1,1 0 0,0 0-1,0 0 1,1 0 0,-1 0-1,0 0 1,0 0 0,0 0-1,1 0 1,-1 0 0,0 0-1,1-1 1,-1 1 0,1 0-1,-1 0 1,1 0 0,0 1-1,1-2-7,-1 0 0,0 0 1,1-1-1,-1 1 0,0 0 0,1 0 0,-1-1 0,0 1 0,1-1 0,-1 1 0,0-1 0,0 1 0,1-1 0,-1 0 0,0 0 1,1-1-1,26-18-382,0-2 0,47-49 1,-67 63 392,-6 86 2350,-2-71-2886,0 0 1,1 0 0,-1 0-1,1 0 1,1 0-1,-1-1 1,1 1 0,0 0-1,5 9 1,-5-14 196,-1 1-1,1-1 1,0 1 0,0-1 0,0 0 0,1 0-1,-1 0 1,0 0 0,1 0 0,-1 0 0,1 0-1,0-1 1,-1 0 0,1 1 0,0-1-1,0 0 1,0 0 0,0-1 0,0 1 0,0-1-1,0 1 1,0-1 0,6 0 0,17 0-6670,1 0-896</inkml:trace>
</inkml:ink>
</file>

<file path=ppt/ink/ink3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17:23.46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103 0 6547,'0'0'16138,"-11"12"-14209,2-3-1682,-1 0 98,1 1 0,0 0-1,0 1 1,1 0 0,0 0 0,1 1 0,0 0 0,-7 17 0,14-29-343,0 1 1,0-1-1,-1 1 0,1-1 1,0 1-1,0-1 0,0 1 1,0-1-1,0 1 0,0-1 1,0 1-1,0 0 0,0-1 1,0 1-1,0-1 0,0 1 1,0-1-1,0 1 0,0-1 1,1 1-1,-1-1 1,0 1-1,0-1 0,1 1 1,-1-1-1,0 1 0,1-1 1,-1 0-1,0 1 0,1-1 1,-1 1-1,1-1 0,-1 0 1,0 0-1,1 1 0,-1-1 1,2 1-1,24-2-466,-18-1 208,-1 0-1,0 0 1,0-1 0,0 0-1,10-7 1,-14 9 207,-1-1-1,0 0 1,0 0 0,0 0-1,0-1 1,0 1 0,0 0 0,-1-1-1,1 1 1,-1-1 0,0 1-1,1-1 1,-1 0 0,0 0 0,-1 1-1,1-1 1,0 0 0,-1-3 0,0 6 411,0 27 172,0-23-570,0 0 0,0 0 0,0 0-1,0 0 1,1 0 0,-1 0 0,1 0 0,0 0 0,0 0 0,0 0 0,1 0-1,0-1 1,3 7 0,18 3-2558,16-8-3505,-14-6 110,-4-5-1457</inkml:trace>
</inkml:ink>
</file>

<file path=ppt/ink/ink3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17:23.95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284 1 3169,'0'0'20015,"-20"22"-18092,-4 4-1396,10-12-161,1 1 1,1 0-1,0 0 1,0 2-1,2-1 1,-16 34 0,-48 135 2422,47-114-2468,-6-8-195,33-63-129,0 0 0,0 0 0,0-1 0,0 1 0,-1 0 0,1 0 0,0 0 0,0 0 0,0 0-1,0 0 1,0 0 0,0 0 0,-1 0 0,1 0 0,0 0 0,0 0 0,0-1 0,0 1 0,0 0 0,-1 0 0,1 0 0,0 0 0,0 0 0,0 0 0,0 0 0,0 0 0,-1 1 0,1-1 0,0 0 0,0 0 0,0 0 0,0 0 0,0 0 0,-1 0 0,1 0 0,0 0 0,0 0 0,0 0 0,0 0 0,0 1 0,0-1 0,0 0 0,-1 0 0,1 0 0,0 0 0,0 0 0,0 0 0,0 1-1,0-1 1,0 0 0,0 0 0,0 0 0,0 0 0,0 0 0,0 1 0,0-1 0,0 0 0,0 0 0,0 0 0,0 0 0,0 1 0,0-16-423,4 9 286,-1-1 0,1 1 0,0-1 0,0 1 0,0 0 0,1 1 0,0-1 1,0 1-1,1 0 0,6-5 0,62-40-1458,-72 49 1552,0 0 0,1-1 0,-1 1-1,0 0 1,1 0 0,-1 0 0,0 1 0,1-1 0,-1 1 0,1-1 0,-1 1 0,1 0 0,-1 0 0,4 0 0,-1 0-10,-3 4 53,0 0 0,0 0 1,-1 0-1,1 1 0,-1-1 1,0 1-1,-1-1 0,1 1 0,-1-1 1,0 6-1,1-4 3,0 1 24,-1 1 0,0 0 0,0 0 0,0 0-1,-1 0 1,0 0 0,-1-1 0,1 1 0,-1 0-1,-1-1 1,0 1 0,0-1 0,0 0 0,-1 0-1,-6 9 1,5-11-4,1 0 0,-1-1 0,1 1 0,-1-1 0,-1 0 0,1-1 0,0 1 1,-1-1-1,0 0 0,0 0 0,0-1 0,0 0 0,0 0 0,0 0 0,0-1 0,-1 0 0,1 0 0,-1 0 0,-9-1 0,15 0-40,0 0-1,0 0 1,1 0-1,-1 0 1,0 0-1,0 0 1,0-1 0,0 1-1,0 0 1,0 0-1,1-1 1,-1 1-1,0 0 1,0-1 0,0 1-1,1-1 1,-1 1-1,0-1 1,1 1-1,-1-1 1,0 0 0,1 1-1,-1-1 1,1 0-1,-1 1 1,1-1-1,-1 0 1,1 0 0,0 0-1,-1 1 1,1-1-1,0 0 1,0 0-1,-1 0 1,1 0 0,0 0-1,0 1 1,0-1-1,0 0 1,0 0 0,0 0-1,0 0 1,0 0-1,1 0 1,-1 1-1,0-1 1,1 0 0,-1 0-1,0 0 1,1 1-1,-1-1 1,1 0-1,0-1 1,2-4-678,-1 1 0,2-1 0,-1 1 1,0 0-1,1 0 0,0 0 0,7-6 0,20-14-5022,3-2-3337</inkml:trace>
</inkml:ink>
</file>

<file path=ppt/ink/ink3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17:24.13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34 0 9748,'0'0'15448,"-13"118"-14536,-1-100-464,7-5-384,7-4-64,0-4-416,0-25-15079,14-12 6611</inkml:trace>
</inkml:ink>
</file>

<file path=ppt/ink/ink3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17:24.31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34 1 7379,'0'0'15159,"-34"81"-15159,34-67-1248,7-1-1906,7-6-3761,-1-3-4130</inkml:trace>
</inkml:ink>
</file>

<file path=ppt/ink/ink3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17:24.68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52 1 9284,'36'127'5451,"-35"-125"-5199,-1-1 0,0 1 1,0 0-1,1-1 0,-1 1 1,-1 0-1,1-1 0,0 1 1,0 0-1,0-1 0,-1 1 1,1-1-1,-1 1 1,1 0-1,-1-1 0,0 1 1,0-1-1,0 0 0,0 1 1,0-1-1,0 0 0,0 1 1,0-1-1,0 0 0,0 0 1,-1 0-1,1 0 0,0 0 1,-1 0-1,1 0 0,-1 0 1,-1 0-1,-9 7 1519,7-1-1640,0 1 0,0 0-1,1 0 1,0 0 0,1 1 0,0-1 0,0 1 0,0 0 0,1 0 0,1 0 0,-1 0 0,2 0-1,-1 0 1,2 9 0,-1-17-172,1 0-1,-1 0 0,1 0 0,0 0 1,-1 0-1,1 0 0,0 0 1,0-1-1,0 1 0,0 0 1,0-1-1,0 1 0,0 0 0,0-1 1,0 1-1,0-1 0,0 0 1,0 1-1,0-1 0,0 0 1,3 0-1,32 8-316,-28-7 217,-7-1 144,0 0 1,-1 0 0,1 0-1,0 0 1,0 0 0,-1 0-1,1 0 1,0 0 0,0 0 0,-1 0-1,1 1 1,0-1 0,-1 0-1,1 1 1,0-1 0,-1 0-1,1 1 1,0-1 0,-1 1-1,1-1 1,-1 1 0,1-1 0,-1 1-1,1-1 1,-1 1 0,1-1-1,-1 1 1,0 0 0,1-1-1,-1 1 1,0 0 0,1-1 0,-1 1-1,0 0 1,0 0 0,0 1-1,-1 0 49,0 0 0,0-1 0,0 1 0,0 0 0,-1 0 0,1-1-1,-1 1 1,1-1 0,-1 1 0,1-1 0,-1 0 0,-3 2 0,-59 30 356,52-32-1873,14-9-3056,14-11-2898,-16 18 7407,26-25-9296</inkml:trace>
</inkml:ink>
</file>

<file path=ppt/ink/ink3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17:25.07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73 90 10421,'0'0'19278,"-11"10"-17675,-34 36-712,42-42-861,1 0 0,0 0-1,0 0 1,1 0-1,-1 0 1,1 1 0,0-1-1,0 1 1,1-1-1,-1 1 1,1-1 0,0 1-1,0-1 1,0 1-1,1-1 1,1 7 0,-1 7-27,-1-17-11,1 0 0,-1 0 0,0 0 0,0 0 0,1-1 0,-1 1 1,0 0-1,1 0 0,-1 0 0,1-1 0,-1 1 0,1 0 0,-1 0 0,1-1 0,-1 1 0,1 0 0,0-1 0,-1 1 0,1-1 0,0 1 0,0-1 0,0 1 0,-1-1 0,1 0 0,0 1 0,0-1 0,0 0 0,0 0 0,-1 1 0,1-1 0,0 0 0,2 0 0,-1 0-17,0 0-1,0 0 1,1 0-1,-1 0 1,0 0-1,0 0 1,1-1-1,-1 1 0,0-1 1,0 1-1,0-1 1,3-2-1,9-7-171,-2-2 0,1 0-1,-2 0 1,1-1-1,16-26 1,-23 31 211,0 0 1,0-1 0,-1 0-1,0 0 1,0 0-1,-1 0 1,0-1-1,-1 1 1,0-1 0,-1 0-1,0 0 1,0-14-1,-1 23 14,0 0-1,0 0 1,0 0-1,-1 1 1,1-1-1,0 0 1,0 0-1,-1 0 1,1 1 0,-1-1-1,1 0 1,-1 0-1,1 1 1,-1-1-1,1 0 1,-1 1-1,1-1 1,-1 1-1,0-1 1,0 1-1,1-1 1,-1 1-1,0-1 1,0 1-1,1-1 1,-2 1-1,-31-7 433,-33 9-20,65-2-437,-1 1-10,0-1 0,1 1 0,-1 0 0,0-1-1,0 1 1,0 0 0,1 0 0,-1 0 0,0 1-1,1-1 1,-1 0 0,1 0 0,0 1 0,-1-1-1,1 1 1,0-1 0,0 1 0,0 0 0,0 0-1,0-1 1,0 1 0,0 0 0,1 0 0,-1 0-1,1 0 1,-1 0 0,1 2 0,0 26-2293,1-29 1861,-1 1-1,1-1 0,-1 1 1,1-1-1,0 1 1,-1-1-1,1 1 1,0-1-1,0 0 0,0 1 1,0-1-1,0 0 1,0 0-1,3 2 1,15 5-7568</inkml:trace>
</inkml:ink>
</file>

<file path=ppt/ink/ink3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17:30.30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1822 480,'0'0'13326,"0"-18"-8961,122-148-1665,100-158-3181,-5 9-1405,-124 170 1007,159-192 0,-243 326 879,93-105 76,99-150 0,-166 196 612,-29 56 118,-5 13-628,-1 1-1,0-1 0,1 0 1,-1 1-1,1-1 1,-1 0-1,0 0 0,1 1 1,-1-1-1,0 0 0,0 0 1,0 1-1,1-1 0,-1 0 1,0 0-1,0 1 1,0-1-1,0 0 0,0 0 1,-1 0-1,1 1 0,0-1 1,-1-1-1,-12 10 2630,-19 25-1475,12-12-1121,-1 0 1,-1-1-1,-1-2 0,-35 23 0,-107 53 489,123-72-595,-1-3 0,-47 15 0,116-61-47,-7 9-62,1 1 0,1 1 0,0 1-1,1 0 1,32-14 0,123-45-221,9-5-152,-134 42 409,-20 13 899,-32 24-885,1 0-1,-1 0 1,0 0-1,1 0 1,-1 0-1,1 0 1,-1 0-1,0 0 1,1 0-1,-1 0 1,1 0-1,-1 0 1,0 0-1,1 0 1,-1 0-1,0 0 1,1 1 0,-1-1-1,0 0 1,1 0-1,-1 0 1,0 1-1,1-1 1,-1 0-1,0 1 1,0-1-1,1 0 1,-1 0-1,0 1 1,0-1-1,1 0 1,-1 1-1,0-1 1,0 1-1,0-1 1,0 0-1,0 1 1,0-1-1,0 0 1,1 1-1,-1-1 1,0 1-1,-1 0 1,7 26 341,-4-17 11,0-2-371,0 1 0,1-1 0,-1 0 0,2 0 0,-1 0 0,1-1-1,0 1 1,1-1 0,0 0 0,0 0 0,0-1 0,1 1 0,0-1 0,1-1-1,-1 1 1,1-1 0,0 0 0,0 0 0,0-1 0,1 0 0,0 0 0,0-1-1,0 0 1,0 0 0,0-1 0,16 2 0,-12-2-473,26 2 1011,-14-7-6764</inkml:trace>
</inkml:ink>
</file>

<file path=ppt/ink/ink3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17:31.58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523 121 5955,'0'0'13553,"-3"0"-11587,-18 7-728,0 0-1,-33 16 1,-31 12-370,83-35-855,-160 42 852,139-37-778,-1-1 0,0-2 0,0 0-1,-47-3 1,71 1-90,-1-1-1,1 1 1,-1 0 0,1-1-1,-1 1 1,1 0-1,-1-1 1,1 1 0,-1 0-1,1-1 1,-1 1 0,1-1-1,0 1 1,-1-1-1,1 1 1,0-1 0,-1 1-1,1-1 1,0 1-1,0-1 1,0 1 0,-1-1-1,1 0 1,0 1 0,0-1-1,0 1 1,0-1-1,0 0 1,0 1 0,0-1-1,0 1 1,0-1-1,1 0 1,-1 1 0,0-1-1,0 1 1,0-1-1,1 1 1,-1-1 0,0 1-1,1-1 1,-1 1 0,0-1-1,1 1 1,-1-1-1,0 1 1,2-1 0,17-28-360,5 7 130,1 1 1,1 1-1,1 1 1,0 1 0,2 1-1,0 2 1,0 1-1,63-20 1,-83 31 234,0 0-1,0 1 1,1 0-1,-1 1 1,1 0 0,-1 0-1,0 1 1,1 0-1,12 2 1,-20-1 8,-1 0-1,0 0 1,1 0-1,-1 0 1,0 0-1,0 0 1,0 0-1,0 0 1,0 0-1,0 1 1,0-1 0,-1 0-1,1 1 1,0-1-1,-1 1 1,1-1-1,-1 1 1,1-1-1,-1 1 1,0-1 0,0 1-1,0 0 1,1-1-1,-2 1 1,1-1-1,0 1 1,0-1-1,0 1 1,-1 2-1,0 6 89,1 35 465,-2 0 0,-3-1 0,-1 1 0,-15 52 0,-1-6 254,10-39-887,-34 94 0,71-185-11386,15-1 4049,-21 23 4845,2 1-1,27-17 1,-47 32 2553,68-35 1284,-32 26 4059,-1 14 6199,-35-4-11293,0 1-1,0 0 1,0 0-1,0-1 0,0 1 1,-1 0-1,1 0 1,0 0-1,0 0 1,-1 0-1,1 0 0,-1 0 1,1 0-1,-1 0 1,1 1-1,-1-1 1,0 0-1,1 0 1,-1 0-1,0 0 0,0 1 1,0-1-1,0 0 1,0 0-1,0 1 1,-1 0-1,1-1-146,0 0 1,0-1-1,0 1 0,-1 0 1,1 0-1,0 0 1,0 0-1,0 0 0,0 0 1,1 0-1,-1-1 0,0 1 1,0 0-1,0 0 0,1 0 1,-1 0-1,0 0 1,1-1-1,-1 1 0,1 0 1,-1 0-1,1-1 0,-1 1 1,1 0-1,0-1 0,-1 1 1,1-1-1,0 1 1,-1 0-1,1-1 0,0 0 1,0 1-1,-1-1 0,1 1 1,0-1-1,0 0 0,1 1 1,7-2-107,1 0-1,-1 0 1,0-1 0,0 0 0,0-1-1,0 0 1,0 0 0,15-9 0,65-45-585,-59 36 605,-29 21 954,-1 18-196,-1-12-651,1 1 0,0 0 0,0 0 0,1-1 0,0 1 0,0-1 0,4 11 0,-4-14-229,0-1-1,1 0 1,-1 0-1,1 0 1,-1 0 0,1-1-1,0 1 1,0 0-1,0-1 1,0 1-1,0-1 1,0 1-1,1-1 1,-1 0 0,0 0-1,1 0 1,-1-1-1,0 1 1,1 0-1,-1-1 1,1 1-1,-1-1 1,1 0 0,3 0-1,87 1-8785,-31-12-1361,-22-3 2466</inkml:trace>
</inkml:ink>
</file>

<file path=ppt/ink/ink3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17:32.43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408 61 3105,'0'0'17480,"-23"-8"-15062,-71-23-535,44 21-115,48 10-1677,1 0 0,-1 0 1,1 1-1,-1-1 0,1 0 1,-1 0-1,1 1 0,-1-1 1,1 1-1,-1-1 0,1 1 1,-1 0-1,1-1 0,0 1 1,-3 2-1,3-1-6,-1 1 1,1 0-1,-1 0 1,1 0-1,0 0 1,0 0-1,1 0 1,-1 0-1,0 0 1,1 0-1,0 0 0,0 0 1,0 1-1,0-1 1,1 3-1,-1-2-89,0-1 6,1-1 1,-1 0 0,1 0 0,-1 1 0,1-1-1,0 0 1,0 0 0,0 0 0,0 0 0,1 0 0,-1 0-1,0-1 1,1 1 0,0 0 0,-1-1 0,1 1 0,0-1-1,0 1 1,-1-1 0,1 0 0,0 0 0,0 0-1,1 0 1,-1 0 0,0 0 0,0-1 0,0 1 0,1-1-1,-1 1 1,3-1 0,11 3-304,0-1 1,0-1-1,17 0 0,-29-1 136,-4 6 141,0-1 1,-1 1-1,0 0 1,0-1-1,-4 11 1,-32 99 110,-24 122 0,52-198-67,-2 12 20,-20 74-11,28-114-22,-1-1 0,0 1 0,-1-1 0,0 0-1,-1 0 1,0-1 0,-1 0 0,-14 16 0,17-21 34,0-1 0,-1 0 0,1 0 0,-1-1 1,0 1-1,0-1 0,0 0 0,0 0 0,0-1 0,0 0 0,-1 0 0,1 0 1,0 0-1,-1-1 0,1 0 0,-8 0 0,11-1-32,1 1 0,-1-1 0,1 0 0,0 1 0,-1-1 0,1 0 1,0 0-1,0 0 0,-1 0 0,1 0 0,0 0 0,0 0 0,0 0 0,0-1 0,0 1 0,1 0 0,-1-1 0,0 1 0,1 0 1,-1-1-1,0 1 0,1-1 0,0 1 0,-1-1 0,1 1 0,0-1 0,0 1 0,0-1 0,0-1 0,-3-55-74,3 53 42,0 2 9,-1-9-141,0 0 1,1 0 0,1 0 0,0 1 0,1-1-1,0 0 1,1 0 0,0 1 0,1-1 0,0 1-1,7-12 1,14-17-845,1 1 0,3 2-1,1 0 1,1 2 0,2 2 0,1 1-1,2 1 1,1 2 0,1 2 0,66-35 0,199-120-520,-302 182 1614,22-19 445,-17 3 5922,-12 16-3150,-16 0-2049,17 1-1080,0-1-1,-1 0 0,1 1 0,0 0 0,0 0 0,0 1 0,0 0 0,0-1 1,0 2-1,0-1 0,1 0 0,-1 1 0,1 0 0,0 0 0,0 0 0,0 1 1,0-1-1,0 1 0,1 0 0,-1 0 0,1 0 0,0 1 0,1-1 0,-1 1 1,1 0-1,0-1 0,0 1 0,0 0 0,0 0 0,1 0 0,0 0 0,0 1 1,0 6-1,1-11-182,0 1 1,0 0-1,1-1 1,-1 1-1,0 0 1,1-1-1,-1 1 1,1-1-1,-1 1 1,1-1-1,0 1 1,0-1 0,0 1-1,-1-1 1,1 0-1,1 0 1,-1 1-1,0-1 1,0 0-1,0 0 1,3 2-1,0-1 1,0 0-1,0 0 1,0-1-1,0 1 0,0-1 1,1 0-1,-1 0 1,6 1-1,11-1-3,0 0 0,37-5 1,-49 3 0,1 0-53,1-1-1,0-1 1,-1 0 0,1 0-1,-1-1 1,0-1-1,0 0 1,-1 0 0,1 0-1,-1-1 1,0-1 0,-1 0-1,1 0 1,-1-1 0,7-8-1,-7 0 217,-14 11 330,4 6-480,1-1 1,-1 0-1,1 1 1,-1-1 0,1 1-1,0 0 1,-1 0-1,1-1 1,0 1-1,0 0 1,-1 0-1,1 0 1,0 0-1,0 0 1,0 0-1,0 0 1,0 1-1,0-1 1,1 0-1,-2 2 1,-1 3 55,1 1 0,0 0 0,0-1-1,0 1 1,1 0 0,0 0 0,0 0 0,1 0-1,0 0 1,0 0 0,1 0 0,1 10 0,0-12-385,-1-1 1,0 0 0,1 0-1,0 1 1,0-1-1,0 0 1,0 0 0,5 5-1,11 8-4712,6-5-3460</inkml:trace>
</inkml:ink>
</file>

<file path=ppt/ink/ink3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17:33.76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29 1 2417,'0'0'9885,"0"14"-8349,11 108 2412,5 60 287,-38 204-1641,2-82-1320,17-94-574,-5 101-69,6-132-452,2-141-3724,1 0-3907</inkml:trace>
</inkml:ink>
</file>

<file path=ppt/ink/ink3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17:35.27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300 624 944,'0'0'5336,"5"0"-4469,25-1 2294,49-8 0,34-13-658,-11 2-1961,736-156-51,264-40 667,-1034 206-1046,573-98 1897,-498 64 1598,-94 27 1817,-50 25-5397,0 0 1,0-1-1,-1 1 0,0 0 1,-5 10-1,-7 34-10,0 174 366,9-87 136,-3 180 1155,2-27-1008,0-177-645,-2 55-17,-45 259 0,24-294-4,3-24 0,5 1 0,-12 227 0,33-258 0,-1-82 0,0 1 0,0-1 0,0 0 0,0 1 0,0-1 0,0 1 0,0-1 0,-1 1 0,1-1 0,0 1 0,0 0 0,0 0 0,0 0 0,-1-1 0,1 1 0,0 0 0,0 0 0,-3 1 0,-36-1 0,29 0 0,-19 2-534,0 1-1,-33 8 1,-30 3-288,-364-6-58,280-10 44,72 2 408,-614 7-700,7 43 1564,689-47-403,-348 47 811,6 29 523,352-72-2043,29-9-38,-10-1 524,-1 0 0,1-1 0,0 1 1,-1-1-1,0-1 0,9-8 0,27-20-4545,-35 27-1296</inkml:trace>
</inkml:ink>
</file>

<file path=ppt/ink/ink3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17:36.43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5 412 1249,'0'0'5581,"-5"0"-4901,24 0 5241,63 0 873,-8-1-6355,110-15 0,537-87-248,-164 27-211,556-46 1898,-1042 119-1425,-12 2 305,90-14 0,-147 15-619,1 0 1,0-1 0,-1 1-1,1-1 1,-1 0-1,1 0 1,-1 0 0,0 0-1,1 0 1,3-3-1,-5 3 153,-1 0-1,1-1 1,0 1-1,0 0 1,-1-1-1,1 1 1,-1-1-1,1 1 1,-1-1-1,0 1 1,0-1-1,1 0 1,-1 1-1,0-1 1,0 1-1,-1-3 1,1 4 127,41-29-646,-41 28 112,0 1 1,0 0-1,0-1 1,0 1-1,0 0 1,-1 0-1,1-1 1,0 1-1,0 0 1,0-1-1,0 1 1,0 0-1,-1 0 1,1-1 0,0 1-1,0 0 1,0 0-1,-1-1 1,1 1-1,0 0 1,0 0-1,-1-1 1,1 1-1,0 0 1,0 0-1,-1 0 1,1 0-1,0 0 1,-1 0-1,1-1 1,0 1-1,-1 0 1,1 0-1,0 0 1,-1 0-1,1 0 1,0 0-1,-1 0 1,1 0-1,0 0 1,0 1-1,-1-1 1,1 0-1,0 0 1,-1 0-1,0 0 1,-84 0-11299,19 0 1621</inkml:trace>
</inkml:ink>
</file>

<file path=ppt/ink/ink3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17:37.06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19 37 1585,'0'0'10666,"-3"-1"-8537,2 0-1931,0 1 0,0-1 0,0 0 0,0 1 0,0-1 1,0 0-1,1 1 0,-1-1 0,0 0 0,0 0 0,1 0 0,-1 0 0,0 0 1,1 0-1,-1 0 0,1 0 0,-1 0 0,1 0 0,0 0 0,-1 0 0,1 0 0,0-2 1,0 3-8,0-1 1,1 0-1,-1 0 1,0 0 0,1 1-1,-1-1 1,1 0 0,-1 1-1,1-1 1,-1 0-1,1 1 1,0-1 0,-1 1-1,1-1 1,0 1-1,0-1 1,-1 1 0,1-1-1,0 1 1,0 0 0,-1-1-1,1 1 1,0 0-1,0 0 1,0 0 0,0 0-1,0-1 1,-1 1 0,1 0-1,0 1 1,0-1-1,0 0 1,1 0 0,1 4-647,-5 9 3904,-3-2-6094</inkml:trace>
</inkml:ink>
</file>

<file path=ppt/ink/ink3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17:37.19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0 0 4834</inkml:trace>
</inkml:ink>
</file>

<file path=ppt/ink/ink3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17:37.45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4834,'29'110'5155,"-26"-83"9648,-15-4-12369,11-23-2416,1 1 1,0-1-1,0 0 1,-1 1-1,1-1 1,0 0-1,0 1 1,-1-1-1,1 0 0,0 1 1,-1-1-1,1 0 1,0 0-1,-1 0 1,1 1-1,-1-1 1,1 0-1,0 0 1,-1 0-1,1 0 1,-1 0-1,1 0 1,-1 0-1,1 0 1,0 0-1,-1 0 0,1 0 1,-1 0-1,1 0 1,-1 0-1,1 0 1,0 0-1,-1 0 1,1 0-1,-1-1 1,1 1-1,0 0 1,-1 0-1,1 0 1,0-1-1,-1 0 1,1 1-28,0-1 1,1 0-1,-1 0 1,0 0-1,1 1 1,-1-1 0,1 0-1,-1 1 1,1-1-1,0 0 1,-1 1-1,1-1 1,0 1 0,-1-1-1,1 1 1,0-1-1,0 1 1,-1 0-1,1-1 1,0 1 0,0 0-1,0-1 1,1 1-1,-1-1-9,-1 0-44</inkml:trace>
</inkml:ink>
</file>

<file path=ppt/ink/ink3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17:37.85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257 0 11941,'0'0'11881,"-22"6"-10788,-74 18-25,89-21-950,-1-1 1,1 1 0,0 0 0,0 0 0,0 1-1,1 0 1,-1 1 0,1-1 0,0 1 0,-5 6-1,8-8-92,0 0 0,1 1 0,-1-1-1,1 1 1,0 0 0,0 0-1,0 0 1,1 0 0,-1 0-1,1 0 1,0 0 0,0 0 0,1 1-1,-1-1 1,1 6 0,0-9-30,1 0 0,-1 0 0,1 0 0,-1 0-1,1 0 1,-1 0 0,1 0 0,0 0 0,-1 0 0,1 0 0,0 0 0,0-1 0,0 1 0,0 0 0,0 0 0,0-1 0,0 1 0,0-1 0,0 1 0,1 0 0,31 13-86,-16-7-23,-12-4 28,1 0 0,0 0 1,0 1-1,-1 0 1,0 0-1,0 1 1,0 0-1,6 7 0,-11-11 71,1 0 0,0 1-1,0-1 1,0 0 0,-1 1 0,1-1-1,-1 1 1,1-1 0,-1 1-1,1-1 1,-1 1 0,0 0-1,0-1 1,0 1 0,0-1-1,0 1 1,0 0 0,0-1-1,-1 1 1,1-1 0,0 1-1,-1-1 1,1 1 0,-1-1-1,0 1 1,0-1 0,1 0-1,-1 1 1,0-1 0,0 0-1,0 1 1,0-1 0,0 0 0,-1 0-1,1 0 1,0 0 0,0 0-1,-1 0 1,-1 0 0,-9 7 93,0-1 1,-1-1 0,-23 9-1,22-10 22,0 1 0,-25 14 0,38-19-296,4-3-2638,43-38-4994,-14 10 882</inkml:trace>
</inkml:ink>
</file>

<file path=ppt/ink/ink3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17:38.11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190 1 3794,'0'0'10829,"-5"21"-6187,-98 307 7446,99-318-12061,0 0 0,1 1 0,0-1 1,1 1-1,-2 21 0,4-32-140,-1 1 0,1 0 0,0-1 0,0 1 0,0-1 1,0 1-1,-1 0 0,1-1 0,0 1 0,0-1 0,-1 1 0,1-1 0,-1 1 1,1-1-1,0 1 0,-1-1 0,1 1 0,-1-1 0,1 1 0,-1-1 0,1 0 1,-1 1-1,1-1 0,-1 0 0,0 1 0,1-1 0,-1 0 0,1 0 0,-1 0 1,0 0-1,1 1 0,-2-1 0,-23 0-8111,18 0 5884,-7 0-6035</inkml:trace>
</inkml:ink>
</file>

<file path=ppt/ink/ink3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17:38.62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60 8500,'0'0'10477,"21"-8"-8532,-5 2-1668,4-3 413,0 2 0,1 0 0,0 1-1,1 1 1,-1 1 0,27-1 0,-47 5-644,0 0 0,-1 0-1,1 0 1,0 0 0,0 0 0,0 0 0,-1 0-1,1 0 1,0 0 0,0 1 0,0-1 0,-1 0-1,1 0 1,0 1 0,0-1 0,-1 1 0,1-1-1,0 0 1,-1 1 0,1-1 0,-1 1 0,1 0-1,0-1 1,-1 1 0,1-1 0,-1 1 0,1 1-1,0 23-51,-2-8-243,1-16 184,0 0 1,0 0-1,0-1 0,0 1 1,0 0-1,1 0 0,-1 0 1,0 0-1,0 0 0,1-1 1,-1 1-1,0 0 0,1 0 1,-1-1-1,1 1 0,-1 0 1,1-1-1,-1 1 0,1 0 1,0-1-1,-1 1 0,1-1 1,0 1-1,-1-1 0,1 1 1,0-1-1,-1 1 0,1-1 1,0 0-1,0 1 0,1-1 1,2 1-16,-1-1 1,1 0 0,0 0-1,-1 0 1,1 0-1,-1 0 1,1-1 0,4-1-1,59-22-412,-59 21 499,1-1-1,-1 0 1,0-1 0,0 0-1,0 0 1,-1-1 0,13-11-1,-21 30 3464,2 32-3282,0-7-2010,-1-37 1644,0 0 1,0 0 0,0 0-1,0 0 1,0 0-1,0 0 1,1 0 0,-1 0-1,0 0 1,1 0-1,-1 0 1,1 0 0,-1 0-1,1 0 1,0 0 0,-1 0-1,1-1 1,0 1-1,-1 0 1,1-1 0,0 1-1,0 0 1,0-1-1,-1 1 1,1-1 0,0 1-1,0-1 1,0 1-1,0-1 1,1 1 0,35 2-9304,-37-3 9393,26 0-8287</inkml:trace>
</inkml:ink>
</file>

<file path=ppt/ink/ink3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17:39.77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193 366 12486,'0'0'9660,"-19"3"-7904,-61 12-551,75-14-1080,0 1-1,0-1 1,0 1-1,0 1 0,0-1 1,1 1-1,-1 0 1,1 0-1,0 0 0,0 0 1,0 1-1,0 0 1,1-1-1,-1 1 0,1 1 1,0-1-1,0 0 1,0 1-1,1 0 0,0 0 1,0-1-1,0 1 0,-1 7 1,2-11-127,1 0 1,-1 0-1,1 1 1,-1-1-1,1 0 1,0 0-1,-1 1 1,1-1-1,0 0 1,0 0-1,0 1 1,0-1-1,0 0 1,0 1-1,0-1 1,1 0-1,-1 0 1,0 1-1,1-1 1,-1 0-1,1 0 1,-1 0-1,1 0 1,0 1-1,-1-1 1,1 0-1,0 0 1,0 0-1,0 0 1,0-1-1,0 1 0,0 0 1,0 0-1,0 0 1,0-1-1,0 1 1,0-1-1,0 1 1,1-1-1,-1 1 1,2-1-1,4 1-71,1 0-1,-1-1 0,1 0 1,0 0-1,-1-1 1,9-1-1,-8 0-57,0 0 0,-1-1 0,1 0 0,-1 0 0,1 0 0,-1-1 0,0 0 0,8-7 0,57-47-1042,-42 31 692,-2 4-164,-1-2 0,-1 0 0,-2-2 0,33-46 1,-46 56 595,-1 0 0,0-1 0,12-35 0,-17 38 759,-1 0 0,0 0 0,-2-1 0,1 1 0,-1-27 931,-25 57-558,-9 17-406,0 2 0,3 1 0,0 1-1,3 1 1,-31 56 0,50-78-671,1 0 1,1 0-1,0 1 1,1 0 0,0 0-1,2 0 1,0 1-1,0-1 1,2 1-1,1 16 1,-1-31-36,0 0 1,0 0 0,1 0-1,-1-1 1,1 1-1,-1 0 1,1 0 0,0 0-1,0-1 1,-1 1 0,1 0-1,0-1 1,1 1-1,-1 0 1,0-1 0,0 0-1,1 1 1,-1-1-1,1 0 1,-1 1 0,1-1-1,-1 0 1,1 0-1,0-1 1,0 1 0,-1 0-1,1 0 1,0-1-1,0 1 1,0-1 0,0 0-1,2 1 1,8 1-163,1-1 0,-1 0 0,24-2 0,-22 0 54,-1 0-85,1-1 1,-1 0-1,0-1 0,0 0 1,0-1-1,19-9 1,-24 10 89,0-1-1,0 0 1,0-1-1,-1 1 1,1-2 0,-1 1-1,0-1 1,-1 0 0,0 0-1,10-13 1,-13 14 165,-1 0 0,-1-1 0,1 1 0,-1 0 0,0-1 0,0 1 0,0 0 0,-1-1 0,0 1 0,0-1 0,0 1 0,-1-1 0,-2-7-1,1 11 16,-1 0 0,0 0 0,0 1 0,0-1 0,0 1-1,0 0 1,0 0 0,0 0 0,0 0 0,-1 0-1,1 1 1,0 0 0,-1-1 0,1 1 0,0 1-1,0-1 1,-1 0 0,1 1 0,0-1 0,0 1-1,-1 0 1,1 0 0,0 1 0,-3 1 0,2 2-26,1 1 0,-1 1 1,1-1-1,0 1 1,1-1-1,-1 1 0,1 0 1,1 0-1,-1-1 1,1 1-1,0 1 0,1-1 1,0 0-1,0 0 0,0 0 1,1 0-1,2 10 1,-2-15-93,1 0 1,-1 0 0,0 0-1,0 0 1,1-1 0,0 1-1,-1 0 1,1-1 0,0 1 0,0-1-1,-1 1 1,1-1 0,0 0-1,0 0 1,1 0 0,-1 0-1,0 0 1,0-1 0,0 1 0,1 0-1,-1-1 1,0 0 0,0 1-1,1-1 1,3-1 0,4 2-349,0-1 1,0 0-1,-1-1 0,20-3 1,-17 0-56,0 0 1,0-1-1,-1-1 1,1 0-1,17-13 1,-21 14 438,-2 0 1,1 0-1,-1-1 1,1 0 0,-2 0-1,1 0 1,-1-1-1,0 0 1,7-11-1,-10 13 6027,-2 11-3422,-2 20-2743,2-25 175,0 0-1,0 0 0,0-1 0,0 1 0,0 0 0,0 0 0,0 0 0,0 0 0,1-1 0,-1 1 1,0 0-1,1 0 0,-1 0 0,0-1 0,1 1 0,-1 0 0,1-1 0,-1 1 0,1 0 0,0-1 0,-1 1 1,1 0-1,0-1 0,-1 1 0,2 0 0,6 1-157,1-1-1,-1 1 1,1-1-1,0-1 1,-1 1 0,15-2-1,-21 1 133,0 0 0,0 0 0,0 0 0,0 0-1,0-1 1,0 1 0,0-1 0,0 1 0,0-1 0,0 0-1,0 1 1,0-1 0,0 0 0,0 0 0,0 0 0,-1-1-1,1 1 1,0 0 0,-1-1 0,1 1 0,-1-1-1,0 1 1,1-1 0,-1 0 0,0 0 0,0 1 0,0-1-1,0 0 1,0 0 0,-1 0 0,1 0 0,-1 0 0,1-3-1,-1 5 52,0 0 0,0 0 0,0-1 0,0 1 0,0 0 0,0 0-1,0-1 1,0 1 0,0 0 0,0 0 0,1 0 0,-1-1 0,0 1 0,0 0-1,0 0 1,0 0 0,0-1 0,0 1 0,0 0 0,1 0 0,-1 0 0,0-1-1,0 1 1,0 0 0,0 0 0,1 0 0,-1 0 0,0 0 0,0 0 0,0-1-1,1 1 1,-1 0 0,0 0 0,0 0 0,0 0 0,1 0 0,-1 0 0,0 0-1,0 0 1,1 0 0,-1 0 0,0 0 0,0 0 0,0 0 0,1 0 0,-1 0-1,0 0 1,0 0 0,1 0 0,-1 1 0,0-1 0,0 0 0,0 0 0,1 0-1,-1 0 1,0 0 0,0 0 0,0 1 0,1-1 0,9 9 372,5 28-3797,-14-35 2885,1 0 1,-1-1 0,0 1 0,1-1 0,-1 0 0,0 1-1,1-1 1,0 0 0,-1 0 0,1 0 0,0 0 0,0 0-1,-1 0 1,1-1 0,0 1 0,0-1 0,0 1-1,3 0 1,21-1-7738</inkml:trace>
</inkml:ink>
</file>

<file path=ppt/ink/ink3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17:40.09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66 1 6307,'0'0'16877,"-9"22"-14793,-28 72-342,32-80-1328,1-1 1,1 1 0,0 0 0,1 0 0,0 0-1,1 0 1,1 0 0,3 27 0,-1 6-205,-2-44-250,-1 0 0,1 0-1,0 0 1,0-1 0,0 1 0,1 0 0,-1 0 0,1 0 0,-1 0 0,1-1-1,0 1 1,0 0 0,0-1 0,1 1 0,-1-1 0,0 1 0,1-1-1,0 0 1,3 4 0,-1-4-562,1 0 0,-1 0 0,1-1 0,0 1 0,-1-1 0,1 0 0,0-1 0,0 1-1,-1-1 1,1 0 0,7-1 0,9-1-4189,-1-9-2554</inkml:trace>
</inkml:ink>
</file>

<file path=ppt/ink/ink3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17:40.27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23 2865,'0'0'19753,"128"-14"-18184,-94 10-801,0 1-704,-14 1-64,-6 2-1248</inkml:trace>
</inkml:ink>
</file>

<file path=ppt/ink/ink3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18:19.89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402 12 5202,'-3'-2'13791,"-16"-7"-13031,8 9-641,-1 0 1,0 0-1,0 1 0,0 1 1,1 0-1,-1 0 0,1 1 1,-1 1-1,-12 5 0,5 0-40,1 2 0,0 0 0,0 0 0,-21 20-1,23-19-7,1 2 0,1 0 0,0 0 0,0 2 0,-17 27 0,26-35-45,0 0 0,1 0 1,0 1-1,1-1 0,0 1 0,0 0 1,1 0-1,0 0 0,1 0 0,0 1 1,0-1-1,1 0 0,0 0 0,2 15 0,-1-21-5,0 0-1,-1 0 1,1-1-1,0 1 1,0 0-1,1-1 1,-1 1-1,0 0 0,1-1 1,0 0-1,-1 1 1,1-1-1,0 0 1,0 0-1,0 0 1,1 0-1,-1 0 0,0-1 1,1 1-1,-1-1 1,1 0-1,-1 1 1,1-1-1,0 0 1,0 0-1,3 0 0,7 2 43,1-1 0,-1-1-1,1 0 1,17-1 0,-16 0-64,-9-1-173,-1 1 0,1-1 1,-1 0-1,1-1 0,-1 1 0,1-1 0,-1 0 1,0 0-1,0-1 0,8-4 0,-2-1-1506,0 0 1,0 0-1,11-13 0,6-12-5366</inkml:trace>
</inkml:ink>
</file>

<file path=ppt/ink/ink3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18:20.20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170 1 6867,'0'0'11760,"1"4"-10511,0 5-1027,-1 0 1,0-1-1,0 1 1,-1 0-1,0 0 1,-1-1 0,0 1-1,0-1 1,0 0-1,-5 9 1,-4 21 322,-126 489 904,131-498-3109,5-8-6968</inkml:trace>
</inkml:ink>
</file>

<file path=ppt/ink/ink3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18:20.69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224 11 4482,'0'0'17323,"-1"-1"-17131,0 0 1,0 0-1,0 0 1,0 1-1,0-1 1,0 0 0,-1 0-1,1 1 1,0-1-1,0 0 1,-1 1-1,1-1 1,0 1-1,-1 0 1,1-1 0,-3 1-1,-3 1-91,-1 0 0,1 1 0,-1 0-1,1 0 1,0 1 0,0-1 0,0 2 0,0-1-1,0 1 1,1 0 0,-1 0 0,-5 6-1,1-2-38,0 2-1,1-1 0,1 1 1,0 0-1,0 1 0,-8 13 1,12-16-113,1 1 1,0-1-1,1 1 1,0 0-1,1 0 1,0 0-1,0 0 1,1 0-1,0 0 1,0 0-1,1 11 1,1-19-2,-1-1 0,1 1 0,-1-1 0,0 1 1,1-1-1,-1 1 0,1 0 0,-1-1 0,1 0 0,0 1 0,-1-1 0,1 1 0,-1-1 1,1 0-1,0 1 0,-1-1 0,1 0 0,0 0 0,0 1 0,-1-1 0,1 0 0,0 0 1,-1 0-1,1 0 0,0 0 0,0 0 0,-1 0 0,2-1 0,29-1-1135,-24-1 1066,1 0 0,-1 0 1,-1-1-1,1 0 0,0 0 0,-1-1 0,0 1 0,0-1 0,0-1 1,-1 1-1,8-11 0,-5 6 158,0 0 0,-1 0-1,0-1 1,-1 0 0,0 0 0,7-19 0,-12 54 3803,-1 45-5535,0-68 1531,0 0 0,0 0 1,0 0-1,0 0 1,0 0-1,0 0 1,1-1-1,-1 1 1,0 0-1,1 0 0,-1 0 1,0 0-1,1 0 1,-1-1-1,1 1 1,-1 0-1,1 0 1,-1-1-1,1 1 0,0 0 1,-1-1-1,1 1 1,0-1-1,0 1 1,-1-1-1,1 1 0,0-1 1,0 0-1,0 1 1,0-1-1,32 3-7367,-26-3 6406,26 0-5059</inkml:trace>
</inkml:ink>
</file>

<file path=ppt/ink/ink3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18:21.09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169 1 7139,'0'0'14908,"-13"1"-14089,7-1-803,-2 0 133,1 1 0,-1-1 0,0 2 0,1-1 0,-14 5 0,19-5-121,0 0-1,0 0 1,-1 0 0,1 0 0,0 0 0,0 1 0,0-1 0,1 1-1,-1-1 1,0 1 0,0 0 0,1 0 0,-1-1 0,1 1-1,0 0 1,-1 1 0,1-1 0,0 0 0,0 0 0,0 0-1,1 1 1,-1-1 0,1 0 0,-1 1 0,1-1 0,0 1-1,-1 3 1,1-5-126,0 1-1,-1 0 1,1-1-1,0 1 0,0 0 1,0-1-1,0 1 1,0 0-1,0-1 1,1 1-1,-1-1 1,0 1-1,1 0 1,-1-1-1,1 1 0,0-1 1,-1 1-1,1-1 1,0 0-1,0 1 1,0-1-1,0 0 1,0 1-1,0-1 1,1 0-1,-1 0 0,0 0 1,1 0-1,-1 0 1,0 0-1,1-1 1,-1 1-1,1 0 1,-1-1-1,1 1 0,0-1 1,2 1-1,11 5-126,-13-6 220,1 1-1,-1 0 0,0 0 0,1 0 1,-1 0-1,0 0 0,0 0 0,0 1 1,1-1-1,-1 1 0,-1-1 0,1 1 1,0 0-1,0 0 0,-1 0 0,1 0 1,-1 0-1,1 0 0,-1 0 0,0 1 1,0-1-1,0 0 0,0 1 0,-1-1 1,1 1-1,-1-1 0,1 1 0,-1-1 1,0 1-1,0-1 0,0 1 0,0-1 1,0 1-1,-1-1 0,1 1 0,-1-1 1,1 1-1,-1-1 0,0 0 0,0 1 1,-2 2-1,-2 4 335,0 1-1,-2-1 1,1 0 0,-1 0-1,0-1 1,-1 0 0,-16 14-1,1 1 307,19-19-648,0 1 1,0-1-1,-1 1 0,0-1 1,1-1-1,-1 1 0,-9 4 1,14-18-3811,2 6 2733,-1-1 0,1 1 0,0-1 0,1 1 1,-1 0-1,1 0 0,-1 0 0,1 0 0,6-5 0,22-22-6078</inkml:trace>
</inkml:ink>
</file>

<file path=ppt/ink/ink3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18:21.45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263 1 2017,'0'0'21479,"-21"5"-20252,-68 19-130,82-22-974,1-1 0,0 2 0,0-1-1,0 1 1,0 0 0,1 0 0,-1 0 0,1 1 0,0 0 0,0 0 0,0 0 0,0 1 0,1-1-1,-5 8 1,8-12-162,1 1 0,-1 0-1,1-1 1,-1 1 0,1 0-1,-1 0 1,1-1 0,-1 1-1,1 0 1,0 0 0,0 0-1,-1-1 1,1 1 0,0 0-1,0 0 1,0 0 0,0 0-1,0 0 1,0-1 0,0 1-1,0 0 1,0 0 0,0 0-1,1 0 1,-1-1 0,0 1-1,1 0 1,-1 0 0,0 0-1,1-1 1,-1 1 0,1 0-1,-1-1 1,1 1 0,-1 0-1,1-1 1,0 1 0,-1-1 0,1 1-1,0-1 1,0 1 0,-1-1-1,1 1 1,0-1 0,0 0-1,-1 1 1,1-1 0,0 0-1,0 0 1,1 1 0,60 10-1383,-36-7 810,-23-3 489,0 0-1,-1-1 1,1 1 0,-1 0-1,1 1 1,-1-1-1,1 0 1,-1 1-1,0-1 1,0 1 0,0-1-1,0 1 1,0 0-1,0 0 1,2 3 0,-3-3 100,0 0 1,-1-1 0,1 1 0,0-1-1,-1 1 1,0 0 0,1 0 0,-1-1 0,0 1-1,0 0 1,0 0 0,0-1 0,0 1-1,-1 0 1,1 0 0,0-1 0,-1 1 0,0 2-1,-2 2 138,0 0-1,0-1 0,-1 1 1,0-1-1,0 1 0,0-1 1,-1 0-1,1-1 1,-1 1-1,0-1 0,-6 4 1,-7 5 269,0-1 0,0-1 0,-1 0 0,0-2 1,-35 13-1,54-22-404,0 0 0,0 0 0,-1 0 0,1 0 0,0 0 0,0 0 0,0 0 1,-1 1-1,1-1 0,0 0 0,0 0 0,0 0 0,-1 0 0,1 0 0,0 0 0,0 0 1,0-1-1,0 1 0,-1 0 0,1 0 0,0 0 0,0 0 0,0 0 0,-1 0 0,1 0 1,0 0-1,0 0 0,0 0 0,0-1 0,0 1 0,-1 0 0,1 0 0,0 0 0,0 0 1,0 0-1,0-1 0,0 1 0,0 0 0,0 0 0,-1 0 0,1 0 0,0-1 0,0 1 0,0 0 1,0 0-1,0 0 0,0-1 0,0 1 0,0 0 0,0 0 0,0 0 0,0-1 0,0 1 1,0 0-1,0 0 0,0 0 0,1-1 0,-1 1 0,0 0 0,0 0 0,0 0 0,0 0 1,0-1-1,0 1 0,9-16-1913,24-21-3773,18-8-3832</inkml:trace>
</inkml:ink>
</file>

<file path=ppt/ink/ink3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18:22.04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526 13 6307,'0'0'15730,"-12"-3"-14081,8 2-1551,-3-1 17,0 0 0,-1 1 0,1-1 0,-1 2 0,1-1-1,-1 1 1,1 0 0,-1 1 0,1 0 0,-1 0 0,1 0 0,-12 4 0,-165 76 1881,159-68-1815,1 1 0,1 1 0,0 1 0,1 2 0,-24 23 0,43-39-189,1 1 1,0 0-1,0-1 1,0 1-1,0 0 1,0 0-1,1 0 1,-1 0-1,1 1 1,0-1-1,0 0 1,0 1 0,0-1-1,1 0 1,-1 4-1,1-5-34,0 0 1,0 0-1,1-1 1,-1 1-1,0 0 0,1 0 1,-1 0-1,1-1 0,0 1 1,0 0-1,-1-1 0,1 1 1,0-1-1,0 1 0,1-1 1,-1 1-1,0-1 0,0 0 1,1 1-1,-1-1 0,0 0 1,1 0-1,-1 0 0,1 0 1,0 0-1,-1 0 0,4 0 1,27 9-722,1-2 0,35 5 0,-41-9 155,-1 1-1,0 1 1,-1 1 0,31 13-1,-54-19 548,1 0-1,-1 1 0,1-1 0,-1 0 1,1 1-1,-1-1 0,0 1 0,0 0 1,0 0-1,0 0 0,0 0 0,0 0 1,0 0-1,-1 1 0,1-1 0,-1 1 1,0-1-1,1 1 0,-1-1 1,0 1-1,-1-1 0,1 1 0,0 0 1,-1 0-1,1-1 0,-1 1 0,0 5 1,-1-4 153,0 0 0,0 0 0,0 0 1,-1 1-1,0-1 0,1 0 0,-1-1 1,-1 1-1,1 0 0,0-1 1,-1 1-1,0-1 0,0 0 0,0 0 1,0 0-1,-6 4 0,-49 33 2073,-71 35 1,-19 12-126,129-74-3441,26-19-5687,17-13-1059,-9 5 6577,24-27-6705</inkml:trace>
</inkml:ink>
</file>

<file path=ppt/ink/ink3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18:22.29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251 1 9092,'0'0'8068,"-10"26"-4202,-68 174 1328,-51 187-1382,127-381-4460,-9 28-468,2-20-3363,-3-9-6581</inkml:trace>
</inkml:ink>
</file>

<file path=ppt/ink/ink3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18:22.81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22 8884,'0'0'14753,"21"0"-13277,169-4 567,-127-3-1686,61-2-180,-123 10-168,0-1 0,-1 1 0,1-1 0,0 1-1,-1 0 1,1-1 0,-1 1 0,1 0 0,0-1 0,-1 1 0,0 0 0,1 0-1,-1 0 1,1 0 0,-1-1 0,0 1 0,0 0 0,1 0 0,-1 0 0,0 0-1,0 0 1,0 0 0,0 0 0,0 0 0,0-1 0,0 1 0,-1 0 0,1 0-1,0 0 1,-1 1 0,1-1 28,0 102-290,3-102 107,1-1-1,-1 0 1,1 0 0,-1 0 0,1-1 0,-1 1 0,1-1 0,3-1-1,10-8-105,0 0-1,0-2 1,24-21-1,34-23-9,-56 49 1440,-17 19 1086,0 15-773,-1-25-1598,-1 0 0,2 0 1,-1 0-1,0-1 0,0 1 1,1 0-1,-1-1 0,0 1 1,1-1-1,0 1 0,-1-1 1,1 0-1,0 0 0,0 1 1,0-1-1,-1-1 0,1 1 1,0 0-1,1 0 0,-1-1 1,0 1-1,0-1 0,4 1 1,57 0-5074,-41-2 3083,38 1-3865,1 0-137</inkml:trace>
</inkml:ink>
</file>

<file path=ppt/ink/ink3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18:23.93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299 471 1553,'0'0'23080,"-21"-2"-21101,-70-5-605,85 6-1228,0 1-1,0 0 0,0 0 1,0 1-1,0 0 1,0 0-1,0 0 1,0 1-1,0 0 0,1 0 1,-1 0-1,1 1 1,-1 0-1,1 0 0,-9 6 1,4 0-72,1 1-1,0 0 1,0 0 0,-14 22-1,13-17 81,8-12-151,0 1 0,0-1 0,0 1 0,1 0 0,-1-1 0,1 1 0,0 0 0,0 0 0,1 0 0,-1 0 0,1 0 0,0 0 0,0 0 0,0 4-1,0-4-19,0-4 6,1 1 1,-1-1-1,0 1 0,0-1 0,1 1 0,-1-1 1,1 1-1,-1-1 0,0 1 0,1-1 0,-1 0 1,1 1-1,-1-1 0,1 0 0,-1 1 0,1-1 1,-1 0-1,1 0 0,-1 1 0,1-1 0,-1 0 1,1 0-1,-1 0 0,1 0 0,0 0 0,-1 0 1,1 0-1,-1 0 0,2 0 0,24 0-242,-19-1 160,1 1-15,1-1-1,0-1 1,0 0-1,0 0 1,-1-1-1,1 0 1,-1 0-1,0-1 1,0 0-1,13-9 1,8-7-520,34-32 1,-59 49 554,47-45-633,-1-3 0,-3-2 0,-2-2 0,-2-2 0,50-90 0,-87 138 850,0 0-1,-1 0 1,-1 0 0,1-1 0,-1 0 0,-1 0-1,0 0 1,0 0 0,-1 0 0,1-20 0,-13 31 2830,4 3-2791,1-1-1,-1 1 0,1-1 0,0 1 0,0 1 1,0-1-1,1 1 0,0 0 0,0 0 0,-6 8 1,-36 65 808,40-67-793,-10 18-40,2 1 0,0 0 1,2 1-1,1 0 0,2 1 0,1 0 0,2 1 1,0 0-1,0 61 0,5-90-178,1 1 0,0 0 0,1 0 0,-1 0 1,1-1-1,0 1 0,0 0 0,0-1 0,1 1 0,-1-1 0,4 7 0,-3-9-19,0 0-1,0 0 0,0 0 0,1 0 0,-1 0 0,1-1 1,-1 1-1,1-1 0,-1 1 0,1-1 0,0 0 0,0 0 1,-1 0-1,1-1 0,0 1 0,0-1 0,0 1 1,0-1-1,5 0 0,14 1-203,1 0 1,0-2-1,0 0 1,-1-2-1,1 0 0,-1-2 1,0 0-1,0-2 1,0 0-1,-1-1 0,0-1 1,0-1-1,34-24 1,-50 30 227,-1 0 1,1 0 0,-1-1-1,1 1 1,-1-1 0,-1 0-1,1-1 1,-1 1 0,0-1 0,0 1-1,0-1 1,-1 0 0,0 0-1,0 0 1,0 0 0,-1 0-1,0-1 1,0 1 0,-1 0-1,0-1 1,-1-12 0,1 18 55,-1-1 0,1 0 0,-1 1 0,0-1 1,1 0-1,-1 1 0,0-1 0,0 0 0,0 1 0,0 0 1,-1-1-1,1 1 0,0 0 0,0-1 0,-1 1 0,1 0 1,-1 0-1,1 0 0,-1 0 0,1 0 0,-1 1 0,0-1 1,1 0-1,-1 1 0,0-1 0,0 1 0,0 0 0,1-1 1,-1 1-1,0 0 0,0 0 0,-2 0 0,-7 0 182,0-1 0,-1 1 0,1 1 0,-14 2 0,19-1-195,0 0-1,0 0 1,0 0 0,0 0-1,1 1 1,-1 0 0,1 0-1,0 1 1,0-1 0,0 1 0,0 0-1,0 1 1,1-1 0,0 1-1,0 0 1,0 0 0,1 0-1,0 0 1,-6 12 0,8-14-43,0 0 0,0 1 0,0-1 1,0 1-1,0-1 0,1 1 0,0-1 1,0 1-1,0 0 0,0-1 0,0 1 1,1-1-1,-1 1 0,1-1 0,0 1 1,0-1-1,0 1 0,1-1 0,-1 0 1,1 0-1,0 1 0,0-1 0,0 0 1,0-1-1,0 1 0,1 0 0,-1-1 1,1 1-1,0-1 0,0 0 0,-1 0 1,2 0-1,-1 0 0,0 0 0,0-1 1,6 2-1,13 6-481,0-1 1,0-1-1,0-1 1,47 5-1,-36-8-1646,0-1 1,64-5-1,-93 2 1943,-1 1-1,1 0 1,0-1-1,0 0 0,0 0 1,-1 0-1,1 0 1,0-1-1,-1 1 1,1-1-1,-1 0 1,0 0-1,1-1 0,-1 1 1,0 0-1,0-1 1,-1 0-1,6-5 1,2-15 2660,-7-5 9159,-2 61-11262,0-28-409,1 0 1,-1 0-1,1-1 0,0 1 1,0-1-1,0 0 0,0 0 1,1 1-1,0-1 0,0-1 1,0 1-1,0 0 1,1-1-1,-1 0 0,1 1 1,0-2-1,0 1 0,0 0 1,0-1-1,0 0 1,1 1-1,-1-2 0,1 1 1,-1-1-1,1 1 0,0-1 1,0 0-1,-1-1 0,1 1 1,0-1-1,0 0 1,0 0-1,0-1 0,0 1 1,-1-1-1,1 0 0,0-1 1,-1 1-1,1-1 1,-1 0-1,1 0 0,-1 0 1,0 0-1,5-5 0,4-2 8,-1 0 0,0-1 0,-1-1 0,0 0 0,-1 0 0,0-1 1,0-1-1,7-15 0,-17 30 174,-1 0 1,1 0 0,-1 0 0,1 0-1,0 0 1,-1 0 0,1 0 0,0-1-1,0 1 1,1 0 0,-1 0 0,0 0-1,1 0 1,-1 0 0,1 0 0,-1 0-1,1-1 1,0 1 0,0 0 0,0 0 0,0-1-1,0 1 1,0-1 0,0 1 0,2 1-1,0 0-377,-1 0 0,1-1 0,0 1 0,-1 0 0,1-1 0,1 0 0,-1 0 0,0 0 0,0 0 0,1 0 0,-1-1 0,1 0 0,-1 1 0,8 0 0,5 0-1435,1 0 0,0-1 0,-1-1 0,1-1 0,-1 0 0,1-1 0,-1-1 0,25-7 0,7-16-7929</inkml:trace>
</inkml:ink>
</file>

<file path=ppt/ink/ink3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18:24.21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190 1 11189,'0'0'12819,"-17"24"-8985,-3 3-2912,8-12-490,0 1 1,1 1 0,1 0-1,1 0 1,0 1 0,1 0 0,-6 23-1,-3 12-341,3 1-1,1 1 0,4 0 0,1 1 1,1 62-1,7-116-92,0-1 1,0 1-1,0 0 1,1-1-1,-1 1 0,0-1 1,1 1-1,-1-1 1,1 0-1,0 1 0,-1-1 1,1 1-1,0-1 1,0 0-1,0 0 1,0 1-1,0-1 0,0 0 1,0 0-1,0 0 1,0 0-1,2 1 0,0 0 11,1-1 0,-1 1 0,1-1 0,0 0-1,-1 0 1,1 0 0,0 0 0,-1 0 0,5-1 0,3 1-566,-1-1 0,1-1 1,-1 0-1,1 0 1,-1-1-1,12-4 1,12-11-3686,-16-1-1332,-9-6-2920</inkml:trace>
</inkml:ink>
</file>

<file path=ppt/ink/ink3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18:24.41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73 4370,'0'0'24059,"128"9"-23595,-53-9-464,6-9-336,0-12-2385,7-1-3042,7-8-2128</inkml:trace>
</inkml:ink>
</file>

<file path=ppt/ink/ink3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18:25.33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440 71 8180,'0'0'13998,"2"-10"-12000,-1 6-1929,0 2 87,0-1 0,-1 1 0,1-1 0,-1 0 0,0 1 0,0-1 0,1 1-1,-2-1 1,1 0 0,0 1 0,0-1 0,-2-3 0,1 4-48,-1 0 0,1 1 0,-1-1 0,1 1 0,-1 0 0,0 0 0,0-1 0,1 1-1,-1 0 1,0 0 0,0 1 0,0-1 0,0 0 0,0 1 0,0-1 0,0 1 0,0-1 0,-1 1 0,1 0 0,0 0 0,0 0 0,-4 1 0,-43-3 493,1 3 1,-1 1-1,1 3 1,-1 2 0,-64 18-1,111-25-586,0 1-1,-1 0 1,1 0 0,0 0-1,0 0 1,0 0-1,-1 0 1,1 0 0,0 1-1,1-1 1,-1 1-1,0-1 1,0 1 0,1 0-1,-1 0 1,0 0 0,1 0-1,0 0 1,-2 4-1,2-4-26,1 0-1,0 0 0,0 0 0,0 0 0,0 0 1,0 0-1,0 0 0,1 0 0,-1 0 0,0 0 1,1-1-1,0 1 0,-1 0 0,1 0 0,0 0 1,0-1-1,0 1 0,0 0 0,1-1 0,-1 1 1,0-1-1,0 1 0,1-1 0,-1 0 0,1 0 1,1 2-1,68 50-493,-52-41 288,-2 0 0,1 1 1,-2 1-1,0 1 1,-1 0-1,0 1 1,23 34-1,-35-45 191,0 1 0,-1 0 0,0 0-1,1 0 1,-2 0 0,1 0-1,-1 0 1,0 0 0,0 0 0,-1 1-1,0-1 1,0 0 0,-1 1-1,1-1 1,-1 0 0,0 0 0,-1 0-1,0 0 1,0 0 0,0 0 0,-1 0-1,1 0 1,-2-1 0,1 0-1,0 1 1,-1-1 0,0 0 0,0-1-1,-1 1 1,-8 7 0,-28 16 883,-55 28 1,39-24 183,51-25-1215,19-3-218,26-3-513,-32-1 742,12-2-750,1 0 1,31-7-1,-32 5-390,1 0-1,31 0 1,-50 4 1307,-1 0-1,1 0 1,-1 0-1,1 1 1,-1-1 0,0 0-1,1 0 1,-1 1-1,1-1 1,-1 0-1,1 1 1,-1-1-1,0 0 1,1 1 0,-1-1-1,0 1 1,0-1-1,1 1 1,-1-1-1,0 0 1,0 1-1,0-1 1,1 1 0,-1-1-1,0 1 1,0-1-1,0 1 1,0-1-1,0 1 1,0-1-1,0 1 1,0 0 0,-1 18 374,1-17-276,-1 7 186,-1 0-1,0-1 1,0 1 0,-1-1-1,0 1 1,-1-1-1,0 0 1,0 0 0,-7 10-1,-20 43 1568,28-46-1529,0-1 0,1 1 0,1-1 0,0 1 0,0-1 0,2 1 1,3 23-1,-4-35-291,1 0 1,0 0-1,0 0 1,1-1 0,-1 1-1,1-1 1,-1 1-1,1-1 1,0 1-1,-1-1 1,1 0-1,1 0 1,-1 0 0,0 0-1,0 0 1,1 0-1,-1-1 1,1 1-1,-1-1 1,1 0-1,0 1 1,0-1 0,-1 0-1,1-1 1,0 1-1,0 0 1,4-1-1,11 3 38,0-2 0,1 0 0,24-3 0,-17 1-124,17 1 52,-82 11-2091,-3 10-4347,8-3-2593</inkml:trace>
</inkml:ink>
</file>

<file path=ppt/ink/ink3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18:31.83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211 10 992,'0'0'2780,"3"-2"-2134,4-2-89,-6 4-267,-1-1 0,1 0 1742,-1 1-1742,1-1 1,-1 1-1,0 0 0,0 0 0,1 0 1,-1 0-1,0 0 0,1-1 0,-1 1 1,0 0-1,0 0 0,1 0 0,-1 0 1,0 0-1,1 0 0,-1 0 0,0 0 1,1 0-1,-1 0 0,0 0 0,0 0 1,1 0-1,-1 0 0,0 1 0,1-1 1,-1 0-1,0 0 0,0 0 0,1 0 1,-1 10 3787,-3 11-6131,-84 428 3790,55-315-2515,-69 178 1,98-304 111,-2 7 180,5-5-5485</inkml:trace>
</inkml:ink>
</file>

<file path=ppt/ink/ink3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18:32.21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59 3057,'0'0'13417,"13"-8"-12760,40-26 90,-50 32-609,1-1 1,0 1 0,-1 1 0,1-1 0,0 1 0,0-1 0,0 1 0,0 0 0,0 0 0,0 1 0,0-1 0,0 1 0,0 0-1,0 0 1,1 1 0,-1-1 0,0 1 0,0 0 0,7 2 0,-8-2-37,0 1 0,0 0 0,0 0 1,0 0-1,0 0 0,0 1 0,-1-1 0,1 1 0,-1 0 1,0-1-1,0 1 0,0 0 0,0 0 0,0 1 0,0-1 1,-1 0-1,0 1 0,2 4 0,-1-2-58,-1-1 0,1 1 0,-1 0 0,0 0 0,-1 0 1,0-1-1,0 1 0,0 0 0,0 0 0,-1 0 0,-2 9 0,2-12-37,-1 1-1,0-1 1,0 0 0,0 0-1,0 0 1,0 0-1,-1 0 1,1-1 0,-1 1-1,0-1 1,1 0 0,-1 1-1,0-1 1,0-1-1,-1 1 1,1 0 0,0-1-1,-1 1 1,-5 1 0,-7 0 9,1 0 0,-1 0 0,0-2 0,0 0 0,-20-1 0,24 0-40,12 0-69,-1 0 0,0-1 0,1 1 0,-1-1 0,1 1 0,-1-1 0,1 1 0,-1 0 0,1-1 0,-1 0-1,1 1 1,-1-1 0,1 1 0,0-1 0,-1 0 0,1 1 0,0-1 0,-1 0 0,1 1 0,0-1 0,0 0 0,0 1 0,0-1 0,0 0 0,0 1 0,0-1 0,0 0 0,0-1 0,5-23-7385,12 12 1318</inkml:trace>
</inkml:ink>
</file>

<file path=ppt/ink/ink3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18:32.54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0 160 2913,'0'0'17203,"8"17"-15784,24 54-274,-21-45 495,-12-33-641,-2-11-866,3 16-116,0-21 181,0 1 1,2 0 0,0-1-1,1 1 1,7-22-1,-9 39-272,0 0 0,1 1-1,0-1 1,0 0 0,1 1-1,-1-1 1,1 1 0,0 0-1,0 0 1,1 0 0,-1 0-1,1 0 1,0 1 0,0 0-1,0 0 1,0 0 0,0 0-1,1 0 1,-1 1 0,1 0-1,0 0 1,0 0 0,-1 1-1,1-1 1,0 1 0,0 1-1,1-1 1,4 0 0,-1 1-637,-4-1-176,0 1 0,-1-1-1,1 1 1,0 1-1,0-1 1,0 1 0,0-1-1,-1 1 1,1 1-1,6 1 1,9 11-5494</inkml:trace>
</inkml:ink>
</file>

<file path=ppt/ink/ink3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18:32.74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 5 7299,'0'0'18313,"-14"99"-18057,14-110-6739,0-14 1216,0-6-1280,0-6-512</inkml:trace>
</inkml:ink>
</file>

<file path=ppt/ink/ink3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18:32.90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1793,'0'0'17064,"6"63"-17064,1-40-753,0 2-2816,0-3-3042</inkml:trace>
</inkml:ink>
</file>

<file path=ppt/ink/ink3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18:33.27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36 6019,'0'0'14622,"2"22"-12981,9 69-283,-11-85-1214,1 0-1,0 1 1,0-1-1,1 0 0,0 0 1,0 0-1,1 0 1,-1 0-1,4 5 1,-4-9-134,-1-1 0,1 1 1,-1-1-1,1 1 0,-1-1 1,1 1-1,0-1 1,-1 0-1,1 0 0,0 0 1,0 0-1,0 0 0,0-1 1,0 1-1,0 0 0,0-1 1,0 0-1,0 1 0,0-1 1,0 0-1,3 0 0,-4-1-16,0 0 0,0 1 0,0-1 0,1 0 0,-1 0 0,0 0 0,0 0 0,0 0 0,-1 0 0,1 0 0,0 0 0,0 0 0,0-1 0,-1 1 0,1 0 0,-1 0 0,1-1 0,-1 1 0,0 0 0,1-1 0,-1 0 0,12-45-121,-9 31 138,5-11 18,-3 10 10,-1 0 1,0 0 0,-1 0-1,1-18 1,-5 34-71,1 1 1,0-1 0,0 1-1,0-1 1,0 1-1,0-1 1,0 1 0,0-1-1,0 1 1,0-1-1,0 1 1,0-1 0,0 1-1,0-1 1,1 1-1,-1-1 1,0 1-1,0-1 1,0 1 0,1-1-1,-1 1 1,0-1-1,1 1 1,-1-1 0,0 1-1,1 0 1,-1-1-1,1 1 1,-1 0 0,0-1-1,1 1 1,-1 0-1,1 0 1,-1-1-1,1 1 1,-1 0 0,1 0-1,-1 0 1,1 0-1,-1 0 1,1-1 0,0 1-1,-1 0 1,1 0-1,-1 0 1,2 1-1,27 12-6186,-9-3 1576,11-3-1183,3-4-625</inkml:trace>
</inkml:ink>
</file>

<file path=ppt/ink/ink3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18:33.64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222 1 7059,'0'0'14308,"-19"1"-11771,-62 8-1021,74-8-1341,1 0 0,-1 1 0,1 0 0,-1 1 0,1-1 0,0 1 0,0 1 0,0-1 0,1 1 0,-1 0 0,1 0 0,0 0 0,0 1 1,0 0-1,1 0 0,0 0 0,0 0 0,0 1 0,0 0 0,-2 6 0,5-11-184,0 0-1,0 0 1,1 0-1,-1 0 1,0 1-1,1-1 1,-1 0-1,1 0 1,0 1-1,-1-1 1,1 0-1,0 0 1,0 1-1,-1-1 1,1 0-1,0 1 1,0-1-1,1 0 1,-1 0-1,0 1 1,0-1 0,1 0-1,-1 1 1,1-1-1,-1 0 1,1 0-1,-1 0 1,1 0-1,0 1 1,-1-1-1,1 0 1,0 0-1,0 0 1,0-1-1,0 1 1,0 0-1,0 0 1,0 0-1,0-1 1,0 1-1,0 0 1,1-1 0,-1 1-1,0-1 1,0 1-1,0-1 1,1 0-1,-1 0 1,0 0-1,1 1 1,-1-1-1,0 0 1,1 0-1,-1-1 1,0 1-1,0 0 1,2-1-1,12 1-340,-1-1 1,0-1-1,0-1 0,0 0 0,21-7 0,-34 11 388,0 0-1,0 0 1,0 0 0,0 0 0,0 0 0,0 1-1,0-1 1,-1 0 0,1 1 0,0-1 0,-1 0 0,0 1-1,1-1 1,-1 1 0,0-1 0,1 1 0,-1-1-1,0 0 1,0 1 0,-1 2 0,7 21-96,-2-22-183,-1 1 0,0-1 0,1 0 0,0 0 0,0-1 0,0 1 0,0-1 0,0 0 0,0 0 0,0 0 0,1 0 0,-1-1 0,1 0 0,0 0 0,-1 0 0,7 0 0,1 0-1814,0 0 0,0-1 0,1 0 1,-1-1-1,13-2 0,15-10-7005</inkml:trace>
</inkml:ink>
</file>

<file path=ppt/ink/ink3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18:33.92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163 1 272,'0'0'25393,"-19"24"-23376,-60 83-528,71-95-1223,1 0 1,1 0-1,0 1 1,1 0 0,0 0-1,1 0 1,1 1-1,0 0 1,1-1 0,-2 26-1,-1 7 155,1 1-421,1 76 0,3-79-1227,4-42 689,-1-1 1,0 0 0,0-1-1,1 1 1,-1-1-1,1 1 1,-1-1-1,0 0 1,1 0-1,-1 0 1,1-1-1,-1 1 1,0-1-1,6-1 1,17-16-4170,1-6-2616</inkml:trace>
</inkml:ink>
</file>

<file path=ppt/ink/ink3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18:34.12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4418,'0'0'19465,"102"0"-19001,-62 0-432,1 0-32,0 0-368,6 0-1649,-6 0-1665,-7 0-2785,-1 0-1552</inkml:trace>
</inkml:ink>
</file>

<file path=ppt/ink/ink3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18:34.56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56 53 272,'0'0'16402,"6"6"-15022,-1-1-1070,0-1 0,1 0 0,0 0 0,0 0 0,0-1 0,0 0 0,1 0 0,-1-1 1,1 1-1,0-1 0,-1-1 0,1 1 0,0-1 0,0-1 0,0 1 0,13-2 0,-18 1 128,-2-39 629,0 37-1008,-1-1 1,1 1-1,0-1 1,-1 0-1,1 1 1,-1-1-1,0 1 1,0-1-1,0 1 1,0 0-1,0-1 0,-1 1 1,1 0-1,-1 0 1,1 0-1,-1 0 1,0 0-1,0 0 1,0 1-1,0-1 1,0 0-1,0 1 0,0 0 1,-1-1-1,1 1 1,0 0-1,-1 0 1,1 0-1,-1 1 1,1-1-1,-5 0 1,3 0 86,0 1 0,0-1 1,1 1-1,-1 0 0,0 0 1,0 1-1,1-1 0,-1 1 1,0 0-1,1 0 0,-1 0 1,1 0-1,-1 1 1,1-1-1,-1 1 0,1 0 1,0 0-1,0 0 0,0 0 1,0 1-1,-5 4 0,3 0 1,-1 0 0,1 0 0,1 0 0,-1 0 0,1 1 0,1 0 0,0 0 1,0 0-1,0 0 0,1 0 0,0 1 0,0-1 0,1 1 0,1-1 0,-1 1 0,1-1 0,0 1 0,3 11 0,-3-17-143,1-1 1,-1 1-1,1-1 1,0 0 0,0 1-1,0-1 1,0 0 0,0 0-1,1 1 1,-1-1-1,1 0 1,-1 0 0,1-1-1,0 1 1,-1 0-1,1 0 1,0-1 0,0 1-1,4 1 1,0 0-30,0-1 0,0 1 1,0-1-1,0-1 0,1 1 0,-1-1 1,11 1-1,4-2-539,1 0 0,0-1 0,33-6 1,-10-4-3167,57-19 0,-27 3-4436</inkml:trace>
</inkml:ink>
</file>

<file path=ppt/ink/ink3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18:36.59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387 41 1008,'0'0'5432,"12"-5"-4362,3 0-593,-6 2 42,-1 0-1,1-1 1,-1 0-1,0 0 1,8-8 5073,-27 12 849,-24 1-6065,-6 11-271,0 2 0,1 2 0,1 2-1,0 1 1,2 2 0,-36 26 0,67-43-157,1 1 0,0-1 1,0 1-1,0 0 0,1 0 0,0 1 0,-6 9 1,9-14 36,0 0-1,0 0 1,1 0 0,-1 1 0,1-1 0,-1 0 0,1 1-1,-1-1 1,1 0 0,0 1 0,-1-1 0,1 0 0,0 1-1,0-1 1,0 1 0,0-1 0,1 0 0,-1 1 0,0-1-1,0 1 1,1-1 0,-1 0 0,1 1 0,-1-1 0,1 0-1,0 0 1,-1 1 0,1-1 0,0 0 0,0 0 0,0 0-1,0 0 1,0 0 0,0 0 0,0 0 0,0 0 0,0-1 0,0 1-1,1 0 1,-1-1 0,0 1 0,1-1 0,-1 1 0,2 0-1,102 27-1116,-80-23 1067,-1 1 0,0 1 0,-1 1 1,28 13-1,-48-20 58,-1 0 1,1 1-1,0-1 1,-1 0-1,1 1 1,-1 0-1,0-1 1,1 1 0,-1 0-1,0 0 1,0 1-1,0-1 1,0 0-1,-1 0 1,1 1-1,0 0 1,-1-1-1,0 1 1,0-1 0,0 1-1,0 0 1,0 0-1,0 0 1,-1 0-1,1 0 1,-1 0-1,0-1 1,0 1-1,0 0 1,0 0-1,-1 0 1,1 0 0,-1 0-1,0 0 1,1 0-1,-1-1 1,0 1-1,-3 4 1,-2 4 175,-1-1 1,0-1-1,-1 0 0,0 0 1,0 0-1,-1-1 1,0 0-1,-11 7 0,-7 6-35,-1-2 0,0-1 0,-1-1-1,-1-1 1,-1-2 0,-57 19 0,86-32-393,0-1 1,0 1 0,0-1-1,0 0 1,0 1 0,0-1-1,0 0 1,0 0 0,0 0 0,0 0-1,0 0 1,0-1 0,-2 0-1,3 0-200,1 0-1,-1 0 1,0 0-1,1 0 1,-1 0-1,1 0 1,-1 0-1,1 0 1,-1 0 0,1-1-1,0 1 1,-1 0-1,1 0 1,0 0-1,0-1 1,0 1-1,0 0 1,0 0-1,1-3 1,-1-30-9730</inkml:trace>
</inkml:ink>
</file>

<file path=ppt/ink/ink3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18:36.86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245 0 9220,'0'0'9493,"-61"122"-5716,47-70-655,7 2-2226,1-4-464,-1-3-96,0-6-159,-6-5-177,6-2 0,-7-5-32,7 1-577,-13-10-767,7-2-1073,-8-2-1937,1-7-3138,-7-9-3393</inkml:trace>
</inkml:ink>
</file>

<file path=ppt/ink/ink3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18:37.23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92 7587,'0'0'14975,"23"5"-13377,71 20-104,-89-22-1357,1 0-1,-1 0 0,0 1 1,0 0-1,0 0 1,-1 0-1,0 1 0,1-1 1,-1 1-1,-1 0 0,1 0 1,-1 0-1,0 1 0,0-1 1,0 1-1,-1 0 0,0 0 1,0 0-1,0 0 0,1 11 1,-1-9-42,1 6 38,0-6-81,-1 1 1,0 0-1,-1 0 0,1 13 1,-2-21 35,0-13 123,0-8-202,2 0 0,-1 0 0,2 0 0,1 0-1,10-33 1,-10 43-28,0-1-1,1 1 0,0 0 0,1 0 1,0 0-1,0 1 0,1 0 1,0 0-1,1 1 0,-1 0 0,2 0 1,8-6-1,-12 11-312,-1 0 0,1 1-1,0-1 1,-1 1 0,1 0 0,0 1 0,0-1 0,0 1-1,1 0 1,4 0 0,12 0-4198,0 3-3493,-3 2-648</inkml:trace>
</inkml:ink>
</file>

<file path=ppt/ink/ink3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18:37.42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41 71 12166,'0'0'15351,"-41"101"-15351,41-116-6932,7-13 3571,0-10-1361,6-3 1104,8-8-736</inkml:trace>
</inkml:ink>
</file>

<file path=ppt/ink/ink3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18:37.56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1249,'0'0'21017,"13"24"-20377,-6 6-559,0-3-81,0-2-2802,-1 0-4001,1-5-3970</inkml:trace>
</inkml:ink>
</file>

<file path=ppt/ink/ink3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18:37.93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22 0 7363,'0'0'21250,"-4"9"-20095,-13 26-349,17-34-793,0 0 0,0-1 0,0 1 0,0-1 0,0 1-1,0 0 1,0-1 0,0 1 0,0-1 0,0 1 0,0 0 0,0-1 0,1 1 0,-1-1 0,0 1-1,0-1 1,1 1 0,-1-1 0,1 1 0,-1-1 0,0 1 0,1-1 0,-1 1 0,1-1 0,-1 0-1,1 1 1,-1-1 0,1 0 0,-1 1 0,1-1 0,-1 0 0,1 0 0,-1 1 0,1-1 0,0 0-1,-1 0 1,1 0 0,-1 0 0,1 0 0,0 0 0,-1 0 0,1 0 0,0 0 0,34 1 365,-30-2-353,54 1-927,-58 0 1020,-1 4-128,0-1 0,0 1 0,0-1 1,0 1-1,1-1 0,-1 0 0,1 1 1,0-1-1,0 1 0,0-1 0,1 0 1,-1 0-1,3 4 0,-2-5-396,0 0 0,1 0 0,-1-1 0,0 1 0,1-1 0,-1 1 0,1-1-1,-1 0 1,1 0 0,0 0 0,-1 0 0,1 0 0,0-1 0,0 1 0,-1-1 0,1 0 0,5 0 0,60 0-12499,-23 0 2783</inkml:trace>
</inkml:ink>
</file>

<file path=ppt/ink/ink3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18:38.44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874 1 6707,'0'0'18582,"-19"1"-16632,-62 6-416,79-7-1441,-1 0 0,0 1-1,0-1 1,0 1 0,1 0-1,-1 0 1,0 0 0,1 0-1,-1 0 1,1 0 0,-1 1-1,1 0 1,0-1 0,-1 1-1,1 0 1,0 0 0,0 0-1,0 0 1,1 0 0,-1 1-1,0-1 1,1 1 0,-2 2-1,1 2-53,0-1-1,1 0 0,0 0 0,0 0 0,1 1 0,0-1 1,0 9-1,0-4-60,1-10 4,0 0 0,0 0 1,-1 0-1,1-1 0,0 1 0,0 0 0,0-1 1,0 1-1,0-1 0,0 1 0,0-1 0,0 0 1,0 1-1,0-1 0,1 0 0,-1 0 0,0 1 1,0-1-1,0 0 0,0 0 0,0 0 0,1 0 1,-1-1-1,1 1 0,32-4-524,-29 1 466,1-1 1,-2 1-1,1-1 1,0 0-1,-1 0 1,5-5-1,-6 6 45,-1 0-1,1-1 0,0 1 0,0 1 0,1-1 0,-1 0 1,0 1-1,1 0 0,0-1 0,0 1 0,-1 1 0,1-1 1,0 1-1,0-1 0,9 0 0,-13 2 28,1 0 0,0 1 0,-1-1 0,1 1 0,-1 0 0,1-1 0,-1 1 0,1-1 0,-1 1 0,0 0 1,1-1-1,-1 1 0,0 0 0,1-1 0,-1 1 0,0 0 0,0 0 0,0-1 0,0 1 0,0 0 0,0 0 0,0-1 0,0 1 0,0 0 0,0 1 0,0 31 80,0-22-38,-5 58 142,-3-1 0,-3 1 0,-37 125 0,26-110-111,6-19 181,-3-2 0,-3 0-1,-51 105 1,61-146-128,0-1 1,-1-1-1,-1 0 0,-1-1 0,-1-1 1,-1 0-1,0-1 0,-1-1 1,-1 0-1,0-2 0,-1 0 0,-1-1 1,-36 17-1,43-25-122,-1 0 0,0-1 0,0 0 0,0-1 0,-31 2 0,40-5 0,0 0 0,0 0 0,0 0 0,-1 0 0,1-1 0,0 0 0,0 0 0,0-1 0,0 0 0,0 0 0,1 0 0,-1 0 0,1-1 0,-1 0 0,1-1 0,0 1 0,-6-6 0,-43-64 77,42 55-451,0 0 1,-27-29 0,35 43-312,1 1 0,-1-1 1,1 0-1,0 0 0,1 0 0,-5-8 1,-1-16-8940,2 11-1184</inkml:trace>
</inkml:ink>
</file>

<file path=ppt/ink/ink3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18:42.92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65 320,'0'0'13884,"2"-4"-10051,9-12-2053,-6 13-1351,-3 1-273,1-1 0,0 1-1,0 0 1,0 1 0,1-1 0,-1 1 0,0-1-1,1 1 1,-1 0 0,1 0 0,-1 0 0,7 0 0,-9 21 110,1 29 403,0-35-637,0 1-1,-2-1 1,0 0 0,0 0-1,-2 0 1,0 0-1,0 0 1,-1 0-1,-7 19 1,-5-14-266,14-19 219,1 0 0,0 0 0,0 0 0,-1 0 0,1 0 0,0 0-1,-1 0 1,1 0 0,0 0 0,0 0 0,-1 0 0,1 0 0,0 0 0,0 0 0,-1-1 0,1 1 0,0 0 0,0 0 0,-1 0-1,1 0 1,0 0 0,0-1 0,0 1 0,-1 0 0,1 0 0,0 0 0,0-1 0,0 1 0,0 0 0,-1 0 0,1-1 0,0 1 0,0 0-1,0 0 1,0-1 0,0 1 0,0 0 0,0 0 0,0-1 0,0 1 0,-1-4-38,1 1 1,0 0-1,0 0 0,0 0 1,0 0-1,0-1 0,1 1 0,-1 0 1,1 0-1,0 0 0,0 0 1,2-3-1,8-13 26,1 0 0,1 1 0,1 0 0,1 1 1,0 1-1,1 0 0,0 2 0,1-1 0,1 2 0,1 0 0,34-17 0,-50 28 98,-1 1 0,1-1 0,0 1-1,0 0 1,0 0 0,0 0 0,1 0-1,-1 1 1,0-1 0,0 1 0,0 0-1,0 0 1,1 0 0,4 1 0,-6 0 5,0 0 0,0 0 1,0 0-1,0 1 0,0-1 1,0 1-1,0-1 0,-1 1 0,1 0 1,-1 0-1,1-1 0,-1 1 1,1 0-1,-1 0 0,0 0 1,0 1-1,0-1 0,0 0 1,0 5-1,2 4 53,-1 0-1,0 0 1,-1 0-1,0 0 1,-1 1-1,-1 13 1,0 4-90,-8-15-930</inkml:trace>
</inkml:ink>
</file>

<file path=ppt/ink/ink3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18:43.38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233 0 11013,'0'0'12862,"-10"2"-12270,-6 3-212,0 1-1,1 0 0,-1 2 0,1 0 1,1 0-1,-1 1 0,1 1 1,1 0-1,0 1 0,-19 21 1,-3 18 544,27-22-810,8-27-120,0 0 0,0 0 0,0-1 0,0 1 0,1 0 0,-1 0 0,0-1 0,1 1 0,-1 0 0,0-1 0,1 1 0,-1 0 0,1-1 1,-1 1-1,1-1 0,0 1 0,-1 0 0,1-1 0,-1 0 0,1 1 0,0-1 0,-1 1 0,1-1 0,0 0 0,0 1 0,-1-1 0,1 0 0,0 0 0,0 0 0,1 1 0,5 0-29,0 1 0,0-1 0,1 0 0,-1-1 0,0 0 0,1 0 0,-1-1 0,0 0 0,0 0 0,0 0 0,1-1 0,-1 0 0,0-1 0,-1 1 0,1-1 0,0-1 0,-1 1 0,0-1 0,0 0 0,0-1 0,0 1 0,-1-1 0,0 0 0,0-1 0,0 1 0,0-1-1,-1 0 1,0 0 0,6-12 0,-9 22 85,0 0 0,0 1 0,0-1 0,1 0 0,0 0 0,-1 0 0,2 0 0,-1 0 0,0 0 0,1-1 0,0 1 0,6 6 0,-7-7-493,1-1 0,0 1 0,0 0 0,0-1 0,0 1 0,0-1 0,1 0 0,-1 0 0,1 0 0,0-1 0,-1 1 0,1-1 0,8 2 0,19-2-4898,3-1-3052</inkml:trace>
</inkml:ink>
</file>

<file path=ppt/ink/ink3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18:44.03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43 10293,'0'0'13739,"5"4"-12738,-1 2-796,0 0 1,-1 0-1,0 0 1,0 1-1,0-1 0,-1 1 1,0 0-1,0 0 1,-1-1-1,1 1 0,-2 0 1,1 0-1,-1 0 1,-1 14-1,1-21-221,5-7-1179,20-15 1029,1 2 0,1 0-1,1 2 1,0 1 0,1 2 0,53-21 0,-81 36 188,-1-1 1,1 1 0,0-1-1,0 1 1,0-1-1,0 1 1,0 0 0,0-1-1,0 1 1,0 0-1,0 0 1,0 0 0,0 0-1,0 0 1,0 0-1,0 0 1,0 0 0,0 0-1,0 0 1,0 1-1,0-1 1,0 0 0,0 1-1,0-1 1,0 1-1,0-1 1,0 1 0,0-1-1,0 1 1,-1 0-1,1-1 1,0 1 0,0 0-1,-1-1 1,2 3-1,-1 1 210,0 0 0,-1 0 1,1 0-1,-1 0 0,0 0 0,0 0 0,-1 8 0,0 10-168,1-22-72,0 0 0,0 1 0,1-1 0,-1 0-1,0 0 1,0 1 0,1-1 0,-1 0 0,0 0-1,0 0 1,1 1 0,-1-1 0,0 0 0,1 0-1,-1 0 1,0 0 0,1 0 0,-1 0 0,0 0-1,1 0 1,-1 0 0,0 0 0,1 0 0,-1 0-1,1 0 1,-1 0 0,0 0 0,1 0 0,-1 0-1,0 0 1,1 0 0,-1 0 0,0 0 0,0-1-1,1 1 1,-1 0 0,0 0 0,1 0 0,-1-1-1,1 1 1,15-8-117,-16 8 125,33-21-30,-18 12 41,-1 0 0,2 1-1,18-7 1,-34 14 28,1 1-1,0 0 1,-1 1 0,1-1-1,0 0 1,-1 0 0,1 0-1,-1 0 1,1 0 0,0 1-1,-1-1 1,1 0 0,-1 0-1,1 1 1,-1-1-1,1 1 1,-1-1 0,1 0-1,-1 1 1,1-1 0,-1 1-1,1-1 1,-1 1 0,0-1-1,1 1 1,-1-1 0,0 1-1,0-1 1,1 1 0,-1 0-1,0-1 1,0 1-1,0 0 1,0-1 0,0 1-1,0-1 1,0 1 0,0 0-1,0-1 1,0 1 0,0 0-1,0 0 1,0 37 179,-1-30-108,1 0 88,0 14-1797,5-15-2999,4-8-4412</inkml:trace>
</inkml:ink>
</file>

<file path=ppt/ink/ink3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18:44.50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 43 9524,'0'0'12585,"-3"8"-11772,-6 27-319,9-34-463,0 0-1,0 0 1,0 0-1,0 0 1,0 0-1,1 0 1,-1 0-1,0 0 1,0 0 0,1 0-1,-1 0 1,0-1-1,1 1 1,-1 0-1,1 0 1,0 0-1,-1 0 1,1 0-1,-1-1 1,1 1 0,0 0-1,0-1 1,0 1-1,-1 0 1,1-1-1,0 1 1,0-1-1,0 1 1,0-1-1,0 0 1,0 1 0,0-1-1,0 0 1,0 0-1,0 1 1,0-1-1,1 0 1,39 3 542,-40-3-562,12 0 75,-3 1-95,-1-1 1,1-1-1,-1 1 1,16-5-1,-20 4-29,-1-1 1,1 0-1,-1 0 0,0-1 0,0 1 0,0-1 0,0 0 0,-1 0 1,1 0-1,-1-1 0,6-6 0,-6 7 71,-1-1-1,1 1 1,0-1-1,-1 0 1,0 0-1,0 0 1,0 0-1,-1 0 1,1-1-1,-1 1 1,0 0-1,0-1 1,0 1-1,-1-1 1,1-5-1,-43 12 1481,33 2-1309,1 0 0,0 0 0,0 1 1,0 0-1,0 0 0,1 1 0,0 0 0,0 1 0,1-1 0,-10 13 1,12-14-68,0-1 1,1 1-1,0 0 1,0 1 0,0-1-1,0 1 1,1-1-1,-1 1 1,2 0-1,-1 0 1,1-1 0,-1 1-1,2 0 1,-1 1-1,1-1 1,0 0 0,0 7-1,1-11-132,0 0 0,0 0 0,0-1 0,0 1 0,0 0 0,0-1 0,1 1 0,-1-1 0,0 1 0,1-1 0,-1 0 0,1 0 0,0 0 0,-1 0 0,1 0 0,0 0 0,0 0-1,-1 0 1,1 0 0,0-1 0,0 1 0,0-1 0,0 0 0,0 1 0,3-1 0,59 2-333,-50-3 2,-1 1-488,0-1 0,-1 0 0,24-6 1,32-19-6463,-13-4-3745</inkml:trace>
</inkml:ink>
</file>

<file path=ppt/ink/ink3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18:54.00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210 0 2177,'0'0'7988,"12"2"-4048,-10 3-3631,-1 1-1,0-1 1,-1 0 0,1 0-1,-1 1 1,0-1 0,0 0-1,-2 9 1,1 7 267,-1 17-76,-1-1 1,-2 1-1,-2-1 1,-14 48-1,-59 145-122,55-164-334,20-50-246,-31 71-74,33-82-357,0 1-1,-1-1 1,1 1-1,-1-1 1,-1 0 0,-6 7-1,5-10-1654,5-16-9790</inkml:trace>
</inkml:ink>
</file>

<file path=ppt/ink/ink3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18:54.31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5218,'0'0'7967,"21"1"-6260,72 3-549,-85-2-1027,1 0 0,-1 0 1,0 0-1,0 1 0,0 0 0,0 1 1,0 0-1,-1 0 0,0 1 0,0 0 1,0 0-1,0 0 0,-1 1 0,0 0 1,0 0-1,-1 1 0,1 0 0,-1 0 0,-1 0 1,7 13-1,-10-18-122,0 0 1,1 0-1,-1 0 1,-1 0 0,1 0-1,0 0 1,0 0-1,-1 1 1,1-1-1,-1 0 1,0 0-1,0 0 1,1 1-1,-2-1 1,1 0-1,0 1 1,0-1-1,-1 0 1,1 0-1,-1 0 1,1 1-1,-1-1 1,0 0-1,0 0 1,0 0-1,0 0 1,-1 0-1,1-1 1,0 1-1,-1 0 1,1 0-1,-1-1 1,0 1-1,0-1 1,1 0-1,-1 1 1,0-1 0,0 0-1,0 0 1,-3 1-1,-9 4-5,-1-1-1,-1-1 1,1 0-1,-30 4 1,2-1-71,19-3-290,26-16-11278</inkml:trace>
</inkml:ink>
</file>

<file path=ppt/ink/ink3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18:54.62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1 212 7251,'0'0'10573,"1"21"-8631,4 105 1321,-5-126-3041,0-3-54,4-36-81,1 0 0,2 0 1,1 0-1,2 1 0,2 1 0,23-50 1,-34 84-95,0 0 1,0 0-1,1 1 1,0-1-1,-1 1 1,1-1-1,0 1 0,0 0 1,0 0-1,1 0 1,-1 0-1,4-2 1,-5 3-168,0 1 1,0-1-1,0 1 1,0-1-1,0 1 0,0 0 1,0-1-1,0 1 1,0 0-1,0 0 1,0 0-1,0 0 0,1 0 1,-1 0-1,0 0 1,0 0-1,0 0 1,0 1-1,0-1 0,0 0 1,0 1-1,0-1 1,0 1-1,0-1 1,0 1-1,0-1 0,0 1 1,0 0-1,-1 0 1,1-1-1,0 1 1,0 0-1,-1 0 0,1 0 1,0 0-1,0 1 1,12 15-6433,7 1-3206</inkml:trace>
</inkml:ink>
</file>

<file path=ppt/ink/ink3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18:54.84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35 0 2609,'0'0'21706,"-21"115"-21002,21-101-479,-6-3-225,6-4 0,0-5-1121,-7-20-14118,7-11 7251</inkml:trace>
</inkml:ink>
</file>

<file path=ppt/ink/ink3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18:5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6643,'0'0'5491,"34"131"-15816</inkml:trace>
</inkml:ink>
</file>

<file path=ppt/ink/ink3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18:55.37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28 102 10981,'0'0'11381,"-5"21"-9476,-3 7-1382,4-15-205,1 1 0,0-1 1,1 1-1,1 0 0,0 0 0,1 17 1,0-30-308,0 1-1,0-1 1,1 1 0,-1-1 0,1 0 0,-1 1-1,1-1 1,0 0 0,-1 0 0,1 1 0,0-1 0,0 0-1,0 0 1,0 0 0,0 0 0,0 0 0,0 0 0,0 0-1,0 0 1,0-1 0,1 1 0,-1 0 0,0-1 0,1 1-1,-1-1 1,0 1 0,1-1 0,-1 1 0,0-1-1,1 0 1,-1 0 0,1 0 0,2 0 0,-1 0-5,0 0 1,0 0-1,-1 0 1,1 0-1,0 0 0,0-1 1,0 1-1,0-1 1,0 0-1,0 0 1,-1 0-1,1 0 0,0-1 1,-1 1-1,1-1 1,3-2-1,3-7-6,0-1 1,-1-1-1,0 1 0,0-1 0,-2-1 0,0 1 0,5-16 1,27-104 73,-33 114-38,-5 19-39,0-1-1,0 1 0,0 0 0,0-1 1,0 1-1,0 0 0,0-1 0,0 1 1,0 0-1,0 0 0,0-1 1,0 1-1,1 0 0,-1-1 0,0 1 1,0 0-1,0 0 0,0-1 1,1 1-1,-1 0 0,0 0 0,0-1 1,0 1-1,1 0 0,-1 0 0,0 0 1,1-1-1,-1 1 0,0 0 1,0 0-1,1 0 0,-1 0 0,0 0 1,1 0-1,-1 0 0,0 0 0,1 0 1,-1 0-1,0 0 0,1 0 1,-1 0-1,0 0 0,0 0 0,1 0 1,-1 0-1,0 0 0,1 0 0,-1 0 1,17 15-1782,6 3-2611,32-7-7318,-17-10 3465</inkml:trace>
</inkml:ink>
</file>

<file path=ppt/ink/ink3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18:55.76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241 0 8644,'0'0'12638,"-22"6"-10355,-75 19-695,89-23-1379,0 0 1,0 1-1,0 0 1,1 1-1,0 0 0,-1 0 1,2 0-1,-1 1 1,0 0-1,1 1 1,0-1-1,0 1 0,0 0 1,1 1-1,-7 10 1,11-16-218,0 0-1,1 0 1,-1 0 0,1-1 0,-1 1 0,1 0 0,0 0-1,-1 0 1,1 0 0,0 0 0,-1 0 0,1 0 0,0 0-1,0-1 1,0 1 0,0 0 0,0 0 0,0 0 0,0 0-1,0 0 1,1 0 0,-1 0 0,0 0 0,0 0 0,1 0 0,-1 0-1,1 0 1,-1-1 0,0 1 0,1 0 0,0 0 0,-1 0-1,1-1 1,0 1 0,-1 0 0,1-1 0,0 1 0,-1-1-1,1 1 1,0-1 0,0 1 0,0-1 0,0 1 0,0-1-1,0 0 1,-1 1 0,1-1 0,1 0 0,7 1-114,-1 0-1,0-1 1,1 0 0,15-2 0,-3 0 172,53-2-807,-68 40 719,-5-33-256,0 0 0,0 1 1,-1-1-1,2 0 0,-1 0 0,0 0 0,1 0 0,-1-1 0,1 1 0,3 4 1,-3-6-242,-1 0 1,1 0 0,-1 0 0,1 0 0,0-1 0,-1 1 0,1 0 0,0-1-1,0 1 1,0-1 0,-1 0 0,1 1 0,0-1 0,0 0 0,0 0 0,0 0-1,-1 0 1,1-1 0,0 1 0,3-1 0,21-7-6643</inkml:trace>
</inkml:ink>
</file>

<file path=ppt/ink/ink3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18:56.04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82 1 11605,'0'0'9797,"0"21"-7634,-1 28-797,-1 1-1,-3-1 0,-14 64 1,-36 99-1665,84-212-3402,-24-1 2866,1 0-1,0-1 1,0 0-1,-1 0 1,1 0-1,-1-1 0,0 0 1,0 0-1,0 0 1,0 0-1,6-7 1,-8 9 214,24-21-6700</inkml:trace>
</inkml:ink>
</file>

<file path=ppt/ink/ink3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18:56.23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68 768,'0'0'20954,"115"-56"-20314,-81 49-592,6 3-48,-6 4-464,-7 0-1793,-6 0-2209,-1 0-3506</inkml:trace>
</inkml:ink>
</file>

<file path=ppt/ink/ink3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18:56.65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31 59 7780,'0'0'10164,"10"5"-9564,-7-4-537,45 19 473,-45-18-519,0-1-1,-1-1 1,1 1-1,0 0 1,0-1-1,0 1 1,-1-1-1,1 0 1,0 0-1,0 0 1,0 0-1,0 0 1,0-1-1,-1 1 1,1-1-1,0 0 0,0 0 1,-1 0-1,4-2 1,-5 2 38,0 0 0,0 0 0,0 0 0,0 0 0,0 0 0,0-1 1,0 1-1,0 0 0,-1-1 0,1 1 0,0-1 0,-1 1 0,1-1 0,-1 1 0,0-1 0,1 1 0,-1-1 0,0 1 0,0-1 1,0 1-1,0-1 0,0 0 0,-1 1 0,1-1 0,0 1 0,-1-1 0,1 1 0,-1-1 0,0-1 0,0 1 109,0 0 0,0 0-1,-1 0 1,1 0-1,-1 0 1,1 0-1,-1 0 1,0 0 0,1 0-1,-1 1 1,0-1-1,0 1 1,0 0-1,0-1 1,-1 1 0,1 0-1,-4-1 1,-2 0 305,-1 0 1,1 0-1,-1 1 0,1 1 1,-15 0-1,21 0-363,0 0 0,-1 0 0,1 0-1,0 1 1,0-1 0,0 1 0,-1-1 0,1 1 0,0 0-1,0 0 1,0 0 0,0 0 0,0 0 0,0 0 0,1 1-1,-1-1 1,0 1 0,1-1 0,-1 1 0,1 0-1,-1-1 1,1 1 0,0 0 0,0 0 0,-2 4 0,0 2 26,1 1 0,0 0 0,1 0 0,0 0 0,0 1 0,1-1 0,0 0 0,0 0 0,1 0 0,1 0 0,-1 0 0,2 0 1,-1 0-1,7 15 0,-6-18-221,0-1 0,0 1 0,0-1 0,0 0 0,1 0 0,0 0 0,0-1 0,0 1 0,1-1 0,-1 0 0,1-1 0,0 1 0,0-1 0,1 0 0,-1 0 0,1 0 0,-1-1 0,1 0 0,0 0 0,0 0 0,0-1 0,0 0 0,11 1 0,-1-1-1257,1-1 0,-1 0 0,1-1 0,-1-1 0,22-5 0,35-24-5686</inkml:trace>
</inkml:ink>
</file>

<file path=ppt/ink/ink3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18:58.09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386 9 464,'0'0'15026,"-28"-9"-10261,17 10-4424,0 0 1,-1 1 0,1 0 0,1 1 0,-1 0-1,0 0 1,1 1 0,-18 10 0,-78 52 994,79-48-797,-24 22 365,49-38-894,-1 1 0,1-1 0,0 1 0,0 0 0,0 0 0,0 0 0,1 0 0,-1 0 0,1 0 0,-1 1 0,1-1 1,0 0-1,1 1 0,-1-1 0,0 7 0,2-8-28,-1 0 0,1 0 0,0-1 0,-1 1 1,1 0-1,0-1 0,0 1 0,0-1 0,1 1 1,-1-1-1,0 0 0,0 1 0,1-1 0,-1 0 0,1 0 1,-1 0-1,1 0 0,3 1 0,37 19-386,-39-20 365,17 8-121,2-1-3,0 2 1,-1 0 0,-1 1-1,0 1 1,0 0 0,22 21-1,-41-32 160,0 0 0,0 0-1,0 0 1,0 0 0,0 0-1,0 1 1,-1-1 0,1 0-1,0 0 1,-1 1 0,1-1-1,-1 0 1,1 1 0,-1-1-1,0 0 1,0 1 0,1-1 0,-1 0-1,0 1 1,0-1 0,-1 1-1,1-1 1,0 0 0,0 1-1,-1-1 1,1 0 0,0 1-1,-1-1 1,1 0 0,-1 0-1,0 1 1,1-1 0,-1 0-1,0 0 1,0 0 0,0 0-1,0 0 1,0 0 0,0 0-1,0 0 1,-2 1 0,-7 5 113,0 0 1,0 0 0,-22 10 0,16-9-44,-44 26 161,29-15-458,-1-2-1,-50 20 0,78-36-1524,4-5-2703,0-19-3920</inkml:trace>
</inkml:ink>
</file>

<file path=ppt/ink/ink3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18:58.32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197 1 13686,'0'0'2433,"-68"120"-256,48-55 2482,6 0-3091,7-6-959,7-7-17,-6-9-496,6-9-96,-7-7-16,7-7-304,-14-4-769,7-7-912,-6-7-1360,-7-2-1826,-1 0-2352</inkml:trace>
</inkml:ink>
</file>

<file path=ppt/ink/ink3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18:58.71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11 6931,'0'0'9138,"25"-3"-5422,5-1-2658,43 1 0,-70 3-966,0 0 0,0 1 0,0 0 0,0-1 1,0 1-1,0 0 0,0 1 0,0-1 0,-1 0 0,1 1 1,0 0-1,-1-1 0,1 1 0,-1 0 0,0 0 0,0 0 1,1 1-1,-1-1 0,-1 1 0,1-1 0,0 1 0,-1-1 0,1 1 1,1 4-1,3 3 258,0 1-58,0 1-1,0 0 1,-1 0-1,-1 0 1,0 0 0,0 1-1,3 22 1,-4 3 346,0 52 1,-3-90-524,0-14 279,2-5-375,0 1-1,2-1 0,0 1 0,1 0 0,0 0 0,2 1 0,0 0 1,1 0-1,15-23 0,-19 33 61,1 1-1,0-1 1,0 1 0,0 1 0,11-10 0,11 3-1155,-25 12 687,0-1 0,-1 1 1,1 0-1,0 0 0,-1 0 1,1 1-1,0-1 0,-1 0 1,1 1-1,0-1 0,-1 1 1,1-1-1,-1 1 0,1 0 1,2 1-1,31 21-12089,-9-13 2986</inkml:trace>
</inkml:ink>
</file>

<file path=ppt/ink/ink3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18:58.90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48 0 6771,'0'0'23515,"-41"82"-23419,41-78-96,0-15-9332,0-14 1344,-7-9-2753</inkml:trace>
</inkml:ink>
</file>

<file path=ppt/ink/ink3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18:59.05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13094,'0'0'9428,"27"138"-10564,-13-109-2274,-1-2-5442</inkml:trace>
</inkml:ink>
</file>

<file path=ppt/ink/ink3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18:59.45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 1 16712,'0'0'12896,"-3"14"-12381,-9 44-208,12-57-302,0 0 1,0-1-1,0 1 1,0 0-1,1 0 1,-1 0-1,0-1 1,0 1-1,0 0 1,1 0-1,-1-1 1,0 1-1,1 0 1,-1 0-1,0-1 0,1 1 1,-1 0-1,1-1 1,-1 1-1,1-1 1,0 1-1,-1 0 1,1-1-1,0 0 1,-1 1-1,1-1 1,0 1-1,-1-1 1,1 0-1,0 1 1,0-1-1,-1 0 0,1 0 1,0 0-1,1 1 1,29-1 37,-24-1-67,1 2-106,1-1 0,0-1-1,0 0 1,-1 0 0,1 0 0,-1-1 0,1 0-1,-1-1 1,0 0 0,0 0 0,0-1 0,0 0 0,-1 0-1,11-8 1,-13 19 2512,19 24-2558,-19-28-127,1 1-1,-1-1 1,0 0-1,1 0 1,-1 0-1,1-1 0,0 1 1,0-2-1,0 1 1,0-1-1,9 2 0,2-2-2715,0 0 0,1-1 0,16-3 0,6-2-6270</inkml:trace>
</inkml:ink>
</file>

<file path=ppt/ink/ink3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18:59.91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800 0 9957,'0'0'15924,"-23"12"-14755,-71 39-348,90-49-730,-1 1-1,0 0 1,1 0-1,0 0 1,-1 0-1,1 1 1,-6 7-1,9-10-68,0 1 0,0-1-1,1 1 1,-1 0 0,1-1-1,-1 1 1,1 0 0,0-1 0,-1 1-1,1 0 1,0 0 0,0-1 0,0 1-1,1 2 1,-1 7-74,1-11 49,-1 1 0,0 0-1,1-1 1,-1 1 0,0 0-1,1-1 1,-1 1 0,1-1-1,-1 1 1,1-1 0,0 1-1,-1-1 1,1 0-1,-1 1 1,1-1 0,0 0-1,-1 1 1,1-1 0,0 0-1,0 0 1,-1 1 0,1-1-1,0 0 1,0 0 0,-1 0-1,1 0 1,0 0 0,1 0-1,28 0-25,-25 0 6,29-2-347,43-7 0,28-1-379,-104 10 751,-1 1 0,1-1 0,-1 0 0,1 1 0,-1-1 0,1 0 0,-1 1 0,1-1 0,-1 1 0,0-1 0,1 1 0,-1-1 0,1 1 0,-1-1 0,0 1 0,0-1 0,1 1 0,-1 0 0,0-1 0,0 1 0,0-1 0,1 1 0,-1 0 0,0-1 0,0 1-1,0-1 1,0 1 0,0 0 0,-1 0 0,1 28 150,0-20-51,-4 59 342,-2 0-1,-21 84 0,11-62-336,9-48 83,-2-1 1,-1-1-1,-3 0 0,0 0 1,-36 67-1,39-89-18,-1-1 0,0 0 0,-1-1 0,-1 0 0,0-1 0,-2-1 0,1 0 0,-2-1 0,0 0 0,0-1 0,-1-1-1,-1-1 1,1 0 0,-24 8 0,9-8-158,-1-2 0,0-1 0,0-1 0,0-2 0,-1-2 0,-50-1 0,74-1-19,-1-1 1,1 0-1,0 0 0,0-1 1,0 0-1,0 0 0,1-1 0,-1-1 1,1 0-1,0 0 0,-1-1 1,2 0-1,-1 0 0,1-1 0,0 0 1,0-1-1,0 1 0,1-2 1,0 1-1,1-1 0,-1 0 1,2 0-1,-1-1 0,1 1 0,-7-17 1,8 15-523,1 0 0,0-1 0,1 1-1,0-1 1,1 1 0,0-1 0,0 0 0,1 0 0,3-18 0,-2 22-502,0 0 0,1 0 0,0 1 1,0-1-1,6-11 0,28-36-8748</inkml:trace>
</inkml:ink>
</file>

<file path=ppt/ink/ink3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19:01.10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1 214 5346,'0'0'8647,"23"-16"-7433,10-8-787,95-58 1454,18-1 64,-133 75 270,-15 12 790,-7 20-2175,8-4-1145,1-15 272,0 0-1,-1 0 0,2 0 1,-1 0-1,0 0 0,1 0 0,0 0 1,3 8-1,-3-12-241,-1 0 1,1 0-1,0 1 0,0-1 1,0 0-1,0 0 0,0 0 1,0 0-1,0-1 0,0 1 1,0 0-1,0 0 1,0-1-1,3 2 0,29 2-9949,-14-6 1921</inkml:trace>
</inkml:ink>
</file>

<file path=ppt/ink/ink3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19:01.64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 7187,'0'0'20009,"0"-2"-17832,7 2-7171,-7 9 528,7 3-4050,-1-1-2321</inkml:trace>
</inkml:ink>
</file>

<file path=ppt/ink/ink3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19:02.31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225 546 1169,'0'0'18034,"-3"-2"-16446,0-1-1347,0 0 0,-1 1 0,1-1 0,-1 1 1,0 0-1,1 0 0,-1 0 0,0 1 0,0-1 0,-1 1 1,1 0-1,0 0 0,0 1 0,0-1 0,-1 1 0,1 0 1,0 0-1,-1 0 0,1 1 0,0-1 0,0 1 0,0 0 1,-1 0-1,-4 3 0,0-1-147,-1 0-1,1 1 1,1 0-1,-1 0 1,0 1 0,1 0-1,0 1 1,0 0 0,1 0-1,-8 8 1,13-12-102,1 0 0,-1 0 0,1 0 0,-1 0 0,1 0 0,0 0 0,0 0 0,0 1 0,0-1 1,0 0-1,0 1 0,1-1 0,-1 1 0,1-1 0,0 0 0,-1 1 0,1-1 0,1 4 0,-1-5-10,0 1 0,1-1 0,0 0 0,-1 0 0,1 1 0,0-1 0,-1 0 0,1 0 0,0 0 0,0 0 0,0 0 0,0 0 1,0 0-1,0 0 0,0 0 0,0-1 0,1 1 0,-1 0 0,0-1 0,0 1 0,1-1 0,-1 1 0,0-1 0,1 0 0,-1 1 0,0-1 0,1 0 0,-1 0 0,0 0 0,1 0 0,1 0 0,4-1-47,-1 0 0,0 0 0,0 0-1,0-1 1,0 0 0,0 0 0,0-1-1,0 1 1,-1-1 0,1-1 0,-1 1 0,0-1-1,0 0 1,6-5 0,11-12-234,34-42 0,-24 25-182,8-7-178,-2-1 0,41-65-1,-64 88 523,-2-2 0,-1 0 0,0 0 1,-2-1-1,-1 0 0,-1-1 0,5-30 0,-11 6 735,-2 51-540,0 0 1,0 0-1,-1-1 1,1 1-1,0 0 1,0 0-1,0-1 1,-1 1-1,1 0 1,0 0-1,0 0 1,0 0-1,-1-1 1,1 1-1,0 0 1,0 0-1,-1 0 1,1 0-1,0 0 1,0-1-1,-1 1 1,1 0-1,0 0 1,-1 0-1,1 0 1,0 0-1,0 0 1,-1 0-1,1 0 1,0 0-1,-1 0 1,1 0-1,0 0 1,0 1-1,-1-1 1,1 0-1,0 0 1,0 0-1,-1 0 1,1 0-1,0 0 1,0 1-1,-1-1 1,1 0-1,0 0 1,0 0-1,0 1 0,-1-1 1,1 0-1,0 0 1,0 1 0,-15 11 359,-1 11-117,2 1 1,1 0-1,1 2 1,-18 51-1,13-32 166,1-3-20,2 1-1,-8 45 1,18-66-360,0 0 0,2 0 1,0 0-1,2 1 0,0-1 0,4 25 0,-3-46-91,-1 1 0,0-1-1,1 0 1,0 1-1,-1-1 1,1 0 0,0 1-1,-1-1 1,1 0-1,0 0 1,0 1 0,0-1-1,0 0 1,0 0-1,0 0 1,0 0-1,1 0 1,-1-1 0,0 1-1,0 0 1,2 0-1,38 8-992,-28-9 351,1-1 1,-1 0-1,0 0 1,13-4-1,20-15-3191,-17 1-1986,5-5-5401</inkml:trace>
</inkml:ink>
</file>

<file path=ppt/ink/ink3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19:02.62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6435,'0'0'26332,"0"11"-26332,0-8 0,0 1 0,0 1 0,0 4 0,0 2-496,0 2-2273,7 1-2514,-7-3-5042</inkml:trace>
</inkml:ink>
</file>

<file path=ppt/ink/ink3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19:02.80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258 0 18424,'0'0'6804,"-115"115"-3331,88-81-2656,0-5-673,6-6-144,1-3-1201,6-2-2193,1-6-2944,-7-10-6148</inkml:trace>
</inkml:ink>
</file>

<file path=ppt/ink/ink3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19:03.35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 1 8676,'0'0'23147,"-14"0"-22203,14 2-944,0 3 0,0-1 0,0 5-1072,0 0-1794,0 0-2128,0 5-5747</inkml:trace>
</inkml:ink>
</file>

<file path=ppt/ink/ink3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19:03.56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156 1 5715,'0'0'23018,"-74"117"-22025,60-92-673,7 0-320,0-3-192,-6 6-2370,-7-1-2848,-1-7-5283</inkml:trace>
</inkml:ink>
</file>

<file path=ppt/ink/ink3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19:05.20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386 1 1809,'-386'341'0</inkml:trace>
</inkml:ink>
</file>

<file path=ppt/ink/ink3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20:52.98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63 87 1697,'0'0'5253,"5"-6"-4461,18-26 714,-11 19 1401,-14 29 2575,-34 63-3746,23-54-1468,2 1 0,0 1 0,1 0 0,-6 34 0,15-60-271,1 1 0,-1-1 0,1 0-1,-1 1 1,1-1 0,0 0 0,0 1-1,0-1 1,0 0 0,0 1 0,0-1-1,0 0 1,0 1 0,1-1 0,-1 0-1,0 1 1,1-1 0,-1 0 0,1 0-1,-1 0 1,1 1 0,0-1 0,0 0-1,-1 0 1,1 0 0,0 0 0,1 1-1,1-1-7,0-1-1,0 1 1,0-1-1,0 1 1,0-1-1,0 0 1,0 0-1,0-1 1,0 1-1,-1-1 1,6 0-1,12-6 27,0 0 0,-1-1 0,0-1-1,0-1 1,-1-1 0,-1 0 0,24-20 0,-20 16 7,1 1 5,-1-1-1,-1-1 1,-1-1-1,0-1 0,-1-1 1,-1 0-1,-1-1 1,15-24-1,-24 21 73,-2 4 1400,-2 34 2116,-6 65-3130,1-39-507,2 0 0,6 57 0,-6-96-156,0 0 0,1-1 0,-1 1 0,1 0 0,0 0-1,-1-1 1,1 1 0,0-1 0,0 1 0,0-1 0,0 1 0,0-1 0,0 1 0,1-1 0,-1 0 0,0 0 0,1 1 0,-1-1 0,3 1 0,22 4-8656,-7-6 321</inkml:trace>
</inkml:ink>
</file>

<file path=ppt/ink/ink3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20:53.68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0 470 7555,'0'0'10693,"7"-4"-9988,4-5-375,-2-1 0,1 1-1,-1-2 1,0 1 0,-1-1 0,0-1 0,-1 0 0,11-23 0,8-12-85,5 0-110,-13 19-68,0-1-1,25-56 0,-35 75 115,-2 19-102,-1 20-56,-5-8 146,1-1-1,1 1 1,1-1 0,0 1 0,2-1 0,8 24 0,-13-43-174,1 0 1,-1 1-1,1-1 1,-1 0-1,1 0 1,0 0 0,-1 1-1,1-1 1,0 0-1,0 0 1,0 0-1,0 0 1,0 0 0,0 0-1,0 0 1,0-1-1,0 1 1,0 0-1,0-1 1,0 1 0,1 0-1,-1-1 1,0 0-1,1 1 1,-1-1-1,0 0 1,1 1 0,-1-1-1,0 0 1,1 0-1,-1 0 1,0 0-1,1 0 1,-1-1-1,0 1 1,1 0 0,-1-1-1,0 1 1,2-1-1,4-3-36,1 0-1,-1 0 0,0-1 0,-1 0 1,9-8-1,1 0 24,234-209-1799,-226 199 1703,-9 6-408,3 1 2677,-15 21-889,-5 14-604,-6 12 74,-1-1 0,-21 48 0,19-53-327,1 1 1,1 1-1,1 0 1,-5 37-1,5 29-1865,41-93-7137,-11-9 1947,4-13-2270</inkml:trace>
</inkml:ink>
</file>

<file path=ppt/ink/ink3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20:54.34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218 1 6259,'0'0'6718,"3"0"-6841,6 4 10647,-8 0-9275,-2 2-1157,0 0 0,0 0 0,-1 0 0,0 0 0,0 0 0,0-1 0,-1 1 0,1-1 0,-7 9 0,-37 51 617,35-51-649,-24 31 228,19-28-132,2 1 0,0 1-1,1 0 1,0 1 0,2 1 0,1 0-1,-11 29 1,21-50-163,0 1 0,-1 0-1,1 0 1,0 0 0,0 0 0,0-1-1,0 1 1,0 0 0,0 0-1,0 0 1,0 0 0,1-1 0,-1 1-1,0 0 1,0 0 0,1 0 0,-1-1-1,0 1 1,1 0 0,-1 0 0,1-1-1,-1 1 1,1 0 0,-1-1 0,1 1-1,0-1 1,0 2 0,28 7-38,50-9 212,-52-1-75,26-3 727,0-2 0,92-22-1,-127 24-358,-13 3-248,-7 1-2044</inkml:trace>
</inkml:ink>
</file>

<file path=ppt/ink/ink3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24:20.28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292 1 6723,'0'0'10962,"-5"19"-9956,-113 347 1860,-2-3-657,73-172-8572,46-190 5394,0 3-323</inkml:trace>
</inkml:ink>
</file>

<file path=ppt/ink/ink3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24:20.60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6371,'0'0'9919,"18"2"-9233,58 10-73,-71-11-507,0 1-1,0 0 0,0 1 0,0-1 1,-1 1-1,1 0 0,-1 1 0,1-1 1,-1 1-1,0-1 0,-1 1 0,1 0 0,0 1 1,-1-1-1,4 8 0,2 0 175,-6-7-204,0-1 0,0 1 0,-1 0 0,1 0-1,-1 0 1,0 0 0,-1 0 0,3 8 0,-4-12-40,0 1-1,1-1 0,-1 1 1,0-1-1,0 1 1,0-1-1,0 1 1,0-1-1,0 1 1,-1-1-1,1 0 1,0 1-1,-1-1 1,1 1-1,-1-1 0,1 0 1,-1 1-1,0-1 1,1 0-1,-1 0 1,0 1-1,0-1 1,0 0-1,0 0 1,0 0-1,0 0 1,-1 0-1,1 0 1,0-1-1,0 1 0,-1 0 1,1 0-1,-2 0 1,-12 3-405,-14 5 1061,23-6-4331</inkml:trace>
</inkml:ink>
</file>

<file path=ppt/ink/ink3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24:21.03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35 2257,'0'0'15154,"5"5"-13287,-2-2-1682,0-1 0,-1 1 1,1 0-1,-1 0 0,0 0 0,0 0 0,0 0 0,0 0 0,-1 1 0,1-1 1,-1 1-1,0-1 0,0 1 0,0 0 0,0-1 0,-1 1 0,1 0 0,-1 0 1,0-1-1,0 1 0,-1 0 0,0 3 0,2-6-192,-1 0 0,1 0 0,0 0 0,-1 0-1,1 0 1,0 0 0,-1 0 0,1 0 0,0 0 0,0-1 0,0 1 0,0 0-1,0-1 1,0 1 0,0 0 0,0-1 0,0 1 0,0-1 0,0 0 0,0 1-1,0-1 1,0 0 0,0 0 0,0 0 0,1 1 0,-1-1 0,0 0 0,0-1-1,0 1 1,0 0 0,0 0 0,1 0 0,-1-1 0,1 0 0,45-9-1006,-23-2 415,0-1 1,33-25-1,-34 22 433,0 1-1,33-16 1,-47 33 456,-6 13 416,-8 33 1073,1-8-970,4-39-872,0 0 0,0 0 0,0 0 0,0 1 0,0-1 0,0 0 0,1 0 0,-1 0 0,0 0 0,1 0 0,-1 0 0,1 1 0,-1-1 0,1 0 0,0 0 0,-1-1 0,1 1 0,0 0 0,0 0 0,-1 0 0,1 0 0,0-1 0,0 1 0,0 0 0,1 0 0,1 0-279,-1 0 1,1 0-1,-1-1 1,1 1-1,0-1 1,-1 0-1,1 1 1,0-1 0,-1 0-1,6-1 1,-1 0-393,-1 0 1,1-1 0,-1 0 0,0 0-1,0 0 1,1-1 0,-2 1 0,1-2-1,6-3 1,22-20-3307,5-6 66</inkml:trace>
</inkml:ink>
</file>

<file path=ppt/ink/ink3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24:21.46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191 0 3394,'0'0'18333,"-14"20"-16735,8-11-1449,-8 11 265,0 1 0,1 0 0,1 1 0,1 1 0,2 0 0,-12 39 0,-22 120 907,41-175-1312,0 0-8,0 1 0,0-1 0,-1 0 1,0 0-1,0 0 0,-1 0 0,-7 11 0,10-17-179,2-4-316,0-1 353,0 1-1,0 0 1,1 0-1,-1 0 1,1 0 0,0 0-1,0 0 1,0 0-1,0 0 1,0 1 0,1-1-1,3-3 1,0 0 34,0 0 0,0 0 1,1 0-1,0 1 0,0 0 1,0 0-1,1 1 0,-1 0 0,1 0 1,0 1-1,0 0 0,0 0 1,1 1-1,9-2 0,-18 5 106,1-1 0,-1 0 0,1 0 0,-1 1 0,1-1 0,-1 0 0,1 1 0,-1-1 0,1 0-1,-1 1 1,0-1 0,1 1 0,-1-1 0,0 0 0,1 1 0,-1-1 0,0 1 0,1-1 0,-1 1 0,0-1 0,0 1 0,0 0 0,0-1 0,0 1 0,1-1-1,-1 1 1,0-1 0,0 1 0,0-1 0,0 1 0,-1 0 0,1 21 19,0-20-7,-1 5 40,0 0 0,0-1 0,0 1 1,-1 0-1,0-1 0,-1 0 0,1 1 1,-1-1-1,0 0 0,-1 0 0,1-1 0,-9 11 1,9-12-53,0 0 0,-1 0 1,1-1-1,-1 1 0,0-1 1,0 0-1,0 0 0,0 0 1,0-1-1,-1 1 0,1-1 0,-1 0 1,0 0-1,1-1 0,-1 1 1,0-1-1,-8 1 0,12-30-4502,0 21 3328,1 1-1,1 0 1,-1 0 0,1 0-1,0 0 1,0 0 0,1 0-1,4-11 1,23-27-7304</inkml:trace>
</inkml:ink>
</file>

<file path=ppt/ink/ink3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24:21.65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231 0 10597,'0'0'6899,"-81"169"-2449,47-96-1985,-7-1-976,7-2-385,14-9-479,6-9-545,8-7-80,6-11-641,0-7-991,0-9-689,0-11-1633,13-7-10805</inkml:trace>
</inkml:ink>
</file>

<file path=ppt/ink/ink3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24:21.85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75 0 6867,'0'0'17736,"-74"117"-17672,74-112-64,0-3-1280,13-2-7188,1-13 1024,0-14 881</inkml:trace>
</inkml:ink>
</file>

<file path=ppt/ink/ink3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24:22.02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8724,'0'0'8276,"0"133"-9349,0-103-2080,0-1-2242,0-2-1984</inkml:trace>
</inkml:ink>
</file>

<file path=ppt/ink/ink4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24:22.26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95 0 7459,'0'0'17064,"-95"93"-16391,95-80-497,0 1-128,14-5-48,6-5-16,7 1-128,0-5-881,7 0-1328,7 0-2609,-1-25-5427</inkml:trace>
</inkml:ink>
</file>

<file path=ppt/ink/ink4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24:22.79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78 5442,'0'0'15786,"9"32"-10604,16 41-3544,22 4-980,-46-76-655,0 0-1,-1 0 1,1-1-1,0 1 1,0 0-1,0 0 1,-1 0-1,1 0 1,0-1-1,0 1 1,0 0-1,0-1 1,0 1-1,0-1 1,1 1-1,-1-1 1,0 0-1,0 1 1,0-1-1,0 0 1,0 0-1,1 0 1,-1 0-1,0 0 0,0 0 1,0 0-1,0 0 1,1 0-1,-1-1 1,0 1-1,0 0 1,0-1-1,0 1 1,0-1-1,0 1 1,0-1-1,0 0 1,0 1-1,0-1 1,1-1-1,3-1-8,-1-1 0,0 0 0,0 0 0,0 0-1,-1-1 1,6-7 0,10-16-114,35-41 0,-34 46 127,-2 0 0,26-41 0,-43 62-137,0 1-1,0-1 0,0 1 0,0-1 1,0 1-1,0 0 0,1-1 0,-1 1 1,0 0-1,1 0 0,-1 0 0,1 0 1,0 0-1,-1 1 0,1-1 0,0 0 1,-1 1-1,1-1 0,2 0 0,39 1-10152,-20 1 4994,9-1-2317</inkml:trace>
</inkml:ink>
</file>

<file path=ppt/ink/ink4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24:23.10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164 52 7876,'0'0'15519,"-20"8"-13425,-63 28-421,78-34-1590,1 0-1,0 0 1,0 0 0,0 0 0,1 1 0,-1 0-1,0-1 1,1 1 0,0 1 0,0-1 0,0 0-1,0 1 1,-4 5 0,6-5-16,0 0 0,0 1 0,0-1 0,0 0 0,0 0 0,1 0 0,0 0 0,0 1 0,1 5 0,-1 7-21,0-16-51,0 0 0,0 0 0,1 0 0,-1 0 0,0 0 0,0 0 0,1 1 0,-1-1 0,1 0 0,-1 0 0,1-1 0,0 1 0,-1 0 0,1 0 0,0 0 0,-1 0 0,1 0 0,0-1 0,0 1 0,0 0 0,0-1 0,0 1 0,0-1 0,0 1 0,1 0 0,38 8-304,-29-9 198,-1 0-1,1 0 0,0-1 0,0 0 0,13-4 0,-15 1-6,-1 1-1,0-1 0,0 0 1,0-1-1,-1 0 0,1 0 1,-1-1-1,0 0 0,-1 0 0,0-1 1,0 1-1,8-13 0,-11 16 104,-1 0-1,0-1 1,0 1-1,0-1 1,0 0-1,-1 0 1,1 0-1,-1 0 1,0 0-1,0 0 1,-1 0-1,1 0 1,-1 0-1,0 0 1,0 0-1,0 0 1,-1-1-1,1 1 1,-1 0-1,0 0 1,0 0-1,0 0 1,-1 0-1,1 1 1,-1-1-1,0 0 1,0 1-1,-5-7 1,0 3-406,-3-6-303,8 2-4593,22 10-10842</inkml:trace>
</inkml:ink>
</file>

<file path=ppt/ink/ink4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24:23.30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89 1 10789,'0'0'15239,"-75"128"-13878,62-110-785,13-4-464,0-7-112,0-5-512,13-22-9589,1-12 1921,6-6-1104</inkml:trace>
</inkml:ink>
</file>

<file path=ppt/ink/ink4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24:23.46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8980,'0'0'6579,"13"101"-12902,8-82-2833</inkml:trace>
</inkml:ink>
</file>

<file path=ppt/ink/ink4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24:23.93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191 536 10421,'0'0'12275,"-23"6"-11083,-71 18-434,90-23-728,0 0-1,1 1 1,-1-1-1,0 1 1,1 0-1,-1 0 1,1 1-1,-1-1 1,1 1-1,0-1 1,0 1 0,0 0-1,0 0 1,1 1-1,-1-1 1,1 0-1,0 1 1,0 0-1,-3 7 1,3-3-35,0 0 0,0 1 0,0 0 0,1-1 0,1 1 0,0 10 0,0-17 12,0-1-22,0 0 1,0 0 0,0 0-1,0 0 1,0 0-1,1 0 1,-1 0 0,0 0-1,1 0 1,-1 0-1,0 0 1,1 0-1,-1 0 1,1-1 0,0 1-1,-1 0 1,1 0-1,0-1 1,-1 1 0,1 0-1,0-1 1,0 1-1,-1-1 1,1 1 0,2 0-1,29 4-475,-25-6 363,0 0 0,-1 0 0,1 0 0,0-1 0,0 0 0,0 0 0,6-4 0,8-10-177,0-1 0,-1-1 0,-1-1 1,-1-1-1,-1 0 0,28-45 0,-29 43 14,9-13 15,-2-2-1,-2 0 1,-2-1 0,-1-1-1,20-64 1,-29 72 626,-2-1 1,-1 1-1,-1-1 0,0-53 0,-5 85-268,0-1 0,0 0 0,0 1 0,0-1 0,-1 1 0,1-1 0,0 1-1,-1-1 1,1 1 0,0-1 0,-1 1 0,1-1 0,-1 1 0,1 0 0,0-1 0,-1 1 0,1-1 0,-1 1 0,1 0 0,-1 0 0,0-1 0,1 1 0,-1 0 0,1 0-1,-1 0 1,1-1 0,-1 1 0,0 0 0,1 0 0,-1 0 0,1 0 0,-1 0 0,0 0 0,1 0 0,-1 0 0,1 1 0,-1-1 0,0 0 0,1 0 0,-1 0 0,1 1-1,-1-1 1,1 0 0,-1 1 0,1-1 0,-1 0 0,1 1 0,-1 0 0,-30 16 1109,19-5-811,1 1 1,0 1 0,0-1 0,2 2 0,0-1 0,0 1-1,1 1 1,1-1 0,1 1 0,-6 19 0,4-4-174,1-1 1,1 1-1,2 0 1,-1 55-1,5-80-221,0 1 1,0 0-1,1 0 0,0 0 0,0 0 1,1 0-1,0-1 0,0 1 0,0 0 1,1-1-1,0 0 0,5 8 0,-5-10-174,1 0 0,-1 0 0,1-1 0,0 1 0,0-1-1,0 0 1,1 0 0,-1 0 0,1-1 0,0 1-1,-1-1 1,1 0 0,0-1 0,0 1 0,1-1 0,-1 0-1,7 1 1,9 0-2123,0-1 0,0 0 1,1-2-1,33-4 0,25-18-11126</inkml:trace>
</inkml:ink>
</file>

<file path=ppt/ink/ink4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24:24.55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162 1 176,'0'0'19863,"-11"5"-18252,3-2-1420,-52 31 1877,57-32-2007,0 0 0,1 0 0,-1 1 0,1-1 0,-1 1 0,1-1 1,0 1-1,0 0 0,0 0 0,0 0 0,0 0 0,1 0 0,-1 0 1,1 0-1,0 0 0,0 1 0,0-1 0,0 0 0,0 5 1,2-7-66,-1 0 0,0 0 0,1-1 1,-1 1-1,1 0 0,-1 0 1,1-1-1,-1 1 0,1 0 1,0-1-1,-1 1 0,1-1 1,0 1-1,-1-1 0,1 1 1,0-1-1,0 1 0,0-1 1,-1 0-1,1 1 0,0-1 1,0 0-1,0 0 0,0 0 1,0 1-1,1-1 0,33 4-272,-27-4 147,29 2-522,-26-2 228,0 0 1,0 0 0,0 1 0,-1 1 0,1 0 0,0 0 0,13 6 0,-23-8 383,0 1 0,0-1 0,0 0 1,0 0-1,0 1 0,0-1 0,-1 1 0,1-1 1,0 1-1,0-1 0,0 1 0,-1 0 0,1-1 0,0 1 1,-1 0-1,1-1 0,0 1 0,-1 0 0,1 0 1,-1 0-1,0-1 0,1 1 0,-1 0 0,1 0 1,-1 0-1,0 0 0,0 0 0,0 0 0,1 0 1,-1 0-1,0 0 0,0 0 0,0 0 0,-1 0 1,1 0-1,0 0 0,0 0 0,0-1 0,-1 1 1,1 0-1,0 0 0,-1 0 0,1 0 0,-1 0 1,1 0-1,-1-1 0,0 1 0,1 0 0,-1 0 0,0-1 1,1 1-1,-1-1 0,-1 2 0,-3 2 79,-1 0-1,1 0 1,-1-1-1,0 0 0,0 0 1,-6 2-1,-188 54 2232,192-55-3189,15-2-1382,12-2-3746,-19 0 5964,27-2-6276</inkml:trace>
</inkml:ink>
</file>

<file path=ppt/ink/ink4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24:24.91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1 126 10037,'0'0'10540,"19"-3"-9819,-5 1-635,1 1-73,-1 0 0,1-2 0,-1 1 0,0-2 0,0 0 0,0-1 0,0 0 0,-1-1 0,16-9 0,-28 14-35,0 0 0,1 0 1,-1 0-1,0 0 0,0 0 0,0 0 0,0-1 1,0 1-1,0 0 0,0-1 0,0 1 1,0-1-1,-1 1 0,1-1 0,-1 1 0,1-1 1,-1 0-1,1 1 0,-1-1 0,0 1 1,0-1-1,0 0 0,0 1 0,0-1 1,0 0-1,-1 1 0,1-1 0,0 0 0,-2-1 1,1 1 21,0 0 1,0 0-1,0 0 1,0 1-1,-1-1 1,1 0 0,-1 1-1,1-1 1,-1 1-1,0 0 1,0-1-1,0 1 1,1 0-1,-1 0 1,0 0 0,0 1-1,0-1 1,0 0-1,-1 1 1,1-1-1,0 1 1,-4-1 0,0 1 134,0-1 1,0 1 0,0 0 0,0 0 0,0 1 0,0 0-1,0 0 1,0 0 0,0 1 0,0 0 0,0 0 0,1 0 0,-1 1-1,1 0 1,-1 0 0,1 0 0,0 1 0,0 0 0,1 0-1,-1 0 1,1 0 0,0 1 0,0 0 0,0 0 0,1 0 0,0 0-1,0 0 1,0 1 0,0-1 0,1 1 0,0 0 0,0 0-1,1 0 1,0 0 0,0 0 0,-1 9 0,2-7-197,0 0 1,0-1-1,1 1 1,0-1-1,0 1 1,1-1-1,0 1 1,0-1-1,1 0 1,6 14-1,-7-18-192,0 0-1,1 0 0,-1 0 0,1-1 1,0 1-1,-1-1 0,1 1 0,0-1 1,1 0-1,2 2 0,0-2-509,-1 0 0,1 0 0,0 0 0,-1 0-1,1-1 1,0 0 0,9 0 0,18 0-4770,1-1-2663</inkml:trace>
</inkml:ink>
</file>

<file path=ppt/ink/ink4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24:25.15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204 0 15591,'0'0'5090,"-136"159"-1264,109-94-1729,0 3-272,20-7-817,0-3-671,7-8-65,0-7-240,14-11-32,-1-10-400,1-11-689,6-6-400,1-5-544,6 0-784,0-25-1553,0-7-4130</inkml:trace>
</inkml:ink>
</file>

<file path=ppt/ink/ink4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24:25.30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21 12230,'0'0'2913,"149"0"-3137,-88-5-3074,0-10-2897</inkml:trace>
</inkml:ink>
</file>

<file path=ppt/ink/ink4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24:25.84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155 243 9268,'0'0'4565,"-13"24"-480,-83 162 1867,50-119-4949,55-117-945,8 19-255,1 0-1,2 2 1,33-39-1,3-5-799,-48 61 764,-6 9 183,-1 0-1,1-1 1,1 1-1,-1 0 1,0 0-1,1 1 1,-1-1-1,1 0 1,0 1-1,0 0 1,0-1-1,0 1 1,0 0-1,0 1 1,6-3-1,-8 4 56,0 0 0,0 1-1,-1-1 1,1 1-1,0-1 1,0 0 0,-1 1-1,1 0 1,0-1-1,0 1 1,-1-1 0,1 1-1,-1 0 1,1-1-1,-1 1 1,1 0 0,-1 0-1,1 0 1,-1-1-1,0 1 1,1 0 0,-1 0-1,0 0 1,0 0-1,1 0 1,-1 0-1,0-1 1,0 1 0,0 0-1,0 1 1,0-1 18,12 70 246,-10-57-197,0 1 0,0 0 0,2-1 0,-1 0 0,2 1 0,0-2 0,1 1 1,0 0-1,14 21 0,-18-33-77,-1 0-1,0 0 1,1 0 0,-1-1 0,1 1 0,-1 0 0,1-1 0,0 0 0,-1 1 0,1-1 0,0 0 0,0 0-1,0 0 1,0 0 0,0 0 0,1 0 0,-1 0 0,0-1 0,0 1 0,0-1 0,1 0 0,-1 0-1,0 1 1,0-2 0,1 1 0,-1 0 0,0 0 0,0-1 0,1 1 0,-1-1 0,0 1 0,4-3 0,-1 0-9,0 0 0,0-1 0,-1 1 0,1-1 0,-1 0 0,0 0 0,0 0 0,0-1 0,-1 1-1,1-1 1,3-9 0,57-92 45,14-25 48,-49 61 23,-18 43 295,22-43 0,-34 78-1511,0 0 0,1 1-1,0-1 1,0 0 0,2 8-1,-1 12-5226,-1 1-2367</inkml:trace>
</inkml:ink>
</file>

<file path=ppt/ink/ink4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24:26.23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146 1 12246,'0'0'10906,"-19"6"-8708,-60 21-1029,76-26-1129,0 0 0,0 1-1,0-1 1,1 1 0,-1 0 0,0-1 0,1 1 0,0 1-1,-1-1 1,1 0 0,0 1 0,0-1 0,0 1 0,1-1 0,-1 1-1,1 0 1,-1 0 0,1 0 0,0 0 0,0 0 0,0 0 0,0 0-1,1 0 1,-1 0 0,1 0 0,0 0 0,0 0 0,0 1 0,0-1-1,0 0 1,2 5 0,-1 5-216,0-12 93,0 0 0,0 0 1,0-1-1,1 1 0,-1 0 0,0-1 0,1 1 1,-1-1-1,0 0 0,1 1 0,-1-1 1,0 0-1,1 0 0,-1 0 0,1 0 0,-1 0 1,1 0-1,1-1 0,31-1-1124,-24-3 949,0 0-1,-1 0 1,1-1-1,-1 0 1,0-1-1,-1 0 1,14-13-1,-23 22 426,1 0 0,-1 1 0,1-1 0,0 0 0,0 1 0,1-1 0,-1 0 0,0 1 0,1-1 0,-1 0 0,1 0 0,0 1 0,1 3 0,16 34-3975,-18-40 3800,10 12-3522,-1-7-4446</inkml:trace>
</inkml:ink>
</file>

<file path=ppt/ink/ink4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24:26.80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19 9508,'0'0'15021,"7"8"-13493,52 69 1252,-57-76-2782,-1 0-1,0 0 1,1-1-1,-1 1 1,1-1 0,-1 1-1,1-1 1,-1 0-1,1 1 1,0-1-1,-1 0 1,1 0-1,-1 0 1,1 0 0,-1-1-1,1 1 1,-1 0-1,1 0 1,-1-1-1,1 1 1,1-2-1,31-13-535,81-64-270,-113 79 838,-1-1 0,0 1 0,1-1 0,-1 1 0,0 0 0,1 0 1,-1 0-1,1 0 0,-1 0 0,0 0 0,1 0 0,-1 0 0,1 0 1,-1 0-1,0 1 0,1-1 0,-1 1 0,0-1 0,0 1 1,1 0-1,0 0 0,29 7 446,-20-7-460,-7-1-12,-1 1 0,1-1 0,0 0 0,-1 0 0,1 0 0,0-1 0,0 1 0,-1-1 0,1 0-1,-1 0 1,1 0 0,-1 0 0,1 0 0,-1-1 0,0 0 0,0 0 0,1 0 0,-1 0 0,-1 0 0,4-3-1,10 32 4157,-15-25-4684,1 1 0,0-1 0,0 0 0,0 0-1,0 0 1,0 0 0,0-1 0,0 1 0,1 0 0,-1-1 0,0 1 0,1-1 0,4 2 0,5-3-5444,2 0-4245</inkml:trace>
</inkml:ink>
</file>

<file path=ppt/ink/ink4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24:27.17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41 9957,'0'0'9404,"13"6"-9044,1 0-318,0-1 0,0-1 0,1 0 0,-1 0 0,1-1 0,0-1 0,19 0 0,-33-2-38,0 0 1,0 0-1,0 0 0,0-1 1,0 1-1,0 0 0,0-1 0,0 1 1,0 0-1,0-1 0,-1 1 0,1-1 1,0 1-1,0-1 0,0 0 0,0 1 1,-1-1-1,1 0 0,0 1 1,-1-1-1,1 0 0,-1 0 0,1 0 1,0 0-1,-1 0 0,0 0 0,1 0 1,-1 0-1,0 0 0,1 0 1,-1 0-1,0 0 0,0 0 0,0 0 1,0 0-1,0 0 0,0 0 0,0 0 1,0-1-1,0 0 27,-1 0 0,1 1 0,0-1 0,-1 0 0,1 0 0,-1 0 1,1 1-1,-1-1 0,0 0 0,0 0 0,0 1 0,0-1 0,0 1 0,0-1 0,0 1 0,-1 0 0,1-1 0,0 1 1,-1 0-1,1 0 0,-1 0 0,-1-2 0,-5 1 705,0 0 0,-1 0 0,1 0 0,0 1 0,0 0 0,-1 1 0,1 0 0,0 0 1,-10 2-1,17-2-670,1 1 0,-1 0 1,0-1-1,0 1 0,1 0 0,-1 0 1,0-1-1,1 1 0,-1 0 1,1 0-1,-1 0 0,1 0 1,0 0-1,-1 0 0,1 0 0,0 0 1,0 0-1,0 0 0,-1 0 1,1 0-1,0 0 0,0 0 1,1 2-1,-1 30-104,0-26 112,0-4-302,0 1-1,0-1 1,0 1 0,0 0-1,1-1 1,0 1 0,0-1-1,0 1 1,0-1 0,0 1-1,0-1 1,3 4 0,-2-5-373,0 0 0,0 0 1,0 0-1,1 0 0,-1-1 1,0 1-1,1-1 0,-1 1 1,1-1-1,0 0 0,-1 0 1,1 0-1,0 0 0,0-1 1,3 1-1,21 4-8859</inkml:trace>
</inkml:ink>
</file>

<file path=ppt/ink/ink4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24:27.52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523 3 10069,'0'0'8294,"-23"0"-4791,8-1-2790,2 0-280,-1 1 0,1 0 0,0 1 0,0 0-1,-1 1 1,1 0 0,1 1 0,-1 1 0,0 0 0,-15 8 0,4 0 123,2 2 0,0 0 0,1 1 0,0 1 1,2 1-1,-1 1 0,-19 25 0,24-24-481,0 1 0,1 1 1,0 1-1,2 0 0,1 0 0,1 1 0,1 1 0,0 0 0,2 0 1,1 0-1,1 1 0,-2 33 0,4-26-74,2 1 0,1 0-1,2-1 1,1 1 0,10 43 0,-9-63-5,-1 0 0,2 0 0,-1-1 1,2 1-1,0-1 0,0 0 0,1-1 0,1 0 1,-1 0-1,2 0 0,0-1 0,0 0 0,1-1 1,0 0-1,20 13 0,-26-19-194,0-1 1,1 1-1,-1-1 0,1 0 0,0-1 1,0 1-1,0-1 0,0 0 0,0 0 1,0 0-1,0-1 0,5 0 0,-6 0-270,0-1-1,-1 1 0,1-1 0,0 0 0,-1 0 0,1 0 0,-1 0 0,0-1 1,1 0-1,-1 1 0,0-1 0,0 0 0,0-1 0,0 1 0,0 0 0,-1-1 0,4-4 1,27-37-5370</inkml:trace>
</inkml:ink>
</file>

<file path=ppt/ink/ink4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24:28.68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370 0 6035,'0'0'14975,"-26"3"-13263,4-1-1323,3-1-120,1 1 1,0 1-1,0 1 0,0 0 0,0 1 0,1 1 1,-25 11-1,21-6 76,8-6-205,1 1 0,0 0 0,1 0 0,-1 1 0,1 1 0,1 0 0,0 0 0,0 1 0,-14 16 0,23-24-144,0 0 1,1 0 0,-1 0-1,0-1 1,1 1-1,-1 0 1,1 0 0,0 0-1,-1 0 1,1 0 0,-1 0-1,1 0 1,0 0-1,0 0 1,0 0 0,0 0-1,0 0 1,0 0 0,0 0-1,0 0 1,0 0-1,0 0 1,0 0 0,1 0-1,-1 0 1,0 0 0,1 0-1,-1 0 1,1 0 0,-1 0-1,1 0 1,-1 0-1,1-1 1,0 1 0,-1 0-1,1 0 1,0-1 0,0 1-1,0 0 1,-1-1-1,1 1 1,0-1 0,0 1-1,2 0 1,4 1-80,0 0 0,0 0 1,1-1-1,-1 0 0,9 1 0,-5-2-74,8 2-142,78 12-803,-89-13 1016,-1 1 1,0 0 0,0 1-1,0-1 1,0 1 0,-1 0 0,1 1-1,-1 0 1,0 0 0,9 7-1,-14-10 83,0 1 0,1-1-1,-1 1 1,0-1 0,0 1 0,0 0-1,0 0 1,0-1 0,0 1 0,0 0-1,-1 0 1,1 0 0,-1 0 0,1 0-1,-1 0 1,0 0 0,0 0-1,0-1 1,0 1 0,0 0 0,0 0-1,-1 0 1,1 0 0,0 0 0,-1 0-1,0 0 1,1 0 0,-1 0 0,0-1-1,0 1 1,0 0 0,0-1-1,0 1 1,-3 2 0,-1 3 142,-1-1-1,-1 0 1,1 0 0,-1 0-1,-14 9 1,-53 27 695,48-29-482,0 2-1,-36 27 1,83-60-9314,10-14 2114</inkml:trace>
</inkml:ink>
</file>

<file path=ppt/ink/ink4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24:28.89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292 1 13142,'0'0'4050,"-95"156"544,61-91-1809,0-2-1360,14-4-417,-1-12-527,8-6-449,6-9-32,0-10-897,-6-6-752,13-5-1328,-14-6-1489,1-5-2321,-8 0-2193</inkml:trace>
</inkml:ink>
</file>

<file path=ppt/ink/ink4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24:29.24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72 9604,'0'0'10619,"21"5"-8240,66 14-1018,-78-16-1172,-1 0-1,1 0 1,0 1-1,-1 0 1,0 1-1,0 0 1,0 0-1,11 10 1,-16-12-128,1 0 0,-1 0 0,0 0-1,-1 0 1,1 1 0,-1-1 0,1 1 0,-1 0 0,0-1 0,0 1 0,-1 0-1,1 0 1,-1 0 0,0 1 0,0-1 0,1 7 0,-2-11 296,-1 0-294,1 0-1,-1 0 0,1-1 0,-1 1 1,1 0-1,0-1 0,-1 1 0,1 0 1,0-1-1,-1 1 0,1-1 0,0 1 1,-1-1-1,1 1 0,0-1 0,0 1 1,0-1-1,-1 1 0,1-1 0,0 1 1,0-1-1,0 1 0,0-1 0,0 1 1,0-1-1,0 0 0,0-7 10,1 0 1,0 0-1,1 1 0,0-1 0,0 0 1,0 1-1,1-1 0,0 1 0,1 0 1,-1 0-1,1 1 0,1-1 0,-1 1 1,1-1-1,0 1 0,1 1 0,-1-1 1,1 1-1,0 0 0,8-5 0,-3 3-584,0 0 0,0 1 0,0 0 0,1 1 0,12-4 1,19-1-5209,-1 6-4016,-33 4 78</inkml:trace>
</inkml:ink>
</file>

<file path=ppt/ink/ink4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24:29.45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41 113 6995,'0'0'19385,"-40"30"-19369,40-37-752,20-18-849,7-4-1777,7-10-1328,0-4-2321</inkml:trace>
</inkml:ink>
</file>

<file path=ppt/ink/ink4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24:29.57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48 1 7828,'0'0'8499,"-48"124"-8595,48-106-3569,0-4-2770</inkml:trace>
</inkml:ink>
</file>

<file path=ppt/ink/ink4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24:29.92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13974,'0'0'12996,"14"8"-12775,-6-6-316,0-1 1,0 1-1,-1-2 0,1 1 0,0-1 1,11-1-1,15 0-2289,-31 41 4121,34-38-2541,5-3-4517,-8 0-1170,0 1-1251</inkml:trace>
</inkml:ink>
</file>

<file path=ppt/ink/ink4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24:30.44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746 1 8628,'0'0'14238,"-22"6"-12247,-71 19-593,90-24-1304,-1 0 1,1 0-1,0 0 1,0 0-1,0 1 1,-1 0-1,1-1 1,1 1-1,-1 0 1,0 1-1,0-1 1,-2 3-1,4-3-64,1-1 0,-1 1 0,0 0 0,1-1-1,-1 1 1,1 0 0,-1 0 0,1-1 0,0 1-1,-1 0 1,1 0 0,0 0 0,1 2-1,-1 0-26,0-3-2,0-1-1,1 1 0,-1 0 0,0 0 0,1 0 0,-1-1 0,1 1 0,-1 0 0,1-1 1,-1 1-1,1 0 0,-1-1 0,1 1 0,0-1 0,0 1 0,-1 0 0,1-1 1,0 0-1,0 1 0,-1-1 0,1 0 0,0 1 0,0-1 0,0 0 0,0 0 0,-1 1 1,1-1-1,0 0 0,0 0 0,1 0 0,36 1-46,-28-1 22,19 0-239,-13 1-53,1-1-1,-1-1 1,1 0-1,-1-1 0,0-1 1,17-5-1,-32 8 192,-4 4 45,-26 34 38,2 2 1,1 1 0,3 1-1,1 0 1,-20 59-1,-64 237 196,105-335-153,-3 12 39,-11 41 513,-32 76 1,42-119-370,-1 0 0,-1 0 0,0-1 0,-1 0 0,0 0 0,-1 0-1,0-1 1,-1-1 0,0 1 0,0-2 0,-15 11 0,16-15-10,1-1 0,-1 0-1,0 0 1,0-1 0,0 0 0,-1-1-1,1 0 1,-1 0 0,-12 0 0,15-2-130,0 0 0,0 0 0,0 0 0,0-1 0,0 0 1,0 0-1,0-1 0,0 0 0,1 0 0,-1 0 0,1-1 0,-1 0 1,-6-5-1,-6-5-52,1-2 1,1 0-1,0-1 0,-19-23 1,31 31-320,-1 1 1,2-1-1,-1 0 0,1 0 1,-6-16-1,8 17-352,1 1 1,-1-1-1,1 0 1,0 0-1,1 0 0,0 0 1,0 1-1,1-13 1,0 16 30,0-1 0,0 1 0,1-1 1,-1 1-1,1 0 0,0 0 0,0 0 0,0 0 1,0 0-1,0 0 0,1 0 0,-1 1 0,1-1 1,0 1-1,3-3 0,33-26-7393</inkml:trace>
</inkml:ink>
</file>

<file path=ppt/ink/ink4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24:31.16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33 3314,'0'0'11853,"22"-6"-10391,65-16-115,-86 21-1236,0 0-1,1 1 1,-1-1-1,1 1 1,-1-1-1,1 1 1,-1 0 0,0 0-1,1-1 1,-1 1-1,1 0 1,-1 0-1,1 0 1,-1 1-1,1-1 1,-1 0-1,1 1 1,-1-1-1,1 0 1,-1 1 0,1 0-1,-1-1 1,0 1-1,0 0 1,1 0-1,-1 0 1,0 0-1,0 0 1,0 0-1,0 0 1,0 0-1,0 0 1,0 0 0,0 1-1,0-1 1,1 3-1,-1 1 160,-1 0 1,1 1-1,-1-1 0,1 1 1,-2-1-1,1 1 0,-2 8 0,0 4 727,5-6 317,5-20-776,1-3-675,6-2-14,-1 1 0,26-16 0,-34 24 184,0 1 1,1-1 0,-1 1-1,1 0 1,0 1-1,-1-1 1,1 1 0,0 1-1,14-2 1,-23 28 1287,-2-14-836,1-4-360,1 0 0,0 0 0,0 0 0,0 1 0,1-1 0,-1 14 0,8-17-4527,-3-5 2921,15 1-5220</inkml:trace>
</inkml:ink>
</file>

<file path=ppt/ink/ink4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24:31.89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51 4610,'0'0'15146,"1"3"-13762,20 31 1786,-19-31-2908,1 1 0,0-1 0,-1 1-1,0-1 1,0 1 0,0 0 0,0 0-1,-1-1 1,1 1 0,-1 0 0,0 1 0,0-1-1,-1 0 1,1 5 0,10-21-438,1 1 1,0 0-1,0 1 0,1 0 0,0 1 1,29-15-1,-32 20 208,0 0 0,0 1 0,0 0 0,0 1 0,0 0 0,17-1 0,-23 7 1082,-3-3-1079,-1 0 0,1 0 0,0 0-1,0-1 1,-1 1 0,1 0 0,0 0-1,0 0 1,0-1 0,0 1 0,0-1-1,0 1 1,0-1 0,0 1-1,1-1 1,1 1 0,10-2-38,0 0 0,-1-1 0,1 0 0,0-1 0,-1-1 1,0 0-1,1 0 0,-1-1 0,-1-1 0,1 0 0,19-14 0,-32 21 120,0 0-1,0 0 0,0 0 1,1 1-1,-1-1 0,0 0 1,1 0-1,-1 1 0,1-1 1,-1 0-1,1 1 0,0-1 1,-1 0-1,1 1 0,0-1 1,0 1-1,0-1 0,0 0 1,0 1-1,0-1 0,1 0 1,-1 1-1,0-1 0,1 0 1,0 3-1,0-2-241,-1 0-1,1 0 1,0 0 0,0 0-1,0-1 1,0 1 0,0 0-1,0 0 1,0-1-1,1 1 1,-1-1 0,1 1-1,-1-1 1,1 0 0,-1 1-1,1-1 1,0 0 0,0 0-1,0 0 1,1 1-1,16 0-3417,-5-1-2096,0-1-3715</inkml:trace>
</inkml:ink>
</file>

<file path=ppt/ink/ink4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24:32.30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54 1 6467,'0'0'11154,"21"5"-9451,-5-2-1338,-8-2-191,1 0 0,-1 1 1,0 0-1,1 1 0,-1-1 1,0 2-1,0-1 0,-1 1 1,1 0-1,-1 1 0,0 0 1,0 0-1,0 0 0,9 11 1,-1 3 241,0 1 0,-2 1 0,0 0 0,-1 1 0,-2 0 0,0 1 0,-1 0 0,-1 0 0,-2 1 0,0 0 0,-1 0 0,-2 1 0,0-1 0,-1 37 0,-3-52-352,0 1 1,0 0 0,-1 0 0,0-1-1,0 1 1,-1-1 0,0 0-1,-1 0 1,0 0 0,-1 0-1,0-1 1,0 1 0,0-1-1,-1 0 1,-1-1 0,1 0 0,-16 13-1,-7 4 334,-2-2 0,-1-1 1,-47 23-1,4-2 353,59-26-1212,16-16 373,0 0 0,0 1 0,0-1 0,0 0 0,1 1 0,-1-1 0,0 1-1,0-1 1,0 0 0,0 1 0,0-1 0,1 0 0,-1 1 0,0-1 0,0 0 0,1 0 0,-1 1-1,0-1 1,1 0 0,-1 0 0,0 1 0,0-1 0,1 0 0,-1 0 0,1 0 0,-1 0 0,0 1-1,1-1 1,-1 0 0,0 0 0,1 0 0,40 3-9614,-15-7-804</inkml:trace>
</inkml:ink>
</file>

<file path=ppt/ink/ink4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24:36.15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333 29 10293,'0'0'13563,"-12"-5"-13056,7 3-466,-1-2-32,1 1-1,-1 1 1,0-1 0,-1 1-1,1 0 1,0 0 0,0 1 0,-1 0-1,1 0 1,-1 0 0,1 1-1,-1 0 1,0 1 0,1-1-1,-1 1 1,1 0 0,-7 2 0,-5 5-6,0 0 1,1 1 0,0 0 0,1 1 0,0 1-1,-20 18 1,35-29-14,1 1-1,-1 0 0,1 0 1,-1 0-1,0 0 1,1 0-1,0 0 1,-1 0-1,1 0 0,-1 0 1,1 0-1,0 0 1,0 0-1,0 0 0,0 0 1,0 0-1,0 1 1,0-1-1,0 0 0,0 0 1,0 0-1,0 0 1,1 0-1,-1 0 0,1 0 1,-1 0-1,0 0 1,1 0-1,0 0 0,-1 0 1,1 0-1,-1 0 1,1-1-1,0 1 0,0 0 1,0 0-1,-1-1 1,1 1-1,2 0 1,43 28-688,-33-23 541,1 3-40,1 0 0,-2 0 0,1 2 0,-1-1 0,16 19-1,-26-26 179,-1 0-1,1-1 0,-1 1 0,0 0 0,0 0 0,0 0 0,0 1 1,-1-1-1,0 0 0,1 1 0,-1-1 0,0 1 0,0-1 0,-1 1 1,1-1-1,-1 1 0,0 0 0,0-1 0,0 1 0,0-1 0,-1 1 1,1 0-1,-1-1 0,0 1 0,0-1 0,0 0 0,-1 1 0,1-1 1,-1 0-1,0 0 0,0 1 0,-3 3 0,-5 4 147,0-1-1,-1 0 1,0-1 0,-16 10-1,19-14-83,0 1-1,-1 0 1,2 0 0,-1 1-1,1 0 1,0 0 0,0 0-1,1 1 1,0 0-1,0 1 1,-6 11 0,12-19-98,0-1 1,0 0-1,0 1 1,0-1 0,0 0-1,0 1 1,0-1-1,0 0 1,0 1 0,0-1-1,0 0 1,0 1 0,0-1-1,1 0 1,-1 0-1,0 1 1,0-1 0,0 0-1,0 1 1,0-1-1,1 0 1,-1 0 0,0 1-1,0-1 1,0 0-1,1 0 1,-1 0 0,0 1-1,0-1 1,1 0-1,-1 0 1,0 0 0,1 0-1,-1 0 1,0 1-1,0-1 1,1 0 0,-1 0-1,0 0 1,1 0-1,22 2-1251,28-5 72,-46 2 989,4 1 28,5-2-272,1 1-1,-1 1 1,22 2 0,-34-2 479,0 1 1,-1 0-1,1 0 1,-1 0-1,1 1 1,-1-1-1,0 0 1,0 1-1,1-1 1,-1 0-1,0 1 1,0 0-1,0-1 1,0 1-1,-1-1 1,1 1-1,0 0 1,-1 0-1,1-1 1,-1 1-1,1 0 1,-1 0 0,0 0-1,0 0 1,0-1-1,0 1 1,-1 3-1,2 2 75,-1 1 1,-1-1-1,1 1 1,-1-1-1,-1 0 0,-2 10 1,-7 4 347,-2 1 1,0-2-1,-2 1 1,0-2-1,-1 0 0,-22 20 1,-25 30 1323,47-50-1007,-23 29 1129,37-45-1635,-1 0-1,1 1 0,0-1 0,0 1 0,1 0 0,-1 0 0,1 0 0,0-1 0,0 1 0,0 0 1,0 5-1,5-8-167,0 1 0,1-1 0,-1 0 0,1 0 0,-1-1 0,1 1 0,0-1 0,-1 0 0,1-1 1,5 0-1,-6 1-4,90 0-1340,-92 0-1215,-15 7-11023</inkml:trace>
</inkml:ink>
</file>

<file path=ppt/ink/ink4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24:37.50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15 3265,'0'0'11955,"16"3"-10805,48 15 11,-62-17-1098,-1 0 0,1 0 0,0 0 0,-1 1 0,1-1 1,-1 0-1,0 1 0,1-1 0,-1 1 0,0 0 0,0-1 1,0 1-1,0 0 0,0 0 0,-1-1 0,1 1 0,0 0 0,-1 0 1,1 0-1,-1 0 0,0 2 0,0 45 850,-2-31-659,3-4-55,-2 1 0,0-1 0,-6 27 1,6-36-51,-1 0 1,1 0 0,-1-1 0,0 1 0,0 0-1,-1-1 1,1 0 0,-1 1 0,0-1 0,0 0-1,0-1 1,-1 1 0,0 0 0,-7 5 0,11-9-144,0 0-1,0 0 1,0 0 0,0 0 0,0 1 0,0-1 0,-1 0 0,1 0 0,0 0 0,0 0 0,0 0 0,0 0 0,-1 0 0,1 0 0,0 0-1,0 0 1,0 0 0,0 0 0,0 1 0,-1-1 0,1 0 0,0 0 0,0 0 0,0-1 0,0 1 0,-1 0 0,1 0 0,0 0-1,0 0 1,0 0 0,0 0 0,-1 0 0,1 0 0,0 0 0,0 0 0,0 0 0,0 0 0,0 0 0,-1-1 0,1 1 0,0 0 0,0 0-1,0 0 1,0 0 0,0 0 0,0-1 0,0 1 0,0 0 0,0 0 0,-1 0 0,1 0 0,0 0 0,0-1 0,0 1 0,0 0 0,0 0-1,0 0 1,0 0 0,0-1 0,0 1 0,0 0 0,0 0 0,0 0 0,0 0 0,1-1 0,-1 1 0,0 0 0,4-15 20,5 2-92,0 0 0,1 0 0,0 1 0,1 0 0,1 1 0,21-17 0,86-54-528,-94 66 514,-5 2 20,1 1-1,0 1 1,1 1-1,36-13 1,-57 24 93,-1 0-1,1 0 1,-1 0-1,1 0 1,-1-1-1,0 1 1,1 0-1,-1 0 1,1 0 0,-1 0-1,1 1 1,-1-1-1,1 0 1,-1 0-1,0 0 1,1 0-1,-1 0 1,1 0 0,-1 1-1,0-1 1,1 0-1,-1 0 1,1 1-1,-1-1 1,0 0-1,1 0 1,-1 1-1,0-1 1,0 0 0,1 1-1,-1-1 1,0 1-1,0-1 1,1 1-1,1 20 863,-11 23 438,4-30-1213,0-1 0,1 1 0,0 1 0,1-1 0,1 1 0,-1 17 0,4-31-350,-1 0 1,1 0-1,0 0 0,0 0 0,-1 0 0,1 0 0,0 0 0,0 0 0,0 0 0,0 0 0,0-1 0,0 1 0,0 0 0,0-1 1,0 1-1,0-1 0,0 1 0,1-1 0,-1 1 0,0-1 0,0 0 0,1 0 0,-1 1 0,0-1 0,0 0 0,1 0 0,-1 0 1,0-1-1,0 1 0,2 0 0,46-5-7844,-10-8 708</inkml:trace>
</inkml:ink>
</file>

<file path=ppt/ink/ink4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24:37.89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290 0 4370,'0'0'9991,"-19"0"-6053,19 0-3930,-14 0 562,-1 1 1,1 0-1,-1 1 0,1 0 0,0 1 0,-1 0 1,1 2-1,1-1 0,-1 2 0,-20 11 0,24-10-149,1 0 0,-1 1 0,1 0 0,1 0 0,-1 1 0,-9 14-1,16-20-367,-1 0-1,1 1 0,0-1 0,0 1 0,0-1 1,1 1-1,-1 0 0,1 0 0,0 0 1,0 0-1,0-1 0,1 1 0,-1 0 0,1 1 1,0-1-1,0 0 0,0 0 0,1 0 0,-1 0 1,1 0-1,0-1 0,0 1 0,2 4 0,-1-6-57,-1 0-1,1-1 1,-1 1-1,1-1 0,-1 1 1,1-1-1,0 0 1,0 0-1,0 0 0,0 0 1,0 0-1,0 0 0,0 0 1,0-1-1,0 1 1,0-1-1,0 0 0,0 1 1,1-1-1,1 0 1,52-1-277,-46 0 180,2 0-42,0-1 0,0-1 0,0 0 0,0 0 0,0-1-1,-1-1 1,22-11 0,-26 12 86,0 0 0,0-1 0,0 1 0,-1-1 0,0 0 0,0-1-1,0 0 1,-1 0 0,0 0 0,0 0 0,-1-1 0,1 0 0,3-10 0,-7 68 1646,9-13-5461,-9-35 3233,0-1 0,1 0 0,-1 0 0,0 0 0,0 0 0,1 0 0,0-1 0,-1 1 0,1 0 0,0-1 0,0 1 0,-1-1 0,4 2 0,9 3-7783</inkml:trace>
</inkml:ink>
</file>

<file path=ppt/ink/ink4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24:38.53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1 124 8052,'0'0'14878,"3"12"-13858,12 38-319,-15-49-693,0 0-1,0 0 1,0 1-1,0-1 0,1 0 1,-1 0-1,0 0 1,1 0-1,-1 0 1,1 0-1,-1 0 0,1 0 1,0 0-1,-1 0 1,1 0-1,0 0 1,0 0-1,-1 0 0,1 0 1,0-1-1,0 1 1,0 0-1,0-1 1,0 1-1,0-1 0,0 1 1,0-1-1,0 1 1,1-1-1,-1 0 1,0 0-1,0 1 0,0-1 1,0 0-1,0 0 1,1 0-1,-1 0 1,0 0-1,0 0 0,0-1 1,0 1-1,3-1 1,1-2-149,-1 0 0,1 0 0,0-1 0,-1 0 0,1 0 0,5-7 0,-1 1-72,66-47-902,-51 41 1058,39-36-1,-63 51 81,0 1 1,0 0-1,1 0 0,-1 0 1,0-1-1,0 1 0,0 0 0,1 0 1,-1 0-1,0-1 0,0 1 1,1 0-1,-1 0 0,0 0 1,1 0-1,-1 0 0,0 0 0,0 0 1,1 0-1,-1 0 0,0-1 1,1 1-1,-1 0 0,0 0 1,0 1-1,1-1 0,-1 0 1,0 0-1,1 0 0,-1 0 0,0 0 1,0 0-1,1 0 0,-1 0 1,0 0-1,0 1 0,1-1 1,-1 0-1,0 0 0,0 0 1,1 1-1,-1-1 0,0 0 0,0 0 1,0 0-1,0 1 0,1-1 1,-1 0-1,0 1 0,0-1 1,0 0-1,0 0 0,0 1 1,0-1-1,0 0 0,0 0 0,0 1 1,0-1-1,0 0 0,0 1 1,0-1-1,0 0 0,0 1 1,0-1-1,0 0 0,0 0 0,0 1 1,1 36 888,1-5-493,-1-31-418,1 1 1,0-1-1,0-1 1,0 1-1,0 0 0,0 0 1,0-1-1,0 1 0,0-1 1,0 0-1,0 1 1,0-1-1,0 0 0,0 0 1,0 0-1,0-1 0,0 1 1,0 0-1,2-2 0,42-9-52,-20-2-110,0 0 1,-1-2-1,0-1 1,-1-1-1,24-23 1,-49 52 3705,-3 37-2592,3-32-948,1-13 46,0-1 0,-1 1-1,1-1 1,1 1-1,-1-1 1,0 0-1,1 1 1,1 4 0,-1-7-225,0 0 1,-1 0-1,1 0 1,0 0 0,0 0-1,0 0 1,0 0 0,0 0-1,0 0 1,1 0-1,-1-1 1,0 1 0,0 0-1,1-1 1,-1 1 0,0-1-1,0 0 1,1 1-1,-1-1 1,0 0 0,1 0-1,-1 0 1,1 0-1,-1 0 1,3 0 0,-1 0-611,0 0 0,-1 0 0,1-1 0,0 1 0,0-1 0,0 1 0,0-1 0,-1 0 0,1 0 0,0 0 0,-1 0 0,5-4 0,19-15-8663</inkml:trace>
</inkml:ink>
</file>

<file path=ppt/ink/ink4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24:38.89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19 4786,'0'0'15677,"20"10"-14696,62 32-188,-76-39-735,1 0 0,0-1 1,-1 0-1,1-1 0,0 1 0,0-1 1,0-1-1,0 1 0,0-1 0,0 0 1,11-2-1,11 0 1,-19 2-67,-5 0 19,1 0-1,-1 0 1,1 0-1,0-1 1,-1 1-1,1-2 1,5-1-1,-10 3-5,1-1 1,-1 0-1,0 0 0,0 1 0,0-1 0,0 0 1,0 0-1,0 0 0,0 0 0,0 0 1,-1 0-1,1-1 0,0 1 0,-1 0 0,1 0 1,0-1-1,-1 1 0,0 0 0,1 0 0,-1-1 1,0 1-1,0-1 0,1 1 0,-1 0 0,0-1 1,0 1-1,-1 0 0,1-1 0,0 1 0,0 0 1,-1-1-1,1 1 0,-1 0 0,1-1 0,-2-1 1,1 1-1,0 0 0,0 0 0,0 0 0,-1 1 1,1-1-1,-1 0 0,1 0 0,-1 1 0,0-1 1,1 1-1,-1 0 0,0-1 0,0 1 0,0 0 1,0 0-1,0 0 0,0 1 0,-1-1 0,1 0 1,0 1-1,0-1 0,0 1 0,-4 0 0,-60-3 514,51 4-210,6-1-81,1 1 0,0 0 0,-1 1 0,1 0 1,0 0-1,0 1 0,0 0 0,0 0 0,1 1 0,-1 0 0,1 0 0,-9 8 0,11-9-102,0 1 0,1-1 0,0 1 0,0 0 0,0 1 0,0-1 0,1 1 0,0-1 1,0 1-1,0 0 0,0 0 0,1 1 0,0-1 0,0 0 0,0 1 0,1-1 0,-1 1 0,0 10 0,2-14-149,1 0 1,-1-1-1,0 1 1,0-1-1,1 1 1,-1-1-1,1 1 1,-1-1-1,1 1 1,-1-1-1,1 0 0,0 1 1,0-1-1,0 0 1,0 0-1,0 1 1,0-1-1,0 0 1,0 0-1,0 0 1,0 0-1,1 0 1,-1 0-1,0-1 0,1 1 1,-1 0-1,1-1 1,-1 1-1,1-1 1,2 1-1,6 1-425,-1-1-1,1 0 1,0 0 0,10-1-1,-6 0-369,106 0-8210,-59-2-697</inkml:trace>
</inkml:ink>
</file>

<file path=ppt/ink/ink4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24:39.14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3 11973,'0'0'10661,"122"0"-8564,-81 0-1120,-1 0-465,8 0-384,-14 0-96,-14 0-32,0-2-544,-54 2-16296</inkml:trace>
</inkml:ink>
</file>

<file path=ppt/ink/ink4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24:39.30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57 6259,'0'0'18216,"143"2"-17656,-103-16-512,1 3-48,-7-2-1584,0 4-2402,-1-3-2561</inkml:trace>
</inkml:ink>
</file>

<file path=ppt/ink/ink4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24:39.82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10101,'0'0'12565,"21"2"-10716,68 7-363,-87-8-1384,1-1 0,-1 1-1,1 0 1,-1 0 0,0 0 0,1 0-1,-1 0 1,0 0 0,0 1-1,1-1 1,-1 1 0,0 0 0,-1-1-1,1 1 1,0 0 0,0 0 0,-1 0-1,1 0 1,-1 1 0,0-1-1,0 0 1,1 1 0,0 3 0,0 1 119,-1 0 0,0 0 0,0 0 0,0 0 0,-1 13 0,0-13-86,0 9 105,1-13-214,0 1 0,-1-1 0,0 1 0,0-1 1,0 1-1,0-1 0,-1 1 0,1-1 0,-1 1 1,0-1-1,0 0 0,0 1 0,0-1 1,-1 0-1,1 0 0,-1 0 0,0 0 0,0 0 1,0 0-1,-3 2 0,86-67-2566,-64 47 2261,2 0 0,0 1 0,1 1 0,0 1 0,1 1-1,0 0 1,23-7 0,-43 18 385,0-1 0,0 1-1,-1 0 1,1-1 0,0 1-1,0 0 1,0 0 0,0 0 0,0 0-1,0 0 1,-1 0 0,1 0-1,0 0 1,0 0 0,0 0 0,0 0-1,0 0 1,-1 1 0,1-1-1,0 0 1,0 1 0,0-1-1,-1 1 1,1-1 0,0 0 0,0 1-1,-1 0 1,1-1 0,-1 1-1,1-1 1,0 1 0,0 1 0,3 29 1442,-4-27-1523,0-1 0,0 0-1,0 0 1,1 1 0,-1-1 0,1 0 0,-1 0-1,1 1 1,0-1 0,1 0 0,-1 0-1,0 0 1,3 4 0,-2-5-308,0 0 1,0 0-1,1 0 1,-1 0-1,0-1 0,1 1 1,-1-1-1,1 1 0,-1-1 1,1 0-1,4 2 1,34 0-12457,-21-3 1582</inkml:trace>
</inkml:ink>
</file>

<file path=ppt/ink/ink4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24:40.49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84 10661,'0'0'14905,"15"9"-13181,45 35-174,-57-40-1387,-1 0-1,1 0 1,0 0 0,-1 1 0,0-1-1,0 0 1,0 1 0,-1 0 0,0-1-1,1 1 1,-1 0 0,-1 0 0,1-1-1,-1 1 1,0 0 0,0 0 0,0 0-1,-1 0 1,-1 7 0,0 11 509,2-23-674,1 0 0,-1 1 0,1-1 0,-1 0 0,0 0 0,1 0 0,-1 0 0,1 0 0,-1 0-1,1 0 1,-1 0 0,1 0 0,-1 0 0,0 0 0,1 0 0,-1 0 0,1 0 0,-1-1 0,1 1 0,-1 0 0,0 0 0,1 0 0,-1-1 0,1 1 0,-1 0 0,0 0 0,1-1-1,-1 1 1,0 0 0,1-1 0,-1 1 0,0 0 0,0-1 0,1 1 0,-1-1 0,0 1 0,0-1 0,20-17-275,-19 17 221,120-104-2704,-103 92 2517,0 0-1,1 1 0,1 1 0,0 1 0,27-9 0,-46 18 289,-1 1 0,1-1 0,0 1-1,-1 0 1,1-1 0,0 1 0,0 0 0,-1 0 0,1-1 0,0 1 0,0 0 0,-1 0 0,1 0-1,0 0 1,0 0 0,0 0 0,-1 0 0,1 0 0,0 1 0,0-1 0,0 0 0,-1 0 0,1 1-1,0-1 1,-1 0 0,1 1 0,0-1 0,-1 1 0,1-1 0,0 1 0,-1-1 0,1 1 0,-1-1-1,1 1 1,-1-1 0,1 1 0,0 1 0,0 31 2498,-2-15-2467,0-4 161,1 9-159,0-22-78,0-1 0,1 1 0,-1 0 0,0-1-1,1 1 1,-1-1 0,0 1 0,1-1 0,-1 1-1,1-1 1,-1 1 0,1-1 0,-1 1 0,1-1-1,-1 1 1,1-1 0,-1 0 0,1 1 0,-1-1-1,1 0 1,0 0 0,-1 0 0,1 1 0,-1-1-1,1 0 1,0 0 0,-1 0 0,1 0 0,0 0-1,-1 0 1,2 0 0,7-1-28,1 0-1,-1 0 1,0-1 0,1 0-1,-1 0 1,0-1 0,0-1 0,0 1-1,-1-2 1,0 1 0,12-9-1,8-7-390,46-45 0,-41 36 420,-30 30 830,-3 10-448,-4 27-395,-1 6-13,5-38 58,0-1-178,0-1 0,0 1 1,0 0-1,1-1 0,-1 1 0,1 0 1,2 5-1,-2-8-254,0-1 1,0 1-1,0-1 1,0 1-1,1-1 1,-1 0-1,0 1 1,1-1-1,-1 0 1,1 0-1,-1 0 1,1 0-1,-1 0 1,1-1-1,0 1 1,-1 0-1,1-1 1,0 1-1,0-1 1,-1 1-1,5-1 0,14 1-8228</inkml:trace>
</inkml:ink>
</file>

<file path=ppt/ink/ink4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24:40.69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41 1 12886,'0'0'19881,"-40"41"-19881,40-30 0,0 2 0,0-1 0,0 6-640,6-2-2274,-6 2-1504,0-3-2801,0-1-5283</inkml:trace>
</inkml:ink>
</file>

<file path=ppt/ink/ink4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24:40.86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515 0 10309,'0'0'10132,"-122"120"-5938,75-82-2209,-1 1-880,-6-1-737,0 12-368,0 2-1649,-14 6-1969,0-1 1922</inkml:trace>
</inkml:ink>
</file>

<file path=ppt/ink/ink4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24:42.31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0 125 1617,'0'0'8353,"0"-4"-3871,8-15-2905,4 8-1282,1 0 0,0 1 0,1 1 0,0 1 1,0-1-1,1 2 0,0 0 0,0 1 0,1 1 0,0 0 1,0 1-1,0 1 0,31-3 0,-46 6-249,0 1 0,0-1 1,-1 1-1,1-1 0,0 1 0,0 0 0,0-1 0,-1 1 0,1 0 1,0 0-1,-1-1 0,1 1 0,0 0 0,-1 0 0,1 0 0,-1 0 0,0 0 1,1 0-1,-1 0 0,0 0 0,1 0 0,-1 0 0,0 0 0,0 1 1,5 28 549,-2 4-129,-2 45-1,-1-66-427,-1-1 1,-1 1-1,0-1 1,-1 1-1,0-1 0,-9 22 1,-9 9 4,2 1 1,-13 49-1,31-90-43,0 0 0,0 0-1,0 0 1,0 1 0,1-1-1,0 0 1,-1 0 0,1 0-1,1 0 1,-1 0 0,0 1-1,1-1 1,-1 0 0,1 0 0,2 4-1,-2-6 1,0 1-1,1-1 1,-1 1-1,1-1 1,-1 0 0,1 1-1,0-1 1,0 0-1,-1 0 1,1-1-1,0 1 1,0 0 0,0-1-1,0 1 1,0-1-1,0 1 1,0-1-1,0 0 1,0 0 0,0 0-1,0 0 1,3 0-1,0 0 9,1 0 0,-1 0 0,1-1 1,-1 0-1,0 0 0,1 0 0,-1 0 0,0-1 0,0 0 0,1 0 0,-2 0 0,1-1 0,0 0 0,0 0 0,-1 0 0,1 0 0,-1-1 0,0 0 0,0 0 0,-1 0 0,1 0 0,5-9 0,-9 13-4,0-1 0,0 1-1,1 0 1,-1-1-1,0 1 1,0-1 0,0 1-1,0 0 1,0-1 0,0 1-1,0-1 1,0 1-1,0-1 1,0 1 0,0 0-1,0-1 1,0 1-1,0-1 1,0 1 0,0-1-1,0 1 1,0 0 0,-1-1-1,1 1 1,0-1-1,0 1 1,0 0 0,-1-1-1,1 1 1,0 0-1,-1-1 1,1 1 0,0 0-1,-1 0 1,0-1 0,-19-2 57,15 3-47,1 0 0,-1 1 0,1 0 0,-1 0 1,1 0-1,0 0 0,-8 4 0,9-2-9,-1 0-1,1 0 1,0 1 0,-1-1-1,2 1 1,-1 0 0,0-1 0,1 1-1,0 0 1,0 1 0,0-1-1,0 0 1,1 1 0,-1-1 0,1 1-1,0-1 1,0 10 0,0 7-25,0 0 0,4 34 0,-2-47 13,1 8-2,1 0-1,1 0 1,1-1-1,0 1 1,1-1 0,12 21-1,-11-23 14,-1 0-1,0 1 1,-1 0-1,0 0 1,-1 0-1,0 1 0,-2-1 1,3 22-1,-6-34 50,1-1-1,-1 1 1,1-1-1,-1 0 1,1 1-1,-1-1 1,0 0-1,0 0 1,0 1-1,0-1 1,0 0 0,0 0-1,0 0 1,0 0-1,0 0 1,0 0-1,0 0 1,-1-1-1,1 1 1,0 0-1,-1-1 1,1 1-1,0-1 1,-1 1-1,1-1 1,-1 0-1,1 1 1,-1-1-1,1 0 1,-1 0-1,-2 0 1,-61-1 3016,47 1-2272,14-1-678,0 1 0,1-1-1,-1 1 1,0-1 0,1 0-1,-1 0 1,1-1 0,-1 1-1,-4-3 1,5 2-45,-1 0 0,0 0 0,0 1 0,0-1 0,-1 1 1,1 0-1,0 0 0,0 1 0,-7-1 0,10 1-275,9 22-10693,4-8 6208</inkml:trace>
</inkml:ink>
</file>

<file path=ppt/ink/ink4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24:44.99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129 109 3522,'0'0'12816,"5"-18"-11901,13-54-88,-14 54 731,-5 51-2,-49 249 519,20-140-1931,-31 137-3020,51-258 2161,8-15-2326,0-20-10827</inkml:trace>
</inkml:ink>
</file>

<file path=ppt/ink/ink4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24:45.29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128 1 4434,'0'0'12627,"19"0"-11277,59 0-312,-76 1-995,-1-1 1,1 1 0,-1-1-1,0 1 1,1 0-1,-1-1 1,1 1-1,-1 0 1,0 0-1,0 0 1,0 0 0,1 0-1,-1 0 1,0 0-1,0 0 1,0 1-1,-1-1 1,1 0 0,0 1-1,0-1 1,-1 1-1,1-1 1,-1 0-1,1 1 1,-1-1-1,0 1 1,1 0 0,-1-1-1,0 1 1,0 2-1,0 0 106,0 0 0,0 0 0,0 0-1,0 0 1,-1 0 0,0 0 0,0 0-1,-2 7 1,-1-6-95,1-1 1,-1 0-1,0 0 0,0 0 1,0 0-1,0 0 0,0-1 0,-1 0 1,0 0-1,0 0 0,1-1 1,-2 1-1,1-1 0,-6 1 0,-82 21 56,85-22-95,-11 0-30,14-2-28,1 0 1,0 1-1,-1-1 0,1 1 0,-1 0 0,1 0 1,0 1-1,0-1 0,-1 1 0,-6 4 1,13-1-3452,12-3 1312,16-1-1597,-28-1 3250,32 0-4401,5 0-299</inkml:trace>
</inkml:ink>
</file>

<file path=ppt/ink/ink4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24:45.66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41 3089,'0'0'14458,"3"4"-12954,0 0-1211,-1 0 0,0 0 0,0 0 1,0 0-1,0 0 0,-1 0 0,2 7 0,-1-5-59,-1 0 1,2 0-1,-1 0 1,1 0-1,0 0 1,3 5-1,-4-10-227,-1 0 0,1 1 0,-1-1 0,1 0 0,-1-1 1,1 1-1,0 0 0,0 0 0,-1-1 0,1 1 0,0-1 0,0 1 0,0-1 0,-1 0 0,1 0 0,3 0 0,36-1-31,-31 0 27,2 0-87,0-1-1,0-1 1,0 0 0,0 0 0,0-1-1,-1-1 1,21-10 0,74-54-656,-57 35 2490,-48 70-1467,11-21-2578,-10-13 1695,0-1 1,-1 0 0,1 0 0,0-1-1,0 1 1,-1 0 0,1-1 0,0 1-1,0-1 1,0 1 0,0-1 0,0 0 0,0 0-1,0 0 1,0 0 0,0 0 0,0 0-1,0-1 1,0 1 0,0 0 0,0-1-1,-1 0 1,4 0 0,15-15-3470</inkml:trace>
</inkml:ink>
</file>

<file path=ppt/ink/ink4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24:46.10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88 0 6915,'0'0'8377,"-7"27"-4804,-1 5-2608,-6 22 712,-10 71 0,20-93-1165,-11 81 822,-1 124 0,16-236-1555,3-10 102,0 1-1,0-1 1,1 1 0,0 0 0,0 0 0,1 0 0,0 1 0,0-1 0,1 1 0,0 1 0,0-1 0,1 1 0,0 0 0,0 0 0,0 1-1,1 0 1,-1 0 0,10-3 0,-16 7 115,-1 1 0,1 0 0,-1 0-1,1 0 1,-1 0 0,1 0 0,-1 0-1,1 0 1,0 1 0,-1-1 0,1 0-1,-1 0 1,1 0 0,-1 0 0,1 1-1,-1-1 1,1 0 0,-1 0 0,0 1-1,1-1 1,-1 0 0,1 1 0,-1-1-1,0 1 1,1-1 0,-1 0 0,0 1-1,1-1 1,-1 1 0,0-1 0,0 1-1,1-1 1,-1 1 0,0-1 0,0 1-1,0-1 1,0 1 0,0-1 0,0 1-1,0-1 1,0 1 0,0 0 0,0 0-1,0 30 101,0-24-87,0-1 10,0 0 0,0 0 0,0 0 0,-1 0 1,0 0-1,0 0 0,0 0 0,-1 0 0,0 0 1,0 0-1,-4 6 0,4-9-25,-1 0-1,1-1 1,-1 0-1,1 0 1,-1 1-1,0-1 1,0-1-1,0 1 1,0 0-1,0-1 1,-1 0-1,1 1 1,0-1-1,-1-1 1,1 1-1,0 0 1,-1-1-1,1 0 1,-1 0 0,1 0-1,-5 0 1,7 0-200,0 0 0,0 0 0,0 0 0,0 0 1,0 0-1,1 0 0,-1-1 0,0 1 0,0 0 1,0 0-1,0-1 0,0 1 0,1-1 0,-1 1 0,0-1 1,0 1-1,1-1 0,-1 1 0,0-1 0,1 1 1,-1-1-1,0 0 0,1 0 0,-1 1 0,1-1 1,-1 0-1,1 0 0,0 1 0,-1-1 0,1 0 1,0 0-1,-1 0 0,1 0 0,0 0 0,0 0 0,0 1 1,0-1-1,0 0 0,0 0 0,0 0 0,0 0 1,0 0-1,0 0 0,1 0 0,-1 1 0,0-1 1,1-1-1,0-10-2697,-1-12-3863</inkml:trace>
</inkml:ink>
</file>

<file path=ppt/ink/ink4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24:46.30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69 1 1281,'0'0'12341,"0"153"-7923,0-83-944,0 7-1873,0-2-577,-7-3-192,-7-7-704,1-15-128,-1-7-48,1-12-1152,13-3-1313,-7-8-1473,7-7-2689</inkml:trace>
</inkml:ink>
</file>

<file path=ppt/ink/ink4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24:46.50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61 1 10453,'0'0'12453,"-47"97"-12453,40-91-816,0-3-1601</inkml:trace>
</inkml:ink>
</file>

<file path=ppt/ink/ink4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24:46.66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5795,'0'0'8131,"21"118"-10692,-21-76-2609</inkml:trace>
</inkml:ink>
</file>

<file path=ppt/ink/ink4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24:46.89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129 0 9268,'0'0'15079,"-115"122"-13654,102-93-177,13-2-639,0-6-577,7-8-32,13-4-176,14-6-801,0-3-416,6 0-912,8-12-2257,-1-12-5490</inkml:trace>
</inkml:ink>
</file>

<file path=ppt/ink/ink4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24:47.30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0 185 816,'0'0'26882,"8"12"-25073,4 9-1132,-1-2-113,0 0 0,16 21 0,-24-36-527,0 0 0,0-1 1,0 1-1,0-1 0,0 0 0,0 0 0,1 0 1,0-1-1,-1 1 0,1-1 0,0 0 0,0 0 1,1 0-1,-1 0 0,0-1 0,0 0 0,1 0 1,4 1-1,-5-2-53,1 0 1,0 0-1,-1 0 0,1-1 1,0 1-1,-1-1 1,1 0-1,-1-1 0,1 1 1,-1-1-1,0 1 1,0-2-1,1 1 0,-1 0 1,-1-1-1,1 1 0,0-1 1,-1 0-1,1-1 1,-1 1-1,0 0 0,0-1 1,0 0-1,-1 0 1,1 0-1,2-5 0,-3 5 8,70-120-582,-63 106 501,0-1 0,-2 0 0,0 0 0,8-39 0,-16 39-2230,7 20-4108,-4 1 5533,1 0 0,-1-1-1,0 1 1,0-1 0,1 1-1,-1-1 1,1 0 0,0 0 0,-1 0-1,1 0 1,0 0 0,4 0-1,20 2-8746</inkml:trace>
</inkml:ink>
</file>

<file path=ppt/ink/ink4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24:47.61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113 19 11541,'0'0'13422,"-18"20"-11677,-54 61-376,70-79-1321,0 0-1,0 0 1,0 0 0,0 0-1,1 1 1,-1-1 0,1 1 0,0-1-1,-1 1 1,1-1 0,0 1-1,0-1 1,1 1 0,-1 0-1,1 0 1,-1-1 0,1 1 0,0 0-1,0 0 1,0 0 0,0-1-1,2 6 1,0 6 45,-2-12-90,0-1 1,0 1-1,1-1 0,-1 1 1,0-1-1,1 1 0,0-1 1,-1 1-1,1-1 1,0 1-1,0-1 0,0 0 1,0 1-1,0-1 1,0 0-1,0 0 0,0 0 1,0 0-1,1 0 0,-1 0 1,0 0-1,1 0 1,-1 0-1,0-1 0,1 1 1,-1-1-1,1 1 1,0-1-1,-1 1 0,1-1 1,-1 0-1,4 0 0,-1 1-13,-1-1-1,0 0 1,1 0 0,-1 0-1,1 0 1,-1-1-1,1 1 1,-1-1-1,0 0 1,1 0-1,-1 0 1,0-1-1,0 1 1,0-1-1,4-2 1,0-2-44,-1-1 0,0 1 1,-1-1-1,0 0 0,0-1 0,0 1 1,-1-1-1,0 0 0,-1 0 1,1 0-1,-2-1 0,1 1 1,-1-1-1,0 1 0,-1-1 0,0 0 1,-1 0-1,0 1 0,0-1 1,0 0-1,-1 0 0,-3-9 0,4 16 37,-1 1-1,0 0 1,0-1-1,0 1 1,0 0 0,0-1-1,0 1 1,0 0-1,0 0 1,0 0-1,0 0 1,-1 0-1,1 0 1,0 0-1,-1 1 1,1-1-1,0 0 1,-1 1-1,1-1 1,-1 1-1,1 0 1,-1-1-1,0 1 1,1 0-1,-3 0 1,-6-1-4359,1 1-4309</inkml:trace>
</inkml:ink>
</file>

<file path=ppt/ink/ink4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24:47.81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62 1 8852,'0'0'18104,"-55"128"-17031,49-110 223,6-6-1103,0-1-193,0-6-225,13-8-8611,-6-24 1329,7-7-2850</inkml:trace>
</inkml:ink>
</file>

<file path=ppt/ink/ink4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24:47.97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11941,'0'0'7428,"14"115"-10117,-1-90-3602,8 0-3282</inkml:trace>
</inkml:ink>
</file>

<file path=ppt/ink/ink4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24:48.42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157 555 7475,'0'0'14031,"-19"0"-11104,-61 1-1343,77-1-1514,1 0-1,0 0 1,-1 0-1,1 0 1,0 1 0,-1-1-1,1 1 1,0 0-1,-1 0 1,1 0-1,0 0 1,0 0 0,0 0-1,0 0 1,0 1-1,0-1 1,0 1-1,1 0 1,-1-1-1,0 1 1,1 0 0,-1 0-1,0 2 1,0 0-29,1 0 0,0 0 0,0 1 1,0-1-1,0 0 0,1 0 0,0 1 1,0 7-1,0-5-54,1-6 14,0 0 0,-1-1 0,1 1 0,0 0 0,-1-1 0,1 1 0,0-1 0,0 1 0,-1-1 0,1 1 0,0-1 0,0 1 0,0-1 0,0 0 0,0 0 0,-1 1 0,1-1 0,0 0 0,0 0 0,0 0 0,0 0 0,0 0 0,0 0 0,0 0 0,1-1 0,30-2-6,-24-3-52,1 0-1,0 0 1,-1-1 0,0 0-1,-1 0 1,0-1 0,0 1-1,0-2 1,7-12-1,11-11-192,10-16-164,-2-2 0,-2-1-1,-3-1 1,27-67 0,-29 62 84,-18 41 280,-2 3 75,0 1 1,0-1 0,-1 0-1,-1 0 1,0-1-1,-1 1 1,3-26-1,-7 38 81,0 1-1,0 0 0,0 0 0,0 0 0,0 0 0,0 0 0,0 0 0,0 0 0,0 0 0,0 0 0,0 0 0,0 0 0,0 0 0,0 1 0,0-1 0,0 0 1,1 1-1,-1-1 0,0 1 0,-1 0 0,-5 5 243,0 1 0,0 0-1,1 0 1,0 0 0,0 1 0,0 0 0,1 0 0,1 0 0,-7 17 0,-30 86 1565,31-76-1894,2 1 0,2 0 0,1 0 1,2 0-1,1 1 0,2-1 0,2 1 1,11 63-1,-10-84-41,1-1 0,1 0 0,0 0 1,1-1-1,0 0 0,2 0 0,-1 0 0,2-1 0,10 13 0,-18-24-227,1-1-1,-1 0 0,1 0 1,0 0-1,-1 0 1,1 0-1,0 0 0,0 0 1,0-1-1,0 1 1,0-1-1,-1 1 0,1-1 1,0 0-1,4 0 1,17-4-6029,3-13-4154</inkml:trace>
</inkml:ink>
</file>

<file path=ppt/ink/ink4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24:48.90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286 10 3954,'0'0'15866,"-24"-2"-11963,-78-4-1187,96 5-2449,-1 1 0,0-1-1,0 1 1,1 0 0,-1 1 0,0-1 0,1 2 0,-1-1 0,0 1 0,1-1 0,0 2 0,-1-1 0,1 1 0,0 0-1,0 0 1,0 1 0,1-1 0,-1 2 0,1-1 0,0 0 0,-8 10 0,12-13-257,-1 0 1,1 0 0,0 0-1,0 0 1,0 0-1,0 0 1,0 0-1,1 1 1,-1-1 0,0 0-1,0 0 1,1 1-1,-1-1 1,1 1-1,-1-1 1,1 1 0,0-1-1,-1 1 1,1-1-1,0 0 1,0 1-1,0-1 1,0 1 0,0-1-1,0 1 1,1-1-1,-1 1 1,0-1-1,1 1 1,-1-1 0,1 1-1,0-1 1,-1 0-1,1 1 1,0-1-1,0 0 1,0 0 0,0 0-1,0 0 1,0 0-1,0 0 1,0 0-1,0 0 1,1 0 0,-1 0-1,0 0 1,0-1-1,1 1 1,2 0 0,9 6-135,2-2 0,-1 0 0,0-1 0,17 3 0,-10-2-474,-15-3 510,47 18-2615,-52-20 2654,0 1 0,0-1-1,0 0 1,-1 1 0,1-1-1,0 1 1,0-1 0,-1 1-1,1-1 1,0 1 0,-1-1-1,1 1 1,-1 0 0,1-1-1,-1 1 1,1 0 0,-1-1 0,1 1-1,-1 0 1,0 0 0,1 0-1,-1-1 1,0 1 0,0 0-1,0 0 1,1 0 0,-1 0-1,0 0 1,0-1 0,0 1-1,0 0 1,-1 0 0,1 0-1,0 0 1,0 0 0,0-1-1,-1 1 1,1 0 0,0 0-1,-1 0 1,1-1 0,-1 1-1,1 0 1,-1-1 0,1 1-1,-1 0 1,1-1 0,-1 1 0,0 0-1,1-1 1,-1 1 0,0-1-1,1 0 1,-1 1 0,0-1-1,-1 1 1,-6 3 99,0 1-1,0-1 1,-1-1 0,0 0-1,-11 3 1,12-4 16,0 0-1,1 0 1,-1 1-1,1 0 1,0 0 0,0 1-1,0 0 1,-9 7-1,30-17-13620,11-14 5725</inkml:trace>
</inkml:ink>
</file>

<file path=ppt/ink/ink4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24:49.26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1 149 2673,'0'0'13921,"19"-3"-11119,2 0-2347,83-17 1141,-94 18-1503,-1-1 0,0 0 0,1 0 0,-1-1-1,0 0 1,0-1 0,-1 0 0,0 0 0,11-9 0,-18 13-70,0 0 1,0 0 0,0 0-1,0 0 1,0 0 0,0 0 0,0 0-1,0 0 1,0 0 0,0-1 0,0 1-1,-1 0 1,1-1 0,0 1-1,-1 0 1,1-1 0,-1 1 0,0-1-1,1 1 1,-1-1 0,0 1 0,0-1-1,0 1 1,0-1 0,0 1-1,0 0 1,-1-1 0,1 1 0,0-1-1,-1 1 1,1-1 0,-1 1 0,0 0-1,1-1 1,-1 1 0,0 0-1,0 0 1,0-1 0,0 1 0,0 0-1,0 0 1,0 0 0,0 0 0,0 0-1,0 0 1,0 1 0,-1-1-1,1 0 1,0 1 0,-1-1 0,1 1-1,-1-1 1,-2 0 0,-2-1 247,0 0 0,0 0-1,0 0 1,0 1 0,-1 0 0,1 0 0,0 1 0,-1 0-1,1 0 1,0 0 0,-1 1 0,-6 1 0,11 0-187,0-1-1,0 0 1,1 1 0,-1-1 0,0 1 0,1-1-1,-1 1 1,1 0 0,0 0 0,-1 0-1,1 0 1,0-1 0,0 2 0,0-1 0,0 0-1,1 0 1,-1 0 0,0 5 0,-8 43 477,9-49-556,-1 114 22,1-113-100,0-1 1,0 1-1,0-1 1,0 0 0,0 1-1,1-1 1,-1 1-1,1-1 1,-1 1-1,1-1 1,-1 0 0,1 1-1,0-1 1,-1 0-1,1 1 1,0-1-1,0 0 1,0 0 0,0 0-1,0 0 1,0 0-1,0 0 1,0 0-1,1 0 1,1 1 0,1-1-312,-1 0 1,0 0-1,1 0 1,-1-1 0,1 1-1,-1-1 1,1 0 0,-1 0-1,0 0 1,8-1-1,-3-1-1050,0 1-1,0-1 1,0-1-1,0 1 0,-1-1 1,1-1-1,-1 1 0,1-1 1,6-6-1,14-20-7481</inkml:trace>
</inkml:ink>
</file>

<file path=ppt/ink/ink4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24:49.56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125 0 10373,'0'0'13195,"-13"26"-9108,-4 3-3157,6-11-458,1 0 0,1 0 0,1 1 0,0 1 0,2-1 0,-6 28 0,2-9-346,3 0-1,1 0 0,2 1 1,1-1-1,3 1 1,4 47-1,11-57 531,-3-18-2772,-12-11 1828,0 0-1,1 0 1,-1 0 0,1 0 0,-1 0 0,0 0 0,1 0-1,-1 0 1,0 0 0,1 0 0,-1 0 0,1 0-1,-1 0 1,0 0 0,1 0 0,-1 0 0,0 0 0,1 0-1,-1-1 1,0 1 0,1 0 0,-1 0 0,0 0-1,1-1 1,-1 1 0,0 0 0,0 0 0,1-1-1,-1 1 1,0 0 0,0-1 0,1 1 0,-1 0 0,0-1-1,1-10-7845,-1-6-3383</inkml:trace>
</inkml:ink>
</file>

<file path=ppt/ink/ink4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24:49.72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29 14967,'0'0'10933,"162"21"-10933,-101-21-496,-7-3-2162,0-17-4417,-13-7-8244</inkml:trace>
</inkml:ink>
</file>

<file path=ppt/ink/ink4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24:50.70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170 74 1569,'0'0'5570,"8"-13"-3542,24-37-137,-22 40 6125,-9 14-6241,-8 14-1236,-111 158 4464,46-21-3514,57-121-1420,7 6-36,7-22-2926,22-26-8254,-1-18 903</inkml:trace>
</inkml:ink>
</file>

<file path=ppt/ink/ink4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24:51.49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170 621 6195,'0'0'11466,"-4"-8"-9910,-1-5-1357,4 10 33,0 0 0,1 0 0,-1 0-1,0 0 1,-1 0 0,1 1 0,0-1-1,-1 0 1,0 1 0,1-1 0,-1 1-1,0 0 1,0-1 0,-1 1 0,1 0 0,0 0-1,-1 1 1,1-1 0,-1 0 0,1 1-1,-1-1 1,0 1 0,0 0 0,1 0 0,-1 0-1,0 0 1,0 1 0,0-1 0,-5 1-1,4 0-202,1 0 0,-1 0-1,0 0 1,0 1-1,1-1 1,-1 1-1,0 0 1,1 1 0,-1-1-1,1 0 1,0 1-1,-1 0 1,1 0-1,0 0 1,0 0-1,0 0 1,0 1 0,0-1-1,-3 5 1,3-2-29,0-1 0,0 1 1,1 0-1,0 0 1,0 0-1,0 0 0,1 0 1,-1 0-1,1 0 0,0 0 1,1 1-1,-1-1 0,1 6 1,1-10-2,-1 0-1,0 0 1,1 0 0,-1 0 0,1 0 0,-1 0 0,1-1 0,-1 1-1,1 0 1,-1 0 0,1-1 0,0 1 0,0 0 0,-1-1 0,1 1-1,0 0 1,0-1 0,0 0 0,-1 1 0,1-1 0,0 1 0,0-1-1,0 0 1,0 1 0,0-1 0,0 0 0,0 0 0,0 0 0,0 0-1,0 0 1,1 0 0,41 0-2,-35-1-3,1 0-32,0-1 0,0 0-1,0-1 1,0 0-1,0-1 1,0 0 0,-1 0-1,0 0 1,0-1 0,9-7-1,7-7-415,41-38-1,-34 24-354,-1-1 1,-2-1-1,-1-2 0,-2-1 1,-2 0-1,-1-2 0,-2-1 1,18-53-1,-34 77 830,0-1-1,-1 1 1,0 0 0,-2-1 0,0-32-1,-1 41 358,-1 8-280,1 0 1,-1 1 0,1-1-1,-1 1 1,1-1-1,-1 1 1,1-1 0,-1 1-1,0-1 1,1 1 0,-1-1-1,0 1 1,1 0 0,-1 0-1,0-1 1,1 1-1,-1 0 1,0 0 0,0 0-1,1 0 1,-1 0 0,0 0-1,0 0 1,1 0-1,-1 0 1,0 0 0,0 0-1,1 0 1,-1 0 0,0 1-1,1-1 1,-1 0 0,0 0-1,-1 1 1,-28 10 1115,22-5-902,-1 1 0,1 1 1,0 0-1,1 0 0,0 0 0,0 1 1,1 0-1,0 0 0,-5 11 1,-7 15 848,-15 44 0,19-38-618,3 1 0,1 0 0,2 1 0,2 0 0,2 0 1,3 74-1,1-112-528,0 0 1,0 0 0,1 0-1,0 0 1,0 0-1,0 0 1,0-1 0,1 1-1,0 0 1,0-1 0,4 6-1,-5-8-120,0 0 0,1-1-1,-1 1 1,1-1 0,-1 1-1,1-1 1,-1 0 0,1 1-1,0-1 1,0 0 0,-1 0 0,4 1-1,-3-2-269,1 1-1,-1-1 0,0 1 1,1-1-1,-1 0 0,0 0 1,1 0-1,-1 0 1,0 0-1,1-1 0,-1 1 1,0-1-1,3 0 0,-4 0-148,1 0 0,-1 1-1,0-1 1,0 0 0,1 0 0,-1 0-1,0 0 1,0 0 0,0 0-1,0 0 1,-1 0 0,1 0-1,0-1 1,0 1 0,-1 0 0,1 0-1,0-1 1,-1 1 0,1-1-1,-1-1 1,7-19-11129</inkml:trace>
</inkml:ink>
</file>

<file path=ppt/ink/ink4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24:51.98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0 224 1377,'0'0'9126,"16"-6"-7466,282-98 3953,-103 44-4784,-111 36-2739,-3-1-4743,-71 20 1285</inkml:trace>
</inkml:ink>
</file>

<file path=ppt/ink/ink4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24:52.32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1 142 4386,'0'0'17528,"47"-2"-16071,-13-5-385,14-2-143,6 0-481,7-4-320,0-1-128,0 1-16,0-1-1169,-7-2-2000,0-4-3730,0-5-6531</inkml:trace>
</inkml:ink>
</file>

<file path=ppt/ink/ink4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24:53.06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598 0 960,'0'0'12756,"-21"1"-10425,17-1-2209,-7 0 123,0 0 1,0 1-1,0 1 1,0-1-1,1 2 1,-1-1 0,1 1-1,0 1 1,-1 0-1,2 1 1,-1 0-1,0 0 1,-15 12-1,-28 26 913,1 2 0,2 3 0,-61 75-1,94-101-980,1 1-1,0 0 1,2 1 0,1 0-1,1 1 1,1 1-1,1 0 1,1 0-1,2 1 1,0 0-1,-3 40 1,8-46-152,1 0 0,1 0 0,1 0 0,1 0 1,0 0-1,7 22 0,-7-35-59,1 0 1,0 1 0,1-2-1,-1 1 1,1 0 0,1-1-1,0 1 1,0-1 0,0 0 0,1-1-1,0 1 1,0-1 0,0-1-1,1 1 1,0-1 0,0 0-1,12 6 1,-2-5-390,0 0 1,0 0-1,0-2 0,1 0 1,0-1-1,0-1 1,0-1-1,0 0 1,25-3-1,-36 1-102,-1 1 1,1-1 0,0 0-1,0 0 1,0-1-1,-1 0 1,1 0-1,-1-1 1,0 0-1,0 0 1,11-7-1,30-24-5411</inkml:trace>
</inkml:ink>
</file>

<file path=ppt/ink/ink4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24:53.47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332 0 9877,'0'0'5125,"-22"5"-1513,1-2-2693,12-2-662,-1 0-1,0 1 1,1 0-1,0 0 0,-1 1 1,1 1-1,0-1 0,0 2 1,1-1-1,-1 1 0,1 0 1,0 1-1,-8 7 1,-3 4 291,-3 2 230,-28 34 0,45-47-717,0 0 1,0 0 0,1 1-1,0 0 1,0 0 0,1 0-1,0 0 1,0 1 0,1-1 0,-3 12-1,5-17-72,0 0 0,-1-1 0,1 1 0,1-1 0,-1 1-1,0-1 1,0 1 0,0-1 0,1 1 0,-1-1 0,1 1 0,-1-1 0,1 1-1,0-1 1,-1 0 0,1 1 0,0-1 0,0 0 0,0 0 0,0 1 0,0-1 0,0 0-1,0 0 1,1 0 0,-1 0 0,0 0 0,1-1 0,-1 1 0,0 0 0,1-1-1,-1 1 1,1-1 0,2 1 0,7 2-166,1-1-1,-1 0 1,23 0 0,-7 0-110,-13-1 157,65 11-580,-72-11 542,-1 0 0,1 1 0,-1 0 0,0 0 0,0 1-1,0 0 1,0 0 0,0 0 0,8 7 0,-13-9 137,0 0 0,0 1 0,0-1 0,0 0 0,0 1 0,0-1 0,0 1 0,0-1 0,0 1 0,-1-1 0,1 1 0,-1-1 0,1 1 0,-1 0 0,1-1 0,-1 1 0,0 0 0,0 0 0,0-1 0,0 1 0,0 0 0,0-1 0,-1 1 0,1 0 0,0-1 0,-1 1 0,0 0 0,1-1 0,-1 1 0,0-1 0,0 1 0,0-1 0,1 1 0,-2-1 0,1 0 0,0 1 0,0-1 0,0 0 0,-3 2 0,-6 5 190,0 1 0,0-2 0,0 0 1,-13 7-1,17-11-86,-42 24 712,-2-1-1,-85 28 0,132-53-1018,5-4-1239,0-2 442,0-1 0,1 2-1,0-1 1,0 0 0,0 0 0,0 1 0,9-8-1,-3 1-1059,31-35-6876</inkml:trace>
</inkml:ink>
</file>

<file path=ppt/ink/ink4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24:53.67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211 0 13782,'0'0'3506,"-68"154"1584,41-89-2705,6 1-1536,8-5-369,-7-5-384,13-6-96,-7-9-1121,7-5-911,1-11-2146,-8-7-2674,1-9-767</inkml:trace>
</inkml:ink>
</file>

<file path=ppt/ink/ink4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24:54.00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71 9444,'0'0'11360,"17"21"-9860,54 72-337,-65-85-960,0 0-1,0 0 1,-1 0 0,0 1 0,-1-1-1,0 1 1,0 1 0,-1-1 0,0 0-1,0 1 1,-1-1 0,-1 1 0,0 0-1,0 19 1,-1-29 83,-6-23 82,3 12-323,2 0 0,-1 1 0,1-1 0,1 0 0,0 0 0,0 0 0,1 0-1,1 0 1,0 1 0,0-1 0,1 0 0,1 1 0,-1 0 0,8-14 0,-5 12-419,1 0 0,0 1 1,1 0-1,0 0 0,0 1 0,1 0 0,0 0 0,1 1 0,0 0 0,1 1 0,16-10 0,3 8-4395,-11 10-2195,-14 0 4576,3 0-4775</inkml:trace>
</inkml:ink>
</file>

<file path=ppt/ink/ink4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24:54.17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57 5122,'0'0'17544,"0"72"-17175,0-74-465,7-21-1249,-1-6-1120,1-5-2690,0-7-3793</inkml:trace>
</inkml:ink>
</file>

<file path=ppt/ink/ink4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24:54.34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7075,'0'0'13030,"0"133"-14214,0-112-2210,7-1-3185</inkml:trace>
</inkml:ink>
</file>

<file path=ppt/ink/ink4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24:54.65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6019,'0'0'18227,"4"8"-16829,-2-6-1357,-1 1 0,1 0 0,0-1 0,-1 1 1,1-1-1,1 0 0,-1 0 0,0 0 0,0 0 0,1 0 1,-1 0-1,1 0 0,0-1 0,-1 1 0,1-1 0,0 0 0,0 0 1,0 0-1,0 0 0,0-1 0,0 1 0,0-1 0,0 1 1,0-1-1,0 0 0,0 0 0,0-1 0,0 1 0,1-1 1,-1 1-1,0-1 0,-1 0 0,1 0 0,5-3 0,68-27-1508,-72 31 1470,19 29 557,-21-28-795,1 1 0,-1-1 0,1 1 0,-1-1 0,1 0 0,-1 0 0,1 0 0,0-1 0,0 1 0,4 0 0,29-1-6885,-19 0 2160,4 0-4250</inkml:trace>
</inkml:ink>
</file>

<file path=ppt/ink/ink4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25:02.06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1006 3 1569,'0'0'12480,"-4"-1"-9441,-21 0-2084,17 3-750,-1 0 0,1 0 1,0 1-1,0 0 0,0 0 0,0 1 1,0 0-1,1 0 0,0 1 0,0 0 1,-7 6-1,-2 3 261,0 0 0,2 1 0,-20 25 0,31-37-438,1 1 0,-1-1-1,1 1 1,0 0-1,0 0 1,1 0 0,-1 0-1,1 0 1,0 1 0,0-1-1,0 0 1,1 1-1,-1 7 1,2-11-31,0-1 1,0 1-1,-1 0 0,1 0 0,0-1 1,0 1-1,0-1 0,0 1 0,0-1 1,0 1-1,0-1 0,0 0 0,0 1 1,0-1-1,0 0 0,0 0 0,0 0 1,0 1-1,0-1 0,0 0 0,0-1 1,2 1-1,34 0-60,-31 0 45,0-1 17,1 0 0,-1 0 0,0 0 0,0-1 0,1 1-1,-1-2 1,-1 1 0,1-1 0,0 0 0,-1 0 0,1 0 0,-1-1 0,5-4 0,-1 1 25,0-1 0,-1 0-1,0-1 1,0 0 0,12-19 0,-95 135 510,-57 177-689,88-180 62,-75 130-1,107-215 307,0-1-1,-1 0 0,-1-1 1,0 0-1,-1-1 0,-32 25 1,36-33 11,-1 0-1,-1-1 1,1 0 0,-1-1 0,0 0 0,-1-2 0,1 1-1,-1-1 1,0-1 0,0-1 0,-23 2 0,8-2-78,1-1 0,-1-2 0,-54-7 0,75 6-164,1 1 1,-1-1 0,1 0 0,0-1 0,0 0-1,0 0 1,0 0 0,0-1 0,0 0 0,1 0 0,0-1-1,0 1 1,0-1 0,1-1 0,-1 1 0,1-1-1,1 0 1,-1 0 0,-6-12 0,9 13-130,0-1 1,0 1-1,0-1 0,1 1 1,-1-1-1,1 0 0,1 0 1,-1 0-1,1 0 1,0 1-1,0-1 0,1 0 1,2-11-1,-1 11-267,-1 1 0,1-1 1,0 1-1,1 0 0,0 0 0,-1 0 0,2 0 0,-1 0 1,0 0-1,1 1 0,0 0 0,0 0 0,7-6 1,31-18-4555,9 0-1961</inkml:trace>
</inkml:ink>
</file>

<file path=ppt/ink/ink4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25:03.15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16 89 1985,'0'0'9124,"-3"2"-7350,-9 6 853,25-13 1293,15-7-841,-13 5-3903,107-64 1322,-117 68-428,-4 3 23,-1 5 155,0 2-167,-2 0 0,1 0 0,-1-1 0,0 1 0,0 0 0,-4 8 0,2-8-68,1 1 1,1-1-1,-1 1 1,1 0 0,0 0-1,0 14 1,1-10 616,4 13-3935,-3-24 2979,1 0 1,0 0-1,0-1 1,-1 1-1,1 0 1,0-1-1,0 1 1,0-1-1,0 1 1,0-1-1,0 0 1,0 1-1,0-1 1,0 0-1,0 0 1,0 0-1,0 0 1,0 1-1,0-1 1,0-1-1,0 1 1,0 0-1,0 0 1,0 0-1,2-1 1,16-5-4475,1-10-1109</inkml:trace>
</inkml:ink>
</file>

<file path=ppt/ink/ink4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25:03.32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48 0 7732,'0'0'9924,"-48"86"-10868,69-56-2866,-1-3-2209</inkml:trace>
</inkml:ink>
</file>

<file path=ppt/ink/ink4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25:03.85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179 519 8292,'0'0'12312,"-13"-3"-10450,4 2-1722,-4-2 386,0 1 1,-1 1-1,1 0 1,-16 1-1,26 0-430,0 0-1,0 1 1,-1-1 0,1 1-1,0 0 1,0-1 0,-1 1-1,1 1 1,0-1-1,0 0 1,0 1 0,0 0-1,1-1 1,-1 1 0,0 0-1,1 0 1,-1 1 0,1-1-1,0 0 1,0 1 0,0 0-1,0-1 1,0 1-1,0 0 1,-1 3 0,3-5-95,-1 0 0,1 0 1,-1 0-1,1 0 0,0 1 0,-1-1 1,1 0-1,0 0 0,0 0 1,0 0-1,0 0 0,0 1 0,0-1 1,0 0-1,0 0 0,0 0 1,1 0-1,-1 1 0,0-1 0,1 0 1,-1 0-1,1 0 0,-1 0 0,1 0 1,0 0-1,0 1 0,1-1-1,-1 0-1,1 0 1,0 0 0,-1 0-1,1-1 1,0 1-1,-1 0 1,1-1-1,0 1 1,0-1 0,0 0-1,0 0 1,0 0-1,3 0 1,2 0-44,1-1 1,-1 0-1,1 0 1,-1-1-1,0 0 1,0 0-1,12-6 1,20-16-439,-1-1 0,-1-1 1,-1-2-1,-2-2 1,0-1-1,-3-1 1,0-2-1,-2-1 1,-2-2-1,-2 0 0,38-73 1,-60 104 584,0-1 1,1 0-1,-2 0 0,1 0 1,-1 0-1,0 0 0,-1 0 1,0-1-1,0 1 0,0 0 1,-1-1-1,0 1 0,-1-1 1,-1-9-1,1 16-12,0 0 0,0 0 0,0 0 0,0 0 1,-1 1-1,1-1 0,0 0 0,0 1 0,-1-1 0,1 1 0,0 0 1,-1-1-1,1 1 0,0 0 0,-1 0 0,1 0 0,0 0 0,-1 0 1,1 0-1,0 0 0,-1 0 0,1 0 0,0 1 0,-1-1 0,1 0 1,0 1-1,-1 0 0,1-1 0,0 1 0,-2 1 0,-5 4 144,-1 1-1,1 1 0,0 0 0,1 0 1,0 0-1,0 1 0,-10 18 1,-36 75 1134,51-98-1313,-10 22 128,2 2-1,0 0 0,2 0 0,1 0 0,2 1 0,0 0 0,0 56 0,5-81-402,0 0 0,0 0 0,1 0 0,0 0 1,0 0-1,0-1 0,0 1 0,0 0 0,1 0 0,0-1 0,0 1 0,0-1 0,0 1 0,0-1 0,1 0 0,-1 0 1,1 0-1,0 0 0,0-1 0,0 1 0,0-1 0,0 1 0,1-1 0,-1 0 0,1 0 0,0-1 0,-1 1 1,1-1-1,0 0 0,0 0 0,7 1 0,2 0-1081,0 0 0,0-1 0,0-1 0,0 0 0,0 0 0,0-2 0,0 0 0,24-6 1,17-15-9354</inkml:trace>
</inkml:ink>
</file>

<file path=ppt/ink/ink4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25:04.19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171 1 12454,'0'0'4356,"0"20"-717,0-5-2948,-1-6-468,1 0-1,-1 0 1,2 0 0,-1-1 0,2 1 0,-1 0-1,1 0 1,0-1 0,1 1 0,0-1 0,0 0-1,1 0 1,7 13 0,17 20 708,-2 1-1,33 74 1,-50-93-789,0 0 0,-2 1 1,-1 0-1,0 0 0,-2 1 0,-1 0 1,0 30-1,-3-48-131,0-1-1,0 1 1,-1-1 0,0 1-1,0-1 1,0 0 0,-1 0-1,0 1 1,-1-1 0,1 0-1,-1-1 1,0 1 0,0 0-1,-1-1 1,0 0 0,0 0-1,0 0 1,0 0 0,-1-1-1,0 1 1,0-1 0,0 0-1,-10 5 1,-11 8-23,-1-2 1,0 0-1,-1-2 0,-1-1 1,0-2-1,-1 0 0,-41 7 1,70-17-111,1 0 1,0 0-1,-1 0 0,1 1 1,-1-1-1,1 0 1,0 0-1,-1 0 1,1 0-1,-1 0 0,1 0 1,0 0-1,-1 0 1,1 0-1,-1 0 1,1 0-1,-1 0 1,1 0-1,0 0 0,-1 0 1,1 0-1,-1 0 1,1 0-1,-1-1 1,1 1-1,0 0 0,-1 0 1,1 0-1,0-1 1,-1 1-1,1 0 1,0-1-1,-1 1 1,1 0-1,0-1 0,0 1 1,-1 0-1,1-1 1,0 1-1,0 0 1,0-1-1,-1 1 0,1-1 1,0 1-1,0 0 1,0-1-1,0 1 1,0-1-1,0 1 1,0-1-1,0 1 0,0 0 1,0-1-1,0 1 1,0-1-1,0 1 1,0-1-1,1 1 0,-1 0 1,0-1-1,0 1 1,0-1-1,1 1 1,-1 0-1,0-1 1,0 1-1,1 0 0,-1-1 1,12-26-7277</inkml:trace>
</inkml:ink>
</file>

<file path=ppt/ink/ink4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25:04.90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326 32 13558,'0'0'14119,"-24"-5"-13007,-75-18-173,94 22-831,1 0 1,-1 0-1,1 1 0,-1-1 0,0 1 0,1 0 0,-1 0 0,1 1 0,-1 0 0,1-1 1,-1 1-1,1 1 0,-1-1 0,-6 4 0,8-3-79,1 0 1,-1 0-1,0 0 0,1 0 0,-1 1 1,1-1-1,0 1 0,0 0 0,0-1 1,0 1-1,0 0 0,1 0 0,-1 0 1,1 1-1,-1 3 0,-1 8-44,0 0 0,2 0 0,0 0 0,0 0 0,1 0 1,4 23-1,-3-28 70,2 7-102,1 0 0,0 0-1,1-1 1,1 0 0,1 0-1,11 21 1,-11-24-63,0 1 1,-1-1-1,0 1 0,-1 0 1,-1 1-1,0-1 1,-1 1-1,2 20 0,-6-32 108,0-1 1,1 1-1,-1 0 0,0-1 0,0 1 0,0-1 0,-1 0 0,1 1 1,-1-1-1,1 0 0,-1 0 0,0 0 0,0 0 0,0 0 0,0 0 1,0 0-1,0-1 0,0 1 0,-1-1 0,1 1 0,0-1 0,-1 0 1,1 0-1,-1 0 0,-4 1 0,-11 3 13,0 0 0,-27 4-1,40-8-12,41-13-3619,-25 7 2814,0 1 0,1 0 0,-1 1 0,1 0 0,24-2 0,-35 5 783,1 0-1,-1 0 0,0 0 1,1-1-1,-1 2 1,0-1-1,1 0 1,-1 0-1,0 0 1,1 1-1,-1-1 0,0 1 1,0-1-1,1 1 1,-1-1-1,0 1 1,0 0-1,0-1 1,0 1-1,0 0 0,0 0 1,2 1-1,-2 1 72,0 0 0,-1 0 0,1 0-1,-1 0 1,1 0 0,-1 1 0,0-1-1,0 0 1,0 3 0,0-1 29,-1 7 200,0-1-1,-1 1 1,-1 0 0,1-1 0,-2 1 0,1-1-1,-2 0 1,-9 18 0,-59 88 1746,25-43-387,40-62-1247,1 0 0,1 0 0,0 1 0,1 0 0,0 0 1,1 0-1,0 0 0,1 1 0,1 0 0,0 0 0,0 23 1,2-35-389,0 0 1,0 0 0,1 1 0,-1-1-1,1 0 1,-1 0 0,1 0 0,0-1-1,0 1 1,0 0 0,0 0 0,0 0-1,0-1 1,1 1 0,-1 0-1,0-1 1,1 1 0,-1-1 0,1 0-1,0 1 1,0-1 0,-1 0 0,1 0-1,0 0 1,0 0 0,0 0 0,0-1-1,0 1 1,0-1 0,0 1 0,0-1-1,3 1 1,10 1-4,0-1 1,0 0-1,24-3 1,-15 1-10,-23 1-112,-1 0 0,0 0-1,0-1 1,0 1 0,0 0-1,0 0 1,0-1 0,0 1-1,0 0 1,0 0-1,0-1 1,0 1 0,0 0-1,0 0 1,0-1 0,0 1-1,0 0 1,0 0 0,0-1-1,0 1 1,0 0 0,0 0-1,0-1 1,0 1 0,-1 0-1,1 0 1,0-1 0,0 1-1,0 0 1,0 0-1,-1 0 1,1-1 0,0 1-1,0 0 1,0 0 0,-1 0-1,1 0 1,0 0 0,0 0-1,-1-1 1,-25-5-6319,-18-1-4215</inkml:trace>
</inkml:ink>
</file>

<file path=ppt/ink/ink4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25:06.17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102 126 1649,'0'0'6688,"16"-20"-4060,48-62-198,-43 60 1053,-21 22-3428,0 0 1,0 0 0,1 0 0,-1-1 0,0 1 0,0 0 0,0 0-1,1 0 1,-1 0 0,0 0 0,0 0 0,0 0 0,1-1 0,-1 1 0,0 0-1,0 0 1,1 0 0,-1 0 0,0 0 0,0 0 0,1 0 0,-1 0 0,0 0-1,0 0 1,0 1 0,1-1 0,-1 0 0,0 0 0,0 0 0,1 0-1,-1 0 1,0 0 0,0 0 0,0 0 0,1 1 0,-1-1 0,0 0 0,0 0-1,0 0 1,0 0 0,0 1 0,1-1 0,-2 29 2100,0-21-2067,-3 50 807,-2-1 1,-3 1-1,-2-1 1,-28 82-1,0 3-782,33-120-378,0-1 1,-2 0-1,-13 29 0,-1-15-3547,-3-6-4777,11-18 1139</inkml:trace>
</inkml:ink>
</file>

<file path=ppt/ink/ink4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25:06.74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0 634 10917,'26'-15'3314,"321"-162"5039,-197 113-6843,83-40-602,-183 78-915,-1-1-1,67-51 0,-105 69-68,1 0 1,-2 0-1,18-20 0,-25 25-9,-1 0 0,1 0 0,-1 0 0,1 0 0,-1-1 0,0 1 0,-1-1 0,1 1-1,-1-1 1,0 1 0,0-1 0,0 0 0,0-8 0,-1 13 65,-1-1 0,1 0 0,0 0-1,0 1 1,0-1 0,-1 0 0,1 0-1,0 1 1,-1-1 0,1 0 0,-1 1-1,1-1 1,0 0 0,-1 1 0,0-1-1,1 1 1,-1-1 0,1 1 0,-1-1-1,0 1 1,1-1 0,-1 1 0,0-1-1,1 1 1,-1 0 0,0 0-1,0-1 1,1 1 0,-1 0 0,0 0-1,0 0 1,0 0 0,1 0 0,-1 0-1,0 0 1,-1 0 0,-32 4-63,22 0 119,0 1 0,0 0 0,1 1 0,-1 0 0,1 1 0,0 0 0,1 0 0,0 1 0,0 1 0,-11 12 0,-7 9 275,2 1 0,-24 35 0,29-32-114,1 1 1,2 1 0,1 0-1,2 1 1,1 1 0,2 0-1,2 1 1,2 1 0,-7 67 0,10-55 220,5-51-417,0-1 0,0 0 0,0 0 0,0 0 0,0 1 0,0-1 0,0 0 0,0 0 0,0 0 0,0 0 0,1 1 0,-1-1 0,0 0 0,0 0 0,0 0 0,0 0 0,0 0 0,1 0 0,-1 1 0,0-1 0,0 0 0,0 0 0,0 0 0,1 0 0,-1 0 0,0 0 0,0 0 0,0 0 0,1 0 0,-1 0 0,0 0 0,0 0 0,0 0 0,1 0 0,-1 0 0,0 0 0,0 0 0,0 0 0,1 0 0,-1 0 0,0 0 0,0 0 0,0 0 0,0 0 0,1-1 0,-1 1 0,0 0 0,0 0 0,0 0 0,0 0 0,1 0 0,-1-1 0,0 1 0,0 0 0,0 0 0,0 0 0,0-1 0,1 1 3,18-15 24,-1 0 0,-1-2 0,16-18-1,20-19-18,-34 43 731,-8 16-357,-7 21-142,-3-24-194,-1 3-140,2 0-1,-1 0 0,0 0 1,1 0-1,0 0 1,0 0-1,1-1 0,-1 1 1,1-1-1,6 8 1,16 5-4460,10-11-6737,-15-6 2449</inkml:trace>
</inkml:ink>
</file>

<file path=ppt/ink/ink4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25:06.94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28 0 7299,'0'0'19497,"0"18"-18904,0-6-481,0-1-112,-7 0-609,0-2-1071,7-2-1266,-7-3-1488,1-4-2417</inkml:trace>
</inkml:ink>
</file>

<file path=ppt/ink/ink4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25:07.08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24 2945,'0'0'9509,"55"-23"-10294,-55 50-1408,6-2-2577</inkml:trace>
</inkml:ink>
</file>

<file path=ppt/ink/ink4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25:07.39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111 0 13014,'0'0'13046,"-18"19"-12216,-54 59-484,69-76-342,1 1 0,0 0-1,0 0 1,0 0-1,0 0 1,0 0 0,1 0-1,-1 1 1,0 3-1,1-5-11,1-1-1,0 0 0,0 0 0,0 0 0,0 0 1,0 0-1,0 1 0,0-1 0,1 0 0,-1 0 0,0 0 1,0 0-1,1 0 0,-1 0 0,1 1 0,-1-1 1,1 0-1,1 1 0,1 1-84,0 0-1,1 0 1,0-1 0,-1 0 0,1 0-1,0 0 1,0 0 0,0 0 0,0-1-1,5 2 1,16 8-1201,-24-10 1267,0-1-1,0 1 1,-1 0 0,1 0 0,0 0 0,-1-1 0,1 1 0,-1 0 0,1 0 0,-1 0 0,1 0-1,-1 0 1,0 0 0,1 0 0,-1 0 0,0 0 0,0 0 0,0 1 0,0-1 0,0 0 0,0 0-1,0 0 1,0 0 0,0 0 0,0 0 0,-1 0 0,1 0 0,0 0 0,-1 0 0,1 0 0,-1 0-1,1 0 1,-1 0 0,1 0 0,-1 0 0,0-1 0,1 1 0,-1 0 0,0 0 0,-1 0 0,-1 2-26,-1 0 0,1 0 1,-1-1-1,0 1 1,0-1-1,-1 0 1,-5 2-1,8-3-622</inkml:trace>
</inkml:ink>
</file>

<file path=ppt/ink/ink4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25:07.60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28 1 18921,'0'0'13606,"-27"6"-13606,27-3-800,7-3-1506,6 0-2016,1 0-3089,-1 0-9365</inkml:trace>
</inkml:ink>
</file>

<file path=ppt/ink/ink4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25:07.95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1 173 2577,'0'0'16773,"20"-12"-16330,154-102 1499,-161 105-1685,-8 6-24,0-1-1,1 0 0,-1 0 1,-1 0-1,1-1 0,7-9 1,-14 18 212,0 0 1,-1 0 0,1 0-1,1 0 1,-1 0-1,1 1 1,0-1 0,-1 0-1,2 1 1,-1 5-1,1-8-500,0 0 0,0 0 0,1 0 0,-1 0 0,1 0 0,0 0 0,-1 0-1,1 0 1,0-1 0,0 1 0,0 0 0,0 0 0,1-1 0,-1 1-1,0-1 1,1 1 0,-1-1 0,1 0 0,0 1 0,-1-1 0,1 0 0,0 0-1,0 0 1,-1 0 0,1 0 0,0-1 0,0 1 0,4 0 0,26 3-4822,-11-5-3114,-13-1 52</inkml:trace>
</inkml:ink>
</file>

<file path=ppt/ink/ink4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25:08.14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 1 15015,'0'0'11061,"-13"13"-11061,26 5-1297,14 0-2224,0-4-3346,14-3-4771</inkml:trace>
</inkml:ink>
</file>

<file path=ppt/ink/ink4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25:08.61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127 442 15335,'0'0'8855,"-21"10"-7036,-60 33-690,79-42-1089,1 0 1,-1 0-1,1 0 1,-1 0-1,1 0 1,-1 0-1,1 1 1,0-1-1,0 0 1,0 1-1,-1-1 0,1 1 1,1-1-1,-1 1 1,0-1-1,0 1 1,0 0-1,1-1 1,-1 1-1,1 0 1,0 0-1,-1-1 1,1 1-1,0 0 1,0 0-1,0 0 1,0-1-1,0 1 1,0 0-1,1 0 1,0 2-1,1 7 151,-2-9-179,1-1 0,-1 1 0,1 0 0,0 0 0,0-1 0,0 1 0,0-1-1,0 1 1,0-1 0,0 1 0,1-1 0,-1 1 0,1-1 0,-1 0 0,1 0 0,-1 0 0,1 0 0,-1 0 0,1 0 0,0 0 0,0-1 0,-1 1 0,1-1 0,0 1 0,0-1 0,0 1 0,0-1 0,0 0 0,-1 0 0,4 0 0,2 1-17,0-1 1,-1 0-1,1 0 1,0 0-1,0-1 1,0 0-1,-1 0 1,10-3 0,-4-2-167,0-1-1,-1 0 1,0 0 0,0-1 0,-1 0 0,0-1 0,10-11 0,1-3-595,-1 0 1,17-29-1,-11 8-240,-2-2-1,-1 0 1,-3-2 0,-2 0 0,19-79-1,-33 107-223,1-7 4857,-4 21 863,-6 29-2106,-21 75 729,6-31-2141,14-45-912,-7 26-35,2-1 0,2 2 0,-5 95 0,14-142-42,0 0-1,0 0 1,1 0-1,-1 0 1,0-1-1,1 1 1,-1 0-1,1 0 1,0 0-1,-1-1 1,1 1-1,0 0 1,0-1-1,0 1 1,1-1-1,-1 1 1,0-1-1,0 0 1,1 1-1,-1-1 1,1 0-1,-1 0 1,1 0 0,0 0-1,-1 0 1,1 0-1,0 0 1,-1-1-1,1 1 1,0-1-1,0 1 1,0-1-1,2 0 1,9 2-963,-1-1 0,1-1-1,0 0 1,13-2 0,-6 0-1379,24-4-4202,-2-9-5516</inkml:trace>
</inkml:ink>
</file>

<file path=ppt/ink/ink4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25:08.84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8 5010,'0'0'23323,"129"-3"-22971,-102 1-240,-14 0-112,1 2-240,-41 16-13286,0-5 3233</inkml:trace>
</inkml:ink>
</file>

<file path=ppt/ink/ink4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25:09.00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 1 9476,'-13'137'5251,"13"-134"-2562,13-1 2241,7-2-1968,7 0-1394,-6 0-719,6 0-849,0 0 0,0-9-1617,7 2-2193,0-2-4834</inkml:trace>
</inkml:ink>
</file>

<file path=ppt/ink/ink4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25:09.45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0 288 6019,'0'0'16944,"25"-13"-15320,-17 8-1494,47-25 688,94-69 0,-147 98-807,15-12 55,0 0 1,-1-1-1,-1-1 0,0 0 1,-1-1-1,-1-1 1,12-19-1,-34 54 1782,4-10-1686,0 0-1,1 0 0,0 0 1,0 1-1,1-1 0,0 1 1,1 0-1,0-1 1,0 1-1,1 1 0,0-1 1,0 0-1,1 0 0,1 10 1,0-17-291,0 0 1,0 0-1,1 0 1,-1 0-1,0-1 1,1 1-1,-1 0 1,1-1-1,-1 1 1,1-1-1,0 0 1,0 1-1,-1-1 1,1 0-1,0 0 1,0 0-1,0 0 1,0-1-1,0 1 1,1-1-1,-1 1 1,0-1-1,2 1 1,0-1-696,0 1 1,0 0-1,0-1 1,0 0-1,0 0 0,0 0 1,-1-1-1,1 1 1,0-1-1,0 0 0,0 0 1,6-3-1,4-12-7889</inkml:trace>
</inkml:ink>
</file>

<file path=ppt/ink/ink4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25:09.63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15495,'0'0'10885,"41"37"-11349,-21-26-1569,7 0-2785,-7-2-5571</inkml:trace>
</inkml:ink>
</file>

<file path=ppt/ink/ink4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25:10.13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167 480 10389,'0'0'12005,"-22"7"-8723,-66 23-1367,84-28-1720,-1-1 0,1 1 0,0 0 0,0 1 0,0-1 1,0 1-1,1-1 0,-1 1 0,1 0 0,-1 1 0,-3 4 0,6-7-162,1 0 0,-1 0 1,0 0-1,1 0 1,-1 0-1,0 0 0,1 0 1,0 1-1,-1-1 0,1 0 1,0 0-1,-1 0 1,1 1-1,0-1 0,0 0 1,0 1-1,0-1 0,0 0 1,0 0-1,1 1 1,-1-1-1,0 0 0,1 0 1,-1 0-1,1 1 0,-1-1 1,1 0-1,0 1 0,6 0-33,-1-1-1,0 0 1,1 0-1,-1-1 1,1 0-1,-1 0 1,1 0-1,-1-1 1,11-2-1,-4-1-179,-1 0-1,1-1 1,-1 0-1,0-1 1,0-1-1,21-15 1,63-57-2006,-67 51 1068,0-1 1,-2-1 0,-2-2 0,29-44 0,-40 54 626,-1-1 0,-1-1 1,-1 0-1,-1 0 0,-2-1 1,0 0-1,7-43 1,-15 67 699,1 0 0,-1 0 0,0 0 0,0-1 1,0 1-1,1 0 0,-1 0 0,-1 0 1,1 0-1,0-1 0,0 1 0,0 0 0,-1 0 1,1 0-1,0 0 0,-1 0 0,1-1 1,-1 1-1,1 0 0,-2-1 0,2 2-71,-1 0 0,0 0 0,1 0 0,-1 0 0,0-1 0,1 1-1,-1 0 1,0 0 0,1 0 0,-1 1 0,0-1 0,1 0 0,-1 0 0,1 0-1,-1 0 1,0 1 0,1-1 0,-1 0 0,0 0 0,1 1 0,-1-1 0,1 0 0,-1 1-1,0 0 1,-4 3 474,0 1 0,0-1 0,0 1 0,0 0 0,-4 8-1,-51 90 2549,49-80-3142,0 1 0,2 1 0,0 0 0,2 0 0,1 1 0,0-1 0,2 1 0,-1 42 0,5-56-117,0-2 138,0 0-1,0-1 1,1 1-1,0 0 1,4 14-1,-4-22-88,0 1 0,0-1 1,0 0-1,0 0 0,0 0 0,0 0 0,0 0 0,1-1 1,-1 1-1,1 0 0,-1-1 0,1 1 0,0-1 0,0 1 0,0-1 1,0 0-1,0 1 0,0-1 0,0 0 0,0-1 0,0 1 0,0 0 1,0 0-1,1-1 0,-1 0 0,0 1 0,1-1 0,-1 0 1,3 0-1,6 0-1405,23-3-4467,-12-10-1532,-2-10-3500</inkml:trace>
</inkml:ink>
</file>

<file path=ppt/ink/ink4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25:10.30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11269,'0'0'21386,"0"61"-21274,7-57-112,-1 3-256,1 2-1601,-7 0-2369,7 2-2481</inkml:trace>
</inkml:ink>
</file>

<file path=ppt/ink/ink4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25:10.47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265 0 5603,'0'0'12453,"-122"95"-6802,88-63-2146,7-3-2688,6 0-817,1 1-897,0 1-2496,-1 3-4883</inkml:trace>
</inkml:ink>
</file>

<file path=ppt/ink/ink4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25:11.67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1 152 80,'0'0'18256,"10"-14"-16775,-2 3-1167,-4 4-128,2-1-1,-1 1 1,1 0-1,0 0 1,1 1 0,-1-1-1,1 2 1,1-1 0,-1 1-1,15-8 1,-4 4 9,1 1-1,0 2 1,0-1 0,0 2 0,1 1-1,0 0 1,35-1 0,-54 5-187,0 0 1,0 0-1,0 0 1,0 0 0,0 0-1,0 1 1,0-1-1,0 0 1,0 1-1,0-1 1,0 1-1,0-1 1,0 1-1,0 0 1,0-1-1,0 1 1,-1 0 0,1-1-1,0 1 1,-1 0-1,1 0 1,0 0-1,-1 0 1,2 1-1,5 33 125,-7-20 42,0 0 0,-2 0 0,-2 16 0,-5 3 170,-1 0 0,-17 36 0,17-47-196,1 0 1,1 0 0,1 1 0,1 0 0,1 1-1,-3 40 1,8-60-145,0 0 0,0 0 0,1 0 0,-1 0 0,1-1-1,0 1 1,0 0 0,1-1 0,-1 1 0,1-1 0,0 1 0,0-1-1,5 7 1,-5-9-16,1 1-1,0 0 1,0-1-1,0 1 1,1-1-1,-1 0 1,0 0-1,1-1 1,0 1-1,-1-1 1,1 0-1,0 1 1,-1-2 0,1 1-1,0 0 1,0-1-1,7 0 1,-5 1-88,0-1 1,-1 0 0,1 0-1,-1-1 1,1 0 0,-1 0-1,1 0 1,-1-1 0,0 1-1,0-1 1,1-1 0,-1 1 0,-1-1-1,7-3 1,-8 3 11,0 0 1,0 0 0,0 0-1,0-1 1,-1 1-1,1-1 1,-1 1-1,0-1 1,0 0-1,0 0 1,-1 0-1,1 0 1,-1 0-1,0 0 1,0-1-1,0 1 1,-1 0-1,0-1 1,0-6-1,0 10 88,0 1-1,0-1 1,0 0-1,0 0 0,0 0 1,0 1-1,0-1 0,-1 0 1,1 0-1,0 1 0,-1-1 1,1 0-1,0 0 1,-1 1-1,1-1 0,-1 0 1,1 1-1,-1-1 0,1 1 1,-1-1-1,1 1 0,-1-1 1,0 1-1,1-1 1,-1 1-1,0-1 0,0 1 1,1 0-1,-2-1 0,-29 1 273,26 1-186,0 1-1,1-1 1,-1 1-1,0 0 0,1 0 1,-1 0-1,1 1 0,0-1 1,-1 1-1,1 0 1,-3 4-1,3-1-15,0 0 0,0 1 0,1 0 0,0 0 0,1 0 0,-1 0 0,1 0 0,1 1 0,-1-1 0,1 0 0,0 10 0,4 90 102,-2-90-182,2 9 14,1 0 0,15 47-1,-12-51-8,-1 1 0,-1-1-1,-2 1 1,3 32-1,-7-51 70,0 0 0,0 0 0,-1-1 0,1 1 0,-1-1 0,1 1-1,-1-1 1,0 1 0,-1-1 0,1 0 0,-1 0 0,1 0-1,-1 0 1,0-1 0,0 1 0,0-1 0,0 0 0,0 1 0,-1-1-1,1-1 1,-1 1 0,-5 2 0,-5 2 467,-1 0 1,0 0-1,-1-2 1,-19 4-1,6-4 370,0-1 0,-34-2 0,62-1-1375,7 0-3747,16 0 599,3 0-3067,-3 0-4021</inkml:trace>
</inkml:ink>
</file>

<file path=ppt/ink/ink4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20:58.41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1179 87 1088,'0'0'1601,"2"-10"-1091,0 5 388,8-40-1995,-8 29 4175,-3 6 4338,5 21-6163,0 0 0,-1 1 0,-1-1 0,3 22 0,-2 11 573,-4 44 0,0-31-1170,-3 5-51,-2-1 1,-3-1-1,-19 69 0,11-59-219,-13 133 0,-5 277-305,31-436-83,-34 423-103,-68 691 41,-77 118-150,112-706 197,-21 125 18,-44 220-83,78-469 64,-14 121 9,22-122 59,-8 79-4,-3-46 15,14-137 67,0-38 123,-6 56 816,52-251-800,1-108-271,0 0 1,0 0-1,0 0 0,0 0 0,0 0 0,0 0 1,0 0-1,-1 0 0,1 0 0,0 0 1,0 0-1,0 0 0,0 0 0,0 0 0,0 0 1,0 0-1,0 0 0,-1 0 0,1 0 0,0 0 1,0 0-1,0 0 0,0 0 0,0 0 1,0 0-1,0 0 0,0 0 0,0 1 0,0-1 1,-1 0-1,1 0 0,0 0 0,0 0 1,0 0-1,0 0 0,0 0 0,0 0 0,0 0 1,0 0-1,0 1 0,0-1 0,0 0 0,0 0 1,0 0-1,0 0 0,0 0 0,0 0 1,0 0-1,0 0 0,0 1 0,0-1 0,-3-14-444,4-9-1281,1 0 1,1 0-1,1 0 1,1 0-1,1 1 1,14-34 0,13-33-7362</inkml:trace>
</inkml:ink>
</file>

<file path=ppt/ink/ink4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21:00.08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368 52 1008,'0'0'8674,"5"-9"-7300,13-25 149,-14 25 1428,-21 9-6,-4 1-2375,-1 2 1,1 0-1,-1 1 0,1 1 1,-41 15-1,26-5 48,1 1-1,-51 32 1,81-44-534,-1 0 0,1 0 0,0 0 0,0 1 0,1 0 0,-1 0 0,-3 6 1,7-10-88,0 0 0,0 0 1,1 0-1,-1 0 0,0 0 0,1 0 1,-1 1-1,1-1 0,-1 0 1,1 0-1,-1 1 0,1-1 1,0 0-1,0 1 0,0-1 1,0 0-1,0 1 0,0-1 1,0 0-1,0 1 0,0-1 0,0 0 1,1 1-1,-1-1 0,1 0 1,-1 0-1,1 0 0,-1 1 1,1-1-1,0 0 0,0 0 1,-1 0-1,1 0 0,0 0 1,0 0-1,0 0 0,0 0 1,0-1-1,0 1 0,0 0 0,1 0 1,0 0-1,21 9-72,0-1 0,1-1-1,34 7 1,-34-10 80,-1 1 0,-1 1 1,1 1-1,32 16 0,-53-23-8,1 1 0,-1-1 1,0 1-1,0 0 0,0-1 0,1 1 0,-2 0 0,1 0 0,0 0 0,0 0 0,-1 1 0,1-1 0,-1 0 0,1 1 0,-1-1 0,0 1 0,0 0 0,0-1 0,-1 1 1,1 0-1,-1-1 0,1 1 0,-1 0 0,0-1 0,0 1 0,0 0 0,0 0 0,-1-1 0,1 1 0,-1 0 0,1 0 0,-1-1 0,0 1 0,0-1 0,0 1 0,-1-1 1,1 1-1,-3 2 0,-5 4 107,-2 0 1,1 0-1,-1-1 1,0-1-1,-1 0 1,0 0-1,-13 5 1,-93 32 619,117-43-764,-1 0 0,0 0-1,0 0 1,0-1 0,0 1-1,1-1 1,-1 1 0,0-1-1,0 0 1,0 1 0,0-1-1,0 0 1,0 0 0,0-1-1,0 1 1,0 0 0,0-1-1,0 1 1,0-1 0,0 1-1,-2-2 1,4 1-168,-1-1 1,1 1-1,-1 0 0,1 0 1,0-1-1,-1 1 0,1 0 1,0 0-1,0-1 0,0 1 1,0 0-1,0-1 1,0 1-1,0 0 0,1 0 1,-1-1-1,0 1 0,1 0 1,-1 0-1,1-1 0,-1 1 1,2-2-1,6-11-2519,0 0-1,0 1 1,18-21-1,14-12-4256</inkml:trace>
</inkml:ink>
</file>

<file path=ppt/ink/ink4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21:00.31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156 0 8436,'0'0'12291,"-9"27"-10023,-71 224 1282,69-214-3757,-33 129 2067,36-110-4724,4 0-4131</inkml:trace>
</inkml:ink>
</file>

<file path=ppt/ink/ink4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21:00.81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21 10453,'0'0'5706,"27"-2"-2501,212-8 1914,-32 8-3542,-206 38-1204,-7 18-116,40-54-1002,-19-1 724,1-1 0,0 0 0,-1-1 0,0-1 0,0 0 0,0-1 0,0-1 0,-1-1 0,1 0 0,-2 0 0,1-1 0,-1-1 0,0-1 0,13-12 3063,-24 23-3037,0 0 0,0 0 0,0 0 0,1 1 0,-1-1 0,-1 0 0,1 1-1,0-1 1,0 1 0,-1 0 0,1 0 0,0 0 0,0 2 0,1 0-36,1-1 0,-1 1 0,1-1 0,-1 1 0,1-1 0,0 0 0,7 4 0,1-3-582,0 0-1,1-1 1,-1 0 0,1-1-1,17 1 1,67-3-6787,-53-1 1777,5 1-2330</inkml:trace>
</inkml:ink>
</file>

<file path=ppt/ink/ink4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21:01.88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246 495 1056,'0'0'23801,"-21"-6"-22523,-64-18-379,80 23-848,1 0 1,-1 0 0,1 1-1,-1 0 1,1 0 0,-1 0-1,1 0 1,-1 0 0,1 1-1,-1 0 1,1 0-1,0 0 1,-1 1 0,1-1-1,0 1 1,0 0 0,0 0-1,0 1 1,0-1 0,1 1-1,-1 0 1,1 0 0,-1 0-1,1 0 1,0 1 0,-2 3-1,1-2-31,1-1-1,0 1 1,0 0-1,1 0 1,0 0-1,-1 1 0,2-1 1,-1 1-1,1-1 1,-1 1-1,2-1 1,-1 1-1,1 0 1,-1-1-1,2 1 1,-1 0-1,2 8 1,-2-13-25,1 0 1,0 0 0,-1 0 0,1 0-1,0 0 1,-1-1 0,1 1 0,0 0-1,0-1 1,-1 1 0,1-1 0,0 1-1,0 0 1,0-1 0,0 0 0,0 1-1,0-1 1,0 0 0,0 1 0,0-1-1,0 0 1,0 0 0,0 0 0,1 0-1,33 0-110,-23 0 67,0-1-46,0-1 1,0 0-1,0 0 0,-1-1 0,1-1 0,-1 0 1,0 0-1,0-1 0,0-1 0,16-10 1,14-13-514,45-40 1,-79 63 537,33-28-133,-2-2 0,-2-1 1,-2-3-1,-1 0 0,-2-2 0,-2-1 1,37-74-1,-62 109 357,0 0-1,-1 0 1,0 0 0,0 0 0,-1-1-1,0 1 1,1-14 0,-3 20 1165,-19 22 345,-29 40 0,24-23-1394,1 0 0,2 2-1,-24 62 1,39-86-238,1 0-1,1 1 1,1-1-1,0 1 1,1 0-1,1 0 1,0 0-1,1 0 1,3 24 0,-2-37-55,0-1 0,0 1 0,0-1 0,0 1 1,1-1-1,-1 0 0,1 0 0,0 1 1,-1-1-1,1 0 0,0 0 0,0-1 0,0 1 1,0 0-1,1-1 0,-1 1 0,0-1 0,1 0 1,-1 1-1,1-1 0,-1-1 0,1 1 1,0 0-1,5 0 0,6 2-93,1 0-1,-1-2 1,17 1 0,-12-2 13,6 2-58,1-2 0,-1-1 0,27-5-1,-46 5 119,0 0-1,0 0 0,0-1 1,0 0-1,-1 0 1,1 0-1,0-1 0,-1 0 1,1 0-1,-1-1 0,0 1 1,0-1-1,-1 0 0,1 0 1,-1-1-1,0 1 0,7-11 1,-9 12 40,0-1 1,-1 1-1,1-1 1,-1 0-1,0 0 0,0 0 1,0 0-1,0 0 1,-1 0-1,1 0 1,-1 0-1,0 0 0,0 0 1,-1 0-1,1 0 1,-1 0-1,0 0 1,0 0-1,0 1 1,-1-1-1,1 0 0,-1 0 1,0 1-1,0-1 1,0 1-1,-1 0 1,1 0-1,-6-6 1,6 7 24,-1-1 0,0 1 1,1 0-1,-1 0 1,0 0-1,0 0 1,0 0-1,0 1 1,0 0-1,0-1 1,-1 1-1,1 0 0,0 0 1,-1 1-1,1-1 1,0 1-1,-1 0 1,1 0-1,-1 0 1,1 0-1,-1 0 1,1 1-1,0 0 1,-1-1-1,1 1 0,0 1 1,0-1-1,-1 0 1,1 1-1,0-1 1,0 1-1,1 0 1,-5 4-1,-1 1-3,0 1-1,1 0 1,0 0-1,1 1 0,0-1 1,0 2-1,1-1 1,0 1-1,1-1 1,0 1-1,0 0 1,1 1-1,1-1 1,-1 0-1,2 1 0,-2 20 1,4-28-28,-1-1 1,0 0-1,1 0 1,0 1-1,-1-1 0,1 0 1,0 0-1,0 0 1,1 0-1,-1 0 0,0 0 1,1 0-1,-1 0 1,1 0-1,-1-1 1,1 1-1,0-1 0,0 1 1,-1-1-1,1 0 1,0 1-1,0-1 0,1 0 1,-1 0-1,0-1 1,0 1-1,0 0 1,1-1-1,-1 1 0,0-1 1,5 0-1,11 3-308,1-2-1,-1 0 1,20-2 0,-17 0-422,-6 1 13,-1-1 0,0-1 1,0 0-1,1-1 0,-2 0 0,27-11 1,-33 12 543,0-1 0,-1-1 0,1 1 0,-1-1 1,0 0-1,0 0 0,-1-1 0,1 0 0,-1 0 0,0 0 1,0 0-1,-1-1 0,0 0 0,0 0 0,5-10 0,-9 17 820,-1 1-1,1-1 1,0 1-1,0-1 0,-1 1 1,1-1-1,0 0 1,0 1-1,0-1 1,1 1-1,-1-1 1,0 1-1,0-1 0,1 0 1,0 3-1,18 23 1316,-16-24-2032,0 0 1,1 0-1,-1 0 1,1-1-1,0 1 1,-1-1-1,1 0 0,0 0 1,1 0-1,-1-1 1,0 0-1,0 0 1,1 0-1,-1 0 1,9 0-1,-9-1 61,1 0 1,-1 0-1,1-1 0,-1 0 0,1 0 1,-1 0-1,1 0 0,-1-1 1,0 0-1,0 0 0,0 0 0,0 0 1,0 0-1,0-1 0,-1 0 1,1 0-1,-1 0 0,1 0 1,-1 0-1,0-1 0,-1 1 0,4-6 1,-5 9 112,0 1-1,0 0 1,0-1 0,0 1-1,0 0 1,0-1 0,-1 1 0,1 0-1,0 0 1,0 0 0,-1 0 0,1-1-1,0 1 1,-1 0 0,1 0 0,-1 0-1,0 1 1,1-1 0,-1 0 0,1 1-1,20 31-478,-13-29 10,-1 0 0,1-1 0,-1 0 0,1 0 0,0 0 0,1-1 0,-1-1 0,0 1 0,0-1 0,11 0 0,-1 0-1667,1-1 0,-1-1-1,31-6 1,5-12-7375</inkml:trace>
</inkml:ink>
</file>

<file path=ppt/ink/ink4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21:02.13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157 1 1809,'0'0'13307,"-11"26"-8384,-2 8-3776,-50 143 5354,22-30-2463,32-105-3777,1 0-1,3 1 1,-1 54-1,9-77-265,1-20-31,-2-1 5,1 0-95,0 0 0,0 0 0,0 0 1,0-1-1,0 1 0,0-1 0,0 1 0,-1-1 0,1 0 0,-1 0 1,1 0-1,-1-1 0,0 1 0,3-4 0,33-46-2870,-27 35 1482,-3 7-353,-2-1 0,0 0 0,0-1 0,-1 1 0,5-16 0,4-16-8138</inkml:trace>
</inkml:ink>
</file>

<file path=ppt/ink/ink4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21:02.31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59 10085,'0'0'6691,"128"0"-2049,-67 0-1985,7 0-1520,0 0-801,-1-4-336,-6-5-80,-20 0-1873,-21-7-4162,-20-4-6067</inkml:trace>
</inkml:ink>
</file>

<file path=ppt/ink/ink4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21:03.62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1 595 1745,'0'0'8529,"3"-3"-7267,4-1-165,0 0 0,1 0 0,-1 0 0,1 1 0,16-4 0,46-5 2122,-53 10-3117,518-91 2360,-16 3-2627,578-30 158,-609 71 6,-300 29 12,864-62 152,-395 50 55,-8 1-7,-387 26 437,520-22 3202,-689 25-552,-91 2-2831,-8 0-489,-161 22-8227,69-15-371</inkml:trace>
</inkml:ink>
</file>

<file path=ppt/ink/ink4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21:05.05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7 666 2897,'0'0'8407,"-4"-13"-4913,2 5 3929,3 8-7382,0-1 0,0 0 0,1 1 0,-1-1 1,0 1-1,1-1 0,-1 1 0,0 0 0,1 0 0,-1-1 0,1 1 1,-1 0-1,0 0 0,1 0 0,1 1 0,1-1 35,50-3 374,1051-80 1333,-384-2-560,508-55-1048,-712 102-149,293-38-279,391-59 274,-619 103 56,256-8 124,-722 35 175,-69 2 3738,-95 20-9520,40-13 3640,0-1-1,0 1 0,0-2 1,-17 5-1,-26-2-8355</inkml:trace>
</inkml:ink>
</file>

<file path=ppt/ink/ink4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21:06.99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64 4418,'0'0'9847,"24"-5"2490,-13 3-12466,59-1 676,126-23-1,-78 8-43,-99 13 549,4 1-24026</inkml:trace>
</inkml:ink>
</file>

<file path=ppt/ink/ink4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21:09.10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70 2097,'0'0'16746,"4"0"-15612,1 0-820,3-1 110,0 1 0,-1 1-1,1-1 1,-1 1-1,1 1 1,10 2-1,-15-3-382,0 1 0,-1-1 0,1 1 0,0 0 0,-1 0 0,1 0 0,-1 0 0,0 0-1,0 0 1,0 1 0,0-1 0,0 1 0,0-1 0,-1 1 0,1 0 0,-1 0-1,0 0 1,0-1 0,0 1 0,1 4 0,2 8 24,-1 1 1,0 1-1,-1-1 0,-1 0 1,-1 18-1,1-34-61,-1 0-1,0 1 1,0-1-1,0 0 0,0 0 1,0 1-1,0-1 1,0 0-1,0 0 1,0 1-1,0-1 1,0 0-1,0 0 1,-1 1-1,1-1 0,0 0 1,0 0-1,0 0 1,0 1-1,0-1 1,0 0-1,-1 0 1,1 0-1,0 1 1,0-1-1,0 0 0,0 0 1,-1 0-1,1 0 1,0 0-1,0 1 1,0-1-1,-1 0 1,1 0-1,0 0 1,0 0-1,-1 0 0,1 0 1,0 0-1,0 0 1,-1 0-1,1 0 1,0 0-1,0 0 1,-1 0-1,1 0 1,0 0-1,-1 0 3,1 0 0,-1-1 0,1 1 0,0 0 0,-1 0 0,1-1 0,-1 1 0,1 0 0,0-1 0,-1 1 0,1-1 0,0 1 0,0 0 0,-1-1 0,1 1 0,0-1 0,0 1 0,0-1 0,-1 1 0,1-1 0,0 1 0,0-1 0,0 1 0,0-1 0,0 1 0,0-1 0,1-4-19,0 0 0,0 0 0,1 0-1,-1 0 1,1 0 0,1 0 0,-1 1-1,0-1 1,1 1 0,0-1 0,0 1-1,1 0 1,-1 0 0,1 1 0,0-1 0,7-5-1,14-11 4,42-25-1,-41 29 23,-11 6-8,2-3 15,1 2 0,1 0 0,0 1-1,29-11 1,-48 21 14,0 0-1,1 0 1,-1 0-1,0 0 1,1 0-1,-1 0 1,0 0-1,1 0 0,-1 0 1,1 0-1,-1 0 1,0 0-1,1 0 1,-1 0-1,0 0 1,1 0-1,-1 0 1,0 1-1,1-1 0,-1 0 1,0 0-1,0 0 1,1 1-1,-1-1 1,0 0-1,0 0 1,1 1-1,-1-1 1,0 0-1,0 1 1,1-1-1,-1 0 0,0 0 1,0 1-1,5 19 758,-5 31 259,-1-39-667,-12 64-345,15-55-995,-2-20 648,1 0-1,-1 0 0,0 0 1,1-1-1,-1 1 1,1 0-1,-1 0 1,1 0-1,-1 0 1,1 0-1,-1-1 1,1 1-1,0 0 1,0-1-1,-1 1 1,1 0-1,0-1 0,0 1 1,1 0-1,0-1-285,1 1 0,0-1 0,-1 0-1,1 0 1,0 0 0,0 0-1,-1-1 1,1 1 0,0-1 0,-1 1-1,1-1 1,-1 0 0,1 0-1,-1 0 1,5-3 0,27-18-4337,-1-7 371</inkml:trace>
</inkml:ink>
</file>

<file path=ppt/ink/ink4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21:09.51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109 39 576,'0'0'14375,"4"-6"-11905,14-20-471,-13 20-249,-8 7-1495,0 0 1,-1 1-1,1-1 1,0 1-1,1 0 1,-1 0-1,0 0 1,0 0 0,1 0-1,-1 0 1,1 1-1,-4 4 1,-3 2 330,-10 9 160,10-10-152,0 0 1,1 1-1,-14 18 1,19-22-514,0 0 0,1 0 1,0 0-1,0 0 0,0 0 0,1 0 0,-1 1 0,1-1 1,0 0-1,1 1 0,-1 9 0,2-15-84,0 1 0,-1 0 0,1-1 0,-1 1 0,1 0 0,0-1 0,-1 1 0,1-1 0,0 1 0,0-1-1,0 0 1,-1 1 0,1-1 0,0 0 0,0 1 0,0-1 0,0 0 0,-1 0 0,1 0 0,0 0 0,0 0 0,0 0 0,0 0 0,1 0 0,32 0-92,-28-1 77,6 0-23,-1 0 1,1-1 0,-1 0 0,0-1-1,0 0 1,0-1 0,-1 0 0,1-1-1,-1 0 1,0-1 0,16-11 0,-26 19 25,-1-1 1,1 1 0,0 0 0,0-1-1,0 1 1,0 0 0,0-1-1,0 1 1,0 0 0,1 0-1,-1-1 1,0 1 0,1 0-1,0-1 1,-1 1 0,1-1 0,0 1-1,0-1 1,0 1 0,0-1-1,1 2 1,1 2-397,0 0-1,1 0 0,-1 0 1,1 0-1,0-1 1,0 1-1,6 4 1,-7-7-87,1 0 0,-1 0 0,0-1 0,1 1 0,-1-1 0,1 0 0,0 0 0,-1 0 0,5 1 0,23-1-7261,1-1-109</inkml:trace>
</inkml:ink>
</file>

<file path=ppt/ink/ink5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21:10.13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39 4946,'0'0'16170,"1"13"-15193,12 120 2977,0-134-3749,55-84-218,-60 76 20,1 1 1,0 0-1,1 1 1,-1 0-1,2 1 1,-1 0-1,0 0 0,1 1 1,0 0-1,0 1 1,1 0-1,-1 1 1,1 1-1,15-3 1,-27 6 27,1 1 0,0-1 1,0 0-1,-1 0 1,1 0-1,-1 1 0,1-1 1,-1 0-1,0 0 0,1 1 1,-1-1-1,0 0 0,0 1 1,0-1-1,0 0 0,0 1 1,0 2-1,-1 38 739,1-31-509,0-11-281,22-1-320,-10-3 286,1 0 0,-1-1 0,0-1 1,21-12-1,18-9 96,-29 17-26,-17 7 80,1 0 1,1 0-1,-1 1 0,0 0 1,11-2-1,-17 40 1762,-1-15-1211,0-17-846,1 1 0,0-1-1,0 0 1,0 0 0,0 1-1,1-1 1,0 0 0,1 6-1,12 4-4442,13-9-3890,-3-5 786</inkml:trace>
</inkml:ink>
</file>

<file path=ppt/ink/ink5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21:10.55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 26 5747,'0'0'14030,"-1"11"-13283,-1 33-224,2-43-514,1 0 0,-1 0 1,0 0-1,1 1 0,-1-1 0,1 0 1,-1 0-1,1 0 0,-1 0 0,1 0 1,0 0-1,0 0 0,-1 0 0,1 0 1,0 0-1,0 0 0,0-1 0,0 1 1,0 0-1,0-1 0,0 1 0,1-1 0,-1 1 1,0-1-1,0 1 0,0-1 0,0 0 1,1 1-1,1-1 0,38 1 26,-31-2-14,-3 2-107,0-1 0,0-1 0,0 1 0,0-1-1,0-1 1,0 1 0,0-1 0,-1 0 0,12-6-1,-15 7 47,-1-1 0,1 0-1,-1 0 1,1 0 0,-1-1-1,0 1 1,0 0 0,0-1-1,0 0 1,0 1 0,-1-1-1,1 0 1,-1 0 0,0 0-1,0 0 1,0 0 0,0 0-1,0 0 1,-1 0 0,1 0-1,-1-1 1,0 1 0,0-5-1,0 7 85,0 0-1,0 1 0,0-1 0,0 0 1,0 0-1,-1 1 0,1-1 1,0 0-1,0 1 0,-1-1 1,1 0-1,0 1 0,-1-1 0,1 0 1,-1 1-1,1-1 0,-1 0 1,1 1-1,-1-1 0,0 1 1,1-1-1,-1 1 0,1 0 0,-1-1 1,0 1-1,1 0 0,-1-1 1,-1 1-1,-28-2 1465,23 2-1258,1 1 0,-1 1 0,1-1-1,0 1 1,0 0 0,0 1 0,-9 4-1,8-2-10,0 1 0,0 0-1,1 0 1,-1 1 0,1-1-1,1 2 1,-1-1 0,1 1-1,1-1 1,-1 1 0,1 1-1,1-1 1,-1 0 0,1 1-1,1 0 1,0 0 0,0 0-1,1 0 1,0 0 0,0 0-1,1 14 1,1-21-262,-1 1-1,0-1 1,1 1 0,-1-1 0,1 0-1,0 0 1,-1 1 0,1-1 0,0 0-1,1 0 1,-1 0 0,0 0-1,0 0 1,1 0 0,0 0 0,-1 0-1,1-1 1,0 1 0,0-1 0,-1 1-1,1-1 1,0 1 0,1-1 0,-1 0-1,0 0 1,0 0 0,0-1 0,1 1-1,-1 0 1,5 0 0,8 2-844,1-1-1,-1-1 1,27 0 0,-28-2 9,50-1-3928,-2-11-2986</inkml:trace>
</inkml:ink>
</file>

<file path=ppt/ink/ink5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21:10.77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41 0 20890,'0'0'11877,"-41"81"-11877,41-69-208,0 3-1137,0-1-896,0 2-1681,0-5-3121,7 0-672</inkml:trace>
</inkml:ink>
</file>

<file path=ppt/ink/ink5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21:10.93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 32 14935,'0'0'17832,"-20"0"-17832,34 0-688,13 0-2018,0-9-2336,13-13-4386</inkml:trace>
</inkml:ink>
</file>

<file path=ppt/ink/ink5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21:11.38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289 1 15783,'0'0'11659,"-22"1"-9327,20-1-2302,-17 0 243,1 1-1,-1 1 1,1 1-1,0 1 1,0 0-1,0 1 1,0 1-1,1 1 1,-23 12 0,34-14-236,-1 0 1,1 1 0,0 0 0,0 0 0,1 0-1,-10 14 1,14-19-42,0 0-1,0 1 1,0-1-1,0 0 0,0 1 1,1-1-1,-1 1 1,0-1-1,1 1 1,-1-1-1,1 1 1,-1-1-1,1 1 1,0 0-1,0-1 1,0 1-1,0-1 0,0 1 1,0 0-1,0-1 1,0 1-1,0-1 1,1 1-1,-1 0 1,1-1-1,-1 1 1,1-1-1,0 1 0,0-1 1,-1 0-1,1 1 1,0-1-1,0 0 1,0 1-1,1-1 1,-1 0-1,0 0 1,0 0-1,1 0 1,-1 0-1,0 0 0,3 0 1,17 7-345,-1-1 0,2-1-1,-1-1 1,26 2 0,-31-6-29,1 2 1,-1 0-1,0 0 0,0 2 1,0 0-1,0 0 0,-1 2 1,0 0-1,22 14 0,-35-20 360,-1 0 0,0 0-1,0-1 1,1 1 0,-1 0-1,0 0 1,0 0-1,0 0 1,0 0 0,0 0-1,0 1 1,-1-1 0,1 0-1,0 0 1,-1 1-1,1-1 1,-1 0 0,1 1-1,-1-1 1,1 1 0,-1-1-1,0 0 1,0 1-1,0-1 1,0 1 0,0-1-1,0 1 1,0-1 0,0 1-1,-1-1 1,1 0-1,0 1 1,-1-1 0,1 0-1,-1 1 1,0-1 0,1 0-1,-1 1 1,0-1-1,0 0 1,0 0 0,0 0-1,0 0 1,0 0 0,0 0-1,0 0 1,0 0-1,0 0 1,-3 1 0,-7 5 357,-1 0 0,0 0 0,-1-2 1,-15 7-1,18-8 113,-28 11 557,-5 2 199,-70 38 1,101-45-1875,15-7-2648,28-15-1673,21-22-2334,8-12-2905</inkml:trace>
</inkml:ink>
</file>

<file path=ppt/ink/ink5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21:11.60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359 1 4802,'0'0'12614,"-74"126"-10741,33-45 3217,1-4-400,13-2-2705,-7-10-960,13-11-529,1-6-496,7-10-64,-1-9-608,0-6-769,-6 0-1104,7-8-865,-1-12-1904,0-3-3666,14-9 1616</inkml:trace>
</inkml:ink>
</file>

<file path=ppt/ink/ink5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21:11.93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1 116 288,'0'0'26183,"19"18"-24735,59 59-295,-75-74-1050,0 1 0,-1-1 1,1 1-1,-1-1 0,0 1 0,0 0 1,0 0-1,0 0 0,-1 0 0,1 0 0,-1 0 1,1 5-1,-3 1 743,0-22 562,2 4-1405,0 1-1,1-1 0,0 0 1,0 0-1,1 1 0,0-1 1,1 1-1,-1 0 1,1 0-1,0 0 0,1 0 1,0 1-1,0 0 0,0 0 1,1 0-1,0 1 1,12-9-1,11-8-65,1 1 0,47-24 0,-62 37-547,-1 0 1,1 2 0,31-10 0,-27 13-3845,1 1-3609</inkml:trace>
</inkml:ink>
</file>

<file path=ppt/ink/ink5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21:12.13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35 138 14247,'0'0'17976,"-34"50"-17976,34-68-2914,0-11-159,20-10-1681,14-8-2161,0-7-2962</inkml:trace>
</inkml:ink>
</file>

<file path=ppt/ink/ink5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21:12.29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41 0 12454,'0'0'15239,"-34"118"-14759,28-85-400,6-1-80,0 0-1233,0-3-1344,0-4-3442,13-5-5938</inkml:trace>
</inkml:ink>
</file>

<file path=ppt/ink/ink5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21:12.63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23 0 15703,'0'0'15631,"-5"9"-14403,-13 28-1023,18-37-205,0 1 0,0-1 0,0 0 0,0 1 0,0-1 0,0 1 0,0-1 0,0 0 0,0 1 0,0-1 0,1 1 0,-1-1 0,0 0 0,0 1 0,0-1 0,0 1 0,1-1 0,-1 0 0,0 1 0,0-1 0,1 0 0,-1 1 0,0-1 0,1 0 0,-1 0 0,0 1 0,1-1 0,-1 0 0,0 0 0,1 0 0,-1 1 0,1-1 0,-1 0 0,0 0 0,1 0 0,-1 0 0,1 0 0,-1 0 0,0 0 0,1 0 0,-1 0 0,1 0 0,-1 0 0,1 0 0,-1 0 0,1 0 0,26 0 0,-23 0 0,6 0-183,-1 0 1,0 0-1,0-1 0,1 0 0,-1 0 1,0-1-1,0-1 0,0 1 0,0-1 1,-1-1-1,1 0 0,-1 0 0,14-9 0,-20 8 1808,5 36-691,-3-28-1340,0-1 0,0-1 1,1 1-1,-1 0 0,0-1 0,1 0 1,-1 0-1,1 0 0,-1-1 0,1 1 1,-1-1-1,1 0 0,-1 0 0,1-1 0,4 0 1,14 0-3823,21 1-3770,4 0-2481</inkml:trace>
</inkml:ink>
</file>

<file path=ppt/ink/ink5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21:13.17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929 1 6963,'0'0'21303,"-20"6"-19451,-56 21-473,74-25-1336,-1-1 0,1 1 0,0-1 1,0 1-1,1 0 0,-1 0 0,0 0 0,0 0 0,1 0 0,0 1 0,-1-1 0,1 0 1,0 1-1,0-1 0,0 1 0,0-1 0,1 1 0,-1-1 0,1 1 0,-1-1 0,1 1 1,0 0-1,0-1 0,0 1 0,1 0 0,-1-1 0,1 4 0,0 3 9,-2-6-55,1 0 0,0-1 0,0 1 0,0-1 0,0 1 0,0-1 0,0 1 0,1 0 0,-1-1 0,1 1 0,0-1 0,0 1 0,0-1 0,0 0 0,0 1 0,0-1 0,3 3 0,-1-4-60,1 1 0,0-1 0,-1 0 1,1 0-1,0 0 0,0 0 0,0-1 0,0 0 0,0 0 1,0 0-1,6-1 0,2 1-70,-1-2-1,1 1 1,-1-2 0,1 0-1,-1 0 1,0-1 0,0 0 0,12-7-1,14-9-796,39-27 0,-80 72 1130,-86 185 424,-44 189-368,122-363-243,-1 0-1,-2-1 1,-25 42 0,32-64 97,1-2 0,-2 1 0,1-1 1,-2 0-1,1-1 0,-1 0 0,-1-1 1,0 0-1,0 0 0,-1-1 0,0-1 0,-15 7 1,20-11-32,0 0 0,-1-1 0,0 0 1,1 0-1,-1 0 0,0-1 0,0-1 0,1 1 1,-1-1-1,0-1 0,0 1 0,0-1 0,0-1 0,1 1 1,-12-5-1,-4-3-133,1-1-1,0-2 1,-33-22-1,40 23-192,-1 0 0,-1 2 0,0 0-1,0 1 1,0 0 0,-1 1 0,-22-5-1,10 9-1150,-1 1 0,-35 1 0,29 2-1267,-29-1-4463</inkml:trace>
</inkml:ink>
</file>

<file path=ppt/ink/ink5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21:14.71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 52 2913,'0'0'8634,"-13"0"-809,338-23-9185,-247 14 633,-71 9 694,0-1 0,0 0 1,0 0-1,0-1 0,-1 0 0,1 0 0,0 0 0,7-5 0,-13 6 455</inkml:trace>
</inkml:ink>
</file>

<file path=ppt/ink/ink5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21:15.34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1 256 3762,'0'0'10845,"21"-17"-9386,180-131 1537,-86 58-155,-115 111 612,0 10-3301,-6 78 395,7-107-593,-1-1-1,0 0 1,1 0 0,-1 1 0,1-1 0,-1 0 0,1 0 0,0 0 0,-1 0 0,1 0 0,0 0 0,0 0 0,0 0 0,-1 0 0,1 0 0,0 0-1,0-1 1,1 1 0,-1 0 0,0-1 0,0 1 0,0-1 0,0 1 0,1-1 0,-1 1 0,0-1 0,0 0 0,1 0 0,-1 1 0,0-1 0,0 0-1,1 0 1,0-1 0,50 0-2982,-49 1 2692,5-2-445,0 1-1,-1-1 1,1-1-1,-1 1 1,1-1-1,-1 0 1,0-1-1,-1 0 1,1 0-1,0-1 1,-1 1-1,0-1 1,0-1-1,5-5 1,23-24-5660</inkml:trace>
</inkml:ink>
</file>

<file path=ppt/ink/ink5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21:15.49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41 1 208,'0'0'18312,"-41"67"-18808,41-37-1681,0-6-2769,0 1-2834</inkml:trace>
</inkml:ink>
</file>

<file path=ppt/ink/ink5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21:16.07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229 457 7507,'0'0'12097,"-14"-7"-10766,-50-20-133,61 26-1098,-1 0 0,0 0 0,0 1 0,0-1 1,0 1-1,0 0 0,-1 0 0,1 0 0,0 1 0,0-1 1,1 1-1,-1 0 0,0 0 0,0 1 0,0-1 0,0 1 0,1-1 1,-1 1-1,1 0 0,0 1 0,-1-1 0,-4 5 0,1-1 211,1 1-1,-1 0 0,1 0 1,0 1-1,1-1 0,0 1 1,-6 12-1,10-19-307,0 0 0,1 0 0,-1 0 0,1 1 0,-1-1 0,1 0 0,-1 0 0,1 0 0,0 0 0,-1 1 0,1-1 0,0 0 0,0 0 0,0 1 0,0-1 0,0 0 0,0 0 0,1 1 0,-1-1 0,0 0 0,0 0 0,1 0 0,-1 0 0,1 1 0,-1-1 0,1 0 0,0 0 0,1 2 0,0-2-9,0 0 0,0 0 0,0 0-1,0 0 1,1 0 0,-1 0 0,0-1 0,0 1 0,1-1-1,-1 1 1,0-1 0,1 0 0,-1 0 0,3 0 0,7-1-40,-1-1 0,1 1 0,-1-2 0,0 0 1,17-6-1,1-6-125,0-1 0,0-1-1,-2-2 1,0-1 0,-1-1 0,26-27 0,-8 2-394,-2-2 1,43-65-1,-61 77 701,-2-1 0,28-63 0,-50 100-74,0-1-1,0 1 1,-1 0-1,1 0 1,0-1-1,0 1 1,-1 0-1,1 0 1,0-1-1,0 1 1,-1 0-1,1 0 1,0 0-1,-1-1 1,1 1-1,0 0 1,-1 0 0,1 0-1,0 0 1,-1 0-1,1 0 1,-1 0-1,1 0 1,0 0-1,-1 0 1,1 0-1,0 0 1,-1 0-1,1 0 1,0 0-1,-1 0 1,1 0-1,0 1 1,-1-1-1,1 0 1,0 0 0,-1 0-1,1 1 1,0-1-1,0 0 1,-1 0-1,1 1 1,0-1-1,0 0 1,-1 0-1,1 1 1,0-1-1,0 1 1,-23 19 307,2 2 0,0 0 1,2 1-1,0 1 0,-23 41 0,32-49-138,-1 0-58,-21 32 898,-35 70 0,59-101-978,1 1 0,0-1 0,2 1 0,0 1-1,1-1 1,0 0 0,2 1 0,-1 23 0,3-40-113,0 1-1,1-1 1,-1 0-1,0 0 1,1 1 0,0-1-1,-1 0 1,1 0-1,0 0 1,0 0-1,0 1 1,0-2 0,1 1-1,-1 0 1,1 0-1,-1 0 1,1-1 0,-1 1-1,1 0 1,0-1-1,0 0 1,0 1-1,0-1 1,0 0 0,0 0-1,0 0 1,0 0-1,0 0 1,0-1-1,1 1 1,-1-1 0,4 1-1,10 1-556,0-1-1,0 0 0,31-3 1,-13 0-636,0 2-2802,66-10 0,-27-4-3575</inkml:trace>
</inkml:ink>
</file>

<file path=ppt/ink/ink5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21:16.33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13238,'0'0'17960,"0"9"-17367,0 0-385,0 2-208,7 3-16,0 0-641,-1 4-1488,-6 0-1696,0-2-2850,0-1-6435</inkml:trace>
</inkml:ink>
</file>

<file path=ppt/ink/ink5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21:16.52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 0 12758,'0'0'20009,"-13"7"-20009,13-5 0,0 0 0,7-2-3137</inkml:trace>
</inkml:ink>
</file>

<file path=ppt/ink/ink5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21:18.74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448 0 2977,'0'0'11832,"-11"3"-10391,-55 15 73,2 4 1,0 1-1,2 4 0,-81 47 1,141-73-1467,-1 0 0,1 1 1,0-1-1,-1 1 1,1-1-1,0 1 1,0 0-1,0 0 1,0 0-1,1 0 1,-1 0-1,0 0 0,1 1 1,0-1-1,-1 0 1,1 1-1,0-1 1,0 1-1,0 0 1,1-1-1,-1 1 0,1 0 1,-1-1-1,1 4 1,0-5-55,0 0 1,1 0 0,-1 0-1,0 0 1,1 0 0,-1 0-1,1-1 1,-1 1 0,1 0-1,0 0 1,-1 0 0,1-1-1,0 1 1,-1 0 0,1-1-1,0 1 1,0-1 0,0 1-1,-1-1 1,1 1 0,0-1-1,0 0 1,0 1 0,0-1 0,0 0-1,0 0 1,0 1 0,0-1-1,0 0 1,1 0 0,40 1-368,-30-1 201,36 2-401,62 9 0,-92-9 417,-1 2 1,1 1-1,0 0 0,-1 1 1,0 1-1,26 14 0,-41-20 98,1 0 1,0 1-1,-1-1 0,1 1 0,-1-1 0,0 1 0,0 0 0,1 0 0,-1 0 0,0 0 0,0 0 0,-1 1 0,1-1 0,0 1 0,-1-1 0,0 1 0,1-1 0,-1 1 0,0 0 0,0-1 1,-1 1-1,1 0 0,0 0 0,-1 0 0,0 0 0,0 0 0,0 0 0,0 0 0,0-1 0,0 1 0,-2 5 0,0-3 68,-1 0 0,0 0 0,0-1 0,0 1 0,0 0 0,-1-1 0,0 0 0,0 0 0,0 0 0,0-1 0,0 1 0,-1-1 0,0 0 0,0 0 0,-5 2 0,-61 27 1983,-79 22 0,149-53-2164,2-3-179,-1 0-1,0 0 1,1 1-1,-1-1 1,1 0-1,0 1 1,0-1-1,-1 0 1,1 1-1,0-1 1,0 1-1,0 0 0,1-1 1,-1 1-1,0 0 1,3-3-1,1-1-1221,22-28-5791,6-7-574</inkml:trace>
</inkml:ink>
</file>

<file path=ppt/ink/ink5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21:19.00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230 1 2177,'0'0'11157,"-12"22"-7312,2-5-3272,-5 9 919,1 1 0,1 0 0,-17 55 0,-58 261 3484,84-315-5042,5-22-181,-2-1 1,1 0-1,0 0 0,-1 0 1,0 0-1,0 0 0,-1 0 1,1 0-1,-1-1 1,0 1-1,-5 8 0,-3-10-3644,0-6-3930,3-12-342</inkml:trace>
</inkml:ink>
</file>

<file path=ppt/ink/ink5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21:19.49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32 8084,'0'0'15754,"19"2"-13729,63 12-254,-75-11-1543,1 1 1,-1-1-1,0 2 1,0-1-1,-1 1 0,1 0 1,-1 0-1,0 0 0,0 1 1,-1 0-1,0 1 1,5 6-1,3 3 143,56 72 363,-70-91-664,1 0-1,-1 0 1,1 0 0,-1 0 0,1 0 0,0 0-1,0 0 1,1 0 0,-1 0 0,1 1 0,-1-1-1,1 0 1,0 0 0,0 0 0,2-3 0,23-52-128,-21 50 58,1 1 0,0-1 0,1 1 0,0 0 0,0 1 0,1 0 0,-1 0 0,16-9 0,-4 4 0,1 2 0,38-15 0,-57 24-6,0 0 0,-1 0 0,1-1 0,-1 1 0,1 0 0,-1 0 0,1 0 0,-1 0 0,1 0 0,0 1 0,-1-1 0,1 0 0,-1 0 1,1 0-1,-1 0 0,1 1 0,-1-1 0,1 0 0,-1 0 0,1 1 0,-1-1 0,1 1 0,-1-1 0,1 0 0,-1 1 0,0-1 0,1 1 0,-1-1 0,0 1 0,1-1 0,-1 1 0,0 0 0,8 21-1295,-5-13-301,-2-8 1225,0 0 0,0 0 0,-1 0 0,1 0 0,0 0 0,0 0 0,0 0 0,0-1 0,0 1 0,0 0 0,0-1 0,0 1 0,0-1 0,0 1 0,1-1 0,1 1 0,12 0-8957,-1-1-3485</inkml:trace>
</inkml:ink>
</file>

<file path=ppt/ink/ink5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21:19.70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68 1 15783,'0'0'14599,"-61"119"-13383,55-101-655,6-6-449,0-8-112,0 3-192,13-39-10405,14-6 3554,0-12-2258</inkml:trace>
</inkml:ink>
</file>

<file path=ppt/ink/ink5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21:19.87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 1 12822,'0'0'12037,"-14"126"-12181,14-92-1520,0 0-2130,0-5-3714,0-4-2192</inkml:trace>
</inkml:ink>
</file>

<file path=ppt/ink/ink5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21:20.23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 1 848,'0'0'27794,"-3"19"-26622,-5 61-487,8-79-671,0 0-1,0 0 0,0 1 0,0-1 1,0 0-1,0 0 0,0 0 1,0 0-1,1 1 0,-1-1 0,0 0 1,1 0-1,-1 0 0,1 0 0,-1 0 1,1 0-1,-1 0 0,1 0 1,0 0-1,0 0 0,-1 0 0,1 0 1,0-1-1,0 1 0,0 0 1,0 0-1,0-1 0,0 1 0,0-1 1,0 1-1,2 0 0,30 0-39,-27-1 35,7-1-115,0 0-1,-1-1 1,1 0-1,-1-1 1,1-1-1,-1 0 1,0 0-1,0-2 1,-1 1-1,1-1 1,-1-1-1,11-8 1,-21 14 789,-1 38-350,1-31-534,-1 0 0,1 0 0,1 1 0,-1-1 0,1 0 0,0 0 0,0-1 0,1 1 0,0 0 0,0-1 0,0 0 0,0 1 0,1-1 0,0 0 0,0-1 0,1 1 0,-1-1 0,1 0 0,0 0 0,6 4-1,1 0-937,1 0 0,1-1-1,-1 0 1,1-1 0,0-1-1,1 0 1,19 3 0,27 3-7180</inkml:trace>
</inkml:ink>
</file>

<file path=ppt/ink/ink5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21:20.73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624 1 7684,'0'0'17498,"-17"5"-16308,-52 22-91,68-26-1056,-1 0-1,0 0 1,0 0-1,1 0 1,-1 1-1,1-1 1,-1 1-1,1-1 1,0 1-1,0-1 1,-1 1-1,1 0 1,0 0-1,0 0 1,1-1-1,-1 1 1,0 0-1,1 0 1,-1 0-1,0 3 1,2 38 179,1-26-110,-1-16-115,0 0-1,0 0 0,0 0 0,1 0 1,-1-1-1,0 1 0,1 0 0,-1-1 0,0 1 1,1-1-1,-1 0 0,1 1 0,-1-1 0,1 0 1,-1 0-1,1 0 0,-1 0 0,1 0 1,-1 0-1,1 0 0,1-1 0,40-5-406,-36 3 295,0-2 0,0 1 0,-1-1 0,1 0 0,-1 0 0,0 0 0,-1-1 1,1 0-1,-1 0 0,-1-1 0,1 1 0,3-9 0,-21 46 1375,1-5-1256,1 1-1,-11 41 0,11-5-14,4 2 0,1 116 0,7-123 18,-3 1 0,-2-1 0,-24 114-1,26-163 76,-1 0 0,-1 0 0,1-1 0,-1 1 0,-1-1 0,0 1 0,0-1 0,0-1 0,-1 1 0,-1-1 0,-10 11-1,13-15 64,0 0-1,0 0 0,-1 0 0,1-1 0,-1 1 0,1-1 0,-1 0 0,0-1 1,1 1-1,-1-1 0,0 0 0,0 0 0,0-1 0,0 1 0,0-1 0,0 0 1,0 0-1,0-1 0,0 1 0,0-1 0,0 0 0,0-1 0,0 1 0,-6-4 1,-69-34 41,64 30-492,-1 0 0,0 0 0,-1 2-1,1 0 1,-2 1 0,1 1 0,0 1 0,-36-4-1,-8 7-6960,35 1-843</inkml:trace>
</inkml:ink>
</file>

<file path=ppt/ink/ink5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21:22.37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1 563 1361,'0'0'7179,"5"0"-6408,18 0 11,-18 0 5,3 0 6582,27 0-5836,169-9 1510,105-24-2635,-187 18-289,748-101-84,109-12 2,-758 104-41,592-57-29,-489 54 9,741-44-128,20 53 200,-413-2 556,93 0 288,-495 20 6688,-271 0-7215,-5 0-298,1 0-324,-1 1 1,1-1-1,-1 1 1,1 0-1,-1 1 0,1-1 1,0 1-1,-6 2 0,7-2-972,0 0-1,0-1 0,0 1 1,0-1-1,0 0 0,-1-1 1,-7 2-1,-8-2-6312</inkml:trace>
</inkml:ink>
</file>

<file path=ppt/ink/ink5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21:25.23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54 1390 2945,'0'0'2068,"-7"11"-1796,-39 72 2452,46-82-2623,0-1-1,0 0 1,0 0-1,0 0 1,0 0-1,-1 1 1,1-1-1,0 0 1,0 0 0,0 0-1,0 1 1,0-1-1,0 0 1,0 0-1,0 0 1,0 1 0,0-1-1,0 0 1,0 0-1,0 0 1,1 0-1,-1 1 1,0-1-1,0 0 1,0 0 0,0 0-1,0 0 1,0 1-1,0-1 1,0 0-1,1 0 1,-1 0 0,0 0-1,0 0 1,0 1-1,0-1 1,0 0-1,1 0 1,-1 0-1,0 0 1,0 0 0,0 0-1,0 0 1,1 0-1,-1 0 1,0 0-1,0 0 1,0 0 0,1 0-1,-1 0 1,19 3 1725,18-5-233,5-9 352,67-26 0,5-3-505,156-36 355,475-131 228,567-113-1305,-629 159-472,275-57 570,680-53-45,17 125 667,-628 141-1088,-1021 5-348,804 35 1339,-131-3 39,-608-32-1380,-77 0 0,-8 0 0,0 0 0,0 1 0,0 1 0,-21 5 0,19-3-254,0 0 1,0-1-1,-23 2 1,-7-8-3176,42 2 2573,0 0 1,-1-1-1,1 1 0,0-1 1,0 0-1,0 0 1,-7-5-1,-31-38-9818</inkml:trace>
</inkml:ink>
</file>

<file path=ppt/ink/ink5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21:28.09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2 212 1072,'-2'-6'13232,"6"3"-13428,37-2 1067,0 1 0,1 2 0,64 4 0,-17 1 196,1053-65 1849,-658-12-2166,-156 20 2059,-282 47-1747,-43 7 952,-30 15-629,6 15-1272,3 1 0,0 0 0,2 2 0,2 0 0,1 1 0,1 0 0,2 1 0,2 0 1,1 0-1,1 1 0,2 0 0,2 57 0,-5 319 1066,7 617-656,7-473-523,-7 275 0,15-562 0,-2-100 0,32 534 0,1-92 0,-19-286 0,-14 346 0,-9-159 0,6-303 0,6 255 0,4 84 0,-12-392 0,1-41 0,2 59 0,1 203 0,2-113 0,-12-241 0,1 9 0,13 54 0,-10-59 0,-1 0 0,-1 1 0,-2-1 0,-1 1 0,-3 46 0,0-1 0,-2-52-144,2-15-701,1-16-879,1-90-12573,0 34 3470</inkml:trace>
</inkml:ink>
</file>

<file path=ppt/ink/ink5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21:29.15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1 301 1553,'0'0'7691,"9"-1"-6714,29-5 1417,64-18 1,44-8-424,603-43 727,-617 64-1645,282-21 6486,-435 17-7585,16 11-809,0-1 0,1 1 0,-1-1 0,1 0 0,0 0 0,0 0 0,1 0 0,-1-1 1,-2-6-1,-9-37-7104</inkml:trace>
</inkml:ink>
</file>

<file path=ppt/ink/ink5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21:30.21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72 3490,'0'0'10743,"4"1"-9169,100 5 5880,64-8-3956,-48 0-2322,8 2-377,898-34 2706,-877 13-2977,-173 20-747,-45 0-3228,5-4-3476,6-8-1409</inkml:trace>
</inkml:ink>
</file>

<file path=ppt/ink/ink5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25:24.71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41 38 768,'0'0'4843,"0"-4"-3699,0-14 648,0 2 10535,0 25-11207,-20 252 1264,12-193-2295,2-27 84,1-4-635,4-16-3768,1-56-8715,0 19 6294</inkml:trace>
</inkml:ink>
</file>

<file path=ppt/ink/ink5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25:25.51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1 139 3057,'3'-1'13162,"5"-1"-9648,52-11-3136,141-39 58,61-18 2454,-262 70-2851,0 0 0,0 0-1,0 0 1,0 0-1,0 0 1,1 0-1,-1-1 1,0 1-1,0 0 1,0 0 0,0 0-1,0 0 1,1 0-1,-1 0 1,0 0-1,0 0 1,0 0 0,1 0-1,-1 0 1,0 0-1,0 0 1,0 0-1,0 0 1,0 0-1,1 0 1,-1 0 0,0 0-1,0 0 1,0 1-1,0-1 1,1 0-1,-1 0 1,0 0-1,0 0 1,0 0 0,0 0-1,0 0 1,0 1-1,1-1 1,-1 0-1,0 0 1,0 0 0,0 0-1,0 0 1,0 1-1,0-1 1,0 0-1,0 0 1,0 0-1,0 0 1,0 1 0,0-1-1,0 0 1,-5 14-2223,-12 14-6662,16-26 7354,-2 10-6096</inkml:trace>
</inkml:ink>
</file>

<file path=ppt/ink/ink5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25:30.10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0,'0'0'2302,"0"2"-2686</inkml:trace>
</inkml:ink>
</file>

<file path=ppt/ink/ink5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25:30.55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221 5 448,'0'-4'18086,"-10"4"-17654,0 1 0,0 0 0,0 1 1,0 0-1,0 1 0,-10 4 0,11-4-404,-1 1-1,1 1 1,0-1 0,0 2-1,1-1 1,-1 1 0,1 0-1,0 1 1,1 0 0,-10 11-1,17-17-34,-1-1-1,1 1 1,-1 0-1,1 0 1,-1 0-1,1 0 1,0-1-1,-1 1 0,1 0 1,0 0-1,0 0 1,0 0-1,-1 0 1,1 0-1,0 0 1,0 0-1,1 0 1,-1 0-1,0 0 1,0-1-1,0 1 1,0 0-1,1 0 0,-1 0 1,0 0-1,1 0 1,-1 0-1,1-1 1,-1 1-1,1 0 1,0 0-1,-1-1 1,1 1-1,-1 0 1,1-1-1,0 1 0,0-1 1,-1 1-1,1-1 1,0 1-1,0-1 1,0 1-1,0-1 1,0 0-1,0 1 1,-1-1-1,3 0 1,57 16-71,-41-12 37,-8-1 12,-10-3 18,1 0 0,0 0 0,-1 0 0,1 0 0,-1 1 0,1-1 0,0 1 0,-1-1 0,1 1 0,-1-1 0,0 1 0,1 0 0,-1 0 1,1 0-1,-1 0 0,0 0 0,0 0 0,1 0 0,-1 0 0,0 0 0,0 0 0,0 1 0,0-1 0,-1 0 0,1 1 0,0-1 0,-1 1 0,1-1 0,0 1 0,-1-1 0,0 1 1,1 0-1,-1-1 0,0 1 0,0-1 0,0 1 0,0 0 0,0 2 0,-1 1 57,1 0 0,-1 1 0,0-1-1,0 0 1,-1 0 0,1 0 0,-1-1 0,0 1 0,-1 0 0,1-1 0,-1 1 0,0-1-1,0 0 1,0 0 0,-1 0 0,1 0 0,-7 4 0,-7 7 17,-2-1 1,-35 20-1,13-9-1453,36-21 1472,30-3-18124</inkml:trace>
</inkml:ink>
</file>

<file path=ppt/ink/ink5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25:31.00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49 70 7139,'0'0'6096,"9"2"-5893,16 1-53,-1-1-1,37 0 0,-59-2-125,-1-1-1,0 1 1,0 0-1,0 0 1,0-1-1,0 1 1,0-1-1,0 1 0,0-1 1,0 1-1,0-1 1,0 0-1,0 1 1,0-1-1,-1 0 1,1 0-1,0 0 1,0 1-1,-1-1 0,1 0 1,-1 0-1,1 0 1,-1 0-1,1 0 1,-1 0-1,1 0 1,-1-1-1,0 1 1,0 0-1,0 0 1,1 0-1,-1 0 0,0 0 1,-1-2-1,2 1 41,-1 1 0,0-1-1,-1 0 1,1 0 0,0 1-1,0-1 1,-1 0 0,1 0-1,-1 1 1,0-1 0,1 0-1,-1 1 1,0-1 0,0 1-1,0-1 1,0 1 0,0 0-1,0-1 1,-3-1 0,-3 0 87,-1 0 1,0 1 0,0 0-1,0 0 1,0 1 0,0 0-1,0 0 1,0 0 0,0 1-1,-11 2 1,-3-2 466,19 0-581,1 1 1,0-1-1,0 0 0,0 0 0,0 1 0,0 0 1,-1-1-1,1 1 0,0 0 0,0 0 1,0 0-1,1 0 0,-1 0 0,0 1 1,0-1-1,1 0 0,-1 1 0,0-1 1,1 1-1,0 0 0,-1 0 0,1-1 1,0 1-1,0 0 0,0 0 0,0 0 1,0 0-1,0 0 0,1 0 0,-1 1 1,0 1-1,-1 9 105,0 0-1,1-1 1,0 1 0,2 16 0,-1-12-82,1-15-60,-1 1 1,0-1-1,1 1 1,0-1 0,-1 0-1,1 1 1,0-1-1,0 0 1,1 1-1,-1-1 1,0 0-1,1 0 1,-1 0-1,1 0 1,0 0-1,0-1 1,-1 1-1,1 0 1,0-1-1,0 1 1,1-1-1,-1 0 1,0 0-1,0 0 1,1 0-1,-1 0 1,1 0-1,-1-1 1,0 1-1,5 0 1,10 2-303,0-1 1,0 0-1,23-2 0,-35 0 111,5 0-496,-1 0 0,0-1 1,0 0-1,0-1 0,0 0 0,0 0 1,-1-1-1,1 0 0,-1 0 0,1-1 1,13-9-1,13-14-4107</inkml:trace>
</inkml:ink>
</file>

<file path=ppt/ink/ink5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25:31.28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158 1 2609,'0'0'11827,"-15"26"-9317,-52 88 948,55-93-2869,2 2-1,0-1 1,1 1 0,2 1-1,0-1 1,2 1 0,0 0-1,2 1 1,-1 28-1,4-52-578,-1 11 23,-1-4-30,2 0 0,-1 1 0,1-1 0,2 16 0,-2-23-53,1 1-1,-1-1 1,0 1 0,1-1-1,-1 1 1,1-1 0,0 0-1,-1 1 1,1-1-1,0 0 1,0 1 0,0-1-1,0 0 1,0 0 0,0 0-1,0 0 1,0 0 0,0 0-1,1 0 1,-1 0 0,0 0-1,1-1 1,-1 1-1,0 0 1,1-1 0,-1 1-1,1-1 1,-1 0 0,1 1-1,-1-1 1,4 0 0,4 1-780,1-1 0,-1 0 0,1-1 1,-1 0-1,20-4 0,-25 3-9,1 1 0,0-1 1,-1-1-1,1 1 0,-1-1 0,0 1 0,0-1 0,5-5 0,18-18-7191</inkml:trace>
</inkml:ink>
</file>

<file path=ppt/ink/ink5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25:31.47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12 10901,'0'0'8788,"135"2"-9316,-87-2-1457,6-2-3073,0-10-2754</inkml:trace>
</inkml:ink>
</file>

<file path=ppt/ink/ink5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25:32.00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157 190 6931,'0'0'7977,"-15"21"-4797,-46 71 88,52-76-2501,0 1 0,1 0-1,0 1 1,-8 30-1,-6 16 644,20-60-1367,1-2-20,0 0 0,0 0 1,0 0-1,1 1 0,-1-1 0,0 0 0,1 1 0,0-1 0,0 0 1,0 1-1,0-1 0,0 3 0,0-4-82,0-13-410,1-4 367,1 0 0,1 1 0,1-1 0,0 0 0,0 1 0,2 0 0,0 0 0,1 0 0,0 1 0,1 0 0,1 1 0,0-1 0,1 2 0,0-1 0,1 1 0,0 1 0,24-18 0,-35 28 99,1 0-1,0 0 0,0 1 1,0-1-1,0 0 0,0 1 1,0-1-1,0 1 1,0-1-1,0 1 0,0 0 1,0-1-1,0 1 0,0 0 1,0 0-1,0 0 1,0 0-1,0 0 0,0 0 1,0 0-1,0 0 0,0 0 1,0 0-1,1 0 1,-1 1-1,0-1 0,0 0 1,0 1-1,0-1 0,0 1 1,-1-1-1,1 1 1,0 0-1,0-1 0,0 1 1,0 0-1,-1 0 0,1-1 1,0 1-1,0 0 0,-1 0 1,1 0-1,-1 0 1,1 0-1,-1 0 0,1 0 1,-1 0-1,0 0 0,1 2 1,1 7 22,0 1 0,-1-1 0,0 1 0,0 15 1,-1-1-9,1-17-2,1 0 0,-1-1 0,1 1 0,1-1 0,-1 1 0,1-1 0,6 11 0,-7-15-74,-1-1 1,1 1-1,0-1 0,0 1 1,-1-1-1,2 0 0,-1 0 1,0 0-1,0 0 1,1 0-1,-1 0 0,1-1 1,-1 1-1,1-1 1,0 1-1,-1-1 0,1 0 1,0 0-1,0-1 0,0 1 1,0 0-1,4-1 1,-6 0 48,1-1 0,-1 0 0,1 1 1,-1-1-1,1 0 0,-1 0 1,0 0-1,0 0 0,1 0 0,-1 0 1,0 0-1,0-1 0,0 1 1,0 0-1,0-1 0,0 1 1,-1-1-1,1 1 0,1-3 0,16-39 58,-14 33-39,57-186 144,-22 58 29,-36 127-217,-3 10 8,0-1-1,0 0 1,0 1 0,1-1-1,-1 1 1,0-1 0,1 1 0,-1-1-1,1 1 1,-1-1 0,1 1-1,0 0 1,0-1 0,-1 1-1,1 0 1,0 0 0,0-1 0,0 1-1,2-1 1,-1 4-623,-1 0-1,0 1 1,0-1 0,0 1 0,0-1-1,0 1 1,0-1 0,-1 1 0,1-1-1,-1 1 1,1 4 0,1 4-1954,4 18-4236</inkml:trace>
</inkml:ink>
</file>

<file path=ppt/ink/ink5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25:32.43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157 0 12614,'0'0'7942,"-20"4"-6032,-64 15-784,81-18-1030,1 0-1,-1 0 1,0 0-1,0 1 1,1-1 0,-1 1-1,1 0 1,-1-1-1,1 1 1,0 0 0,0 1-1,0-1 1,0 0-1,0 0 1,0 1-1,1-1 1,-1 1 0,1 0-1,0 0 1,-2 4-1,1 1 71,0-1-1,1 1 1,0 0-1,1-1 1,0 13-1,0-10-43,0-8-114,0 0 0,0 0 0,0 1 0,0-1 0,0 0 0,0 0 1,1 0-1,-1 0 0,1 0 0,-1 0 0,1 0 0,0 0 1,0 0-1,0-1 0,0 1 0,0 0 0,0 0 0,0-1 0,1 1 1,-1-1-1,1 1 0,-1-1 0,1 1 0,0-1 0,-1 0 1,1 0-1,2 1 0,3 0-21,-1 0 0,1-1-1,0 0 1,0 0 0,0 0 0,13-2 0,-14 1-4,0-1 0,0 0 0,0-1 0,0 1-1,-1-1 1,1-1 0,-1 1 0,1-1 0,-1 0 0,0 0 0,0 0 0,8-7 0,-1 0 7,-1-1-1,0 0 0,17-21 1,-27 96-1348,-1-62 990,0-1 1,0 0 0,1 1 0,-1-1 0,1 1 0,-1-1 0,1 0 0,0 0 0,-1 1 0,1-1 0,0 0 0,0 0-1,0 0 1,0 0 0,0 0 0,0 0 0,0 0 0,0 0 0,1 0 0,-1 0 0,0-1 0,0 1 0,1 0 0,-1-1-1,0 1 1,1-1 0,-1 0 0,1 1 0,-1-1 0,0 0 0,2 0 0,12 3-6503</inkml:trace>
</inkml:ink>
</file>

<file path=ppt/ink/ink5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25:33.02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51 9380,'0'0'16253,"2"11"-14428,7 38-478,-9-46-1248,0 0-1,1-1 1,-1 1-1,1-1 1,-1 1-1,1-1 1,0 0-1,0 1 1,0-1-1,0 0 1,1 0-1,-1 1 1,0-1-1,1 0 0,0 0 1,-1-1-1,5 4 1,-4-4-77,-1 0-1,1-1 1,-1 1 0,1-1-1,0 1 1,-1-1 0,1 0 0,0 0-1,-1 0 1,1 0 0,0 0-1,0 0 1,-1 0 0,1-1 0,0 1-1,-1 0 1,1-1 0,-1 0-1,4-1 1,6-4-106,0-1 0,-1 0 0,0 0 0,0-2 0,11-11 0,-14 14 97,53-46-224,-55 56 1539,-3-2-1330,-1-1 1,0 0-1,1 1 1,0-1 0,-1 0-1,1 0 1,0 0-1,-1 0 1,1 0-1,0 0 1,0-1-1,0 1 1,0-1-1,-1 1 1,4 0-1,4-2-31,0-1 0,1 1 0,-1-2-1,0 1 1,0-1 0,0 0 0,-1-1-1,1 0 1,-1-1 0,0 0 0,0 0-1,9-7 1,-5 4 97,-11 7 1019,-1 41-645,0-38-455,0-1 0,0 1 0,0 0 0,0-1 0,0 1 0,1 0 0,-1-1-1,1 1 1,-1 0 0,1-1 0,-1 1 0,1-1 0,0 1 0,0-1 0,0 0 0,0 1 0,0-1 0,0 0 0,0 1 0,0-1 0,0 0 0,1 0 0,-1 0-1,0 0 1,1 0 0,-1-1 0,3 2 0,21 3-3262,2-6-5191,-8-3 704</inkml:trace>
</inkml:ink>
</file>

<file path=ppt/ink/ink5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25:33.42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51 9829,'0'0'12314,"13"3"-11148,25 3-668,0-1-1,0-2 1,51-2 0,-87-2-484,0 0 0,0 0 1,-1 1-1,1-1 0,-1-1 1,1 1-1,-1 0 0,1 0 1,-1-1-1,1 1 0,-1 0 1,0-1-1,0 1 0,0-1 1,0 0-1,1-2 0,-1 4 37,-1-1 0,1 0 0,-1 0-1,1 0 1,-1 0 0,1 0 0,-1 0-1,0 0 1,1 0 0,-1 0 0,0 0-1,0 0 1,1 0 0,-1 0 0,0 0-1,0 0 1,0 0 0,-1 0-1,1 0 1,0 0 0,0 0 0,0 0-1,-1 0 1,1 0 0,0 0 0,-1 0-1,1 0 1,-1 0 0,0 0 0,1 0-1,-2 0 1,-7-3 181,0 2 0,0 0 0,0 0 1,-1 0-1,1 1 0,-1 1 0,1-1 0,0 2 0,-1-1 0,1 1 0,-14 3 0,18-1-168,0-1 0,0 1 0,0 0 1,0 0-1,0 0 0,1 1 0,-1 0 0,1 0 0,0 0 0,1 0 0,-1 0 0,1 1 0,-1 0 0,1 0 0,1 0 0,-1 0 0,1 0 0,0 0 0,0 1 0,0-1 0,1 1 0,0-1 0,0 1 0,0 0 0,1-1 0,-1 1 0,2 0 0,0 7 0,0-10-181,0 0-1,1 0 1,-1-1-1,1 1 0,0-1 1,0 1-1,0-1 1,0 1-1,1-1 1,-1 0-1,0 0 0,1 0 1,-1 0-1,1-1 1,0 1-1,0-1 1,0 0-1,0 1 0,0-1 1,5 1-1,69 16-3189,-38-14-2484,53-2 1,-81-2 4648,75 0-6661</inkml:trace>
</inkml:ink>
</file>

<file path=ppt/ink/ink5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25:33.73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531 1 4082,'0'0'15866,"-25"7"-12838,6-3-2267,5-1-326,0 1-1,0 0 1,1 0 0,0 2 0,0-1 0,0 2-1,1 0 1,-1 0 0,2 1 0,-20 16 0,-21 27 1250,-80 99-1,113-126-1574,2 0 0,1 2-1,1 0 1,1 0 0,2 1 0,0 1-1,-8 31 1,15-42-95,2 1 0,-1 0 1,2-1-1,1 1 0,0 0 0,1 0 1,1 0-1,0-1 0,7 30 0,-6-39-121,1-1 0,0 0 0,0 1 0,0-1-1,1 0 1,0-1 0,1 1 0,-1-1 0,1 1 0,0-1-1,1-1 1,0 1 0,0-1 0,0 0 0,0 0 0,1-1-1,-1 0 1,1 0 0,0-1 0,1 0 0,-1 0 0,1 0-1,14 2 1,1 0-1566,0-1 0,1-2 0,-1 0 0,1-1 0,0-2 0,41-6 0,-16-11-7247</inkml:trace>
</inkml:ink>
</file>

<file path=ppt/ink/ink5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25:34.14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352 1 10981,'0'0'14433,"-20"11"-12629,-16 10-776,2 1 1,0 2-1,-31 29 1,61-49-932,-9 7 172,1 1 1,-16 22-1,26-32-290,0 0 1,0 1-1,0-1 0,1 1 1,-1 0-1,1-1 1,-1 1-1,1 0 1,0 0-1,0 0 1,1 0-1,-1 0 0,1 0 1,-1 0-1,1 0 1,0 0-1,0 0 1,0 0-1,0 0 1,1 0-1,-1 0 0,2 5 1,3-4-226,-1 0 0,1-1 0,-1 1-1,1-1 1,0 0 0,0 0 0,0-1 0,1 1 0,-1-1 0,1 0 0,-1-1 0,9 2-1,11 5-752,-18-5 631,0 1 1,0 0-1,0 0 1,0 0-1,6 6 1,-12-10 343,1 1-1,-1 0 1,0 0 0,0 0 0,0 0-1,0-1 1,0 2 0,0-1 0,-1 0-1,1 0 1,0 0 0,0 0 0,-1 0-1,1 1 1,-1-1 0,1 0 0,-1 1-1,0-1 1,1 0 0,-1 1 0,0-1-1,0 0 1,0 1 0,0-1 0,0 0-1,0 1 1,0-1 0,0 0 0,-1 1-1,1-1 1,-1 0 0,1 1 0,-1-1-1,1 0 1,-1 0 0,0 1 0,1-1-1,-1 0 1,-1 1 0,-11 8 576,0 0 0,-1-2 0,0 1 1,0-2-1,-1 0 0,0 0 0,-23 6 0,-16 7 1207,1 7-721,51-26-1276,6 0-4610,12-5 2234,6-11-3167,4-7-4098</inkml:trace>
</inkml:ink>
</file>

<file path=ppt/ink/ink5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25:34.37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264 0 13766,'0'0'12390,"-67"140"-9012,40-97-2002,6-2-447,8-5-273,-1-4-464,1-8-192,6-3-80,-7-5-704,1-5-753,-1-2-1136,-6-2-1009,0-3-2113,-1-4-4305</inkml:trace>
</inkml:ink>
</file>

<file path=ppt/ink/ink5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25:34.68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89 11941,'0'0'16963,"4"13"-15744,3 1-886,-4-9-237,-1 0 0,0 0 0,0 0 1,0 1-1,-1-1 0,0 0 0,0 1 0,0-1 0,0 0 0,-1 11 0,0-16-88,0 0-1,-1 0 1,1 0-1,0 1 1,0-1-1,0 0 1,0 0-1,0 1 1,0-1-1,0 0 1,0 0-1,0 0 1,0 1-1,0-1 1,0 0-1,0 0 1,0 1-1,0-1 1,1 0-1,-1 0 1,0 0-1,0 1 0,0-1 1,0 0-1,0 0 1,0 0-1,1 1 1,-1-1-1,0 0 1,0 0-1,0 0 1,0 0-1,1 1 1,-1-1-1,0 0 1,0 0-1,0 0 1,1 0-1,-1 0 1,0 0-1,0 0 1,1 0-1,-1 0 1,0 0-1,1 0 1,10-8 154,8-17-106,-6 7-129,0 1 1,2 0-1,0 1 1,1 1-1,0 0 0,1 1 1,1 1-1,31-18 0,-42 30-2252</inkml:trace>
</inkml:ink>
</file>

<file path=ppt/ink/ink5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25:34.90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57 7796,'0'0'24971,"0"32"-24971,0-48-7107,13-4 1856,-6-5-1008,7-2-1904</inkml:trace>
</inkml:ink>
</file>

<file path=ppt/ink/ink5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25:35.07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9748,'0'0'19161,"0"25"-18456,0-14-561,0-2-144,0 0-545,0 0-1936,0-2-1905</inkml:trace>
</inkml:ink>
</file>

<file path=ppt/ink/ink5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25:35.43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15575,'88'88'3813,"-87"-86"-3564,-1-1 1,1 0 0,0 0-1,-1 0 1,1 1 0,-1-1-1,1 0 1,-1 1 0,1-1 0,-1 0-1,0 1 1,0-1 0,0 1-1,1-1 1,-1 0 0,-1 1-1,1-1 1,0 1 0,0-1 0,-1 0-1,1 1 1,0-1 0,-1 0-1,1 1 1,-1-1 0,0 0 0,1 0-1,-1 0 1,0 1 0,0-1-1,0 0 1,0 0 0,0 0-1,0 0 1,0 0 0,0-1 0,0 1-1,0 0 1,-1 0 0,1-1-1,0 1 1,0-1 0,-3 1-1,-3 5 703,5-4-862,0 0 0,1 1 0,-1-1 1,1 1-1,-1 0 0,1-1 0,0 1 0,0 0 0,0 0 0,1 0 0,-1-1 0,0 1 0,1 0 0,0 0 0,0 6 0,34-7-90,-22-1 33,-5-1-410,1 0 0,-1 0 0,0 0 0,1-1 0,-1 0 0,0 0 0,0-1 0,0 0 1,0 0-1,0 0 0,0-1 0,0 0 0,-1-1 0,12-7 4725,31 16-9084,11 6-6600,-20-7 1588</inkml:trace>
</inkml:ink>
</file>

<file path=ppt/ink/ink5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25:35.91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641 2 11877,'0'0'11891,"-21"-1"-9081,-62 1-996,81-1-1713,0 1 0,0 0 0,0 0 0,0 0 0,0 1 0,1-1 0,-1 0 0,0 1 0,0-1 0,0 1 0,0 0 0,1-1 0,-1 1 0,0 0 0,1 0 0,-1 0 0,-2 2 0,3-2-74,1 0-1,-1 0 1,1 1 0,-1-1-1,1 0 1,0 0 0,-1 0-1,1 1 1,0-1-1,0 0 1,0 0 0,0 0-1,0 1 1,0-1 0,0 2-1,1 3-291,26-10-2317,-27 25 2623,-14 464 209,13-467-243,-1 1 1,0-1-1,-2 0 1,0 0-1,-1 0 1,-1-1-1,0 0 1,-1 0-1,-1 0 1,-15 22-1,19-35 62,0 0-1,0 0 1,-1-1-1,1 1 1,-1-1-1,0 0 1,0-1-1,0 1 1,-1-1-1,1 0 1,-1 0-1,1 0 1,-1-1-1,1 0 1,-1 0-1,0 0 1,1-1-1,-1 0 1,0 0-1,0-1 1,-9-1 0,-11-2 177,-1-1 1,1-1 0,-27-11 0,8 3-140,28 10-77,-1-1 1,1-1 0,1 0-1,-1-2 1,-28-17-1,44 24-132,0 0-1,0 0 1,0 0-1,0 0 1,0 0-1,0 0 1,0 0-1,1 0 0,-1-1 1,0 1-1,1 0 1,-1-1-1,1 1 1,-1 0-1,1-1 0,0 1 1,-1-1-1,1 1 1,0 0-1,0-1 1,0 1-1,0-1 0,0 1 1,1-1-1,-1 1 1,0 0-1,1-1 1,-1 1-1,1-1 0,-1 1 1,2-2-1,0-1-566,0 0 1,1 0-1,-1 0 0,1 0 0,0 0 0,0 1 0,6-6 0,26-19-5800,10-1-3357</inkml:trace>
</inkml:ink>
</file>

<file path=ppt/ink/ink5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25:36.36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19 5635,'0'0'11920,"15"-3"-10792,48-10 121,-59 12-1122,0 0 0,-1 1 0,1 0 0,0 0 0,0 0 0,0 0 0,0 1 0,0 0-1,0 0 1,0 0 0,-1 0 0,1 0 0,0 1 0,-1-1 0,1 1 0,-1 0 0,0 0 0,1 0 0,-1 1 0,0-1 0,0 1 0,0 0 0,-1 0 0,1 0 0,-1 0 0,0 0 0,4 7 0,2 5 220,-1 1 1,-1 0 0,0 0-1,6 30 1,-9-34-68,11 63 905,-2 0 0,-4 0 1,-3 118-1,-5-187-1134,0 1-1,-1 0 1,0 0 0,0 0-1,-1-1 1,0 1 0,0-1-1,-1 1 1,1-1 0,-1 0-1,-1 0 1,1 0 0,-1 0 0,0 0-1,0-1 1,-1 0 0,0 0-1,1 0 1,-2-1 0,1 1-1,-1-1 1,1 0 0,-1-1-1,0 1 1,0-1 0,-1-1-1,-10 5 1,16-7-694,2-7-2844,1 1 2069,1 0-1,0 0 1,0 0-1,0 1 1,1-1-1,5-7 0,17-18-7606</inkml:trace>
</inkml:ink>
</file>

<file path=ppt/ink/ink5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25:36.60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 11621,'0'0'18505,"0"-2"-18041,0 7-464,0 6-304,0 3-1121,0-1-1632,0 3-1441,0 2-2818,0-2-2384</inkml:trace>
</inkml:ink>
</file>

<file path=ppt/ink/ink5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25:36.77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 0 8612,'0'0'23018,"-6"37"-21881,6-35-1137,0 0 0,0 0-528,0 1-1665,13-3-1649,1 0-1841,6-3-5090</inkml:trace>
</inkml:ink>
</file>

<file path=ppt/ink/ink5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25:37.35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0 143 2753,'0'0'15020,"6"6"-12888,3 5-1230,-1 0-1,0 1 1,0 0-1,-1 1 1,-1 0-1,0 0 1,7 25-1,17 34 1814,-30-72-2712,0 0-1,0 0 1,0 1-1,0-1 1,0 0-1,0 0 1,1 0-1,-1 1 1,0-1-1,0 0 0,0 0 1,0 0-1,1 1 1,-1-1-1,0 0 1,0 0-1,0 0 1,1 0-1,-1 1 1,0-1-1,0 0 1,0 0-1,1 0 1,-1 0-1,0 0 0,0 0 1,1 0-1,-1 0 1,0 0-1,0 0 1,1 0-1,-1 0 1,0 0-1,0 0 1,1 0-1,-1 0 1,0 0-1,0 0 1,1 0-1,-1 0 0,10-11-19,5-19-83,-14 28 103,82-160-168,-17 19 98,-67 209-1470,3-30-3281,0-20-643,9-4-3586</inkml:trace>
</inkml:ink>
</file>

<file path=ppt/ink/ink5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25:37.71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148 67 12294,'0'0'15417,"-22"8"-13800,-66 28-598,86-35-992,0 0 0,-1 0-1,1 1 1,0-1-1,0 0 1,0 1 0,0 0-1,0-1 1,0 1 0,0 0-1,1 0 1,-1 0-1,0 0 1,1 0 0,0 1-1,0-1 1,-1 0 0,1 1-1,1-1 1,-1 1 0,0-1-1,1 1 1,-1-1-1,1 1 1,0-1 0,-1 1-1,1-1 1,1 1 0,-1 0-1,0-1 1,1 1 0,-1-1-1,1 1 1,1 3-1,0 3-16,-1-7-22,0 1 0,0-1 1,0 1-1,0-1 0,1 0 1,-1 1-1,1-1 0,0 0 0,-1 0 1,1 0-1,0 0 0,0 0 0,1-1 1,-1 1-1,0 0 0,0-1 0,1 0 1,-1 1-1,1-1 0,-1 0 0,1-1 1,0 1-1,-1 0 0,1-1 0,3 1 1,7 1-501,0 0 1,0 0 0,26-2 0,-36 0 427,-1-1 1,1 1 0,0-1 0,0 0 0,-1 0 0,1 0 0,-1 0-1,1 0 1,-1 0 0,1-1 0,-1 1 0,1-1 0,-1 0 0,0 0-1,0 0 1,0 0 0,0 0 0,-1 0 0,1 0 0,0-1 0,-1 1-1,0 0 1,1-1 0,-1 0 0,0 1 0,0-1 0,0 0 0,-1 1-1,1-1 1,0-4 0,1-11-76,0-1 0,-1 1 0,-2-31-1,0 22 170,1 21-67,-4-29 145,3 34-114,1 0-1,-1 0 1,0 0 0,1 0 0,-1 0 0,0 0-1,0 0 1,0 1 0,0-1 0,0 0-1,0 1 1,0-1 0,0 0 0,0 1 0,0-1-1,-1 1 1,1 0 0,0-1 0,0 1-1,0 0 1,0 0 0,-1 0 0,1 0 0,0 0-1,0 0 1,-2 0 0,2 29-9701,1-17 2401</inkml:trace>
</inkml:ink>
</file>

<file path=ppt/ink/ink5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25:37.97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27 1 3890,'0'0'26268,"-13"101"-25420,6-81-528,7-4-224,0-2-96,-7-3-32,7-2-672,0-2-641</inkml:trace>
</inkml:ink>
</file>

<file path=ppt/ink/ink5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25:38.15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 1 11573,'0'0'8116,"-7"117"-8468,14-88-1473,6 3-2913,1 0-1777</inkml:trace>
</inkml:ink>
</file>

<file path=ppt/ink/ink5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25:38.72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213 466 9636,'0'0'16275,"-20"-7"-14635,-65-23-252,79 27-1255,0 1 0,-1 0 0,1 1 0,-1 0 0,1 0-1,-1 0 1,0 0 0,1 1 0,-1 0 0,0 1 0,1 0 0,-13 2 0,18-2-137,1-1 0,-1 0 0,1 0 0,-1 1 0,0-1 0,1 0-1,-1 1 1,1-1 0,-1 1 0,1-1 0,-1 1 0,1-1 0,-1 1 0,1-1-1,0 1 1,-1-1 0,1 1 0,0 0 0,-1-1 0,1 1 0,0 0 0,0-1-1,0 1 1,-1 0 0,1-1 0,0 1 0,0 0 0,0-1 0,0 1 0,0 0-1,0-1 1,0 1 0,1 0 0,-1-1 0,0 1 0,0 0 0,0-1-1,1 1 1,0 0 0,-1 0-37,0 1 0,1-1 0,0 0 0,-1 0 0,1 0 0,0 0 0,-1 0 0,1 0 0,0 0 0,0 0 0,0 0 0,0-1 0,0 1 0,0 0 0,0-1 0,0 1 0,0 0 0,0-1 0,1 1 0,-1-1 0,1 1 0,11-1-211,-1-1-1,0 0 0,1 0 0,-1-1 1,0-1-1,0 0 0,0 0 1,-1-2-1,1 1 0,-1-1 1,0-1-1,0 0 0,-1-1 1,1 0-1,-2 0 0,1-1 1,-1 0-1,0-1 0,11-14 1,-8 9 82,0-1 1,-2 0 0,1-1 0,-2 0 0,0 0 0,-1-1 0,-1 0 0,0-1 0,-2 0 0,0 0 0,-1 0 0,3-24 0,-6-59 1407,-1 101-1155,0-1 0,0 1 1,0-1-1,0 1 0,0-1 1,0 1-1,0-1 0,0 1 0,0-1 1,0 1-1,-1-1 0,1 1 1,0-1-1,0 1 0,0-1 1,-1 1-1,1-1 0,0 1 0,-1 0 1,1-1-1,0 1 0,-1-1 1,1 1-1,-1 0 0,1-1 1,-1 1-1,1 0 0,0 0 0,-1-1 1,1 1-1,-1 0 0,1 0 1,-1 0-1,0 0 0,1-1 1,-1 1-1,0 0 0,-1 0 46,1 1 1,0-1-1,-1 0 0,1 1 0,-1-1 1,1 1-1,0-1 0,-1 1 0,1-1 1,0 1-1,0 0 0,0 0 0,-1 0 1,1 0-1,0 0 0,-1 1 0,-4 6 179,1 0-1,0 0 0,0 1 1,0-1-1,1 1 0,1 0 1,-1 1-1,2-1 0,-1 1 1,-1 14-1,-8 104 162,11-123-501,-1 27 32,0 0 0,2 0 0,2 0 0,1 0 0,1 0 0,2 0 0,15 49 0,-18-71-715,10 21 1835,-7-24-3792,0-4-3518</inkml:trace>
</inkml:ink>
</file>

<file path=ppt/ink/ink5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25:40.08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75 33 80,'0'0'4965,"7"-5"-1910,1-9-1752,3 0 5516,-10 23 2157,-3 10-8418,0 0-1,-2 0 1,0-1-1,-1 1 1,-11 25-1,-11 46 495,-9 115-735,30-173-3977</inkml:trace>
</inkml:ink>
</file>

<file path=ppt/ink/ink5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25:40.30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24 0 6947,'0'0'14898,"-4"6"-13783,-14 18-72,18-24-1020,-1 0 0,1 0 0,0 1 0,0-1 0,0 0 0,0 0 0,0 1 0,-1-1 0,1 0 0,0 1 0,0-1 0,0 0 0,0 0 0,0 1 0,0-1 0,0 0 0,0 1 0,0-1 0,0 0 0,0 0 0,0 1 0,0-1 0,0 0 0,0 1 0,1-1 0,-1 0 0,0 0 0,0 1 0,0-1 0,0 0 0,0 0 0,1 1 0,-1-1 0,0 0 0,0 0 0,0 0 0,1 1 0,-1-1 0,0 0 0,1 0 0,16 6 391,20-4-114,-36-2-271,36 0-88,61-9 0,-54 0-2979,-1-5-3834,-22 5-2642</inkml:trace>
</inkml:ink>
</file>

<file path=ppt/ink/ink5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25:41.97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196 1 2081,'0'0'13211,"-9"-1"-10996,-1 2-1719,0-1-1,1 2 1,-1-1 0,1 1 0,0 1 0,-1 0 0,1 0-1,0 1 1,-13 7 0,17-9-369,1 1 1,0-1-1,-1 1 1,1 0-1,0 0 1,1 0-1,-1 1 0,0-1 1,1 1-1,0 0 1,0 0-1,0 0 0,0 1 1,1-1-1,0 0 1,0 1-1,0 0 1,0-1-1,1 1 0,0 0 1,-1 0-1,1 8 1,1-12-147,0 0 1,1 0-1,-1 0 1,0 0-1,1 0 1,-1 0 0,1 0-1,0 0 1,-1 0-1,1 0 1,0 0-1,-1 0 1,1-1 0,0 1-1,0 0 1,0 0-1,0-1 1,-1 1-1,1-1 1,0 1-1,0-1 1,0 1 0,1-1-1,-1 1 1,0-1-1,0 0 1,0 0-1,2 1 1,40 4-260,-29-4 173,-7 1 56,1 0 0,-1 0 0,0 0 0,-1 1 0,1 0 0,11 6 0,-17-8 52,0-1 0,0 1-1,0-1 1,0 1-1,0-1 1,0 1-1,0-1 1,-1 1-1,1 0 1,0-1-1,0 1 1,-1 0 0,1 0-1,0 0 1,-1 0-1,1-1 1,-1 1-1,1 0 1,-1 0-1,1 0 1,-1 0-1,0 0 1,1 0 0,-1 0-1,0 0 1,0 1-1,0-1 1,0 0-1,0 0 1,0 0-1,0 0 1,0 0-1,0 0 1,-1 0 0,1 0-1,0 0 1,-1 0-1,1 0 1,0 0-1,-1 0 1,1 0-1,-1 0 1,0 0-1,1-1 1,-1 1 0,0 0-1,0 0 1,1-1-1,-1 1 1,0 0-1,0-1 1,0 1-1,0-1 1,0 1 0,0-1-1,0 1 1,-1-1-1,-151 78 1292,213-114-13798,-19 8 5626</inkml:trace>
</inkml:ink>
</file>

<file path=ppt/ink/ink5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25:42.37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1 154 4738,'0'0'17224,"6"1"-16250,12 2-786,0-2 1,0 0-1,-1-1 0,1-1 1,0 0-1,32-8 1,-42 8-202,-1-1 0,0 0 0,0 0 0,0-1 0,-1 1 0,1-2 0,-1 1 0,1-1 0,-1 0 0,0 0 0,-1-1 0,1 1 0,-1-1 0,1-1 0,-2 1 0,1-1 0,-1 0 0,1 0 0,-2 0 0,5-7 0,-8 11 15,1 0 0,0 0 1,0 1-1,-1-1 0,1 0 1,-1 0-1,1 0 0,-1 0 0,0 0 1,0 0-1,0-1 0,0 1 1,0 0-1,0 0 0,-1 0 1,1 0-1,-1 0 0,-1-3 1,1 3 31,0 1 1,0 0-1,0 0 1,0 0-1,0 0 0,0 0 1,0 0-1,-1 0 1,1 1-1,0-1 1,-1 0-1,1 1 1,-1-1-1,1 1 1,-1-1-1,1 1 1,-1 0-1,1 0 1,-3-1-1,-3 1 103,1 0-1,-1 1 1,0 0-1,1 0 1,-1 0 0,1 1-1,-1 0 1,1 0-1,0 0 1,-7 5-1,4-3-5,1 1 0,0 0 0,0 1 0,0-1 0,1 2-1,0-1 1,0 1 0,1 0 0,0 0 0,0 1 0,0 0-1,1 0 1,0 0 0,1 0 0,0 1 0,0 0 0,1 0-1,0 0 1,1 0 0,0 1 0,0-1 0,1 0 0,0 14-1,0-17-136,1-1-1,1 1 1,-1 0-1,1-1 1,0 1-1,0-1 1,0 0-1,1 1 1,0-1-1,0 0 1,0 0-1,1 0 1,2 5-1,-1-7-137,-1 0 1,0 0-1,0 0 0,1 0 0,0 0 1,-1-1-1,1 0 0,0 0 0,0 0 1,0 0-1,1 0 0,-1-1 1,0 0-1,1 0 0,-1 0 0,1-1 1,5 1-1,3 0-778,-1 0-1,1-1 1,0-1 0,0 0-1,13-3 1,-18 2-148,1 0 1,-1-1-1,1 0 0,-1 0 0,0-1 1,0 0-1,-1 0 0,10-8 0,25-25-6557</inkml:trace>
</inkml:ink>
</file>

<file path=ppt/ink/ink5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25:42.62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127 1 14695,'0'0'2099,"-16"22"601,-51 76 1409,61-87-3619,-1 1-1,2 0 1,0 0 0,0 1-1,1-1 1,1 1 0,0 0 0,-2 23-1,4-8 377,1 0 1,6 40-1,-6-65-858,1 0-1,-1-1 1,1 1 0,0-1 0,-1 1 0,1-1 0,1 1-1,-1-1 1,0 0 0,0 1 0,1-1 0,0 0 0,-1 0-1,1 0 1,0 0 0,0 0 0,0 0 0,0-1 0,3 3 0,1-1-27,-1-1 0,1 1 1,-1-1-1,1 0 1,0 0-1,0-1 0,0 1 1,9-1-1,-3 0-317,1 0-1,0-2 1,-1 1-1,1-2 1,-1 1-1,1-2 1,-1 0-1,13-4 1,-17 3-416,-1 1 0,1-1 1,-1 0-1,0 0 0,12-10 0,-16 11-58,0 0 0,0 0 0,-1-1-1,1 1 1,-1 0 0,0-1 0,0 0-1,3-5 1,2-16-7161</inkml:trace>
</inkml:ink>
</file>

<file path=ppt/ink/ink5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25:42.80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4898,'0'0'16392,"136"29"-16392,-95-29-705,-1 0-1776,1 0-3313,-1-2-2306</inkml:trace>
</inkml:ink>
</file>

<file path=ppt/ink/ink5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25:43.05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82 1 6403,'0'0'21162,"-68"144"-19434,61-108-895,0-6-609,7-3-160,0-9-64,0-7-176,0-2-657,0-7-911,7-2-5236,0 0 898</inkml:trace>
</inkml:ink>
</file>

<file path=ppt/ink/ink5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25:43.33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12230,'0'0'14230,"142"43"-13574,-88-43-512,1 0-31,-1 0-113,-7-3-241,-13-4-655,-7 1-529,-7-1-848,-13 7-1584</inkml:trace>
</inkml:ink>
</file>

<file path=ppt/ink/ink5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25:43.55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68 7491,'0'0'18473,"95"30"-17705,-54-30-416,-7-5-336,0-6-16,6-3-256,-6 1-1537,-7-5-2288,7-2-3603,-7 4-5186</inkml:trace>
</inkml:ink>
</file>

<file path=ppt/ink/ink5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25:44.05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156 408 7940,'0'0'15503,"-18"-3"-13785,-57-11-208,73 14-1412,0-1 0,0 1 0,0-1 0,0 1 0,0 0 0,0 0 0,0 0 0,0 0 0,0 0 0,0 0 0,0 1 0,0-1 0,0 0 0,0 1 0,0 0 0,0-1-1,0 1 1,1 0 0,-1 0 0,0 0 0,0 0 0,1 1 0,-1-1 0,1 0 0,-1 1 0,1-1 0,0 1 0,-3 2 0,3 0 11,-1 1 0,1-1-1,0 0 1,0 1 0,0-1-1,1 1 1,-1-1 0,2 10 0,-1-11-77,0-2-29,0 0-1,1-1 0,-1 1 0,1 0 1,-1-1-1,1 1 0,-1 0 1,1-1-1,0 1 0,-1-1 1,1 1-1,0-1 0,-1 1 0,1-1 1,0 1-1,0-1 0,-1 0 1,1 1-1,0-1 0,0 0 0,0 0 1,-1 0-1,1 0 0,0 0 1,0 0-1,0 0 0,0 0 0,-1 0 1,1 0-1,2 0 0,29-3-110,-21-1-45,0-1 0,-1 1 0,1-2-1,-1 1 1,0-2 0,-1 1 0,1-1 0,-1-1 0,16-16 0,0 1-346,2-1-67,-2-1 0,0-1 0,-2-2 0,25-36 0,-34 42 307,-1 0-1,-1 0 1,-1-1 0,-1 0-1,-1-1 1,10-44 0,-22 80 4946,-20 56-2430,13-45-2005,2 1-1,0 0 1,2 1-1,1 0 1,1 0-1,0 0 1,2 48-1,2-71-272,0 1 0,0 0 0,0 0 0,1-1 0,-1 1 0,1 0 0,0-1 0,0 1 0,0-1 0,0 1 0,0-1 0,1 0 0,-1 1 0,1-1 0,0 0 0,-1 0 0,1 0 0,0 0 0,0 0 0,0 0 0,0-1 0,1 1 0,-1-1 0,0 1 0,1-1 0,-1 0-1,1 0 1,-1 0 0,1 0 0,3 0 0,40 7-4088,-1-7-5196,-38-1 7217,26 0-10395</inkml:trace>
</inkml:ink>
</file>

<file path=ppt/ink/ink5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25:44.50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310 2 3025,'0'0'18121,"-7"-1"-15883,0 1-1968,1 0-1,-1 1 1,0 0-1,1 0 1,-1 1-1,1-1 1,-1 2 0,1-1-1,0 1 1,0-1-1,0 2 1,0-1-1,1 1 1,-1 0 0,1 0-1,0 0 1,-6 6-1,-11 12 639,1 0 1,-31 40-1,40-46-808,2 0 1,0 1-1,0 0 0,2 1 1,0 0-1,1 0 0,0 0 1,2 1-1,0 0 0,1 0 1,2 1-1,-1-1 0,2 1 1,1-1-1,0 1 0,2-1 1,3 24-1,-1-32-100,-1 0 0,1 1 0,1-2 0,0 1 0,1 0 0,0-1 0,0 0 0,1-1 0,0 1 0,1-1 0,13 11 0,-6-6 0,1 0 0,0-2 0,0 0 0,1-1 0,34 16 0,-42-23-2,-3-1-1,-1 0 0,1-1 0,0 0 1,0 0-1,0-1 0,0 1 1,0-1-1,0-1 0,13 1 1,-18-35-9571,-1 18 1023</inkml:trace>
</inkml:ink>
</file>

<file path=ppt/ink/ink5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25:45.58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339 7 2225,'0'0'19588,"-17"-2"-18017,11 1-1411,-7-1 60,0 1-1,0 0 1,0 1 0,0 1-1,0 0 1,0 0 0,0 1-1,-15 5 1,23-5-118,-88 34 1567,85-33-1530,1 0 0,0 1 0,0 0 0,0 1 0,0 0 0,1 0 0,0 0 0,0 1 0,0 0 0,-4 6 0,9-10-165,0-1-1,0 1 1,0 0-1,0-1 1,0 1-1,1 0 1,-1 0-1,1-1 1,-1 1-1,1 0 1,0 0-1,-1 0 1,1-1-1,0 1 1,0 0-1,1 0 0,-1 0 1,0 0-1,0-1 1,1 1-1,-1 0 1,1 0-1,0-1 1,0 1-1,-1 0 1,1-1-1,0 1 1,0-1-1,0 1 1,1-1-1,-1 1 1,0-1-1,0 0 1,1 0-1,-1 0 1,1 1-1,-1-1 1,1-1-1,0 1 1,2 1-1,10 5-647,0 0 1,0-1-1,31 8 0,-12-4-381,-28-8 882,1 1 0,-1 0 0,1 0 0,-1 1 0,0 0 0,0 0 0,0 0 0,-1 0 0,1 1 0,-1-1 0,5 9 0,-7-11 175,-1 0-1,0 0 1,0 0-1,0 0 1,0 1 0,0-1-1,-1 0 1,1 1-1,-1-1 1,1 0 0,-1 1-1,0-1 1,0 0-1,0 1 1,0-1-1,0 1 1,-1-1 0,1 0-1,-1 1 1,1-1-1,-1 0 1,0 0 0,0 1-1,0-1 1,0 0-1,0 0 1,-1 0 0,1 0-1,-1 0 1,1 0-1,-1-1 1,0 1-1,-1 1 1,-9 5 433,1-1 1,-1 0-1,0 0 0,0-1 1,-1-1-1,-18 5 0,-10 6 480,34-13-2045,13-13-9876,7-12 1348</inkml:trace>
</inkml:ink>
</file>

<file path=ppt/ink/ink5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25:45.84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177 1 7603,'0'0'9893,"-48"135"-4723,21-69-1568,7-1-1521,0-1-736,13-8-625,0-9-336,0-8-368,7-12-16,0-7-400,0-9-657,-6-6-911,-1-5-1362,-7 0-2561,1-9-4481</inkml:trace>
</inkml:ink>
</file>

<file path=ppt/ink/ink5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25:46.22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1 100 1553,'0'0'23789,"17"16"-22292,53 51-267,-66-63-1109,1 1 0,-1-1 1,0 1-1,0 0 0,-1 0 1,1 1-1,-1-1 0,0 1 1,0-1-1,-1 1 0,0 0 1,0 0-1,0 0 0,-1 0 1,0 0-1,0 8 0,12-35 146,-11 9-255,2 0-1,-1 1 1,1-1-1,1 1 1,0 0-1,1 0 1,0 1 0,0-1-1,12-12 1,6-4-39,50-44 0,-47 46 13,-5 12-242,-16 12-3286,1 1-3572</inkml:trace>
</inkml:ink>
</file>

<file path=ppt/ink/ink5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25:46.43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 23 4386,'0'0'27453,"-7"92"-26701,7-89-576,7-17-4962,-1-15 928,1-5-2865,-7-7-3122</inkml:trace>
</inkml:ink>
</file>

<file path=ppt/ink/ink5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25:46.60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8388,'0'0'16920,"6"93"-16872,-6-71-48,0 3-1025,0-2-2256,0-3-2242,7-4-4385</inkml:trace>
</inkml:ink>
</file>

<file path=ppt/ink/ink5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25:46.94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12214,'0'0'17149,"4"13"-15178,17 39-807,-20-50-1155,1 0 0,0-1 0,0 1 1,0 0-1,0-1 0,0 1 0,0-1 1,0 0-1,1 0 0,-1 0 0,0 0 1,1 0-1,-1 0 0,1-1 0,-1 1 1,1-1-1,-1 1 0,1-1 0,-1 0 1,1 0-1,0 0 0,-1-1 0,1 1 1,-1-1-1,5-1 0,5 1-31,19-6-1076,-29 7 1018,-1 0 0,0-1 0,1 1 0,-1 0 0,0-1 0,0 1-1,0-1 1,1 0 0,-1 1 0,0-1 0,0 0 0,0 0 0,0 0 0,0 0 0,0 0 0,0 0 0,-1 0 0,1 0 0,0 0-1,1-3 2397,26 34-2644,1-14-4214,-4-12-4400,-6-4 603</inkml:trace>
</inkml:ink>
</file>

<file path=ppt/ink/ink5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25:47.49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183 1 9012,'0'0'19310,"-6"0"-17672,4 0-1575,1 0 0,0 0-1,-1 0 1,1 0-1,0 0 1,0 0 0,-1 0-1,1 1 1,0-1 0,-1 0-1,1 1 1,0-1-1,0 1 1,0-1 0,0 1-1,-1 0 1,1 0 0,0-1-1,0 1 1,0 0-1,0 0 1,1 0 0,-1 0-1,-1 1 1,1 3 50,0 0 1,0 0-1,0 0 1,1 0-1,-1 0 0,2 9 1,-1-10-137,0-2 0,0 0 0,1 0 0,-1 1 0,1-1 0,0 0 0,-1 0 0,1 0 0,0 0 0,0 0 0,0 0 0,1 0 0,-1 0 0,0 0 0,1-1 0,-1 1 0,1 0 0,0-1 0,-1 1 0,1-1 0,0 0 0,0 0 0,0 1 0,0-1-1,0 0 1,0-1 0,0 1 0,0 0 0,5 0 0,3 2-521,1-1 0,0 0 0,0-1 0,17 0 0,-21-8 438,-7 17 1423,-4 98-397,1-49-503,5 62-1,16 232-1085,-17-349 659,-1 0 1,0 0 0,-1 0 0,1 0 0,-1 0 0,1 0-1,-1 0 1,0 0 0,0-1 0,-1 1 0,1 0 0,-1-1 0,0 1-1,0-1 1,0 1 0,-1-1 0,-5 6 0,5-6 18,-1-1 1,-1 1-1,1-1 0,0 0 1,-1 0-1,1 0 0,-1-1 1,1 0-1,-1 0 1,0 0-1,0 0 0,1-1 1,-1 1-1,-7-2 1,6 1-1,1-1 0,-1-1 0,1 1 0,-1-1 1,1 0-1,0 0 0,0 0 0,0-1 0,0 0 1,0 0-1,0 0 0,1-1 0,0 1 0,-1-1 0,1 0 1,-6-8-1,-4-6-87,1 1 0,-21-39 0,29 49-169,2 0 1,-1-1-1,1 1 0,0-1 0,-2-10 1,2-24-5320,3 42 5337,0-1-1,0 0 0,0 0 0,0 0 0,1 1 0,-1-1 1,0 0-1,0 1 0,1-1 0,-1 0 0,1 1 0,-1-1 1,1 0-1,-1 1 0,1-1 0,-1 1 0,1-1 0,-1 1 1,1-1-1,0 1 0,-1-1 0,1 1 0,0-1 1,-1 1-1,1 0 0,0 0 0,-1-1 0,3 1 0,2-2-1306,15-9-5083</inkml:trace>
</inkml:ink>
</file>

<file path=ppt/ink/ink5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25:47.97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 50 4610,'0'0'8287,"5"-10"-6460,14-29 142,-19 39-1886,0 1 1,0-1-1,0 0 1,0 0-1,0 1 1,0-1-1,0 0 1,0 1-1,0-1 1,0 0-1,0 0 1,0 1-1,1-1 1,-1 0-1,0 1 1,0-1-1,0 0 1,0 0-1,0 1 1,1-1-1,-1 0 1,0 0-1,0 0 1,0 1-1,1-1 1,-1 0-1,0 0 1,0 0-1,1 0 1,-1 0-1,0 1 1,1-1-1,-1 0 1,0 0-1,0 0 1,1 0-1,-1 0 1,0 0-1,1 0 1,-1 0-1,0 0 1,0 0-1,1 0 1,-1 0-1,0 0 1,1 0-1,-1 0 1,0-1-1,0 1 1,1 0-1,-1 0 1,0 0-1,0 0 1,1 0-1,-1-1 1,0 1-1,0 0 1,1 0-1,-1 0 1,0-1-1,0 1 1,0 0-1,0 0 1,1-1-1,-1 1 1,0-1-1,6 30 1546,-6-25-894,9 25 377,2 0 0,0-1 0,2-1 0,23 37-1,-4-6-392,-20-36-515,-1 0 0,-1 1 1,-1 1-1,-1-1 0,-1 2 0,-1-1 1,-1 1-1,3 33 0,-9-55-204,1 1 0,-1-1 0,0 1 0,0-1 0,0 1 0,-1-1 0,1 0 0,-1 0 0,0 0 0,0 0 0,0 0 0,0 0 0,0 0 0,-1 0 0,1-1 0,-1 0 0,0 1 0,1-1 0,-1 0 0,0 0 0,0 0 0,-1-1 0,1 1 0,-6 1 0,-11 5 0,0-1 0,-40 8 0,44-11 0,-45 10 0,59-13-224,12-2-3495,-3-1 2082,0-2-1,0 1 1,-1-1 0,1 0 0,11-9 0,14-9-8704</inkml:trace>
</inkml:ink>
</file>

<file path=ppt/ink/ink5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25:48.20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 0 10853,'0'0'20457,"-20"52"-19880,20-47-577,0-3-96,0 3-993,0 1-1552,0 1-3010</inkml:trace>
</inkml:ink>
</file>

<file path=ppt/ink/ink5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25:48.37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34 0 10661,'0'0'21562,"-34"43"-21114,34-40-448,0 3-400,0-1-1057,0-1-2625</inkml:trace>
</inkml:ink>
</file>

<file path=ppt/ink/ink5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25:49.01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45 7716,'0'0'15663,"9"20"-13468,31 64-316,-38-77-1673,1 0-1,1 0 1,0 0 0,-1-1 0,2 1 0,-1-1 0,1 0 0,0 0 0,0-1 0,1 0 0,0 0 0,0 0 0,0 0 0,10 5 0,-15-10-195,0 0 1,-1-1-1,1 1 1,0 0-1,0 0 1,0 0-1,0-1 1,0 1-1,-1 0 0,1-1 1,0 1-1,0-1 1,0 1-1,-1-1 1,1 1-1,0-1 1,-1 1-1,1-1 0,0 0 1,-1 1-1,1-1 1,-1 0-1,1 0 1,-1 1-1,0-1 1,1 0-1,-1 0 0,0 0 1,1-1-1,14-35-37,-10 21-3,10-19-110,-1-2 1,10-48-1,-21 69-1504,16 24-12012,-6-3 3341</inkml:trace>
</inkml:ink>
</file>

<file path=ppt/ink/ink5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25:49.38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127 68 4818,'0'0'23331,"-19"21"-21602,-59 64-748,74-81-922,1 0 0,0 0-1,0 1 1,0-1 0,0 1-1,1-1 1,0 1-1,-3 10 1,4-14-70,1 1 0,0-1 1,0 1-1,0-1 0,0 1 0,0-1 1,0 1-1,0-1 0,0 1 0,1-1 0,-1 1 1,0-1-1,1 1 0,-1-1 0,1 0 1,0 1-1,-1-1 0,1 1 0,1 0 0,1 1-123,0-1 0,-1 0-1,1 0 1,0 0 0,0 0-1,0-1 1,1 0-1,-1 1 1,0-1 0,1 0-1,-1 0 1,0-1-1,1 1 1,-1-1 0,7 1-1,-3-1-371,1 1 0,-1-1 0,1-1 0,0 0-1,-1 0 1,1 0 0,-1-1 0,0 0 0,0 0-1,10-5 1,-12 4 233,-1 0 0,0 0 0,0 0 0,-1-1 0,1 1 0,0-1-1,-1 0 1,0 0 0,0 0 0,0 0 0,-1-1 0,0 1 0,1-1 0,-1 0 0,2-9-1,0-1 77,-1-1-1,0 1 0,-1-1 1,-1 0-1,-1-23 0,0 26 221,0 11 15,-1 0 1,1 0-1,0 0 0,0 0 1,-1-1-1,1 1 0,-1 0 0,0 0 1,0 0-1,0 0 0,0 1 1,0-1-1,0 0 0,0 0 0,0 0 1,-1 1-1,1-1 0,-1 1 1,1-1-1,-1 1 0,0 0 0,1-1 1,-1 1-1,0 0 0,0 0 1,0 0-1,-3-1 0,-3 0 317,0 0-1,0 0 1,0 1-1,0 0 1,-1 0-1,-9 1 1,17 0-392,1 0 0,-1 1 0,0-1 0,1 1 0,-1-1 0,1 1 1,-1-1-1,1 1 0,-1 0 0,1-1 0,0 1 0,-1-1 0,1 1 0,0 0 1,-1 0-1,1-1 0,0 1 0,0 0 0,0-1 0,-1 1 0,1 0 0,0 0 0,0-1 1,0 1-1,0 0 0,0 0 0,0-1 0,1 2 0,1 14-7913</inkml:trace>
</inkml:ink>
</file>

<file path=ppt/ink/ink5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25:49.66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55 1 13350,'0'0'19001,"-41"81"-18585,41-65-416,-6-1 0,6 3 0,-7-2-544,7-7-593,0-6-800,0-26-17496</inkml:trace>
</inkml:ink>
</file>

<file path=ppt/ink/ink5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25:49.83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 0 7571,'0'0'14359,"-14"122"-14903,21-95-1873,6-2-3522,1-2-4178</inkml:trace>
</inkml:ink>
</file>

<file path=ppt/ink/ink5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25:50.43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184 626 8724,'0'0'12814,"-5"-7"-11280,0 4-1366,0-1 0,0 0-1,0 1 1,0 0 0,0 0 0,-1 1 0,1 0 0,-1-1 0,0 2 0,1-1-1,-1 1 1,0 0 0,0 0 0,0 0 0,0 1 0,0 0 0,0 0-1,0 1 1,0 0 0,0 0 0,0 0 0,0 1 0,0-1 0,-6 4-1,9-3-69,1 0-1,0 0 0,-1 0 0,1 0 0,0 0 1,0 1-1,0-1 0,1 0 0,-1 1 0,1 0 1,-1-1-1,1 1 0,0 0 0,0 0 0,0-1 1,-1 5-1,2-6-99,0 0 1,0 0-1,0 0 1,-1 0 0,1 1-1,0-1 1,1 0-1,-1 0 1,0 0-1,0 0 1,0 0-1,1 1 1,-1-1-1,0 0 1,1 0 0,-1 0-1,1 0 1,0 0-1,-1 0 1,1 0-1,0 0 1,-1-1-1,1 1 1,0 0 0,0 0-1,0-1 1,0 1-1,0 0 1,-1-1-1,1 1 1,1-1-1,-1 1 1,0-1 0,0 1-1,0-1 1,0 0-1,0 1 1,0-1-1,0 0 1,0 0-1,1 0 1,1 0 0,6 0-221,-1 0 0,1 0 0,0-1 0,0-1 0,0 1 0,-1-1 0,1-1 0,-1 1 0,1-2 1,-1 1-1,0-1 0,8-5 0,0-2-307,0-1 0,-1-1-1,0 0 1,19-23 0,23-29-2412,80-117 0,-109 139 2808,-3-1 0,-1-1 0,-3-1 0,18-55 0,-35 90 646,-2-11 6770,-10 25-5843,-4 5-781,1 0 0,1 0 0,0 1 0,0 1 0,0-1 0,1 2 0,1-1 0,-9 14 0,2-1-454,1 0-1,1 0 1,-12 33 0,14-25-205,2 1 0,1-1 0,2 2 0,-3 42 0,2 133 0,7-196 0,1-5 44,-1 1-1,1 0 1,1-1-1,-1 1 1,1-1-1,1 1 1,-1-1-1,1 0 1,1 0 0,6 11-1,-8-14-183,1 0 1,0 0-1,1 0 0,-1 0 0,1-1 0,-1 1 0,1-1 1,0 0-1,8 4 0,-9-5-315,0-1 1,0 0 0,0 0-1,1 0 1,-1 0-1,1 0 1,-1-1-1,0 1 1,5-1-1,-2-4-6465,-4-15-4467</inkml:trace>
</inkml:ink>
</file>

<file path=ppt/ink/ink5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25:51.78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73 54 896,'0'0'6531,"0"-10"-5050,1-3-3570,0 0 3448,-1-4 9328,-4 28-5059,-2 11-4613,-41 220 2827,40-189-6566,2 61 0,0-114-2469</inkml:trace>
</inkml:ink>
</file>

<file path=ppt/ink/ink5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25:52.04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0 154 6643,'0'0'16584,"115"-25"-14952,-74 7-431,6 2-433,7-4-400,-6-1-255,-1 3-113,-13 3 0,0 3-481,-14 3-943,-6 9-945</inkml:trace>
</inkml:ink>
</file>

<file path=ppt/ink/ink5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25:53.79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198 109 2769,'0'0'10061,"0"-7"-5584,0 7-4432,0 0 1,0 0 0,0 0 0,-1 0 0,1 1-1,0-1 1,0 0 0,0 0 0,0 0 0,0 0 0,0 0-1,0 1 1,0-1 0,0 0 0,0 0 0,0 0-1,0 0 1,0 0 0,0 1 0,0-1 0,0 0 0,0 0-1,0 0 1,0 0 0,0 1 0,0-1 0,0 0-1,0 0 1,0 0 0,0 0 0,0 0 0,0 1 0,0-1-1,0 0 1,0 0 0,0 0 0,1 0 0,-1 0-1,0 0 1,0 1 0,0-1 0,0 0 0,0 0 0,0 0-1,1 0 1,-1 0 0,0 0 0,0 0 0,0 0-1,0 0 1,0 0 0,1 0 0,-1 0 0,0 0 0,0 0-1,0 0 1,0 0 0,1 0 0,-1 0 0,0 0-1,0 0 1,0 0 0,4-11 5570,-5 11-5635,-1 0 3,1 0 0,0 0-1,0 1 1,-1-1-1,1 0 1,0 0-1,0 1 1,0-1-1,-1 1 1,1-1 0,0 1-1,0-1 1,0 1-1,0 0 1,0-1-1,0 1 1,0 0-1,0 0 1,-1 1 0,2-1 13,-1-1 1,1 0 0,0 1-1,0-1 1,0 0 0,-1 1-1,1-1 1,0 0 0,-1 0-1,1 1 1,0-1 0,-1 0-1,1 0 1,0 0 0,-1 1-1,1-1 1,0 0 0,-1 0-1,1 0 1,-1 0 0,1 0-1,0 0 1,-1 0 0,1 0-1,-1 0 1,1 0 0,0 0-1,-1 0 1,1 0 0,-1 0-1,1 0 1,0 0 0,-1 0 0,1 0-1,-1-1 1,1 1 0,0 0-1,-1 0 1,1 0 0,-1-1-1,0-3-244,1 0-1,-1-1 1,1 1-1,-1 0 1,1-1-1,1 1 1,0-6-1,-1 2 113,0 0-3,0-26-213,0 33 357,0 0 0,0 0 0,0 0 0,0 1 0,0-1 0,0 0-1,1 0 1,-1 0 0,0 1 0,0-1 0,1 0 0,-1 0 0,0 1-1,1-1 1,-1 0 0,0 1 0,1-1 0,-1 0 0,1 1-1,0-1 1,-1 1 0,1-1 0,-1 0 0,1 1 0,0 0 0,-1-1-1,1 1 1,0-1 0,0 1 0,1-1 0,-2 10 437,-2 7-211,-1 1 0,-1-1-1,0 0 1,-1 0 0,0-1 0,-1 1 0,-10 16 0,-7 21 76,-52 168-85,65-184-222,2 0 1,2 1-1,1 0 0,1 40 1,3-64 27,1-11-80,0 0 1,0 0-1,0 1 1,0-1-1,0 0 1,1 0-1,0 0 1,1 6-1,-1-8-2,0 0 0,-1 0 0,1 0 0,0 0 0,0 0 0,0 0 0,1 0 0,-1-1-1,0 1 1,0 0 0,0-1 0,1 1 0,-1-1 0,0 1 0,0-1 0,1 1 0,-1-1 0,0 0 0,1 0-1,-1 0 1,0 0 0,1 0 0,-1 0 0,3 0 0,3-1-412,1 1 0,0-1 0,0-1 0,-1 0 0,1 0 0,-1 0 0,1-1 0,-1 0 0,0-1 0,10-5 0,38-31-8050,-34 23 3753</inkml:trace>
</inkml:ink>
</file>

<file path=ppt/ink/ink5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25:53.99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64 2289,'0'0'17880,"122"-27"-17688,-81 22-192,13-2-48,0 3-1184,7-3-1650,0 0-2352,-14 1-1665</inkml:trace>
</inkml:ink>
</file>

<file path=ppt/ink/ink5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25:54.31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112 46 6435,'0'0'14833,"-16"14"-12922,-48 46-455,60-57-1377,1 1 0,1-1 0,-1 1 0,0 0 0,1-1 0,0 1 0,0 1 0,0-1 0,0 0 0,1 0 0,-1 1 0,1-1 0,0 1 0,1-1 0,-1 1 0,1-1 0,0 1 0,0-1 0,0 1 0,2 4 0,-2 9 58,0-17-136,0 1 1,0-1 0,1 1-1,-1-1 1,0 0 0,0 1-1,1-1 1,-1 1 0,1-1-1,-1 0 1,1 0 0,-1 1-1,1-1 1,0 0 0,0 0-1,0 0 1,0 0 0,-1 1-1,1-1 1,1-1-1,-1 1 1,0 0 0,2 1-1,0 0 0,-1-1 0,1 0 0,0 0 0,0-1 0,0 1 0,0 0 0,0-1 0,0 0 0,0 0 0,6 0 0,-3 0-12,-1-1 1,1 0-1,-1 0 0,1 0 1,-1-1-1,1 1 0,-1-1 1,0-1-1,0 1 1,0-1-1,0 0 0,5-4 1,-5 2-19,-1 0 1,0-1-1,0 1 1,0-1-1,-1 0 1,0 0 0,0 0-1,-1 0 1,1-1-1,-1 1 1,-1-1-1,1 1 1,-1-1-1,0 0 1,-1 0-1,1 1 1,-1-1-1,-1 0 1,1 0 0,-1 0-1,0 1 1,-1-1-1,0 1 1,0-1-1,0 1 1,-1-1-1,0 1 1,0 0-1,0 0 1,-1 1 0,0-1-1,0 1 1,-1 0-1,1 0 1,-6-5-1,8 9-733,-9-10-173,9 8-2699</inkml:trace>
</inkml:ink>
</file>

<file path=ppt/ink/ink5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25:54.70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380 16 13702,'0'0'2772,"-21"-3"875,4 0-2843,-12-1 1100,-1 1 0,-44 0-1,64 3-1625,0 1 0,1 0 0,-1 1 0,1-1 0,-1 2 0,1-1 0,0 2 0,-1-1 1,2 1-1,-1 0 0,0 1 0,1 0 0,-10 8 0,12-8-220,1 0 1,0 1 0,0 0-1,0 0 1,1 0 0,0 0-1,0 1 1,0-1 0,1 1-1,0 0 1,-4 14 0,6-17-80,0 0 0,1-1 0,-1 1 1,1 0-1,0 0 0,0 0 0,0 0 1,0 0-1,1 0 0,-1 0 0,1 0 0,0-1 1,0 1-1,1 0 0,-1-1 0,1 1 1,0-1-1,0 1 0,0-1 0,0 0 0,1 0 1,-1 0-1,6 5 0,55 38-1128,-45-35 765,-1 1-1,0 1 0,16 15 1,-29-24 274,0 0 0,-1 0 1,1 1-1,-1-1 1,0 1-1,0 0 0,0 0 1,-1 0-1,0 0 0,0 0 1,0 0-1,-1 1 0,0-1 1,0 0-1,0 1 0,0 6 1,-1-9 114,-1-1 0,0 0 1,1 1-1,-1-1 0,0 0 1,0 0-1,0 1 0,0-1 1,-1 0-1,1 0 0,0-1 1,-1 1-1,0 0 0,1 0 1,-1-1-1,0 1 0,0-1 1,0 1-1,0-1 0,-3 2 1,-53 25 690,40-21-386,-9 6 100,15-6-342,-1-1 1,0-1-1,0 0 0,-19 4 1,30-8-960,-7-1-211,7-23-17258</inkml:trace>
</inkml:ink>
</file>

<file path=ppt/ink/ink5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25:54.95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278 1 14455,'0'0'11685,"-27"151"-8868,6-99-2112,8-2-65,-1-3-144,-6-6-432,6-5-64,-6 0-288,0-4-897,0-1-992,-8-1-160,-5-3-1168,5-2-1473,8-10-3795</inkml:trace>
</inkml:ink>
</file>

<file path=ppt/ink/ink5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25:55.31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0 145 11125,'0'0'16293,"19"1"-14508,63 4-598,-76-4-1108,1 1 1,-1-1-1,0 1 1,1 1-1,-1-1 0,0 1 1,0 0-1,-1 0 1,1 0-1,-1 1 0,1 0 1,-1 0-1,0 0 1,0 1-1,-1 0 0,0 0 1,0 0-1,0 0 1,0 1-1,4 8 0,-9-20-65,1-1 0,0 0-1,1 1 1,-1-1-1,1 0 1,1 1 0,-1-1-1,1 1 1,0-1 0,0 1-1,1 0 1,6-10 0,-4 6-25,0 0 1,0 1-1,1 0 0,0 0 1,1 0-1,0 1 1,1 0-1,-1 1 1,18-13-1,-16 14-163,1 0 0,-1 1 0,2 0 0,-1 1-1,18-5 1,-1 4-3988,4 4-5587,-17 1 35</inkml:trace>
</inkml:ink>
</file>

<file path=ppt/ink/ink5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25:55.51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21 14 4386,'0'0'25868,"-20"77"-25180,20-89-5010,7-6 1041,6-9-2690,-6-7-4114</inkml:trace>
</inkml:ink>
</file>

<file path=ppt/ink/ink5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25:55.66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28 1 6915,'0'0'16856,"-27"119"-16808,27-89-48,0-3-496,0 2-1857,0-6-2258,6-5-3648</inkml:trace>
</inkml:ink>
</file>

<file path=ppt/ink/ink5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25:56.03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11989,'0'0'16541,"5"4"-14718,-2-1-1682,1-1 1,0 1-1,-1-1 1,1 0 0,0 0-1,0-1 1,1 1 0,-1-1-1,0 0 1,0 0 0,8 1-1,58 1-1470,-65-3 1020,-4 0-646,-8 41-2914,7-40 3832,0-1-1,0 1 0,0 0 0,0 0 0,0 0 1,1-1-1,-1 1 0,0 0 0,1 0 1,-1 0-1,0-1 0,1 1 0,-1 0 0,1-1 1,-1 1-1,1 0 0,-1-1 0,1 1 1,-1-1-1,1 1 0,0-1 0,-1 1 0,1-1 1,0 1-1,-1-1 0,1 1 0,0-1 0,0 0 1,0 0-1,-1 1 0,1-1 0,0 0 1,1 0-1,35 0-7887,-19-1 1613,-3 1-636</inkml:trace>
</inkml:ink>
</file>

<file path=ppt/ink/ink5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25:56.84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375 24 4994,'0'0'16290,"6"-1"-13819,16-2-468,-16 2 4659,-5 1-6358,5 0-261,-1 0-78,-4 0-117,-1 0 64,0-1 67,0 0-1,0 0 1,-1 0-1,1 0 0,-1 0 1,1 0-1,0 0 1,-1 1-1,0-1 1,1 0-1,-1 0 0,0 1 1,1-1-1,-1 0 1,0 1-1,0-1 1,1 1-1,-1-1 0,0 1 1,0-1-1,0 1 1,0-1-1,0 1 1,0 0-1,0-1 1,1 1-1,-1 0 0,0 0 1,0 0-1,-2 0 1,2 0 4,-1-1 1,1 1 0,-1 0-1,1 0 1,-1 0 0,1 0-1,-1 0 1,1 1 0,-1-1 0,1 0-1,0 1 1,-1-1 0,1 1-1,0-1 1,-1 1 0,1 0-1,0-1 1,-1 1 0,1 0-1,-2 2 1,-1 4 19,-1 0-1,1 0 1,1 1 0,-1 0-1,1 0 1,1 0 0,-1 0-1,1 0 1,1 0 0,0 1-1,0-1 1,0 14 0,2-21-28,-1 0 0,1 0 0,-1-1 0,1 1 0,-1 0 0,1-1 0,-1 1 0,1 0 0,0-1 1,-1 1-1,1-1 0,0 1 0,0-1 0,-1 0 0,1 1 0,0-1 0,0 0 0,0 1 0,0-1 0,-1 0 0,1 0 0,0 0 1,0 0-1,0 1 0,0-1 0,0-1 0,-1 1 0,2 0 0,35 0-857,-29-1 521,0 1 140,0-1 1,-1-1 0,1 0 0,-1 0 0,1 0 0,-1-1-1,0 0 1,0-1 0,0 1 0,0-2 0,-1 1 0,1 0-1,-1-1 1,0 0 0,0-1 0,-1 1 0,0-1 0,0 0-1,0-1 1,5-9 0,-18 35 1581,-4 11-825,2 0 0,-12 47 0,0 52 420,-58 187-1,76-306-949,1 0 0,-1 0 0,-1 0 0,0-1 1,0 0-1,-1 0 0,0 0 0,0-1 0,-16 16 1,18-21 22,0 1 1,-1-1-1,1 0 0,-1-1 1,0 1-1,0-1 1,0 0-1,0 0 1,0 0-1,0-1 0,0 0 1,-1 0-1,1 0 1,-1 0-1,1-1 1,0 0-1,-1 0 1,1-1-1,-1 1 0,1-1 1,-6-2-1,5 1 65,1 0-1,-1 0 0,1-1 1,0 0-1,0 0 0,0 0 1,0-1-1,1 1 0,-1-1 1,1 0-1,-7-9 0,-42-62 0,16 21-890,26 41 264,6 7 52,-1 0-1,1-1 0,0 0 0,-7-13 1,7-6-4008,5 24 3815,0 0 0,1 1 0,-1-1 0,1 0 1,-1 0-1,1 0 0,0 0 0,0 1 0,0-1 0,0 0 0,0 1 0,3-4 0,19-16-6655</inkml:trace>
</inkml:ink>
</file>

<file path=ppt/ink/ink5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25:57.18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247 1 13206,'0'0'12686,"-23"10"-11168,11-4-1300,-74 38 1357,75-38-1342,2 1 0,-1 0 0,1 1 0,0-1 0,1 2 0,0-1 0,0 1 0,-7 10 0,9-5-162,0 0 0,0 0 0,1 0 1,1 1-1,0-1 0,2 1 0,-1 0 0,2 0 1,0 0-1,0 0 0,2 0 0,3 29 0,-3-39-211,0-1-1,1 0 0,-1 0 0,1 0 0,0 0 0,0 0 0,0 0 0,0 0 1,1 0-1,0-1 0,-1 1 0,1-1 0,0 0 0,1 0 0,-1 0 1,1 0-1,-1-1 0,1 1 0,0-1 0,0 0 0,6 2 0,-3-1-981,0-1 0,0 0 0,1 0 0,-1-1 0,1 0-1,0-1 1,-1 1 0,1-1 0,-1-1 0,1 0 0,13-2-1,12-10-8390</inkml:trace>
</inkml:ink>
</file>

<file path=ppt/ink/ink5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25:57.48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21 1 12598,'0'0'10023,"14"26"-7339,8 9-1920,-4-4 222,0 1 0,18 47 0,-28-57-100,0 0-1,7 34 1,-13-46-765,-1 1-1,1-1 0,-1 0 1,-1 1-1,0-1 0,-1 1 0,0-1 1,-2 12-1,1-18-107,0 0 1,-1 0-1,1 0 0,-1-1 1,1 1-1,-1-1 0,0 1 1,0-1-1,-1 0 1,1 0-1,-1 0 0,1-1 1,-1 1-1,0-1 0,0 0 1,0 0-1,0 0 0,-6 1 1,-1 1-559,-1 0-1,1-1 1,0 0 0,-1-1 0,-22 1 0,31-3-2174,24-20-20006</inkml:trace>
</inkml:ink>
</file>

<file path=ppt/ink/ink5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25:57.70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21 5 4818,'0'0'27229,"-21"-4"-26861,21 8-368,0 5-320,0-2-865,0 2-1536,0 3-2081,0-3-3154</inkml:trace>
</inkml:ink>
</file>

<file path=ppt/ink/ink5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25:57.89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9 3330,'0'0'24763,"0"3"-23531,7-3-1232,-7-3-704,7-1-1713,-7-1-2033</inkml:trace>
</inkml:ink>
</file>

<file path=ppt/ink/ink5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25:58.39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196 1 11717,'0'0'17080,"-21"8"-14962,-11 3-1529,12-6-336,1 2-1,0 0 1,0 2-1,-26 14 1,45-23-253,-1 1 0,0-1 0,0 0 0,0 1 0,0-1 0,0 1 0,0-1 0,0 1 0,0-1 0,1 1 0,-1-1 0,0 1 0,0 0 0,1-1 0,-1 1 0,1 0 0,-1 0 0,0 0 0,1-1 0,0 1 1,-1 0-1,1 0 0,-1 0 0,1 0 0,0 0 0,0 0 0,-1 0 0,1 0 0,0 0 0,0 0 0,0 0 0,0 0 0,0 0 0,0 0 0,1 0 0,-1 0 0,0 0 0,0 0 0,1 0 0,-1-1 0,0 1 0,1 0 0,-1 0 0,1 0 0,-1 0 0,1 0 0,0-1 0,-1 1 0,1 0 0,0-1 0,-1 1 0,1 0 0,0-1 0,0 1 0,1 0 0,4 3-107,1 0 0,0 0 0,0-1 1,0 0-1,11 3 0,9 1-765,-11-3 138,-1 0 0,0 1 0,0 0 1,18 10-1,-31-14 694,1 0 0,-1 0 0,0 1 0,0-1 0,0 1 0,0-1 0,0 1 0,0 0 0,0-1 0,-1 1 0,1 0 0,-1 0 0,1 1 0,-1-1 0,0 0 0,0 0 0,0 1 0,0-1 0,0 0 0,0 1 0,-1-1 0,1 1 0,-1-1 0,1 1-1,-1-1 1,0 1 0,0-1 0,0 1 0,-1-1 0,1 1 0,-1-1 0,-1 5 0,0-2 190,0-1-1,0 0 0,-1-1 0,1 1 0,-1 0 1,0-1-1,0 1 0,0-1 0,-1 0 0,1 0 1,-1 0-1,0-1 0,-5 4 0,-61 28 2438,47-24-1807,13-5-478,-35 17 407,43-21-728,0 0 0,1 0-1,-1 0 1,0 0 0,1 0-1,-1 1 1,1-1 0,-1 0-1,1 1 1,0-1 0,0 1-1,0-1 1,-1 1 0,1 0-1,1 0 1,-1-1-1,0 1 1,0 0 0,0 3-1,11-5-5916,7-6 2100,10-13-4442</inkml:trace>
</inkml:ink>
</file>

<file path=ppt/ink/ink5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25:58.62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333 1 15687,'0'0'7924,"-88"187"-1761,54-103-3170,7-3-2993,0-7 0,6-8 0,8-7 0,6-10 0,-7-8 0,8-12 0,-8-8 0,1-10-480,-8-9-2834,1-2-1600,-7-7-5091</inkml:trace>
</inkml:ink>
</file>

<file path=ppt/ink/ink6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25:5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1 133 7251,'0'0'11021,"19"3"-6152,0 0-3586,-10-3-883,-1 1 1,0 0-1,0 1 0,0 0 0,0 0 0,0 1 1,0 0-1,0 0 0,-1 1 0,0 0 0,0 0 1,11 9-1,3 7 240,0 0 0,-1 1 0,-1 2-1,22 34 1,-10-14-699,-30-43 56,-1 0-1,0 0 1,0 0-1,0 0 1,0 1 0,1-1-1,-1 0 1,0 0-1,0 0 1,1 0 0,-1 0-1,0 0 1,0 0 0,0 0-1,1 0 1,-1 0-1,0 1 1,0-1 0,1 0-1,-1 0 1,0-1-1,0 1 1,1 0 0,-1 0-1,0 0 1,0 0-1,1 0 1,-1 0 0,0 0-1,0 0 1,1 0-1,-1 0 1,0-1 0,0 1-1,0 0 1,1 0-1,-1 0 1,0 0 0,0-1-1,0 1 1,0 0 0,0 0-1,1 0 1,-1-1-1,0 1 1,0 0 0,0 0-1,0-1 1,0 1-1,0 0 1,0 0 0,0-1-1,0 1 1,0 0-1,0 0 1,0 0 0,0-1-1,0 1 1,0-1-1,4-14-99,-1-7 13,3-27-177,19-70 0,-21 105 257,1 0 1,0 0-1,1 1 0,0 0 1,1 0-1,0 0 1,1 1-1,1 0 0,15-17 1,-23 29-55,-1-1 1,1 1 0,-1-1-1,1 0 1,0 1-1,-1-1 1,1 1-1,0 0 1,0-1-1,-1 1 1,1 0-1,0-1 1,0 1 0,0 0-1,0 0 1,-1-1-1,1 1 1,0 0-1,0 0 1,1 0-1,20 15-9212,-6-2 3269,5-5-2586</inkml:trace>
</inkml:ink>
</file>

<file path=ppt/ink/ink6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25:59.18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9556,'0'0'18329,"7"120"-15256,-7-104-1264,0-3-1809,0-8 0,0-3 0,0-11-6467,0-11 880,7-12-5153</inkml:trace>
</inkml:ink>
</file>

<file path=ppt/ink/ink6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25:59.35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 0 9620,'0'0'10661,"-7"131"-10837,7-99-1457,0-3-3169,0 1-2321</inkml:trace>
</inkml:ink>
</file>

<file path=ppt/ink/ink6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25:59.72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8612,'0'0'19241,"3"8"-17552,0 1-1370,-3-6-261,1 0-1,0 0 1,0 0-1,1 0 1,-1 0-1,0 0 1,1 0-1,0-1 1,-1 1-1,1-1 0,0 1 1,1-1-1,-1 0 1,3 3-1,7 6 363,-11-10-561,-1-1 0,1 1 1,0 0-1,-1 0 1,1 0-1,0 0 1,0-1-1,0 1 0,0 0 1,0-1-1,0 1 1,0-1-1,0 1 1,0-1-1,0 1 0,0-1 1,0 0-1,0 1 1,0-1-1,0 0 0,0 0 1,0 0-1,1 0 1,-1 0-1,0 0 1,0 0-1,0 0 0,0 0 1,0-1-1,0 1 1,0 0-1,0-1 1,0 1-1,0-1 0,0 1 1,0-1-1,0 0 1,0 1-1,0-1 1,0 0-1,0 0 0,-1 1 1,1-1-1,1-1 1,4-3-34,-1 2 223,-1-1 1,1 1-1,-1-1 0,0 0 0,0 0 1,0 0-1,0-1 0,-1 1 0,0-1 1,5-9 2811,-8 39-684,0-23-2236,0 0 0,0 0 0,0 1-1,1-1 1,-1 0 0,1 0 0,-1 0 0,1 0 0,0 0 0,0 0 0,0 0 0,0 0 0,0 0 0,0 0 0,0 0 0,1-1-1,-1 1 1,1 0 0,-1-1 0,1 1 0,0-1 0,3 2 0,12 5-3731,3-5-3576,-1-3-1393</inkml:trace>
</inkml:ink>
</file>

<file path=ppt/ink/ink6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26:00.33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609 1 6435,'0'0'16994,"-10"-1"-15075,6 1-1714,-1 0 1,1 0-1,-1 0 1,1 1-1,0 0 1,-1-1-1,1 2 1,0-1 0,-7 3-1,9-3-135,0 0 0,0 1 0,0-1 0,0 1 0,1 0 0,-1-1 0,0 1 0,1 0 0,-1 0 0,1 0 0,0 0 0,-1 0 0,1 0-1,0 0 1,0 1 0,1-1 0,-1 0 0,0 1 0,1-1 0,-1 0 0,1 1 0,0-1 0,0 1 0,0 4 0,0-4-65,0 0-1,0 0 1,0 0-1,0 0 1,0-1 0,1 1-1,-1 0 1,1 0-1,0 0 1,0 0 0,0 0-1,0-1 1,0 1-1,1 0 1,1 3 0,0-5-25,-1 1 1,0-1 0,1 1 0,-1-1 0,1 0 0,0 0 0,-1 0 0,1 0 0,0-1 0,0 1-1,-1-1 1,1 0 0,0 1 0,0-1 0,5-1 0,6 1-172,1 0 1,-1-1-1,0-1 0,19-4 1,-27 4 115,0 0 0,0 0-1,0-1 1,0 0 0,0 0 0,-1-1 0,1 0 0,-1 0 0,0 0 0,0 0 0,6-8 0,-11 12 104,1 0 1,-1-1 0,0 1 0,1 0-1,-1-1 1,1 1 0,-1-1-1,0 1 1,1 0 0,-1-1-1,0 1 1,1-1 0,-1 1 0,0-1-1,0 1 1,1-1 0,-1 1-1,0-1 1,0 0 0,0 1-1,0-1 1,0 1 0,0-1 0,0 1-1,0-1 1,0 0 0,0 1-1,0-2 1,-15 1 999,-23 13 354,24-1-1114,1 0-1,-1 1 1,2 1 0,0 0-1,0 0 1,2 1 0,-1 1-1,-10 20 1,7-8-267,0 1 0,2 0 0,1 1 0,-7 31 0,11-26-2,3 1 0,0 1 0,2-1 0,2 0 0,2 1 0,9 62 0,-9-92 0,-2-1 0,1 0 0,0 0 0,-1 1 0,0-1 0,-1 1 0,1-1 0,-1 0 0,0 0 0,0 1 0,-3 8 0,2-12 0,0 0 0,1 1 0,-1-1 0,0 0 0,0 0 0,0 0 0,-1 0 0,1-1 0,0 1 0,-1-1 0,1 1 0,-1-1 0,1 0 0,-1 0 0,0 0 0,1 0 0,-1 0 0,0-1 0,0 1 0,0-1 0,0 0 0,1 0 0,-6 0 0,-6 0 0,1 0 0,-1-1 0,1 0 0,-1-1 0,1-1 0,0 0 0,0-1 0,0 0 0,0-1 0,1-1 0,0 0 0,-13-8 0,-32-19 0,24 12 0,-71-31 0,61 43-67,25 9-7830</inkml:trace>
</inkml:ink>
</file>

<file path=ppt/ink/ink6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26:05.93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243 0 8404,'0'0'11106,"-3"19"-10241,-76 275 2348,75-282-3220,-14 52-12,4-10-443,-3-1 1,-1 0 0,-51 98 0,61-133-767,0-1-1628,3-12-2998</inkml:trace>
</inkml:ink>
</file>

<file path=ppt/ink/ink6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26:06.25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60 1 7796,'0'0'12747,"18"15"-11851,56 49-157,-72-62-685,0 0 0,0-1 0,0 1 0,0 0 0,0 0 0,0 1 1,-1-1-1,1 0 0,-1 1 0,1-1 0,-1 0 0,0 1 0,0 0 0,0-1 0,0 1 0,-1 0 0,1-1 0,-1 1 0,1 0 0,-1 0 0,0-1 0,0 1 0,0 0 0,-1 0 0,1-1 0,-1 1 1,-1 4-1,1-4 2,-1 0 0,0 0 0,0-1 0,0 1 0,-1-1 0,1 1 1,0-1-1,-1 0 0,0 0 0,1 0 0,-1 0 0,0-1 0,0 1 1,0-1-1,0 1 0,-6 0 0,-6 1-21,0 0 1,0-2-1,0 0 0,-24-1 1,11-1-194,28 0-21,0 0 0,0 0 1,0 0-1,0 0 1,0 0-1,0 0 0,0 0 1,1 0-1,-1 0 0,0 0 1,1 0-1,-1 0 1,0 0-1,1 0 0,-1 1 1,1-1-1,-1 0 0,1 0 1,0 0-1,0 0 1,8-6-1504,-1 0 0,1 1 0,1 0 0,-1 1 0,12-5 1,14-9-3705,-1-2 637</inkml:trace>
</inkml:ink>
</file>

<file path=ppt/ink/ink6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26:06.64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61 1969,'0'0'14977,"17"-7"-12906,52-19-217,-68 26-1787,-1 0 0,1 0-1,0 0 1,0-1 0,0 1 0,0 0 0,0 0 0,0 0 0,0 1 0,0-1-1,0 0 1,0 0 0,0 0 0,0 1 0,0-1 0,-1 1 0,1-1-1,0 0 1,0 1 0,0 0 0,-1-1 0,1 1 0,0-1 0,0 1-1,-1 0 1,1-1 0,-1 1 0,1 0 0,0 0 0,-1 0 0,0-1 0,1 1-1,0 1 1,6 29 1361,-6-27-1106,6 56 1132,-7-60-1459,0 1 1,0-1-1,0 0 0,1 1 0,-1-1 1,0 0-1,0 0 0,0 1 1,0-1-1,0 0 0,0 1 0,0-1 1,0 0-1,1 0 0,-1 1 1,0-1-1,0 0 0,0 0 0,0 1 1,1-1-1,-1 0 0,0 0 0,0 0 1,1 1-1,-1-1 0,0 0 1,0 0-1,1 0 0,-1 0 0,0 0 1,1 0-1,-1 0 0,0 1 0,0-1 1,1 0-1,-1 0 0,0 0 1,1 0-1,16-4-502,14-13-64,12-18 300,-26 23 233,0-2 1,-1 0-1,0-1 1,15-19-1,-31 34 72,0 0 0,1 0-1,-1 0 1,0 0 0,1 1-1,-1-1 1,0 0 0,1 0-1,-1 0 1,0 0 0,0 0-1,1 0 1,-1 0 0,0 1 0,1-1-1,-1 0 1,0 0 0,0 0-1,1 1 1,-1-1 0,0 0-1,0 0 1,0 0 0,0 1-1,1-1 1,-1 0 0,0 1-1,0-1 1,0 0 0,0 0 0,0 1-1,0-1 1,1 0 0,-1 1-1,0-1 1,0 0 0,0 1-1,0-1 1,0 0 0,0 1-1,0-1 1,-1 0 0,1 0-1,0 1 1,0-1 0,0 1-1,6 33 89,2 2-685,-7-35 349,0 1 0,1-1 1,-1 0-1,0 1 0,1-1 0,-1 0 0,1 0 0,-1 1 0,1-1 1,-1-1-1,1 1 0,0 0 0,0 0 0,-1 0 0,1-1 0,0 1 0,0-1 1,0 0-1,0 1 0,-1-1 0,1 0 0,0 0 0,0 0 0,0-1 1,0 1-1,0 0 0,0-1 0,-1 1 0,1-1 0,3 0 0,1-1-614,0-1 0,1 1-1,-1-1 1,0 0 0,0-1-1,-1 1 1,8-7-1,26-26-6176</inkml:trace>
</inkml:ink>
</file>

<file path=ppt/ink/ink6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26:07.07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136 0 8292,'0'0'7598,"-11"22"-3498,11-22-4082,-15 27 1012,2 1-1,1 0 1,2 1-1,-11 44 1,2 13 999,5 2 0,-6 176 1,21-270-2147,0 0 0,0 1 0,1-1 0,0 1 0,0-1 1,1 1-1,-1 0 0,1 0 0,0 0 0,0 0 0,1 1 0,7-9 1,-5 7-53,-1 0 1,1 0 0,0 1 0,1 0-1,-1 0 1,1 0 0,0 1 0,13-6-1,-18 9 148,0 0 1,-1 1-1,1-1 0,0 1 0,0-1 0,0 1 1,0 0-1,-1 0 0,1 0 0,0 0 0,0 0 1,0 0-1,0 1 0,0-1 0,-1 1 0,1-1 1,0 1-1,0-1 0,0 1 0,-1 0 0,1 0 1,-1 0-1,1 0 0,-1 0 0,1 0 0,-1 1 1,1-1-1,-1 0 0,0 1 0,0-1 0,0 1 1,0-1-1,0 1 0,0 0 0,0-1 0,0 1 1,-1 0-1,1 0 0,0 0 0,-1 3 0,2 2 55,-1 1 0,0-1 0,0 1 0,0-1-1,-1 1 1,-1 0 0,1-1 0,-1 1 0,-3 10-1,3-16-1,0 0 0,0 0-1,0 0 1,-1 0 0,1 0-1,-1-1 1,1 1 0,-1 0 0,1-1-1,-1 1 1,0-1 0,0 1-1,0-1 1,0 0 0,0 0-1,0 0 1,0 0 0,0 0-1,0 0 1,0-1 0,-1 1-1,1-1 1,0 1 0,-3-1-1,-65 2-68,53-2 0,15 0-82,1 0 1,0-1-1,0 1 0,0 0 0,-1-1 1,1 1-1,0-1 0,0 1 1,0-1-1,0 0 0,0 1 0,0-1 1,0 0-1,0 0 0,0 1 1,1-1-1,-1 0 0,0 0 0,0 0 1,1 0-1,-1 0 0,1 0 1,-1-1-1,1 1 0,-1 0 0,1 0 1,-1 0-1,1 0 0,0-1 0,0 1 1,0-2-1,-3-47-8345,3 38 5283,0-27-5050</inkml:trace>
</inkml:ink>
</file>

<file path=ppt/ink/ink6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26:07.29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109 0 14359,'0'0'3345,"-21"170"865,8-87 240,-1-6-2337,1-9-1056,-1-12-193,1-11-624,6-9-208,7-8-32,-7-10-544,7-5-961,-7-6-1312</inkml:trace>
</inkml:ink>
</file>

<file path=ppt/ink/ink6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26:07.48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68 55 7283,'0'0'17784,"0"83"-17719,-14-83-994,8-9-1392,-8-11-960,7-7-1314,-6-7-1055,-1-14-1906</inkml:trace>
</inkml:ink>
</file>

<file path=ppt/ink/ink6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26:07.64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0 272,'0'0'17528,"61"81"-17528,-40-44-368,-1-1-3538,7-5-2385</inkml:trace>
</inkml:ink>
</file>

<file path=ppt/ink/ink6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26:07.86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170 0 1713,'0'0'20105,"-122"93"-16759,95-59-1762,13 0-351,7-3-241,7-4-560,0-2-303,21-9-113,19-7 64,15-9-80,-8 0 0,7-9-305,0-16-1695,0-4-1506,7-12-5138</inkml:trace>
</inkml:ink>
</file>

<file path=ppt/ink/ink6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26:11.42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420 1 5715,'0'0'15377,"-21"2"-13608,6-1-1465,1-1-105,1 1 1,-1 1 0,0 0-1,1 1 1,0 1-1,0 0 1,0 0 0,0 2-1,-13 6 1,13-5-37,-17 10 74,0 1-1,1 1 1,0 2-1,2 0 0,-30 31 1,55-49-277,-1-1 0,1 1-1,0 0 1,0 0 0,1 0 0,-1 0 0,0 0-1,1 0 1,0 1 0,0-1 0,0 0 0,0 1 0,1-1-1,-1 1 1,1 5 0,41-6-1854,14-4 1396,-18 0 15,51 4-1,-86-3 474,0 1-1,0-1 1,-1 1-1,1-1 1,0 1 0,0 0-1,0 0 1,-1 0 0,1 0-1,0 0 1,-1 0-1,1 0 1,-1 0 0,1 1-1,-1-1 1,0 1-1,1-1 1,-1 1 0,0-1-1,0 1 1,0 0-1,0-1 1,0 1 0,-1 0-1,1 0 1,0 0-1,-1 0 1,0-1 0,1 1-1,-1 0 1,0 0-1,0 0 1,0 0 0,0 0-1,0 0 1,0 0-1,-2 3 1,2 1 128,-1 0-1,-1 0 1,1-1-1,-1 1 1,0 0 0,0-1-1,-1 0 1,1 1 0,-1-1-1,-1 0 1,-4 7 0,-7 3 133,-1-1 1,0-1 0,0 0 0,-2-1-1,1 0 1,-1-2 0,-39 17 0,56-26-390,-1 0-1,1-1 1,0 1 0,0-1 0,-1 0-1,1 1 1,0-1 0,-1 0 0,1 0 0,-1 1-1,1-1 1,0 0 0,-1-1 0,1 1-1,0 0 1,-1 0 0,1 0 0,0-1 0,-3 0-1,3-1-442,0 1-1,0 0 1,1-1-1,-1 1 1,0 0-1,1-1 0,0 1 1,-1-1-1,1 1 1,0-1-1,-1 1 1,1-1-1,0 0 0,0 1 1,1-4-1,-1-23-7613</inkml:trace>
</inkml:ink>
</file>

<file path=ppt/ink/ink6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26:11.62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163 0 12710,'0'0'3810,"-13"127"-1137,-1-53 2401,8 1-3393,-8-10-208,1-6-1233,6-10 112,-7-10-352,1-8 0,-1-6-977,1-11-1296,-8-5-2641,1-9-4450</inkml:trace>
</inkml:ink>
</file>

<file path=ppt/ink/ink6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26:11.96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0 145 10405,'0'0'6723,"21"4"-3170,64 19-1589,-80-21-1823,-1-1-1,0 1 1,0 1 0,0-1-1,0 1 1,0 0-1,-1-1 1,1 2 0,-1-1-1,0 0 1,0 1 0,0-1-1,0 1 1,0 0-1,-1 0 1,0 0 0,0 0-1,3 9 1,6 9 525,-8-18-547,0 1 1,-1 0 0,1 0 0,-1 0 0,0 0 0,0 0 0,-1 0 0,1 1 0,-1-1 0,0 1-1,-1-1 1,1 1 0,-1-1 0,0 0 0,-1 1 0,-1 7 0,2-12-113,0-1 0,-1 1 1,1-1-1,-1 1 0,1-1 1,-1 1-1,1-1 0,-1 0 0,1 1 1,-1-1-1,1 0 0,-1 1 1,0-1-1,1 0 0,-1 0 1,1 1-1,-1-1 0,0 0 0,1 0 1,-1 0-1,0 0 0,1 0 1,-1 0-1,1 0 0,-1 0 0,0 0 1,1-1-1,-1 1 0,0 0 1,1 0-1,-1 0 0,1-1 1,-1 1-1,1 0 0,-1-1 0,0 1 1,1 0-1,-1-1 0,1 1 1,0-1-1,-1 1 0,1-1 1,-1 1-1,1-1 0,0 1 0,-1-1 1,1 1-1,0-1 0,0 1 1,-1-1-1,1 0 0,0 1 0,0-1 1,0 1-1,0-1 0,0 0 1,0 1-1,0-1 0,0 0 1,0 1-1,0-1 0,0 0 0,0 0 1,1-10-8,0 1-1,0 0 1,1-1 0,0 1 0,1 0 0,0 0 0,0 1-1,1-1 1,1 1 0,0-1 0,0 1 0,0 1 0,1-1-1,1 1 1,7-8 0,2-7-185,2 1 0,0 1 0,2 1 0,0 1 0,1 0 0,0 2-1,28-17 1,-26 24-1707,-22 10 1697,-1 0 0,1 0 0,-1 0 1,1 0-1,-1 0 0,1 0 0,-1 0 0,0 0 0,1 0 0,-1 0 1,1 0-1,-1 1 0,1-1 0,-1 0 0,0 0 0,1 0 0,-1 1 1,0-1-1,1 0 0,-1 0 0,0 1 0,1-1 0,-1 0 0,0 1 1,0-1-1,1 1 0,-1-1 0,0 0 0,0 1 0,1-1 0,-1 1 1,0-1-1,0 0 0,0 1 0,0-1 0,0 1 0,0-1 0,0 1 1,0-1-1,0 0 0,0 1 0,0-1 0,0 1 0,0 0 0,0 12-8016</inkml:trace>
</inkml:ink>
</file>

<file path=ppt/ink/ink6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26:12.17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20 140 11989,'0'0'17561,"-6"75"-17433,-1-75-513,7-3-991,-7-22-1442,7-6-1055,0-10-673,0-11-2273,0-11-1025</inkml:trace>
</inkml:ink>
</file>

<file path=ppt/ink/ink6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26:12.32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1 288,'0'0'12534,"27"115"-12534,-20-88-1841,-1-2-3938</inkml:trace>
</inkml:ink>
</file>

<file path=ppt/ink/ink6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26:12.66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3970,'0'0'25201,"8"16"-24046,1 4-825,-5-10-198,0 0 0,0-1-1,2 0 1,-1 0 0,9 11-1,-13-18-178,0-1-1,1 1 0,-1-1 0,0 0 0,0 1 0,1-1 0,-1 0 0,1 0 0,-1 0 0,1 0 1,-1 0-1,1-1 0,0 1 0,-1 0 0,1-1 0,0 1 0,0-1 0,-1 0 0,1 1 0,0-1 1,0 0-1,0 0 0,0 0 0,-1 0 0,1-1 0,0 1 0,0 0 0,-1-1 0,1 1 0,0-1 1,0 0-1,-1 1 0,1-1 0,-1 0 0,1 0 0,-1 0 0,3-3 0,7-4-300,0-1 0,-1 0 0,-1-1 0,10-13 0,-1 3-213,-9 14 1331,-7 13 1157,2 13-1823,24 26-2290,-25-43 1478,0 0 0,0 0 1,0 0-1,1 0 1,-1 0-1,1-1 1,0 0-1,0 0 0,0 0 1,0 0-1,0-1 1,0 1-1,0-1 0,0 0 1,8 1-1,22 1-5377</inkml:trace>
</inkml:ink>
</file>

<file path=ppt/ink/ink6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26:13.18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569 1 8100,'0'0'18726,"-17"9"-17574,-53 28-392,67-36-741,1 0-1,0 0 0,0 1 0,0-1 0,0 1 0,0-1 0,0 1 0,0-1 0,1 1 1,-1 0-1,0 0 0,1 0 0,0 0 0,-1 0 0,1 0 0,0 0 0,0 1 0,0-1 0,0 0 1,1 1-1,-1-1 0,0 0 0,1 1 0,0-1 0,0 1 0,0-1 0,0 3 0,19-6-468,-12-3 221,0 0 1,0 0-1,0-1 1,0 0 0,-1 0-1,0-1 1,0 1-1,8-11 1,7-6-208,-20 39 636,-12 162 960,1-41-749,8-79-350,1-8 104,-9 59 1,8-95-68,-1 0 0,-1 0 0,0-1 0,-1 1-1,-1-1 1,0 0 0,0 0 0,-13 18 0,16-28 0,-1 1 0,1-1 0,-1 0 0,0 0 1,0 0-1,0 0 0,-1 0 0,1-1 0,-1 0 0,0 0 1,0 0-1,0-1 0,0 0 0,0 0 0,-1 0 0,1 0 1,-1-1-1,1 0 0,-1 0 0,1-1 0,-1 1 0,0-1 1,1 0-1,-1-1 0,-10-1 0,-9-4 54,1-2 0,-1 0 1,2-1-1,-39-21 0,36 16-132,-44-14 0,52 24 139,11 3-454,1-1 0,0 1 0,-1-1 0,1 0 0,-9-4-1,14 5 148,1 1-1,-1 0 1,1-1-1,-1 1 0,1 0 1,-1-1-1,1 1 0,-1-1 1,1 1-1,0-1 1,-1 1-1,1-1 0,0 1 1,-1-1-1,1 0 0,0 1 1,0-1-1,-1 1 1,1-1-1,0 0 0,0 1 1,0-1-1,0 1 0,0-2 1,0 1-305,1-1 1,-1 1-1,1-1 1,-1 1-1,1 0 1,0-1-1,0 1 1,0 0-1,0 0 1,0 0-1,0-1 1,0 1-1,0 0 1,3-1-1,20-18-7126,3-4-2530</inkml:trace>
</inkml:ink>
</file>

<file path=ppt/ink/ink6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26:14.38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192 1 8036,'0'0'5506,"-5"24"-1376,-78 332 5026,-16-6-6461,98-348-2709,0 0-1,1-1 1,-1 1 0,1 0 0,-1 0-1,1 0 1,-1 0 0,1 0 0,0 0 0,0-1-1,0 1 1,0 0 0,1 0 0,-1 0-1,0 0 1,1 0 0,-1 0 0,1-1 0,0 1-1,-1 0 1,1 0 0,0-1 0,2 4-1,-1-4-20,0 0-1,0 0 0,-1-1 0,1 1 0,0-1 0,0 1 1,0-1-1,0 1 0,0-1 0,0 0 0,0 0 1,0 0-1,0 0 0,0-1 0,0 1 0,0 0 1,-1-1-1,4-1 0,10-3-667,-1 0 1,0-2-1,0 0 0,19-13 0,-20 12-448,28-22-3463,-23 3-1802,-15 9 765</inkml:trace>
</inkml:ink>
</file>

<file path=ppt/ink/ink6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26:14.58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12 6051,'0'0'16391,"149"-9"-16279,-109 9-112,-6 0-208,7 0-1905,-7 0-2097,-7-2-3489</inkml:trace>
</inkml:ink>
</file>

<file path=ppt/ink/ink6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26:14.91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41 71 7459,'0'0'16229,"-7"16"-14866,-20 54-509,26-68-834,0 1-1,0-1 0,0 0 1,0 1-1,1-1 1,-1 0-1,1 1 0,0-1 1,0 1-1,-1-1 0,2 1 1,-1-1-1,0 0 1,0 1-1,1-1 0,-1 1 1,1-1-1,0 0 1,0 1-1,0-1 0,0 0 1,0 0-1,0 0 1,1 0-1,-1 0 0,1 0 1,-1 0-1,1 0 1,0 0-1,-1-1 0,1 1 1,0-1-1,0 1 0,0-1 1,4 2-1,0-1-28,-1 0 0,0-1 0,1 0 0,-1 1-1,1-2 1,-1 1 0,1-1 0,0 0 0,-1 0 0,1 0-1,-1-1 1,10-2 0,-12 2-12,-1 0 0,0 0 0,0 0 0,0-1 0,0 1 0,0-1 0,0 0 0,0 1 0,-1-1 0,1 0 0,0 0 0,-1 0 0,0 0 0,1 0 0,-1-1 0,0 1 1,0 0-1,0-1 0,0 1 0,-1 0 0,1-1 0,-1 1 0,1-1 0,-1-4 0,0 3 22,1-1 0,-1 1 0,0 0 0,0 0 1,-1-1-1,1 1 0,-1 0 0,0 0 0,0 0 0,0 0 1,-1 0-1,0 0 0,1 0 0,-4-5 0,-28-25 121,26 28-411,0-1-1,0-1 1,0 1 0,1-1-1,-8-12 1,13 11-4004,2-1-4729,5 0-377</inkml:trace>
</inkml:ink>
</file>

<file path=ppt/ink/ink6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26:15.28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346 1 15175,'0'0'7065,"-26"4"-2906,-4-1-3148,14-3-640,0 2 0,1 0 0,0 1 0,-1 1-1,1 0 1,0 1 0,1 0 0,-17 9-1,21-9 74,-11 6 41,1 0 0,-20 14 1,37-23-480,0 1 1,-1-1-1,1 1 0,0 0 0,0 0 1,0 0-1,0 0 0,1 0 1,-1 0-1,1 1 0,0-1 1,0 1-1,0 0 0,1 0 1,-1 0-1,1-1 0,0 1 1,-2 7-1,4-8-6,-1 0-1,0 0 1,1 0-1,0 0 1,0 0-1,0 0 1,0 0-1,0 0 1,0 0 0,1-1-1,-1 1 1,1-1-1,0 1 1,0-1-1,0 1 1,0-1 0,0 0-1,0 0 1,1 0-1,-1 0 1,1-1-1,4 4 1,8 2-154,1 1 1,0-2-1,20 6 1,18 7-960,-49-17 979,0 1 0,0 0-1,0 1 1,0-1 0,0 1 0,-1 0-1,0 0 1,0 0 0,0 1 0,0 0-1,0-1 1,4 11 0,-6-12 112,-1 0-1,0 0 1,0-1 0,0 1 0,0 0 0,0 0 0,-1 1-1,1-1 1,-1 0 0,0 0 0,0 0 0,0 0-1,-1 0 1,1 0 0,0 0 0,-1 0 0,0 0 0,0 0-1,0 0 1,0 0 0,-1 0 0,1 0 0,-1-1 0,1 1-1,-1-1 1,0 1 0,-3 2 0,-16 15 307,-2-1 0,0-1-1,-48 28 1,25-17-525,44-27-849,9-32-17060</inkml:trace>
</inkml:ink>
</file>

<file path=ppt/ink/ink6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26:15.49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278 1 9172,'0'0'10245,"-13"162"-4883,-14-94-1600,6-2-2369,1-10-593,0-6-400,6-10-400,-6-6-64,-1-7-928,-6-4-1345,0-5-1217,-7-7-2257,0-6-4321</inkml:trace>
</inkml:ink>
</file>

<file path=ppt/ink/ink6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26:15.84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1 105 9716,'0'0'8850,"20"4"-3963,66 17-1509,-79-18-2980,1 1-1,-1 0 1,0 0-1,0 0 1,0 1-1,-1 0 1,0 1-1,0-1 1,0 1 0,0 0-1,-1 1 1,0-1-1,7 14 1,2 0-28,-12-87-370,0 60 0,-1 0 1,1 1-1,0-1 1,0 1-1,0-1 1,1 1-1,0 0 1,1 0-1,-1 0 0,8-8 1,50-51-37,-43 46-18,-8 14-1270,2 5-8295,-5 0 1998,5 0-5825</inkml:trace>
</inkml:ink>
</file>

<file path=ppt/ink/ink6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26:16.04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7 109 11477,'0'0'21290,"-7"90"-21290,7-101-1217,0-12-928,0-6-1104,0-10-1009,0-6-1232,7-7-2530</inkml:trace>
</inkml:ink>
</file>

<file path=ppt/ink/ink6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26:16.18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10085,'0'0'10773,"13"119"-10773,-6-91-32,-7-4-2097,0-3-3874,7-8-4242</inkml:trace>
</inkml:ink>
</file>

<file path=ppt/ink/ink6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26:16.55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11013,'0'0'21156,"9"14"-20598,2 3-532,29 53-12,-39-69-29,-1-1 0,1 1 1,-1 0-1,1 0 0,-1-1 0,1 1 1,0 0-1,0-1 0,-1 1 0,1 0 0,0-1 1,0 1-1,0-1 0,-1 1 0,1-1 1,0 0-1,0 1 0,0-1 0,0 0 1,0 0-1,0 1 0,0-1 0,0 0 0,0 0 1,0 0-1,0 0 0,0 0 0,0-1 1,0 1-1,1 0 0,20-9-1848,6-23-706,-25 27 2713,1 0 0,-1 1 0,1 0-1,0-1 1,0 1 0,0 1 0,6-5 0,-9 8-24,1-1 1,-1 1-1,1-1 1,-1 1 0,1-1-1,-1 1 1,1 0 0,-1 0-1,1 0 1,-1 0-1,1 0 1,0 0 0,-1 0-1,1 0 1,-1 1 0,1-1-1,-1 1 1,1-1-1,-1 1 1,0-1 0,1 1-1,-1 0 1,1 0 0,-1 0-1,0 0 1,0 0 0,0 0-1,0 0 1,1 0-1,0 2 1,4 3-349,0 0 0,0-1 0,0 0 1,0 0-1,9 4 0,9 0-4446,7-7-3310,-10-2-1986</inkml:trace>
</inkml:ink>
</file>

<file path=ppt/ink/ink6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26:17.07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546 1 9973,'0'0'18448,"-17"3"-16364,-53 15-761,68-18-1299,0 1 1,1-1-1,-1 1 1,0-1-1,0 1 1,0 0-1,1 0 1,-1 0-1,0 0 0,1 0 1,-1 0-1,1 1 1,-1-1-1,1 0 1,-1 1-1,1-1 1,0 1-1,0 0 0,0-1 1,0 1-1,0 0 1,0-1-1,1 1 1,-1 0-1,0 0 1,1 0-1,-1 0 1,1 0-1,0 0 0,0 0 1,0 0-1,0-1 1,0 1-1,0 0 1,0 0-1,2 4 1,-2 6 9,0-11-33,1 0-1,-1-1 1,0 1-1,1 0 1,-1 0-1,1 0 1,-1 0-1,1 0 1,-1 0-1,1-1 1,0 1-1,-1 0 1,1 0-1,0-1 1,-1 1-1,1 0 1,0-1-1,0 1 1,0-1-1,0 1 1,0-1-1,-1 0 1,1 1-1,0-1 1,0 0-1,0 0 1,0 1-1,0-1 1,0 0-1,0 0 1,2 0-1,42 0-122,-32 0-132,-10 0 208,-1-1 0,1 1-1,0-1 1,0 0 0,0 0 0,-1 0 0,1 0 0,0 0 0,-1-1 0,1 1-1,-1-1 1,0 0 0,1 0 0,-1 0 0,0 0 0,3-4 0,-2 3 12,0 1-1,0-1 1,-1 0 0,2 1 0,-1 0 0,0 0 0,0 0 0,6-2 0,-9 4 43,0 0 0,0 0 0,1 0 0,-1 0 1,0 0-1,1 0 0,-1 0 0,0 0 0,0 0 0,1 0 1,-1 0-1,0 0 0,0 0 0,1 0 0,-1 0 1,0 0-1,0 0 0,1 0 0,-1 1 0,0-1 0,0 0 1,1 0-1,-1 0 0,0 1 0,0-1 0,0 0 0,0 0 1,1 0-1,-1 1 0,0-1 0,0 0 0,0 0 1,0 1-1,0-1 0,0 0 0,0 0 0,1 1 0,-1-1 1,0 0-1,0 0 0,0 1 0,0 0 0,1 17 356,-1-9-215,4 413 392,-5-396-542,-1 0 0,-1-1 0,-2 1 0,0-1 0,-2 0 0,-1 0 0,-1 0 0,-1-1 0,-1-1 0,-18 31 0,21-43 0,0 0 0,0 0 0,-1-1 0,0 0 0,-1 0 0,0-1 0,-1-1 0,0 1 0,0-2 0,0 0 0,-1 0 0,0-1 0,-1 0 0,1-1 0,-1-1 0,0 0 0,-1 0 0,1-1 0,0-1 0,-1-1 0,-20 1 0,21-2 0,-1 0 0,1-2 0,0 1 0,0-1 0,0-1 0,0-1 0,-18-6 0,23 7 0,1-1 0,0 0 0,0 0 0,1-1 0,-1 0 0,1 0 0,0 0 0,0-1 0,1 0 0,0 0 0,0 0 0,0-1 0,1 0 0,-4-8 0,3 4-285,1 0 0,0 0 0,1-1 0,0 1 0,1-1 0,0 0 0,1 0 0,0-17 0,2 12-1605,-1 0 0,2 0 0,1 0 0,0 0 0,8-24 0,14-17-7432</inkml:trace>
</inkml:ink>
</file>

<file path=ppt/ink/ink6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26:17.44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204 0 9524,'0'0'19847,"-12"18"-17636,1-3-1898,-74 98 559,73-99-872,2 1 0,0 0 0,0 1 0,2 0 0,0 1 0,1 0 0,0 0 0,2 0 0,0 1 0,1 0 0,0 0 0,2 0 0,-1 28 0,3-39 0,0-1 1,1 1-1,0-1 1,0 1-1,1-1 1,-1 0-1,1 0 1,1 0-1,-1 0 1,1 0-1,0 0 1,0-1-1,1 1 1,0-1-1,0 0 1,0 0-1,1 0 1,-1-1-1,1 1 0,0-1 1,8 5-1,-5-4-448,0-1 0,0 0 0,0 0 0,0-1 0,1 0 0,12 3-1,-12-5-1135,1 1 0,0-1-1,-1-1 1,1 0 0,18-2 0,13-7-6257</inkml:trace>
</inkml:ink>
</file>

<file path=ppt/ink/ink6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26:17.77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97 1 11013,'0'0'14481,"6"19"-12029,82 228 2369,-82-227-4821,-1 1 0,0-1 0,-2 1 0,0 0 0,-1 1 0,-2-1 0,0 0 0,-5 39 0,3-55 4,0 1 0,0-1-1,-1 0 1,1 0 0,-1 0 0,0 0 0,-1-1 0,1 1-1,-1-1 1,0 0 0,0 0 0,0 0 0,-1 0-1,1-1 1,-1 0 0,0 0 0,0 0 0,0 0-1,-7 2 1,-1 0-122,1 0 0,-1-1 0,0-1-1,0 0 1,0 0 0,0-1 0,-17 0-1,29-2-291,0 0 211,1 0-1,0 0 1,0 0 0,-1 0-1,1 0 1,0-1-1,-1 1 1,1 0-1,0 0 1,0 0-1,-1 0 1,1 0 0,0 0-1,0 0 1,-1-1-1,1 1 1,0 0-1,0 0 1,-1 0-1,1-1 1,0 1 0,0 0-1,0 0 1,0-1-1,-1 1 1,1 0-1,0 0 1,0-1 0,0 1-1,0 0 1,0 0-1,0-1 1,0 1-1,0 0 1,0-1-1,0 1 1,0 0 0,0 0-1,0-1 1,0 1-1,0 0 1,0-1-1,0 1 1,0 0-1,0 0 1,0-1 0,0 1-1,0 0 1,0 0-1,1-1 1,-1 1-1,0-28-9935</inkml:trace>
</inkml:ink>
</file>

<file path=ppt/ink/ink6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26:18.49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356 60 14839,'0'0'11544,"-22"-9"-9666,-75-31-269,90 38-1457,0 0 1,0 0-1,-1 0 1,1 1-1,0 0 1,-1 1-1,1-1 0,0 2 1,-1-1-1,1 1 1,0 0-1,0 0 1,0 1-1,-1 0 1,1 0-1,1 0 1,-1 1-1,-12 7 1,15-7-153,1-1 0,0 1 0,0 0 0,0 0 0,0 0 0,0 0 0,1 0 0,-1 1 0,1-1 0,0 1 0,0 0 0,0-1 0,1 1 0,-1 0 0,1 0 0,0 0 0,0 0 0,0 0 0,1 1 0,-1-1 0,1 0 0,0 0 0,0 0 0,1 0 0,-1 1 0,1-1 0,0 0 0,0 0 0,0 0 0,3 5 0,2 3 0,1 0 0,0-1 0,1 1 0,1-1 0,14 15 0,15 20 0,-25-27-205,0 1 0,-1 0-1,-1 1 1,13 37 0,-22-52 153,1 1 1,-1-1-1,-1 1 0,1-1 1,-1 1-1,0 0 1,-1-1-1,0 1 1,0 0-1,0-1 0,-1 1 1,1 0-1,-2-1 1,1 1-1,-1-1 0,0 1 1,0-1-1,-1 0 1,0 0-1,0 0 1,-4 6-1,-7 2 122,0 0 0,-1 0 1,0-2-1,-1 0 0,-18 11 0,15-11 237,1 0 0,0 2 0,-26 26 0,44-40-312,0 0 0,-1 0 1,1 1-1,0-1 0,-1 0 1,1 0-1,0 1 0,0-1 1,-1 0-1,1 0 1,0 1-1,0-1 0,0 0 1,-1 1-1,1-1 0,0 0 1,0 1-1,0-1 0,0 0 1,0 1-1,0-1 0,0 0 1,0 1-1,0-1 0,0 1 1,0-1-1,0 0 0,0 1 1,0-1-1,0 0 0,0 1 1,0-1-1,0 0 0,0 1 1,0-1-1,1 0 0,-1 1 1,16 3-577,24-10-1551,-3-5-687,52-13-4935,-27 18 6189,-62 6 1673,1 1 1,0-1-1,0 1 1,-1-1-1,1 1 1,0 0-1,-1-1 1,1 1-1,-1 0 1,1-1-1,-1 1 1,1 0-1,-1 0 1,1 0-1,-1-1 1,0 1 0,1 0-1,-1 0 1,0 0-1,0 0 1,1 0-1,-1-1 1,0 1-1,0 0 1,0 0-1,0 0 1,0 0-1,-1 0 1,1 0-1,0 1 1,-4 30 2225,0-18-1512,-1 0-1,0-1 1,-1 1 0,-1-1-1,0-1 1,-1 1-1,-18 21 1,18-25-571,1 1 1,0-1-1,0 1 1,1 1-1,0-1 1,0 1-1,1 0 1,1 0-1,0 0 1,1 1-1,0 0 1,-3 22-1,6-29-251,0 1 0,0 0 0,1 0 0,-1-1 0,1 1 0,0 0 0,1-1 0,-1 1 0,1-1 0,0 1 0,5 7 0,-4-10 0,0 1 0,0-1 0,1 1 0,-1-1 0,1 0 0,0 0 0,0-1 0,0 1 0,1-1 0,-1 0 0,0 0 0,1 0 0,-1 0 0,7 0 0,5 2 90,1 0 0,0-2 0,35 2 0,-11-4-4647,-33 0 2653,-40 0-5004,-13 0-3438</inkml:trace>
</inkml:ink>
</file>

<file path=ppt/ink/ink6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26:19.52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1 262 9668,'0'0'14725,"7"14"-12655,-1-1-1645,0 1 1,-1 0-1,-1 1 0,0-1 1,-1 1-1,-1 0 0,0 0 1,0 16-1,-2-21-272,0 1 0,-1 0 0,0 0 0,-1-1-1,0 1 1,-7 19 0,9-30-158,0 0 0,0-1 0,0 1 0,0 0 0,0-1 0,0 1 0,0 0 0,0 0 0,0-1 0,0 1 0,0 0 0,-1 0 0,1-1 0,0 1 0,0 0 0,0 0 0,0-1 0,-1 1 0,1 0 0,0 0 0,0 0 0,0-1 0,-1 1 0,1 0 0,0 0 0,0 0 0,0 0 0,-1-1 0,1 1 0,0 0 0,0 0 0,-1 0 0,1 0 0,0 0 0,-1 0 0,1 0 0,0 0 0,0 0 0,-1 0 0,1 0 0,0 0 0,-1 0 0,1 0 0,0 0 0,0 0-1,-1 0 1,1 0 0,0 0 0,0 1 0,-1-1 0,1 0 0,0 0 0,0 0 0,-1 0 0,1 1 0,0-1 0,0 0 0,0 0 0,-1 0 0,1 1 0,0-1 0,0 0 0,0 0 0,0 1 0,0-1 0,-1-26-553,2 0-1,5-30 1,-4 46 420,1-1 0,0 0 0,0 1 1,1-1-1,1 1 0,0 0 0,0 1 0,7-10 0,-5 8 26,1 2-1,-1-1 0,2 1 1,-1 0-1,1 1 1,1 0-1,-1 0 0,1 1 1,1 0-1,13-6 1,-17 10 110,-1 1-1,1-1 1,-1 1 0,1 1 0,0-1 0,0 1 0,0 0 0,0 1 0,0 0 0,0 0 0,0 0-1,0 1 1,0 0 0,0 1 0,0-1 0,-1 1 0,1 0 0,0 1 0,8 4 0,-4-2-57,0 0 1,-1-1 0,1 0-1,1-1 1,-1-1 0,0 0-1,1 0 1,-1-1 0,1 0-1,-1-1 1,1-1 0,-1 1-1,1-2 1,-1 0 0,1 0-1,11-5 1,-14 4-21,-1 0 1,0 0-1,0-1 0,0 0 0,0-1 1,-1 0-1,0 0 0,0 0 0,0-1 1,0 0-1,-1 0 0,0-1 0,0 0 1,-1 0-1,0 0 0,0-1 0,-1 1 1,0-1-1,0 0 0,-1-1 0,3-11 1,-4 17 84,-1-1 0,-1 0 1,1 0-1,0 0 1,-1 1-1,0-1 1,0 0-1,0 0 0,0 0 1,-1 0-1,1 1 1,-1-1-1,-2-4 0,2 7 27,0-1-1,0 0 1,0 1 0,0-1-1,-1 0 1,1 1-1,-1 0 1,0-1 0,1 1-1,-1 0 1,0 0-1,1 0 1,-1 0 0,0 0-1,0 0 1,0 0-1,0 1 1,0-1 0,0 1-1,0 0 1,0-1-1,0 1 1,0 0 0,-4 0-1,-2 0 152,0 0 1,-1 1-1,1 0 0,0 0 0,0 0 1,-1 1-1,1 1 0,0-1 1,1 1-1,-1 0 0,1 1 0,-1 0 1,1 0-1,0 1 0,0 0 0,1 0 1,0 0-1,-1 1 0,2 0 0,-1 0 1,1 1-1,0-1 0,0 1 1,1 0-1,0 1 0,0-1 0,1 1 1,-5 13-1,5-12-96,1 0 1,0 0-1,0 0 0,1 0 1,0 0-1,0 0 1,1 0-1,0 1 0,1-1 1,0 0-1,0 0 1,5 14-1,-4-17-138,0 0-1,1-1 1,0 1 0,0-1-1,0 0 1,1 0-1,0 0 1,0 0 0,0 0-1,0-1 1,1 0-1,-1 0 1,1 0 0,0 0-1,1-1 1,-1 0-1,1 0 1,-1 0 0,8 2-1,-2-2-562,0 0 0,0 0 0,0-1 0,0-1 0,0 0 0,1 0 0,-1-1-1,0-1 1,19-2 0,-18 1-699,-1-1 0,1 0 0,-1-1 0,0 0 0,0 0 0,-1-1 0,1-1 0,-1 0 0,12-9 0,38-34-7791</inkml:trace>
</inkml:ink>
</file>

<file path=ppt/ink/ink6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26:19.74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278 1 15063,'0'0'6691,"-68"135"-1889,48-65-2545,13 5-1024,0-3 127,0-2-207,1-11-945,6-7-208,0-7 0,-7-7 0,0-6-688,-6-7-929,-1-7-864,-13-5-641,0-6-1200,-7-7-2977,0 0-929</inkml:trace>
</inkml:ink>
</file>

<file path=ppt/ink/ink6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26:20.18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1 118 11589,'0'0'4104,"27"-6"957,171-40 1662,-109 25-4539,-42 8-1669,0 2-1,0 3 0,72-4 1,-119 13-508,1-1 0,-1 1 1,0 0-1,0 0 0,0 0 1,0-1-1,0 1 0,0 0 1,0 0-1,-1 0 0,1-1 1,0 1-1,0 0 0,-1 0 1,1-1-1,0 1 0,-1 0 1,1-1-1,-1 2 0,-30 25 381,25-23-336,1 0-1,-1 0 0,1 1 1,0-1-1,1 1 0,-1 0 1,1 0-1,0 1 1,-4 6-1,8-12-51,0 0 0,0 1 0,0-1 0,0 1 0,0-1 0,0 0 0,-1 1 0,1-1 0,0 1 0,0-1 0,0 0 0,0 1 0,0-1 0,1 1 0,-1-1 0,0 1 0,0-1 0,0 0 0,0 1 0,0-1 0,0 0 0,1 1 0,-1-1 0,0 1 0,0-1 0,1 0 0,-1 1 0,0-1 0,1 0 0,-1 0 0,0 1 0,1-1 0,-1 0 0,0 0 0,1 1 0,-1-1 0,0 0 0,1 0 0,-1 0 0,1 0 0,-1 0 0,0 1 0,1-1 0,-1 0 0,1 0 0,-1 0 0,1 0 0,25 0 0,-20-1 0,5 1-17,-1-1 0,0 0 0,0-1 0,0 0 0,0-1 1,0 0-1,0 0 0,15-9 0,5-4-454,36-28 0,-33 22 124,-13 88 1772,-19-64-1585,0 0 0,0 0-1,1-1 1,-1 1 0,0-1 0,1 1-1,-1-1 1,1 1 0,-1-1 0,1 0 0,-1 0-1,1 0 1,0 0 0,0 0 0,2 1-1,31 3-7111,-14-5-1412</inkml:trace>
</inkml:ink>
</file>

<file path=ppt/ink/ink6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26:20.45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3 145 12342,'0'0'16719,"2"8"-15099,2 2-1219,-3-7-242,1 1 0,-1 0 0,0-1 0,0 1 0,-1 0 0,1-1 0,-1 1 0,1 4 1,-14-46 93,11 27-151,1 1 0,0-1 0,1 0 0,0 0 0,1 1 0,0-1 0,5-18 0,-5 25-241,0 1 0,1-1-1,-1 1 1,1 0 0,0 0 0,-1 0-1,2 0 1,-1 0 0,0 0 0,1 1-1,2-4 1,-2 4-604,0 0 1,0 0-1,1 0 0,-1 1 0,0-1 0,1 1 0,-1 0 1,1-1-1,-1 2 0,1-1 0,0 0 0,5 0 1,6 1-7235</inkml:trace>
</inkml:ink>
</file>

<file path=ppt/ink/ink6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26:20.87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14 15191,'0'0'17120,"13"0"-16699,61 2-386,-73-1-35,0-1 0,0 0 0,-1 1 0,1-1 0,0 1 0,0-1 0,-1 1 0,1-1 0,0 1 0,-1-1 0,1 1 0,-1 0 0,1-1 0,0 1 0,-1 0 0,0-1 0,1 1 0,-1 0 0,1 0 0,-1 0 0,0-1 0,0 1 0,1 0 0,-1 0 0,0 0 0,0 0 0,0 0 0,0 0 0,1 31 0,-1-26 0,1-6 0,0 0 0,1 0 0,-1 0 0,0-1 0,0 1 0,0-1 0,0 1 0,0-1 0,0 1 0,1-1 0,-1 1 0,0-1 0,0 0 0,-1 0 0,1 1 0,0-1 0,1-2 0,41-37-38,-40 38 37,0-1 0,0 1 0,1 0 0,-1-1 0,1 2 0,0-1 0,-1 0 0,1 1 0,0 0 0,0 0 0,0 0 0,4-1 0,-5 41 52,-1-36-67,0-1 1,1 1-1,-1-1 1,0 1-1,1-1 1,0 0-1,-1 1 0,1-1 1,0-1-1,0 1 1,0 0-1,0-1 1,0 1-1,4 0 0,51 13-2615,-6-9-4901,2-5-14838</inkml:trace>
</inkml:ink>
</file>

<file path=ppt/ink/ink6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26:21.47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1 179 6755,'0'0'13380,"15"-12"-10777,47-35-183,-59 45-2025,1-1 0,-1 1 1,1 1-1,0-1 0,0 1 0,0-1 0,0 1 0,0 0 0,0 0 0,1 1 0,-1-1 1,6 1-1,-8 0-288,0 0 1,-1 0-1,1 0 1,0 1-1,-1-1 1,1 0-1,-1 1 1,1-1-1,0 1 1,-1-1-1,1 1 1,-1 0-1,1 0 1,-1-1-1,0 1 1,1 0-1,-1 0 1,0 1-1,0-1 1,0 0-1,1 0 0,0 3 1,1 4-108,2 2 0,-1-1 0,-1 1 0,0 0 0,0 1 0,-1-1 0,0 0 0,0 17 0,20-62 0,-7 12 0,2 0 0,37-41 0,-45 55 0,1-1 0,0 2 0,0-1 0,1 2 0,0-1 0,1 1 0,-1 1 0,19-7 0,-29 12 0,0 1 0,0-1 0,0 1 0,0 0 0,0-1 0,0 1 0,0 0 0,0 0 0,0-1 0,0 1 0,1 0 0,-1 0 0,0 0 0,0 1 0,0-1 0,0 0 0,0 0 0,0 0 0,1 1 0,-1-1 0,0 1 0,0-1 0,0 1 0,0-1 0,0 1 0,0 0 0,0-1 0,-1 1 0,1 0 0,0 0 0,0 0 0,-1-1 0,1 1 0,0 0 0,0 1 0,1 3 0,0 1 0,-1-1 0,0 0 0,0 1 0,0-1 0,0 8 0,3 20 0,20 13 0,-8-20 0,-15-25-286,0 0 0,1 0 1,-1 0-1,1-1 0,-1 1 0,0-1 0,1 1 0,0-1 1,-1 1-1,1-1 0,-1 0 0,1 0 0,-1 0 0,1 1 1,0-2-1,-1 1 0,2 0 0,32-3-9010,-2-5-2099</inkml:trace>
</inkml:ink>
</file>

<file path=ppt/ink/ink6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26:21.88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288 0 9780,'0'0'14938,"-20"2"-11155,13-2-3537,-10 1 257,-1 1-1,1 0 1,0 1-1,0 1 1,1 1-1,-1 0 1,-27 13-1,33-12-502,1 1 0,0 0 0,0 0 0,0 1 0,-12 13 0,20-19 0,0 1 0,-1 0 0,1 0 0,0-1 0,0 1 0,0 1 0,1-1 0,-1 0 0,1 0 0,0 1 0,0-1 0,0 0 0,0 1 0,0-1 0,1 1 0,-1-1 0,1 1 0,0-1 0,0 1 0,1 0 0,-1-1 0,1 1 0,1 5 0,0-7 0,0-1 0,0 1 0,0-1 0,0 0 0,0 0 0,0 0 0,0 0 0,0-1 0,0 1 0,0 0 0,1-1 0,-1 1 0,0-1 0,0 0 0,1 0 0,-1 0 0,0 0 0,4-1 0,44-2 0,-40 2 0,-1-1 0,1-1 0,0 0 0,-1 0 0,0-1 0,0 0 0,0 0 0,-1-1 0,1 0 0,-1-1 0,0 0 0,0 0 0,-1 0 0,11-13 0,-18 18 0,-1 1 0,1 0 0,-1 0 0,1-1 0,-1 1 0,1 0 0,-1 0 0,1 0 0,-1-1 0,1 1 0,-1 0 0,1 0 0,-1 0 0,1 0 0,-1 0 0,1 0 0,-1 0 0,1 0 0,-1 0 0,1 1 0,-1-1 0,1 0 0,-1 0 0,1 0 0,-1 1 0,1-1 0,-1 0 0,1 0 0,0 1 0,-1-1 0,1 0 0,-1 1 0,1-1 0,0 0 0,-1 1 0,1-1 0,0 1 0,0-1 0,-1 1 0,0 1 3,0 0-1,0 0 1,1-1-1,-1 1 1,1 0 0,-1 0-1,1 0 1,-1 0-1,1 0 1,0 0 0,0 0-1,0 0 1,0 0-1,0 0 1,1 0 0,-1 0-1,1 0 1,-1 0-1,1 0 1,0 0 0,-1 0-1,1 0 1,0 0-1,0-1 1,1 1 0,-1 0-1,0-1 1,0 1-1,1-1 1,-1 1 0,4 1-1,25 8-2420,7-9-5377,-11-2-916</inkml:trace>
</inkml:ink>
</file>

<file path=ppt/ink/ink6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26:22.61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6 126 7331,'0'0'18499,"-2"4"-16265,1-3-2154,1-1 0,0 1 0,-1-1 0,1 1 0,0-1 0,0 1 0,-1-1 0,1 1 0,0-1 0,0 1 0,-1-1 0,1 1 0,0 0 0,0-1 0,0 1 0,0-1 0,0 1 0,0 0 0,0-1 0,0 1 0,0-1 0,0 1 0,1 0 0,-1-1 0,0 1 0,0-1 0,1 1 0,-1-1 0,1 2 0,17 8 1926,15 8-1709,-14 1-297,29 23 0,-45-44 0,-1 1 0,0-1 0,0 0 0,0 0 0,0 0 0,-1 0 0,1 0 0,0 0 0,-1 0 0,0-1 0,2-2 0,4-5 0,9-10 0,2 1 0,0 1 0,1 0 0,1 2 0,0 0 0,1 1 0,1 1 0,23-11 0,-43 24 0,-1 1 0,1-1 0,-1 0 0,0 1 0,1-1 0,-1 1 0,1-1 0,-1 1 0,1 0 0,0-1 0,-1 1 0,1 0 0,-1 0 0,1 0 0,-1 0 0,1 1 0,0-1 0,-1 0 0,1 1 0,-1-1 0,1 1 0,-1-1 0,0 1 0,1 0 0,-1 0 0,2 1 0,-1 1 0,0 0 0,0 0 0,0 0 0,-1 0 0,1 0 0,-1 0 0,0 1 0,0-1 0,1 5 0,12 30 0,-13-36 0,1-1 0,-1 0 0,0 1 0,0-1 0,1 0 0,-1 0 0,1 1 0,-1-1 0,1 0 0,-1-1 0,1 1 0,0 0 0,-1 0 0,1-1 0,0 1 0,0-1 0,0 1 0,-1-1 0,1 0 0,0 0 0,3 0 0,4-1 0,-1-1 0,1 0 0,-1-1 0,0 0 0,0 0 0,0 0 0,0-1 0,0-1 0,-1 1 0,0-1 0,0 0 0,11-11 0,-6 6 0,0 1 0,27-14 0,23-12 0,-61 37 0,0 0 0,0-1 0,0 1 0,-1 0 0,1-1 0,0 1 0,-1 0 0,0 0 0,1 0 0,-1 0 0,0-1 0,0 1 0,0 4 0,6 9-1379,-4-9 1769,1-1 0,0 0-1,0 0 1,0-1 0,1 1-1,4 5 1,-6-9-616,0 1 1,0-1-1,0 1 1,-1-1-1,1 0 1,0 1-1,0-1 1,1 0-1,-1 0 1,0 0-1,3 0 1,9-2-5529,0-7-4287,-1-10-4582</inkml:trace>
</inkml:ink>
</file>

<file path=ppt/ink/ink6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26:23.00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67 2321,'0'0'23691,"13"5"-22000,4 2-1195,1-2 0,-1 0 0,1-1 0,27 3-1,-38-7-457,0 1 0,0-1 1,0 0-1,0 0 0,0-1 0,0 0 0,-1 0 0,1-1 0,0 1 0,0-2 0,-1 1 0,0-1 0,1 0 0,-1 0 0,0 0 0,0-1 0,9-8 0,-14 12-27,0-1 0,-1 0 0,1 0 0,0 1 0,0-1-1,0 0 1,-1 0 0,1 0 0,0 0 0,-1 1 0,1-1 0,-1 0-1,1 0 1,-1 0 0,0-1 0,1 1 0,-1 0 0,0 0-1,0 0 1,1 0 0,-1 0 0,0 0 0,0 0 0,0 0-1,-1 0 1,1 0 0,0-1 0,0 1 0,-1-1 0,0 0 38,-1 0 0,1 1 0,-1-1 1,0 1-1,1 0 0,-1-1 0,0 1 1,0 0-1,0 0 0,0 0 0,0 0 1,0 0-1,-4 0 0,-7-3 172,-1 1 1,0 1-1,-20-1 0,32 3-221,-6-1 0,-1 1 0,0 0 0,1 0 0,-1 1 0,1 0 0,-10 2 0,15-2 0,1 1 0,-1-1 0,1 0 0,-1 1 0,1-1 0,-1 1 0,1 0 0,0 0 0,0 0 0,0 0 0,0 0 0,0 0 0,1 1 0,-1-1 0,1 0 0,-1 1 0,1-1 0,0 1 0,0 0 0,0-1 0,-1 6 0,0-1 36,1-1 1,-1 1-1,1 0 1,1 0-1,-1 0 1,1-1-1,0 1 0,1 0 1,-1 0-1,3 7 1,-3-12-110,1 0 0,0 1 0,0-1-1,0 0 1,0 0 0,0 1 0,1-1 0,-1 0 0,1 0 0,-1 0 0,1-1 0,0 1 0,-1 0 0,1 0-1,3 1 1,-3-2-272,1 0-1,-1 0 1,0 0-1,1 0 0,-1 0 1,1 0-1,-1-1 1,1 0-1,-1 1 1,5-1-1,7 0-6305</inkml:trace>
</inkml:ink>
</file>

<file path=ppt/ink/ink6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26:23.47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16 1 8820,'0'0'18542,"-2"11"-15832,-4 19-2260,2 1-1,2-1 0,0 1 0,2-1 0,8 61 0,-2-79-310</inkml:trace>
</inkml:ink>
</file>

<file path=ppt/ink/ink6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26:23.64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39 11957,'0'0'18777,"129"11"-17832,-75-11-417,-6 0-528,-8-7-304,-6-4-1441,0-5-2465,-14 0-3282</inkml:trace>
</inkml:ink>
</file>

<file path=ppt/ink/ink6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26:24.00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7764,'0'0'25003,"34"97"-25003,-27-81 0,-7-1 0,0-3 0,0-3 0,0 0 0,0-2 0,0-5 0,20-7-21338</inkml:trace>
</inkml:ink>
</file>

<file path=ppt/ink/ink6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26:24.18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13686,'0'0'19081,"7"122"-19081,-1-104 0,8-4 0,-7-5 0,-1 0 0,1-5-1088</inkml:trace>
</inkml:ink>
</file>

<file path=ppt/ink/ink6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26:24.64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21 1 9893,'0'0'19595,"-1"8"-17442,-3 16-1417,-12 133-346,18-142-1184,4-12-4469,11-21-6361,-15 15 11054,19-23-13162</inkml:trace>
</inkml:ink>
</file>

<file path=ppt/ink/ink6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26:24.80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12758,'142'11'7843,"-142"0"-1824,0 7-2273,0 0-1409,0 3-2273,0-6-64,0 4 0,0-6 0,0 3 0,0 0 0,0-1-1121,0-6-4001</inkml:trace>
</inkml:ink>
</file>

<file path=ppt/ink/ink6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26:25.20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7828,'0'1'24677,"0"14"-24415,0 228-2426</inkml:trace>
</inkml:ink>
</file>

<file path=ppt/ink/ink6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26:25.38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12 13222,'0'0'19273,"143"14"-19001,-110-14-272,1 0 0,-13 0-1745,-1-5-2545,-13-15-3617</inkml:trace>
</inkml:ink>
</file>

<file path=ppt/ink/ink6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26:25.75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0 163 13414,'0'0'15303,"16"-17"-14249,116-125 891,-132 142-1928,0 0 0,0 0 0,0-1-1,0 1 1,1 0 0,-1 0 0,0 0 0,0-1 0,0 1 0,0 0 0,0 0-1,1 0 1,-1 0 0,0-1 0,0 1 0,0 0 0,1 0 0,-1 0 0,0 0 0,0 0-1,0 0 1,1 0 0,-1 0 0,0 0 0,0 0 0,1-1 0,-1 1 0,0 0-1,0 0 1,1 0 0,-1 0 0,0 1 0,0-1 0,0 0 0,1 0 0,-1 0 0,0 0-1,0 0 1,1 0 0,-1 0 0,0 0 0,0 0 0,0 0 0,1 1 0,-1-1-1,0 0 1,0 0 0,0 0 0,0 0 0,0 1 0,1-1 0,-1 0 0,2 21 240,-9 40-449,4-44 283,2-8-22,0-1 1,1 1-1,0-1 0,0 0 1,2 10-1,-2-16-199,1 0 0,-1 0 0,1-1-1,-1 1 1,1 0 0,0 0 0,0-1 0,0 1 0,0 0 0,0-1-1,3 4 1,-3-4-312,1 0 0,-1 0-1,0 0 1,1-1 0,-1 1-1,1 0 1,0 0 0,-1-1 0,1 1-1,0-1 1,-1 0 0,1 1-1,0-1 1,-1 0 0,4 0 0,8 0-6671</inkml:trace>
</inkml:ink>
</file>

<file path=ppt/ink/ink6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26:25.92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 1 7892,'0'0'23018,"-13"33"-23018,13-10-912,6 0-2290,-6-1-2112,7-4-4435</inkml:trace>
</inkml:ink>
</file>

<file path=ppt/ink/ink6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26:26.47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172 612 12966,'0'0'17125,"-21"-11"-15268,-67-34-1131,86 43-721,-1 1 1,1 0 0,-1 0 0,1 0 0,-1 0-1,0 1 1,1-1 0,-1 1 0,0-1 0,1 1-1,-1 0 1,0 0 0,-3 0 0,5 1-5,0-1 0,0 0 0,0 1 0,0-1 0,0 1 0,0-1 0,0 1 0,0 0-1,0-1 1,1 1 0,-1 0 0,0 0 0,0 0 0,0-1 0,1 1 0,-1 0 0,1 0 0,-1 0 0,0 0 0,1 0 0,-1 1 0,0 4-3,0 0 0,0 0 0,0 0-1,1 1 1,-1-1 0,2 0 0,0 10 0,0-3 10,0-12-8,-1 0 0,0 0 0,1-1 0,-1 1 0,1 0 0,-1-1 0,1 1 0,0 0 0,-1-1 0,1 1 0,0-1 0,-1 1 0,1-1 0,0 1 0,0-1 0,0 1 0,-1-1 0,1 0 0,0 0 0,0 1 0,0-1 0,0 0 0,0 0 0,-1 0 0,1 0 0,0 0 0,0 0 0,0 0 0,0 0 0,0 0 0,0 0 0,1-1 0,34-7 0,-12-6-396,-1-2 0,0 0 0,-1-1 0,-1-1 0,-1-2 0,32-38 0,-15 11-571,-2-2 1,31-57-1,-53 84 1129,-1 0-1,-1 0 1,0-1 0,-2 0-1,-1-1 1,-1 0 0,-1 0-1,-1-1 1,2-32 0,-7 56-61,0 0-1,-1 1 1,1-1 0,-1 0 0,1 1 0,-1-1-1,1 0 1,-1 1 0,0-1 0,1 1-1,-1-1 1,0 1 0,1-1 0,-1 1 0,0 0-1,0-1 1,1 1 0,-1 0 0,0-1 0,0 1-1,0 0 1,1 0 0,-1 0 0,0 0 0,0 0-1,0 0 1,0 0 0,1 0 0,-1 0-1,0 0 1,-1 1 0,-29 2 580,25-1-672,0 0 0,1 0 0,-1 1 0,1 0 0,-1 0 0,1 0 0,0 1 0,0 0 0,0 0 0,1 0 0,-1 0 0,1 1 0,0-1 0,0 1 0,1 0 0,-1 1 0,-4 10 0,0 1-12,1 1 1,0 0-1,1 0 1,-5 30-1,-6 77-39,6 1-1,5 168 1,7-262-12,-2-30-164,1 0 0,0 1 1,0-1-1,1 1 1,-1-1-1,0 0 0,1 1 1,0-1-1,-1 0 1,1 0-1,0 1 0,0-1 1,2 3-1,-1-3-266,-1-1-1,1 0 1,-1 0-1,1 0 1,-1 0-1,1 0 1,0 0-1,0 0 1,-1-1-1,1 1 1,0 0-1,0-1 1,0 0 0,0 1-1,0-1 1,3 0-1,28 1-8893</inkml:trace>
</inkml:ink>
</file>

<file path=ppt/ink/ink6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26:26.69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3 9092,'0'0'23675,"20"-2"-23675,-13 2 0,-7 4 0,6 10 0,-6 1 0,0 6-1505,0 1-3249,-6-4-2833</inkml:trace>
</inkml:ink>
</file>

<file path=ppt/ink/ink6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26:26.89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434 0 18200,'0'0'9285,"-102"118"-4003,68-84-5282,14 2 0,-7-2 0,7 4 0,-7 3 0,-7-1 0,-14 19-1873,-6-7-3073,-14 0-5907</inkml:trace>
</inkml:ink>
</file>

<file path=ppt/ink/ink6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26:28.24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75 84 5234,'0'0'9658,"10"-11"-8481,-5 6-1019,-1-1 103,0 1 1,1-1-1,0 1 1,0 0 0,1 1-1,-1-1 1,1 1-1,0 0 1,0 1-1,0-1 1,1 1 0,-1 0-1,1 1 1,0 0-1,0 0 1,13-2-1,-19 4-177,0 0 0,0 0 0,0 0 0,0 0 0,-1 1 0,1-1 0,0 0 0,0 0 0,0 1 0,0-1 0,0 1 0,0-1 0,0 1 0,-1-1 0,1 1 0,0 0 0,0-1 0,-1 1 0,1 0-1,0 0 1,-1-1 0,1 1 0,-1 0 0,1 0 0,-1 0 0,1 0 0,-1 0 0,0 0 0,1 0 0,-1 0 0,0-1 0,0 3 0,1 38 863,-2-26-324,0 2-333,-2 0 0,0 0 1,-1 0-1,-1-1 0,0 0 0,-1 0 0,-1 0 1,-9 16-1,8-17-107,0 1 0,1 0-1,1 1 1,0-1 0,2 1 0,-1 0 0,2 0 0,-1 21 0,4-37-175,0 1 0,0 0 0,0-1 0,0 1 0,0-1 0,1 1 0,-1-1 0,1 1 0,-1-1 0,1 1 0,0-1 0,-1 1 0,1-1 0,0 0 0,0 1 0,0-1 0,0 0 0,0 0 0,0 0 0,1 0 0,-1 0 0,0 0 0,0 0 0,1 0 1,-1 0-1,1-1 0,-1 1 0,1 0 0,-1-1 0,3 1 0,5 1 7,0-1 1,0 0-1,0 0 1,13-2-1,-9 1-18,-15-5-861,1 5 863,1 0-1,-1 0 1,1 0 0,-1 0-1,1 0 1,0 0-1,-1 0 1,1 0 0,-1 0-1,1 1 1,0-1 0,-1 0-1,1 0 1,-1 0-1,1 0 1,0 1 0,-1-1-1,1 0 1,0 0-1,-1 1 1,1-1 0,0 0-1,0 1 1,-1-1-1,1 0 1,0 1 0,0-1-1,-1 0 1,1 1-1,0-1 1,0 0 0,0 1-1,0-1 1,0 1-1,-5 7-3,1 1 0,1-1 0,0 1 0,0-1 0,1 1 0,0 0 0,0 0 0,1 0 0,0 0 0,1 0 0,0 0 0,0 0 0,4 17 0,-2-11-11,1-1-1,0 0 1,1 0-1,1-1 1,0 1-1,1-1 1,1 0-1,8 13 1,0-5-2,-11-16-62,0-1 0,0 2 0,0-1 1,-1 0-1,0 1 0,0-1 1,0 1-1,-1 0 0,0 0 1,0 0-1,0 0 0,-1 0 1,1 8-1,-2-13 90,-1 1 0,1-1-1,-1 1 1,1-1 0,-1 1 0,0-1 0,0 1 0,1-1 0,-1 0 0,0 1 0,0-1-1,0 0 1,0 0 0,-1 0 0,1 0 0,0 0 0,0 0 0,-1 0 0,1 0-1,0 0 1,-1-1 0,1 1 0,-1 0 0,1-1 0,-1 1 0,0-1 0,1 0 0,-3 1-1,-52 7 698,45-7-516,-36 2 646,29-3-102,-1 2 0,-32 6 0,50-7-724,-1-1 0,1 1 1,-1-1-1,1 1 1,-1 0-1,1-1 0,0 1 1,0 0-1,-1 0 0,1 0 1,0 0-1,0 0 0,0 0 1,0 0-1,0 1 1,0-1-1,0 0 0,1 0 1,-1 1-1,0-1 0,1 1 1,-1-1-1,1 1 0,-1-1 1,1 0-1,0 1 1,0-1-1,-1 1 0,1 0 1,0-1-1,0 1 0,1-1 1,-1 1-1,0-1 0,1 2 1,-2 19-3187,-10-5-4765,-7-7 3017</inkml:trace>
</inkml:ink>
</file>

<file path=ppt/ink/ink6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26:29.31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62 76 1201,'0'0'15649,"5"-9"-13821,-3 5-1615,0 1 0,0-1 0,0 0 0,1 1 0,0 0 0,-1-1 0,1 1 0,1 0 0,-1 1 0,0-1 0,1 0 0,-1 1 0,1 0 0,-1 0 0,1 0 0,0 0 0,0 0 0,0 1 0,0 0 0,1 0 0,-1 0 0,0 0 0,6 0 0,9-1 600,0-1-449,0 0 0,0 2 0,29 1-1,-45 0-356,0 0-1,0 0 0,0 0 0,0 1 0,-1-1 0,1 1 0,0 0 1,0-1-1,-1 1 0,1 1 0,0-1 0,-1 0 0,1 1 1,-1-1-1,0 1 0,1-1 0,-1 1 0,0 0 0,0 0 1,0 0-1,0 1 0,0-1 0,-1 0 0,1 1 0,-1-1 1,0 1-1,1-1 0,-1 1 0,0 0 0,1 4 0,0 6 168,-1-1 0,0 1-1,-1-1 1,0 1 0,-1 0-1,0-1 1,-1 1 0,-1-1-1,0 0 1,0 0 0,-1 0-1,-1 0 1,0-1 0,0 1-1,-1-1 1,-1 0 0,0-1-1,0 0 1,-1 0 0,-16 15-1,22-22-160,-1-1 0,1 1 0,0 0 0,1 0 0,-1 0 0,0 0 0,1 0 0,0 0 0,-1 0 0,1 1-1,1-1 1,-1 0 0,0 1 0,1-1 0,-1 0 0,1 1 0,0-1 0,1 1 0,-1 3 0,1 4-29,-1-10 8,0 0 0,1 0 0,-1 1-1,1-1 1,-1 0 0,1 0 0,-1 0-1,1 0 1,0 0 0,0 0 0,0 0 0,-1 0-1,1 0 1,0 0 0,0 0 0,0 0 0,0-1-1,0 1 1,1 0 0,-1-1 0,0 1 0,0-1-1,0 1 1,1-1 0,-1 0 0,0 1-1,0-1 1,1 0 0,-1 0 0,3 0 0,49 2-601,-43-3 482,125 1-958,-135 1 1067,1-1 0,-1 0 1,1 0-1,-1 0 1,1 1-1,-1-1 1,1 0-1,-1 1 1,1-1-1,-1 0 1,1 1-1,-1-1 1,1 0-1,-1 1 1,0-1-1,1 1 1,-1-1-1,0 1 1,1-1-1,-1 1 1,0-1-1,0 1 1,1-1-1,-1 1 1,0-1-1,0 1 1,0 0-1,0-1 1,0 1-1,0-1 1,0 1-1,0-1 1,0 1-1,0 0 1,0-1-1,0 1 1,0-1-1,0 1 1,-1-1-1,1 1 1,0 0-1,0-1 1,-1 1-1,1-1 1,-1 1-1,-14 28 218,-7-7 357,2 2-1,-33 48 1,-12 17 457,58-83-826,1 0 1,-1 0-1,0 0 1,0-1-1,-1 0 1,0 0-1,0-1 1,0 0 0,0-1-1,0 1 1,-1-2-1,1 1 1,-16 2-1,-8-1-213,-1-1 1,-43-2-1,57-1 85,19 0-60,-1 0 0,0 0 0,1 0 0,-1 0 0,0 0 0,1 0 0,-1 0 0,0-1 0,1 1 0,-1 0 0,0 0 0,1-1 0,-1 1 0,0 0 0,1-1 0,-1 1 0,1 0 0,-1-1 0,1 1 0,-1-1 0,1 1 0,-1-1 0,1 0 0,0 1 0,-1-1 0,1 1 0,0-1 0,-1 0 0,1 1 0,0-1 0,0 1 0,0-1 0,-1 0 0,1 1 0,0-1 0,0 0 0,0 0 0,0 1 0,0-1 0,0 0 0,0 1 0,0-1 0,1 0 0,-1 1 0,0-2 0,0-3 0,1 5-88,-1 0 0,0-1 0,0 1 0,0 0 0,1 0 0,-1-1 0,0 1 0,0 0 0,0 0 0,1-1 0,-1 1 0,0 0 0,0 0 0,1 0 0,-1-1 0,0 1 0,1 0 0,-1 0 0,0 0 0,1 0 1,-1 0-1,0 0 0,1 0 0,-1 0 0,0 0 0,1 0 0,-1 0 0,0 0 0,1 0 0,-1 0 0,0 0 0,1 0 0,-1 0 0,0 0 0,1 0 0,-1 0 0,0 0 0,1 1 0,-1-1 0,0 0 0,0 0 0,1 0 0,-1 1 0,0-1 0,0 0 0,1 1 0,13 6-10596</inkml:trace>
</inkml:ink>
</file>

<file path=ppt/ink/ink6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29:57.880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563 1 3201,'0'0'6307,"-1"24"-5146,0-13-1001,0 22 393,-2 0 1,-2 0 0,-11 47-1,-26 71 910,-6-1 0,-72 151 0,-16-52-1368,80-153-103,-56 129 1,93-162-134,17-36-3424,3-39-4230,4-5 3881</inkml:trace>
</inkml:ink>
</file>

<file path=ppt/ink/ink6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29:57.881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74 1 3698,'0'0'11242,"0"20"-9769,-14 267 3764,6-206-4045,4-21-881,-4 0-1,-19 77 1,14-69-1773,21-84 1214,-1 0 0,2 1 1,17-25-1,3-5-39,-20 30 285,1 1 0,0 1 1,0 0-1,19-18 1,-27 37 293,0 0 0,-1 1 1,0-1-1,0 1 0,0 0 1,-1 8-1,0-3-959,0-6 933,-1 1-1,2-1 1,-1 0 0,1 1 0,0-1-1,2 9 1,11 3-2788,-12-17 1691,0 0 0,0 0 0,1 0 0,-1 0 0,0-1 0,0 1 0,0-1 0,0 1 0,1-1 0,-1 0 0,2 0 0,10 0-6746</inkml:trace>
</inkml:ink>
</file>

<file path=ppt/ink/ink6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29:57.882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30 45 5186,'0'0'8311,"9"12"-7626,30 38-135,-35-47-479,-1-1-1,1 0 1,0 0 0,-1 0-1,1 0 1,0-1 0,0 1-1,0-1 1,1 0-1,-1 0 1,0-1 0,0 1-1,0-1 1,1 0 0,-1 0-1,0 0 1,0-1 0,1 0-1,-1 1 1,0-1 0,0-1-1,7-2 1,-9 2-11,-1 0 1,1-1-1,0 1 0,-1-1 1,1 1-1,-1-1 1,0 0-1,0 1 0,0-1 1,0 0-1,0 0 1,-1 0-1,1 1 0,-1-1 1,0 0-1,0 0 1,0-5-1,0 6-15,0-1 0,0 1 0,-1 0-1,1-1 1,0 1 0,-1 0 0,1-1 0,-1 1 0,0 0-1,0-1 1,0 1 0,0 0 0,0 0 0,0 0-1,-1 0 1,1 0 0,-1 0 0,1 1 0,-1-1 0,0 0-1,0 1 1,-2-3 0,-5 1 165,1 0 1,-1 1-1,0 0 0,0 0 0,0 1 0,0 0 1,0 0-1,-17 2 0,23-1-116,0 0 0,0 0 0,0 1 1,0-1-1,0 1 0,0-1 0,1 1 0,-1 0 0,0 0 1,0 0-1,1 1 0,-1-1 0,1 1 0,-1-1 0,1 1 1,-1 0-1,1 0 0,0 0 0,0 0 0,0 0 0,0 0 1,0 1-1,1-1 0,-1 1 0,1-1 0,0 1 0,-1 0 1,1 0-1,-1 5 0,1-2-33,0 1 0,0 0 0,1-1 1,-1 1-1,2-1 0,-1 1 0,1 0 0,0-1 1,0 1-1,1-1 0,0 0 0,0 1 0,1-1 0,-1 0 1,1 0-1,1 0 0,-1-1 0,1 1 0,7 8 1,-5-9-273,1 0 0,-1 0 1,1 0-1,0-1 1,0 0-1,1 0 1,-1 0-1,1-1 1,0-1-1,0 1 1,0-1-1,0-1 1,0 1-1,0-1 1,14 0-1,57-2-7064,-44-5 978</inkml:trace>
</inkml:ink>
</file>

<file path=ppt/ink/ink6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29:57.883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92 1 6659,'0'0'12715,"-14"16"-11594,-45 51-257,57-65-823,0 0 0,1 0-1,-1 0 1,1 1 0,-1-1 0,1 0-1,0 1 1,0-1 0,0 1 0,0-1 0,0 1-1,0-1 1,1 1 0,-1-1 0,1 1-1,0 0 1,0-1 0,0 1 0,0 0-1,0-1 1,2 6 0,-1 6 95,0-13-135,-1 0 1,0 0-1,0 0 1,1 0 0,-1 1-1,1-1 1,-1 0-1,1 0 1,0 0 0,-1 0-1,1 0 1,0 0-1,0 0 1,-1 0-1,1-1 1,0 1 0,0 0-1,0 0 1,0-1-1,0 1 1,0 0 0,0-1-1,0 1 1,1-1-1,-1 0 1,0 1 0,0-1-1,0 0 1,1 0-1,-1 1 1,0-1 0,0 0-1,0 0 1,1-1-1,-1 1 1,0 0 0,0 0-1,3-1 1,0 0-19,1 1 1,0-1-1,0 0 0,-1 0 1,1-1-1,-1 1 0,1-1 1,-1 0-1,5-3 1,2-4-184,0 1 1,-1-1-1,0-1 1,0 0-1,-1 0 1,-1-1 0,10-16-1,-18 29 268,-1 0-1,1 0 1,-1 0-1,1-1 1,0 1 0,0 0-1,-1 0 1,1 0-1,1 0 1,-1 0-1,0 0 1,0 0 0,1-1-1,-1 1 1,1 0-1,0 0 1,-1 0-1,1-1 1,0 1 0,0 0-1,0-1 1,0 1-1,0-1 1,1 1-1,-1-1 1,0 1-1,1-1 1,-1 0 0,1 0-1,1 1 1,1 1-698,0 0 0,1 0 0,-1 0 0,1-1 1,-1 0-1,1 0 0,0 0 0,0-1 0,0 0 0,0 1 0,0-2 1,9 2-1,15-2-5685,3 0-1489</inkml:trace>
</inkml:ink>
</file>

<file path=ppt/ink/ink6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29:57.884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209 590 3554,'0'0'15220,"-8"-16"-12357,3 13-2610,0 1 1,0 0 0,0 0 0,0 0 0,0 1-1,0 0 1,0 0 0,0 0 0,0 0 0,-1 1-1,1 0 1,0 0 0,-1 0 0,-6 2 0,-5-2 274,12 1-466,0-1 0,0 0 0,0 1 1,1 0-1,-1 0 0,0 1 0,0-1 0,1 1 0,-1 0 1,1 0-1,-1 1 0,1-1 0,0 1 0,-8 6 0,10-7-54,0 1-1,0-1 0,0 1 0,0-1 0,0 1 0,1-1 1,-1 1-1,1 0 0,0 0 0,0 0 0,0 0 0,0 0 0,0 0 1,1 0-1,-1 0 0,1 0 0,0 0 0,0 0 0,0 0 1,0 0-1,0 0 0,1 0 0,-1 0 0,1 1 0,0-2 1,1 5-1,0-5-28,-1-1 1,1 1 0,-1-1-1,1 0 1,-1 1 0,1-1-1,0 0 1,0 0 0,-1 0-1,1 0 1,0 0 0,0-1-1,0 1 1,0 0 0,0-1-1,0 0 1,0 1-1,0-1 1,0 0 0,0 0-1,3 0 1,1 0-57,-1 0 1,1 0-1,-1-1 0,0 1 0,1-1 0,-1 0 1,9-3-1,13-13-481,-1 0 0,-1-2 0,-1-1 0,0 0 0,32-39 0,-36 39 160,0-1 1,-2-1-1,-1-1 1,0 0-1,-2-1 1,-1-1-1,-1-1 1,-1 0-1,-1 0 1,-1-1-1,-1 0 1,-2-1-1,6-47 1,-6-20 756,-7 54 4876,-7 47-3375,-1 20-897,1 0 1,-7 39-1,3-9 397,-2 4-704,3 2 1,3 0 0,2-1 0,3 2-1,6 63 1,-3-120-657,0 1 0,0-1 0,0 0 0,1 0 0,0 0 0,0 0 0,1 0 0,0 0 0,0 0 0,6 7 0,-7-10 0,0 0 0,0 0 0,1-1 0,0 1 0,-1-1 0,1 0 0,0 0 0,0 0 0,0 0 0,0 0 0,1 0 0,-1-1 0,0 0 0,1 0 0,-1 0 0,1 0 0,-1 0 0,1-1 0,6 1 0,41-5-5995,-48 4 5424,-1-1 1,0 1 0,0-1 0,1 0 0,-1 1 0,0-1 0,0 0 0,0 0 0,0-1 0,0 1 0,0 0-1,0-1 1,0 1 0,0-1 0,-1 1 0,1-1 0,-1 0 0,1 0 0,1-3 0</inkml:trace>
</inkml:ink>
</file>

<file path=ppt/ink/ink6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29:57.885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136 0 2577,'0'0'11264,"5"2"-9562,-3-1-1594,-1 0 0,1-1 1,-1 1-1,1 0 0,-1 0 0,1 0 0,-1 0 0,0 0 0,0 0 1,1 0-1,-1 0 0,0 1 0,0-1 0,0 0 0,0 1 1,0-1-1,-1 1 0,1-1 0,0 1 0,0 2 0,2 41 2012,-3-37-1943,-2 18 404,-1-1-1,-1 0 1,-2 0 0,0-1 0,-18 45 0,-5 16-222,23-64-305,-6 18 35,1 1 0,2 0 0,2 0 0,-2 51 0,8-81-59,0 0 1,-1 0-1,0-1 1,0 1-1,-1-1 1,-7 17-1,6-17-355,1 0 0,0 0 0,0 0 0,1 0 0,0 1 0,-1 16 0,3-46-14143</inkml:trace>
</inkml:ink>
</file>

<file path=ppt/ink/ink6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29:57.886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157 1 4530,'0'0'11592,"-15"26"-9308,-46 89-251,49-88-1229,1 1 1,2 0 0,0 1 0,2 0-1,2 0 1,0 1 0,-1 53-1,5-55-513,-1 116 220,3-83-9484,-15-61-2465</inkml:trace>
</inkml:ink>
</file>

<file path=ppt/ink/ink6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29:57.887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0 143 8516,'0'0'7876,"23"-4"-5649,63-11 65,114-34 0,-3-25-1348,-195 74-237,-5 1-620,-1 0 1,1 1-1,0-1 0,0 1 1,0 0-1,0 0 1,0 0-1,-3 3 0,3-3-14,-234 171 2659,228-166-2689,0-1 1,0 2-1,1-1 0,-10 11 0,16-16-37,1 0-1,-1 1 0,0-1 0,1 0 1,0 1-1,-1-1 0,1 1 0,0-1 0,0 1 1,0-1-1,1 1 0,-1 0 0,1 0 0,-1-1 1,1 1-1,0 0 0,0 0 0,0-1 0,0 1 1,1 0-1,-1 0 0,3 5 0,-3-7-4,1 0 0,0 0 0,0 0 0,0 0 0,0 0-1,0 0 1,1-1 0,-1 1 0,0 0 0,0 0 0,1-1 0,-1 1 0,0-1-1,1 1 1,-1-1 0,0 0 0,1 1 0,-1-1 0,1 0 0,1 0 0,36 1 14,-32-1-17,3 0-98,1-1 0,-1 0 0,0-1 1,0 0-1,1 0 0,-1-1 0,-1 0 0,1-1 0,0 0 0,-1-1 0,0 0 0,0 0 1,0-1-1,-1 0 0,0 0 0,0-1 0,13-14 0,-9 8-240,0 0 0,-1-1 0,0 0 0,-1-1 0,-1 0 0,14-28 0,-25 53 1378,1 0 0,1 0 0,-1 0 0,2 0 0,1 14 0,-1-19-1171,0 0 0,0 0 0,0-1 0,1 1 0,-1 0 0,1-1 0,0 0 0,4 6-1,-5-8-110,0-1 0,1 1 0,-1 0 0,0-1 0,1 0-1,0 1 1,-1-1 0,1 0 0,0 0 0,-1 0 0,1 0-1,0 0 1,0 0 0,0 0 0,0-1 0,0 1 0,0-1-1,0 1 1,0-1 0,0 0 0,2 0 0,41-1-11087,-23-2 2226</inkml:trace>
</inkml:ink>
</file>

<file path=ppt/ink/ink6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29:57.888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0 8964,'0'0'17320,"0"97"-16247,0-85-657,0-1-416,0-2-16,0-2-737,0-3-1168,7-4-7059,-1 0-128</inkml:trace>
</inkml:ink>
</file>

<file path=ppt/ink/ink6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29:57.889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21 1 13270,'0'0'9252,"-21"58"-9844,35-44-1649,13-5-2049,-7-5-2849</inkml:trace>
</inkml:ink>
</file>

<file path=ppt/ink/ink6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29:57.890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99 1 6467,'0'0'18414,"-10"24"-15624,-32 78-490,35-83-1893,1 1 0,1 1 0,1-1 0,0 1 0,0 22 0,-2 14-53,5-55-354,-8 78 0,8-72 0,1-1 0,0 1 0,1-1 0,-1 1 0,1-1 0,1 0 0,-1 1 0,5 9 0,-5-16-84,-1 0 0,1 0 1,0 0-1,0 0 0,0 0 0,0 0 1,0 0-1,0 0 0,1-1 0,-1 1 0,0 0 1,0-1-1,0 1 0,1-1 0,-1 1 1,0-1-1,1 0 0,-1 1 0,0-1 1,1 0-1,1 0 0,36 0-4584,-24-1 1679,-8 1-6224</inkml:trace>
</inkml:ink>
</file>

<file path=ppt/ink/ink6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29:57.89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14 39 3874,'0'0'8094,"-3"-9"-6771,1 0-1999,-4-12 4996,3 45-371,17 281-494,-14 483 229,14-790-5903,-7-8 830,-1 0 0,0 0 0,-1 0-1,0-1 1,0 0 0,4-18 0,0 2-2760,6-19-3172</inkml:trace>
</inkml:ink>
</file>

<file path=ppt/ink/ink6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29:57.89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83 127 1473,'0'0'4247,"-10"-9"-3428,-32-26-51,20 19 940,21 16-1548,1 0 0,-1 0 1,1 0-1,-1-1 1,1 1-1,-1 0 0,1 0 1,0-1-1,-1 1 1,1 0-1,0-1 1,-1 1-1,1 0 0,0-1 1,-1 1-1,1-1 1,0 1-1,0-1 0,0 1 1,-1 0-1,1-1 1,0 1-1,0-1 0,0 1 1,0-1-1,0 1 1,0-1-1,0 1 0,0-1 1,0 1-1,0-1 1,0 1-1,0-1 0,0 1 1,1-1-1,-1-9 295,0 9-407,1 1 0,0-1 0,-1 0 0,1 0 0,0 1 0,0-1 0,0 1 0,-1-1 0,1 1 0,0-1 0,0 1 0,0-1 0,0 1 0,0 0 0,0 0 0,0-1 0,0 1 0,0 0 0,0 0 0,0 0 0,0 0 0,0 0 0,1 0 0,37 0 683,-30 0-533,230 5 1246,219-8-1028,420-12-306,-565 17-52,-71-1-39,469-11-70,-196-4-62,-296 14 2586,-161 0-1106,-56 0-156,-10 10-2934,-5 12-5886,6-11 61</inkml:trace>
</inkml:ink>
</file>

<file path=ppt/ink/ink6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29:57.89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100 172 1985,'0'0'3252,"-4"0"-2924,-4 0-21,-56 1 12631,41 4-14207,47-8 2441,0 2-1,47 4 1,-8-1-463,603-37 1017,-426 18-1425,-1-1-272,510-19 153,822 28 781,-1547 8-648,46-8 0,19-1 2689,-88 10-1657,-48-6-2812,-2 1-3731,43 4 3725,0 0 0,1-1-1,-1 0 1,0 0 0,1 0 0,-6-3-1,-10-12-7401</inkml:trace>
</inkml:ink>
</file>

<file path=ppt/ink/ink6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29:57.89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34 181 16,'0'0'3207,"3"-9"-2916,0-9 146,0 0 0,-1 1 0,-1-1 0,0 0 0,-2 0 1,-3-27-1,4 44-225,0 0 0,0 0 0,0 0 0,0 0 0,0 0 0,0 0 1,-1 0-1,1 0 0,0 0 0,-1 1 0,1-1 0,0 0 0,-1 0 0,1 0 0,-1 0 1,0 1-1,1-1 0,-1 0 0,1 1 0,-2-2 0,-6 22 3180,-13 160 5344,16 94-4348,5-193-3527,0 708 2346,4-842-8285,-1-5-4203,-3 16-1201</inkml:trace>
</inkml:ink>
</file>

<file path=ppt/ink/ink6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29:57.89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28 33 768,'0'0'4997,"0"-7"-3890,2-18 7077,2 35-5678,3 19 141,0 79 1280,-6 15-2438,-8 266 2524,3-229-3060,-5 58 30,4-178-796,-5 70 235,-3 17-171,13-101 591,0-18-2302,0-19-7644,0-12 1807</inkml:trace>
</inkml:ink>
</file>

<file path=ppt/ink/ink6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29:57.89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21 207 1601,'0'0'4906,"-21"-9"-2380,26 7-2216,0 1-1,0 0 1,0 0-1,1 0 1,-1 1-1,0-1 1,8 2-1,50-5 894,0-2 0,69-17 0,10-1-861,723-54 407,-736 68-812,-122 10 64,742-47 3,-730 48 393,-16 3 1068,-30 13-1809,23-15-681,0 0 0,0-1 0,-1 1 0,1-1 0,0 0 0,-1 0-1,-6 0 1,-8 0-3657</inkml:trace>
</inkml:ink>
</file>

<file path=ppt/ink/ink6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29:57.89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0 3826,'0'0'8537,"4"0"-8118,6 1-90,-1 0 0,1 0 0,-1 1 0,0 0 0,1 0 0,-1 1 0,0 1 0,-1-1 0,1 1 0,-1 1 0,1 0 0,-1 0 0,-1 0 0,1 1 0,13 13 0,-10-9-336,0-1 267,0 0 0,-1 1 0,0 0 1,-1 1-1,12 15 0,-20-23-190,1-1 1,-1 0 0,0 1 0,0-1 0,0 1 0,0-1-1,0 1 1,0 0 0,-1-1 0,0 1 0,1 0-1,-1 0 1,0-1 0,0 1 0,0 0 0,0-1-1,-1 1 1,1 0 0,-1 0 0,0-1 0,0 1-1,0-1 1,0 1 0,0-1 0,0 1 0,-1-1 0,1 0-1,-1 0 1,1 1 0,-1-1 0,0 0 0,0 0-1,0-1 1,0 1 0,-3 1 0,-65 48 602,-10 7-817,35-14-3066,43-42 2163,-2 2-501</inkml:trace>
</inkml:ink>
</file>

<file path=ppt/ink/ink6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29:57.89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48 0 5106,'0'0'10250,"0"8"-9068,-2 285 6481,-16 154-5639,4 84-1229,0-288-3745,14-260-3213,3-13 1705,8-9-1724</inkml:trace>
</inkml:ink>
</file>

<file path=ppt/ink/ink6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29:57.89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427 282 400,'0'0'3949,"3"3"-3264,-1 0-548,0-1-1,1 0 1,-1-1-1,1 1 0,0 0 1,0-1-1,-1 1 1,1-1-1,0 0 1,0 0-1,0 0 0,1 0 1,-1-1-1,0 1 1,0-1-1,3 0 0,67 0 1886,-41-1-1424,56-4 637,170-32 0,-116 14-555,959-81 646,-371 47-80,-507 33-389,393-30 3622,-593 53-2488,-37 1 759,12 1-2723,1-1 0,-1 1 0,1 0 0,-1 0 0,1-1 0,0 1 0,-1 0 1,1 0-1,0 1 0,0-1 0,0 0 0,-1 0 0,1 0 0,0 1 0,1-1 0,-1 1 0,0-1 0,0 0 1,1 1-1,-1-1 0,1 1 0,-1 0 0,0 2 0,-12 47 473,11-41-487,-6 43 90,3 1 1,1 0-1,6 76 0,0-38-6,19 246 138,-9-228-111,-5 1 1,-9 130-1,-6-184 53,-25 95 0,18-93 45,-9 77 0,18-50-180,6-85-48,0-1 0,-1 0-1,1 1 1,0-1 0,-1 0-1,1 1 1,0-1 0,-1 0-1,1 0 1,-1 1 0,1-1-1,0 0 1,-1 0 0,1 0-1,-1 1 1,1-1 0,-1 0-1,1 0 1,-1 0 0,1 0-1,0 0 1,-1 0 0,1 0-1,-1 0 1,1 0 0,-1 0-1,1 0 1,-1 0 0,1-1-1,-1 1 1,1 0 0,0 0-1,-1 0 1,1-1 0,-1 1-1,1 0 1,0 0 0,-1-1-1,1 1 1,-1-1 0,-17-8-324,5 2 61,-1 0 1,-1 1 0,1 1 0,-1 0 0,0 1-1,-28-4 1,-98-3-557,118 10 758,-1102-10-2435,729 12 2040,-1404-1 3720,1799 0-3381,27 0-2001,3-4-190,-28 3 1770,0 0 1,1 0 0,-1 0 0,0 0 0,1 0-1,-1 0 1,0-1 0,0 1 0,0 0 0,0-1 0,0 1-1,0-1 1,-1 1 0,1-1 0,1-2 0,8-17-3952,8-5-977</inkml:trace>
</inkml:ink>
</file>

<file path=ppt/ink/ink6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29:57.90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21 1 3826,'0'0'9732,"10"1"-8366,-4-1-1108,-4-1-157,1 1-1,0 0 1,0 0 0,0 0-1,-1 0 1,1 0 0,0 1-1,0-1 1,-1 1-1,1 0 1,0 0 0,-1 0-1,1 0 1,-1 0 0,1 1-1,-1-1 1,0 1 0,1-1-1,-1 1 1,0 0-1,0 0 1,0 0 0,3 4-1,0 7 376,0 0 0,-1 0-1,-1 0 1,0 0 0,0 1-1,0 23 1,-4 90 1609,-2-55-1027,-29 305 1056,3-118-1171,18-65-353,-25 259-22,34-443-602,-3 30-221,-2 50 0,7-89-796,2-6-524,3-12-231,1 1 0,0 0 0,13-22 0,-2 5-2265,10-27-5555</inkml:trace>
</inkml:ink>
</file>

<file path=ppt/ink/ink6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29:57.90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5 233 1105,'0'0'5639,"0"-1"-5576,0 1-1,-1 0 0,1 0 0,0 0 1,-1 0-1,1-1 0,0 1 0,0 0 1,-1 0-1,1-1 0,0 1 0,0 0 1,0-1-1,-1 1 0,1 0 0,0-1 1,0 1-1,0 0 0,0-1 0,0 1 1,0 0-1,0-1 0,0 1 0,0 0 1,0-1-1,0 1 0,0 0 0,0-1 1,0 0-1,18-5 778,0 0 1,1 1-1,-1 0 0,1 2 0,19-1 1,8-3 0,893-66 2979,-743 66-3839,44-2 288,258-12-1023,-4-40 5404,-478 56-2960,-16 5-1607,0 0 0,0 0-1,0 0 1,0-1-1,0 1 1,0 0 0,0 0-1,0 0 1,0 0-1,-1 0 1,1 0-1,0 0 1,0-1 0,0 1-1,0 0 1,0 0-1,0 0 1,0 0-1,0 0 1,0 0 0,0-1-1,0 1 1,0 0-1,0 0 1,0 0-1,0 0 1,0 0 0,0 0-1,0 0 1,1-1-1,-1 1 1,0 0-1,0 0 1,-1 0-1553,-12-1-12958,12-5 7465</inkml:trace>
</inkml:ink>
</file>

<file path=ppt/ink/ink6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29:57.90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0 9268,'0'0'9917,"22"18"-8162,-4-5-1435,22 18 743,75 43 1,-99-65-769,19 10 77,0 1-1,-1 2 1,-1 1-1,49 46 1,-80-67-346,0 0 1,1 1-1,-1 0 1,0-1-1,-1 1 1,1 0-1,0 0 0,-1 0 1,0 0-1,1 0 1,-1 0-1,0 0 1,-1 0-1,1 0 1,0 1-1,-1-1 1,0 0-1,0 0 1,0 1-1,0-1 1,0 0-1,-1 1 1,1-1-1,-1 0 1,0 0-1,0 0 0,0 0 1,-1 0-1,1 0 1,-1 0-1,1 0 1,-1 0-1,0-1 1,0 1-1,0 0 1,-1-1-1,1 0 1,-4 3-1,-65 36 1326,50-30-1086,0 1-1,0 0 1,-30 26 0,43-26 245,6-4-2638,23-5-17560</inkml:trace>
</inkml:ink>
</file>

<file path=ppt/ink/ink6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29:57.90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414 0 2145,'0'2'16443,"0"20"-15694,-2 3 72,-1 0-1,-1 0 1,-2-1 0,0 0 0,-14 34-1,-1 8 18,-86 426 2138,58-233-2499,11-62-385,9-43 6,-59 186 0,78-308-82,1 2 1,2-1-1,-4 44 1,8-3-3114,13-122-1078,0 8-96,-2-5-2551,4-8-2166</inkml:trace>
</inkml:ink>
</file>

<file path=ppt/ink/ink6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29:57.90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669 275 2081,'0'0'3932,"20"0"-3169,355-1 4064,125-40-2204,-181 9-2418,287 2-364,45-4 1875,-452 15 2399,245-56 1,-260 32 1793,-183 44-5882,0 0 0,-1-1 0,1 1 0,0 0 0,-1 0 0,1 0 0,-1 0 1,1 0-1,-1 0 0,0 0 0,1 0 0,-1 0 0,0 0 0,0 0 0,1 0 0,-1 0 0,0 0 0,0 0 0,0 0 0,0 0 0,0 0 0,-1 1 0,1 38 537,0-31-504,-3 20-56,0 0 1,-2-1-1,-2 0 0,0 0 0,-18 43 0,-5 22 3,-114 570-32,55 12 37,35-392 44,22-141 251,31-134-265,1-7-40,0-1 0,0 1 0,0 0 1,0 0-1,0-1 0,0 1 0,0 0 0,0 0 0,0-1 0,0 1 1,0 0-1,-1-1 0,1 1 0,0 0 0,-1 0 0,1-1 0,0 1 1,-1-1-1,1 1 0,-1 0 0,1-1 0,-1 1 0,1-1 0,-1 1 1,1-1-1,-1 1 0,0-1 0,1 0 0,-1 1 0,0-1 0,1 0 1,-1 1-1,0-1 0,0 0 0,1 0 0,-1 0 0,0 0 0,1 1 1,-1-1-1,0 0 0,0 0 0,1 0 0,-1-1 0,0 1 0,0 0 1,1 0-1,-1 0 0,0 0 0,0-1 0,1 1 0,-1 0 0,0-1 1,1 1-1,-2-1 0,-27-7-216,-26-8-674,-101-13 0,-593-17-1877,0 40 2517,612 6 238,59 0 48,-648 8 156,6 51 841,689-55-928,12-2-26,1 1 0,-1 0 0,1 2 0,-24 8 0,49-12-367,0 1-1,0-1 0,0 0 1,1 0-1,-1-1 0,0 0 1,0 0-1,0-1 0,0 0 1,8-2-1,-8-1-289,0 1 0,0-1 1,-1-1-1,0 1 0,0-1 0,8-8 0,29-37-7421,-30 34 4802,14-21-5254</inkml:trace>
</inkml:ink>
</file>

<file path=ppt/ink/ink6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29:57.90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326 1 1265,'0'0'10260,"1"6"-8285,0 15-409,0-1 1,-2 1-1,0 0 1,-1 0-1,-8 35 1,-5 50 748,-82 621 2606,29-290-4864,53-356-46,-3-2 0,-41 110 0,24-81-14,33-99-32,0 1 0,0 0 0,1 0 1,0 0-1,1 13 0,0-17-58,14-19-934,-2-28-2936,-10-3-6777,-2 35 7440,0-11-4132</inkml:trace>
</inkml:ink>
</file>

<file path=ppt/ink/ink6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29:57.90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21 76 3890,'0'0'8452,"10"0"-7068,41 0 1815,-53 22 1889,-2-20-4779,1-1 1,-1 1-1,0-1 1,1 0-1,-1 0 1,0-1 0,1 1-1,-1-1 1,-5 0-1,8 0-247,0 1 1,0-1-1,-1 0 0,1 0 0,0 0 0,0 0 1,0 0-1,0 0 0,0-1 0,0 1 0,0 0 1,0 0-1,0-1 0,0 1 0,0-1 0,0 1 1,0-1-1,0 1 0,0-1 0,0 0 0,0 1 1,0-1-1,1 0 0,-1 0 0,0 1 0,0-1 1,1 0-1,-1 0 0,1 0 0,-1 0 1,1 0-1,-1 0 0,0-2 0,1-13 77,0 12-130,-1-1 0,1 0-1,0 0 1,1 0 0,-1 1-1,1-1 1,0 0 0,3-8-1,-3 11-14,1 1 0,-1-1 0,1 0 0,-1 1 0,1-1 0,-1 1 0,1 0 0,0 0 0,0-1 0,-1 1 0,1 0 0,0 0 0,0 1 0,0-1 0,0 0 0,0 1 0,1-1 0,-1 1 0,0 0 0,0 0 0,0-1 0,0 1 0,0 1 0,4-1 0,-5 0 7,1 0 1,0 0-1,-1 0 1,1 0-1,0 0 0,0 0 1,-1 0-1,1 0 1,0 1-1,-1-1 1,1 1-1,0-1 1,-1 1-1,1 0 0,-1 0 1,1 0-1,-1 0 1,1 0-1,-1 0 1,0 0-1,0 0 1,1 0-1,-1 0 0,0 1 1,1 1-1,0 2 25,-1 0-1,0 0 0,0 0 1,0 0-1,-1 0 1,0 0-1,0 9 0,0-11-12,0-2 31,0 0-1,0 0 0,0 0 1,0 0-1,0 0 1,0 0-1,0 0 0,0 0 1,-1 0-1,1 0 0,0 0 1,-1 0-1,1 0 1,0-1-1,-1 1 0,1 0 1,-1 0-1,0 0 0,1 0 1,-1-1-1,0 1 1,1 0-1,-1-1 0,0 1 1,0 0-1,0-1 0,1 1 1,-1-1-1,-2 1 1,-30 0 1163,13-2-466,19 0-718,0 0 0,1 0 0,-1 0 0,0 0-1,0 0 1,1 0 0,-1 0 0,0 0 0,1 0 0,-1 0 0,1-1 0,0 1 0,-1 0 0,1 0 0,0-1 0,0 1 0,0 0 0,0 0 0,0-1 0,0 1-1,0 0 1,0 0 0,0-1 0,1-1 0,-1 1-31,0 1 0,0-1 1,0 0-1,1 0 0,-1 0 0,1 0 0,-1 0 0,1 0 0,-1 1 1,1-1-1,0 0 0,0 0 0,0 1 0,0-1 0,0 0 0,0 1 1,0 0-1,1-1 0,1-1 0,0 2-9,0-1 1,0 1-1,0 0 0,0 0 1,0 0-1,0 0 0,1 1 1,-1-1-1,0 1 0,0 0 1,0 0-1,1 0 0,-1 1 1,0-1-1,4 1 0,-6 0 29,1 1 0,-1-1 0,1 0-1,-1 0 1,0 1 0,1-1 0,-1 1 0,0-1-1,0 1 1,0 0 0,0-1 0,0 1 0,0 0-1,0 0 1,-1-1 0,1 1 0,-1 0 0,1 0-1,-1 0 1,0 0 0,0 0 0,0 0 0,0 0-1,0 0 1,-1 3 0,2-3 18,-1 0-1,0 0 1,0 1 0,0-1 0,0 0-1,-1 0 1,1 1 0,-1-1 0,1 0-1,-1 0 1,0 0 0,0 0 0,0 0-1,0 0 1,-1 2 0,0-3-113,1 0 0,-1-1 0,1 1 0,0-1 0,-1 1-1,1-1 1,-1 0 0,1 1 0,-1-1 0,1 0 0,-1 0 0,0 0 0,1 0 0,-1 0 0,1-1 0,-1 1 0,1 0 0,-1-1 0,1 1 0,0-1 0,-1 1-1,1-1 1,-1 0 0,-1-1 0,-2-1-1362,-1-1 0,1 0 0,0 0-1,1 0 1,-9-9 0,-3-3-5776,-5-2-3622</inkml:trace>
</inkml:ink>
</file>

<file path=ppt/ink/ink6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29:57.90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1 160 3602,'0'0'5093,"1"0"-5210,9-5 8249,-7 3-7402,-2 2-629,1 0 0,-1 0 0,0 0 1,0-1-1,0 1 0,0 0 0,0-1 0,0 1 0,0-1 1,0 1-1,0-1 0,0 1 0,0-1 0,0 0 0,-1 1 1,1-1-1,0 0 0,0 0 0,-1 0 0,1 0 0,0 0 1,-1 0-1,1 0 0,-1 0 0,1 0 0,-1 0 0,0 0 1,1 0-1,-1 0 0,0 0 0,0 0 0,0 0 0,1 0 0,-2-2 1,4-17-193,2-19 90,-4 31 4,0 0 0,0 0-1,0-1 1,1 1 0,0 0 0,3-8-1,-4 16 10,-1 0 0,0 0-1,0 0 1,0 0 0,0 0 0,0 0-1,0-1 1,0 1 0,1 0 0,-1 0-1,0 0 1,0 0 0,0 0-1,0 0 1,0 0 0,0 0 0,1 0-1,-1 0 1,0 0 0,0 0 0,0 0-1,0 0 1,1-1 0,-1 1 0,0 1-1,0-1 1,0 0 0,0 0-1,1 0 1,-1 0 0,0 0 0,0 0-1,0 0 1,0 0 0,0 0 0,1 0-1,-1 0 1,0 0 0,0 0 0,0 0-1,0 0 1,0 1 0,0-1-1,1 0 1,-1 0 0,0 0 0,0 0-1,0 0 1,0 1 0,0-1 0,0 0-1,0 0 1,0 0 0,0 0 0,0 0-1,0 1 1,0-1 0,0 0-1,9 19 535,4 25 412,15 199 2444,-9-66-2573,-6-14-770,-12-93-2604,-1-70 1256,0-15-8065,0-10 3314,0-9-557</inkml:trace>
</inkml:ink>
</file>

<file path=ppt/ink/ink6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29:57.90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334 144 1649,'0'0'7742,"4"-6"-6435,0 3-1064,1-1-1,-1 1 0,0 0 0,1 0 1,0 1-1,-1-1 0,1 1 1,0 0-1,0 0 0,0 1 1,1 0-1,-1-1 0,0 2 1,0-1-1,1 1 0,9 0 0,449-47 3738,286-11-3808,-749 58-145,1 0 0,-1 0 0,1 0 1,-1 0-1,1 0 0,0 0 0,-1 0 0,1 0 1,-1 1-1,1-1 0,-1 1 0,1-1 1,-1 1-1,1 0 0,-1-1 0,1 1 0,-1 0 1,0 0-1,1 0 0,-1 0 0,0 0 1,1 2-1,-1-1 198,0 1 0,0 0 0,-1-1 0,1 1 0,-1 0 0,0-1 0,1 1 0,-1 0 0,-1 0 0,1 3 0,-1 15 924,-1-5-817,0 0 1,0 0 0,-2 0 0,0 0 0,-9 21 0,-2 9 81,-2 30-73,3 0-1,3 1 1,4 0-1,3 114 1,4-185-345,1 0 1,0 0-1,0 0 1,1-1 0,3 12-1,-3-12-23,0 1-1,0-1 0,-1 1 0,0 0 1,1 11-1,-23-17-140,-63 4-114,-137 25 1,109-12 265,-242 25 492,-460-6 0,965-37-383,-70 0-2767,-3 1-7065,-69 0 1703</inkml:trace>
</inkml:ink>
</file>

<file path=ppt/ink/ink6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29:57.90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400 293 3073,'0'0'10192,"12"-21"-8536,38-63-92,-48 80-1401,0 0-1,0 1 1,0-1-1,-1 0 1,0 0 0,1 0-1,-2 0 1,1 0 0,0 0-1,-1 0 1,0-1 0,1 1-1,-2 0 1,1 0 0,0 0-1,-1 0 1,0 0-1,0-1 1,0 1 0,-1 1-1,1-1 1,-1 0 0,0 0-1,0 1 1,0-1 0,-3-3-1,-2-1 18,0 1 0,0 0 0,-1 0 1,0 1-1,0 0 0,-1 0 0,-13-7 0,16 11-168,0-1-1,1 1 1,-1-1 0,0 2-1,0-1 1,0 1 0,-1 0-1,1 0 1,0 0 0,0 1-1,-1 0 1,1 0-1,0 1 1,0 0 0,0 0-1,0 0 1,-1 1 0,2 0-1,-1 0 1,0 0 0,0 1-1,1 0 1,-1 0 0,1 0-1,0 1 1,0 0 0,0 0-1,1 0 1,-1 1 0,1-1-1,0 1 1,0 0 0,1 0-1,-5 7 1,-7 14 71,2 0 0,0 1 1,1 1-1,2 0 0,1 0 0,1 1 0,2 0 0,-5 41 0,4 26 615,7 123-1,3-143-445,-4 1 1,-20 148-1,8-154-332,13-70-56,0-1 71,-1 0 0,1 0 0,0 0 0,0 0 0,0 0 0,-1 0 0,1 0 0,0 0 1,0 0-1,-1 0 0,1 0 0,0 0 0,0 0 0,0 0 0,-1 0 0,1 0 0,0 0 0,0 0 0,-1 0 0,1 0 0,0 0 0,0 0 0,0 0 0,-1 0 0,1 0 1,0-1-1,0 1 0,0 0 0,0 0 0,-1 0 0,1 0 0,0 0 0,0-1 0,0 1 0,0 0 0,0 0 0,-1 0 0,1-1 0,0 1 0,0 0 0,0 0 1,0 0-1,0-1 0,-22-82-12325,4 43 4853</inkml:trace>
</inkml:ink>
</file>

<file path=ppt/ink/ink6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29:57.91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91 7459,'0'0'9093,"142"-29"-7028,-87 22-977,-1 0-224,-7 0-527,7 0-337,-13 1-96,0 1-801,-7-2-1856,-7 1-3378,-21-3-4434</inkml:trace>
</inkml:ink>
</file>

<file path=ppt/ink/ink6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29:57.91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93 9861,'0'0'11066,"4"22"-9548,-2-11-1296,5 23 900,-1 0 0,2 56 0,-8-90-1081,-1 0-1,1-1 0,0 1 0,0 0 1,0 0-1,0-1 0,-1 1 1,1 0-1,0-1 0,0 1 1,0 0-1,-1 0 0,1 0 0,0-1 1,0 1-1,-1 0 0,1 0 1,0 0-1,-1 0 0,1-1 1,0 1-1,-1 0 0,1 0 0,0 0 1,-1 0-1,1 0 0,0 0 1,-1 0-1,1 0 0,0 0 1,-1 0-1,1 0 0,0 0 0,-1 0 1,1 0-1,0 0 0,-1 1 1,1-1-1,0 0 0,0 0 1,-1 0-1,1 0 0,0 1 0,-1-1 1,1 0-1,0 0 0,0 0 1,0 1-1,-1-1 0,1 0 1,0 0-1,0 1 0,0-1 0,-1 0 1,1 1-1,0-1 0,-4-20 116,1-1-1,1 0 0,1 1 1,3-42-1,-2 54-149,1 0 0,0-1-1,1 1 1,0 0-1,0 0 1,0 0 0,1 1-1,1-1 1,-1 0 0,1 1-1,1 0 1,-1 0-1,1 0 1,0 1 0,9-9-1,-13 14-78,1 0 1,0-1-1,0 1 0,0 0 0,0 0 0,0 1 0,0-1 0,0 0 0,0 1 0,0-1 0,0 1 0,1 0 0,-1-1 0,0 1 0,0 0 0,0 0 1,1 1-1,-1-1 0,0 0 0,0 1 0,0-1 0,0 1 0,0 0 0,3 1 0,6 3-1560,0 1 0,-1 0 0,15 12 0,20 11-10248,-19-22 4329</inkml:trace>
</inkml:ink>
</file>

<file path=ppt/ink/ink6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29:57.91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30 115 1601,'0'0'23181,"-5"9"-21962,4-8-1210,-2 4 188,0 0 0,0 1-1,0-1 1,0 1 0,1 0-1,0 0 1,-2 9 0,3-13-161,1 1 1,0 0-1,0-1 0,1 1 1,-1 0-1,0-1 0,1 1 1,0 0-1,-1-1 0,1 1 1,0-1-1,1 1 1,-1-1-1,0 0 0,1 0 1,-1 1-1,1-1 0,-1 0 1,1 0-1,0 0 1,0 0-1,0-1 0,0 1 1,5 2-1,-1 0-40,1 0 0,0-1-1,0 0 1,0 0 0,1 0 0,-1-1 0,1 0 0,-1-1-1,1 1 1,0-2 0,-1 1 0,1-1 0,15-1-1,-21-2-38,0 1-1,0-1 1,0 0-1,0 0 0,0 0 1,-1 0-1,0 0 1,1 0-1,-1 0 1,0 0-1,1-7 0,-2 7-4,2-5 43,0 0-1,-1 1 0,0-1 0,-1 0 0,1 0 1,-2 0-1,1 0 0,-1 0 0,0 0 0,-1 0 1,0 0-1,0 1 0,-1-1 0,1 1 0,-2-1 1,1 1-1,-1 0 0,0 1 0,-1-1 0,1 1 1,-1-1-1,-9-8 0,6 7 45,6 5-52,-1-1 1,0 1-1,1 0 0,-1 1 0,0-1 1,0 0-1,-1 1 0,1 0 0,0-1 0,-8-2 1,10 5-842,2 2-2304,0 0 2498,0-1 0,-1 0 0,1 0 0,0 0 0,0 0 0,0 0 0,0 0 0,0-1 0,0 1 0,0 0 0,0 0 0,0-1 0,0 1 0,0 0 0,0-1 0,0 1 0,1-1 0,1 1 0,16 4-6927</inkml:trace>
</inkml:ink>
</file>

<file path=ppt/ink/ink6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29:57.91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84 0 13974,'0'0'6057,"-7"22"-1712,1-3-3376,-10 33 1823,-16 78 0,25-84-2288,1-20-282,2-1 0,1 1 1,1 0-1,2-1 1,3 44-1,-3-67-281,1 0 0,0 0 0,-1 0 1,1 0-1,0 0 0,0 0 0,0 0 0,0 0 0,0-1 0,1 1 0,-1 0 1,0-1-1,1 1 0,-1-1 0,1 0 0,0 1 0,-1-1 0,1 0 1,0 0-1,0 0 0,0 0 0,-1 0 0,1 0 0,0-1 0,0 1 0,3 0 1,6 1-553,0-1 1,-1 0-1,1-1 1,11-1-1,-6 1-200,-15 0 454,1 0-1,-1 0 1,1 0 0,-1 0 0,0 0-1,1 0 1,-1 0 0,1 0-1,-1-1 1,1 1 0,-1-1 0,0 1-1,1-1 1,-1 0 0,0 1 0,0-1-1,0 0 1,2-1 0,5-18-9580,-3 1-428</inkml:trace>
</inkml:ink>
</file>

<file path=ppt/ink/ink6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29:57.91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29 10149,'0'0'10244,"149"-4"-9555,-95-3-465,0 0-144,-20 5-80,13 0-897,-33-3-2656,6 3-4675</inkml:trace>
</inkml:ink>
</file>

<file path=ppt/ink/ink6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29:57.91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52 95 704,'0'0'5632,"-8"-5"-4487,-23-14-227,29 17-714,1 1 1,0-1 0,0 0 0,0 1 0,0-1 0,0 0 0,0 1-1,1-1 1,-1 0 0,1 0 0,-1 0 0,1 0 0,-1 0 0,1 1 0,0-1-1,0 0 1,0 0 0,0 0 0,0 0 0,1-3 0,-1 4-66,0-1 0,0 1 1,0 0-1,1-1 0,-1 1 1,0-1-1,1 1 0,-1 0 1,1-1-1,-1 1 0,1 0 1,0 0-1,-1-1 0,1 1 1,0 0-1,0 0 0,0 0 1,0 0-1,0 0 0,0 0 1,0 0-1,0 0 0,3-1 1,-2 2-75,1 0 1,0 1-1,0-1 1,-1 0-1,1 1 1,0 0-1,-1 0 1,1-1-1,-1 2 1,1-1-1,-1 0 1,1 0-1,-1 1 1,0-1-1,1 1 1,-1 0-1,0 0 1,0 0-1,0 0 1,-1 0-1,1 0 1,0 0-1,-1 1 1,1-1-1,-1 0 1,0 1-1,0 0 1,0-1-1,1 5 1,4 11 120,-1 0 0,-1 0 0,3 24 0,-7-37-147,1 78 1174,-1-82-1015,8-16-99,2-1-82,0 0 0,1 0 0,0 1 0,2 0 0,-1 1 0,2 1 0,24-20 0,-37 32 10,0 0 1,1 0 0,-1 0-1,1 1 1,-1-1-1,1 0 1,-1 1 0,1-1-1,-1 1 1,1-1-1,0 1 1,-1 0 0,1 0-1,-1-1 1,1 1 0,0 0-1,-1 1 1,1-1-1,0 0 1,-1 0 0,1 1-1,-1-1 1,1 1 0,0-1-1,-1 1 1,1 0-1,-1-1 1,0 1 0,1 0-1,-1 0 1,0 0-1,1 0 1,-1 0 0,0 1-1,0-1 1,0 0 0,0 0-1,0 1 1,0-1-1,0 1 1,-1-1 0,2 3-1,2 6 265,-1 0 0,0 0 0,0 0 1,-1 1-1,1 12 0,2 61 845,-5-48-9502</inkml:trace>
</inkml:ink>
</file>

<file path=ppt/ink/ink6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29:57.91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59 1601,'0'-3'8513,"264"-37"-5021,-174 30-3199,0 4-1,108 7 1,-73 0-61,-111-1-184,-1 0 0,1 1-1,0 1 1,0 0 0,-1 1-1,19 6 1,-28-8 11,0 1-1,0 0 0,0 0 1,-1 0-1,1 0 0,0 1 1,-1-1-1,0 1 0,0 0 1,0 0-1,0 0 0,0 0 1,0 1-1,-1-1 0,0 1 1,1 0-1,-1 0 0,-1-1 1,1 1-1,-1 0 1,1 1-1,-1-1 0,0 0 1,0 8-1,8 62 1011,11 181 468,-20-235-1512,0 44 71,-1 0 0,-19 110 0,-4-67 470,-6-1 1,-50 121-1,-14-4 56,91-215-595,0-1 1,1 1 0,0-1 0,0 1 0,1 0 0,0 0 0,0 0 0,0 10-1,5-17 37,1 1-1,-1-1 0,0 0 1,0-1-1,0 1 0,1-1 1,-1 1-1,0-1 0,0-1 1,7 0-1,0 1 81,14-2 50,0-1 1,0-1-1,0-1 1,31-11-1,31-6-8,100-5-106,246-6-1,-47 7-110,-216 6 64,134-12 1356,-300 32-1456,25-1 1221,-26 1-447,-17 3-666,-12 6-302,6-2-3799,4-5-7285</inkml:trace>
</inkml:ink>
</file>

<file path=ppt/ink/ink6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29:57.91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124 0 3217,'0'0'11998,"-7"21"-8311,7-13-3085,1-1 0,-1 1 0,1 0 0,1-1-1,-1 1 1,4 8 0,-1-7-361,1 0 0,0 0 0,0 0-1,1 0 1,0-1 0,14 14 0,-12-14-169,0 0 0,0-1 0,1-1 0,0 1 0,0-1 0,1-1 0,-1 0 1,12 4-1,87 26 127,-43-16-20,-64-19-154,-1 0 0,1 1 0,-1-1 0,1 0 0,-1 0 0,1 0 0,-1 0 0,0 0 0,1 0 0,-1 0-1,1 1 1,-1-1 0,1 0 0,-1 0 0,0 1 0,1-1 0,-1 0 0,0 1 0,1-1 0,-1 0 0,0 1 0,0-1 0,1 0 0,-1 1 0,0-1 0,0 1 0,1-1 0,-1 0 0,0 1 0,0-1 0,0 1 0,0-1 0,0 1 0,0-1 0,0 0 0,0 1 0,0-1 0,0 1 0,0 0 0,-17 15 382,-34 8-269,47-22-100,-66 28 499,1 4 1,1 2 0,-88 64-1,140-76-40,15-20-5508</inkml:trace>
</inkml:ink>
</file>

<file path=ppt/ink/ink6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29:57.91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0 144 4306,'0'0'5979,"6"-3"-5102,18-12 87,-24 14-903,1 1 0,-1 0 1,1 0-1,-1-1 0,1 1 1,0 0-1,-1 0 1,1 0-1,-1 0 0,1 0 1,0 0-1,-1 0 0,1 0 1,-1 0-1,1 0 1,0 1-1,-1-1 0,1 0 1,-1 0-1,1 0 0,-1 1 1,1-1-1,0 0 1,-1 1-1,0-1 0,1 1 1,-1-1-1,1 0 0,-1 1 1,1-1-1,-1 1 1,0-1-1,1 1 0,-1-1 1,0 1-1,1-1 0,-1 1 1,0 0-1,11 28 1228,-9-20-705,6 10 52,-1 1 0,0 0 0,-2 1 1,-1-1-1,0 1 0,-2 0 1,1 21-1,-3-41-92,-1-2-496,0 0 0,0 1 0,0-1 0,0 0 0,0 1-1,0-1 1,0 0 0,0 0 0,1 0 0,-1 0 0,0 0 0,1 0 0,-1 0 0,0 0-1,1 0 1,-1 0 0,1 0 0,0 0 0,-1 0 0,1 0 0,0-1 0,0 1 0,0 0 0,0 0-1,0 0 1,0-1 0,0 1 0,0-2 0,1-51 21,-1 36 74,2-2-136,1-1 0,1 1 0,1 0 0,0 0 0,2 0 0,14-31 0,6-19-358,-27 69 86,1 1 0,-1-1 0,1 0 0,-1 0 0,1 1 0,0-1 0,-1 0 0,1 1 0,0-1 0,-1 0 0,1 1 0,0-1 0,0 1 0,0 0 0,0-1 0,-1 1 0,1 0 0,0-1 0,0 1 0,0 0 0,0 0 0,0 0 0,0 0 0,0-1 0,0 1 0,0 1 0,2-1 0,28 7-7188,-11 3 2491</inkml:trace>
</inkml:ink>
</file>

<file path=ppt/ink/ink6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29:57.91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1 118 1088,'0'0'9015,"22"0"-6782,12 2-1415,-15-1-80,1 0 0,-1-2 0,36-4 0,-43 3-531,-1-1 0,0 0 0,0-1-1,0 0 1,0-1 0,-1 0 0,0 0 0,0-1 0,0-1 0,-1 0 0,1 0-1,12-14 1,-21 20-145,-1 1-1,1-1 0,0 1 0,-1-1 0,1 0 1,0 0-1,-1 1 0,1-1 0,-1 0 1,0 0-1,1 1 0,-1-1 0,1 0 1,-1 0-1,0 0 0,0 0 0,0 0 0,1 1 1,-1-1-1,0 0 0,0 0 0,0 0 1,0 0-1,0 0 0,-1 0 0,1 0 1,0 0-1,0 1 0,0-1 0,-2-2 1,1 2 11,0 0 1,-1 0 0,1 0 0,-1 0-1,0 1 1,1-1 0,-1 0 0,1 1-1,-1-1 1,0 1 0,0-1 0,1 1 0,-1 0-1,-3 0 1,-6-1 85,0 1 1,0 1-1,-22 3 0,24-1-92,0 0 0,0 0-1,0 1 1,0 0 0,1 0 0,-1 1 0,-14 11 0,20-13-11,-1-1 1,1 1 0,-1 1-1,1-1 1,0 0 0,0 1-1,1-1 1,-1 1 0,1 0-1,0 0 1,0 0 0,0 0-1,0 0 1,1 1 0,0-1-1,0 0 1,0 1 0,-1 6-1,2-9-51,0 1 1,1-1-1,-1 0 0,0 1 0,1-1 0,0 1 0,-1-1 0,1 1 0,0-1 1,0 0-1,0 0 0,0 0 0,1 1 0,-1-1 0,1 0 0,-1 0 0,1-1 1,0 1-1,0 0 0,1 1 0,2 0-40,0 0-1,0 0 1,0-1-1,0 0 1,0 0 0,0 0-1,0-1 1,11 2-1,3 0-939,0-2 0,0 0-1,0-2 1,30-3 0,-38 1-408,0 0 0,0 0 0,0-1 0,0 0 0,15-9 1,14-7-3968</inkml:trace>
</inkml:ink>
</file>

<file path=ppt/ink/ink6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29:57.92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115 1 2801,'0'0'14559,"-4"1"-13017,-3 1-1310,1 1 0,-1 0 0,1 1 0,0-1-1,0 1 1,0 0 0,0 1 0,0-1 0,1 1 0,0 0 0,0 0 0,1 1 0,-1 0-1,1 0 1,0 0 0,1 0 0,0 0 0,0 1 0,0-1 0,0 1 0,1 0 0,1 0 0,-1 0-1,-1 14 1,7-20-229,1 0-1,-1-1 1,0 1-1,0-1 0,0 0 1,0 0-1,1 0 1,-1-1-1,5 0 0,1-5 1,0 1 0,0-1 0,0-1 0,-1 0 0,0 0 0,-1-1-1,1 0 1,-1 0 0,-1-1 0,10-13 0,-1 2-11,-4 3-119,-5 10 1440,-6 27-706,-1 1-537,-1-13-273,1 0-1,0 0 0,0 0 0,1-1 0,0 1 1,4 13-1,-4-19-138,0 0 0,0 1 1,0-1-1,0 0 0,1 0 0,-1-1 1,1 1-1,0 0 0,-1 0 0,1-1 1,0 1-1,0-1 0,0 1 0,0-1 1,0 0-1,0 0 0,1 0 0,-1 0 1,0 0-1,1-1 0,-1 1 0,0-1 1,1 1-1,-1-1 0,0 0 0,5 0 1,13 0-4846,1 0-1005</inkml:trace>
</inkml:ink>
</file>

<file path=ppt/ink/ink6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29:57.92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0 212 5603,'0'0'10794,"6"14"-9652,41 104 1005,-62-179 234,11 34-2385,2-1 0,1 1 0,0-1 0,8-50 0,-6 73-14,1 0 0,0 0-1,0 0 1,0 0-1,0 0 1,1 0-1,0 1 1,0-1 0,1 1-1,-1 0 1,1 0-1,0 0 1,0 1-1,0-1 1,0 1-1,7-4 1,-8 5-149,1-1-1,-1 1 0,1 1 1,0-1-1,0 0 1,0 1-1,0 0 1,0 0-1,0 0 1,0 0-1,0 1 1,1-1-1,-1 1 1,0 0-1,0 1 0,0-1 1,1 1-1,-1-1 1,0 1-1,0 0 1,5 3-1,-6-2-390,-1 0 1,1 1-1,-1 0 0,0-1 0,1 1 1,-1 0-1,0 0 0,-1 0 0,1 1 0,-1-1 1,1 0-1,-1 1 0,1 3 0,6 23-7328</inkml:trace>
</inkml:ink>
</file>

<file path=ppt/ink/ink6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29:57.92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9668,'0'0'9207,"7"18"-7870,15 33-64,-2 1 0,-3 1 1,18 92-1,-21 113-601,-21-217-3164,7-59-6712,0 15 7838,0-29-3889,0-7-228</inkml:trace>
</inkml:ink>
</file>

<file path=ppt/ink/ink7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29:57.92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409 207 4130,'0'0'7795,"4"-4"-6765,1 2-733,0-1 0,0 0 0,1 1 0,-1 0 0,0 0 0,1 1 0,-1 0 0,1 0 0,-1 0 0,10 0 0,71 2 1881,-38 0-1198,31-3 914,151-25 1,78-39-507,-18 5-1152,-230 49-248,1 4 1,0 1 0,111 4-1,-168 4 19,-1-1-1,0 1 0,0-1 0,0 1 0,0 0 1,0 0-1,0 1 0,0-1 0,0 1 1,-1-1-1,1 1 0,0 0 0,-1 0 0,0 0 1,1 0-1,-1 1 0,0-1 0,0 0 1,0 1-1,0 0 0,-1-1 0,1 1 0,-1 0 1,1 0-1,-1 0 0,0 0 0,0 0 1,0 0-1,0 5 0,2 11 161,-1 0 1,-1 0-1,-1-1 0,-1 21 1,-1-3 206,2 696 1152,0-732-1568,-21-20-607,12 13 446,-1 1 0,1 1 0,-1-1 0,0 1 0,-1 1 0,1 0 0,-1 1 0,0 0 0,0 0 0,-16-1 0,-13 0-330,-65 3 0,57 2 348,-86 3-13,-142 22 0,-128 41 293,165-25 78,185-33 5,-442 55 1656,583-71-5347,-15-2-4972,-19 0-1824</inkml:trace>
</inkml:ink>
</file>

<file path=ppt/ink/ink7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29:57.92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3240 1809,'0'0'6747,"15"-4"-5613,18-5 440,0 2 0,49-5 0,403-44 2953,-69 5-3692,215 28-682,2 32 47,-44-1-110,183-27 926,-4 0 169,-69 35-44,5-1-668,63-13 251,592-2-100,-597-26-331,0 0-69,-314 24-126,998-27 18,-330 14-36,-767 17-67,216 23 23,-278-7-27,798 52 405,-247 2-115,-716-58-248,33 4-31,-51-14 2987,-130-24-280,18-5-2727,1 15 0,-1-1 0,1 1 0,1-2 0,0 1 0,0-1 0,1 0 0,1 0 0,-3-13 0,-18-105 0,18 83 0,-3-35 0,0-144 0,8 194 4,-1 0 0,-2 1 0,-10-38-1,-6-34-191,17 61 8,3-60 1,3 72 100,-2 1-1,-1 0 1,-2 0-1,-1 0 1,-7-29 0,5 32 73,1 0 1,1 0 0,1 0-1,1-41 1,-12-101-209,12 44 181,6-139-272,-2 234 300,5-48 31,23-111 1,-22 142-16,-2-1-1,-2 1 1,-2-1 0,-6-60 0,2 4-28,2-208-378,6 210-747,1 11 1028,-7 53-281,0 37 400,-1 36-475,-16-8-2386,0-16-6957,5-11 963</inkml:trace>
</inkml:ink>
</file>

<file path=ppt/ink/ink7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29:57.92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243 1 1008,'0'0'5262,"3"1"-4732,4 1-744,29 10 15080,-48 14-14408,-2-1-1,0 0 0,-2-1 1,-29 35-1,27-39-303,-2 0 0,-25 20 1,-26 26 556,50-40-68,9-11-3827,22-34-2300,13-26-3774,-4 16 3373</inkml:trace>
</inkml:ink>
</file>

<file path=ppt/ink/ink7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29:57.92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1217,'0'0'6851,"5"16"4171,-4-10-10170,1-2-674,-1-1 0,0 1 0,1-1 0,0 1 0,0-1 0,0 0 0,0 0 0,0 0 0,1 0 0,-1 0 0,1-1 0,0 1 0,0-1 0,0 0 0,0 0 1,0 0-1,4 2 0,30 28 518,-30-20-372,-1 0 0,1 0 0,6 21 1,15 30 1401,-24-57-1468,1 0 1,0 0 0,0 0 0,0-1 0,1 1-1,0-1 1,0-1 0,0 1 0,0-1-1,1 0 1,11 5 0,-14-4-577,-8 5-4688,-7 2-3522,3-8 1261</inkml:trace>
</inkml:ink>
</file>

<file path=ppt/ink/ink7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29:57.92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0 178 26980,'3089'-178'0</inkml:trace>
</inkml:ink>
</file>

<file path=ppt/ink/ink7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29:57.92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2228 3650,'0'0'3457,"14"-32"-538,19-63 533,29-29-2685,84-125 0,94-106-511,50-38-170,-107 133-64,-74 101-2,-59 97-9,8-13-3,48-68 362,5-7 178,-86 115-72,-19 30-304,-1-1-1,-1 0 1,1 0 0,-1 0-1,0 0 1,0-1 0,-1 0-1,0 0 1,0 0 0,-1 0-1,0 0 1,2-12 715,-4 20-883,0 0 0,0 0-1,0 1 1,0-1 0,0 0 0,0 0 0,-1 0 0,1 0 0,-1 0 0,1 0 0,0 0 0,-1 0 0,0 0 0,1 0 0,-1 0 0,1 0-1,-1 0 1,0-1 0,0 1 0,0 0 0,1 0 0,-3 1 0,-27 21 8,24-18 8,-31 26-27,-42 47 0,50-47-4,-1-1 1,-53 39 0,66-56 15,-1-1 1,-1-1-1,0 0 0,-1-2 1,0 0-1,-33 9 0,51-17 17,2 1-14,0-2 96,4-5-95,1 0 0,-1 1 1,1-1-1,0 1 0,0 0 1,11-6-1,15-12-2,18-22 24,3 3 0,84-52 0,-112 76 62,-19 12 88,0 2 1,0-1-1,0 0 1,0 1-1,0 0 1,1 0-1,-1 0 1,1 1-1,10-3 1,31-29 805,-34 24-906,-11 9 1,0-1 0,-1 0 0,1 1 0,0-1 1,1 1-1,-1 0 0,0 0 0,0 0 0,1 0 0,-1 0 0,0 0 0,1 0 0,-1 1 0,4-1 0,-6 33 1116,-1 15-541,-11 86-1,5-53-771,6-45-7670,0-24 1222,-5-1-2948</inkml:trace>
</inkml:ink>
</file>

<file path=ppt/ink/ink7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29:57.92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34 5 496,'0'0'5536,"1"-4"-4258,3 15 4112,0 35-2436,1 62-88,-6 68-324,7 318-249,-4-372-1818,-23 214-1,13-153 75,4-31-425,-11 355 1431,8-365-1059,7-110-449,0-21-128,0-24-418,3-71-3704,1-5-6148,-4 36 955</inkml:trace>
</inkml:ink>
</file>

<file path=ppt/ink/ink7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29:57.93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47 181 304,'0'0'2206,"-4"0"-1928,-25 0 15,28 0-194,-11 0 6992,41-2 2443,15-6-5629,25-2-3068,290-18 377,-110 6-1128,79 21-119,-20 1-39,-168-12 62,88-2 18,528-11 85,-466-7-7,-133 12-70,-148 18-1080,-23-1-721,-29 1-3509,-2 2-1773</inkml:trace>
</inkml:ink>
</file>

<file path=ppt/ink/ink7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29:57.93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 26 192,'0'0'21338,"0"-5"-19487,0 2-1471,0 3-302,-1-1 0,1 0 0,0 1 0,0-1 0,0 1 0,0-1 0,0 1 0,0-1 0,0 1 0,0-1 0,0 1 0,0-1 0,0 0 0,0 1 0,1-1 0,-1 1 0,0-1 0,0 1 0,0-1 0,1 1 0,-1-1 0,0 1 0,1 0 0,-1-1 0,0 1 0,1-1 0,-1 1 0,1 0 0,-1-1 0,0 1 0,1 0 0,-1-1 0,1 1 0,-1 0 0,1 0 0,-1-1 0,1 1 0,-1 0 0,1 0 0,-1 0 0,1 0 0,0 0 0,-1 0 0,1 0 0,7 27-4386,6-7-4411,-7-13 1774</inkml:trace>
</inkml:ink>
</file>

<file path=ppt/ink/ink7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29:57.93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27 1 6819,'0'0'13574,"-1"8"-11658,-3 27-286,3-26 1150,1-14-2103,-1-9-1952,-6 10-5429,1 4 869,-1-2-2321</inkml:trace>
</inkml:ink>
</file>

<file path=ppt/ink/ink7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29:57.93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224 8 2945,'0'0'10597,"-12"-2"-8860,4 0-1441,-1 1 0,0-1 0,0 2 1,0-1-1,0 1 0,0 1 0,0-1 0,0 1 0,0 1 0,0 0 0,0 0 1,1 1-1,-13 5 0,3 1 316,-20 12 164,36-20-762,1 0 0,-1 0 0,1 1 0,0-1 0,-1 0 0,1 0 0,0 1 0,0-1 0,0 0 0,0 1 0,0-1 0,0 1 0,1-1-1,-1 1 1,0 0 0,1-1 0,-1 1 0,1 0 0,-1 2 0,1-3-16,1 0 0,-1 0 0,1 0 0,-1 0 0,0-1 0,1 1 0,0 0 0,-1 0 0,1-1 0,-1 1 0,1 0 0,0-1 0,-1 1 0,1 0 0,0-1 0,0 1 0,0-1 0,-1 1 0,1-1 0,0 0 0,0 1 0,0-1 1,0 0-1,0 0 0,0 0 0,0 1 0,1-1 0,34 4-38,-25-3 5,3 1-41,41 6-434,-51-8 452,-1 1 0,1 0 0,-1 0 1,1 0-1,-1 0 0,0 1 0,1-1 0,-1 1 0,0 0 0,0 0 0,4 3 0,-7-4 59,1 0 1,-1-1-1,1 1 1,-1 0-1,1 0 1,-1 0-1,1 0 0,-1-1 1,0 1-1,1 0 1,-1 0-1,0 0 1,0 0-1,0 0 0,0 0 1,0 0-1,0 0 1,0 0-1,0-1 1,0 1-1,0 0 0,0 0 1,-1 0-1,1 0 1,0 0-1,-1 0 1,1-1-1,-1 1 0,1 0 1,-1 0-1,1 0 1,-1-1-1,1 1 0,-1 0 1,0-1-1,1 1 1,-1-1-1,0 1 1,0-1-1,1 1 0,-3 0 1,-38 20 533,32-17-386,-49 26 648,37-17-8754,38-27 2557,3-9-1088</inkml:trace>
</inkml:ink>
</file>

<file path=ppt/ink/ink7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29:57.93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190 0 4402,'0'0'12416,"-11"25"-8873,-3 6-2659,-49 123 2448,56-132-2681,-14 37 835,-24 118 0,44-164-239,-1 3-9015,2-16 7489,0 1 1,0-1-1,-1 0 1,1 1-1,0-1 1,0 0 0,-1 0-1,1 0 1,0 1-1,0-1 1,-1 0-1,1 0 1,0 0-1,-1 1 1,1-1-1,0 0 1,-1 0-1,1 0 1,0 0-1,-1 0 1,1 0-1,0 0 1,-1 0-1,1 0 1,0 0-1,-1 0 1,1 0 0,0 0-1,-1 0 1,1 0-1,-1 0 1,1 0-1,0 0 1,0-1-1,-1 1 1,1 0-1,0 0 1,-1-1-1,-13-8-8394</inkml:trace>
</inkml:ink>
</file>

<file path=ppt/ink/ink7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29:57.93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50 7796,'0'0'10303,"24"-7"-9377,9-3-621,-5 0 260,55-10 0,-35 17 1596,-47 49-1129,-1-45-1062,-1 1-1,1 0 1,0-1-1,0 1 1,0 0-1,1 0 1,-1-1-1,0 1 1,1 0-1,-1-1 0,1 1 1,-1 0-1,1-1 1,0 1-1,-1-1 1,1 1-1,0-1 1,0 1-1,0-1 1,1 0-1,-1 1 0,1 0 1,0-2-17,0 1 0,0-1 1,0 0-1,0 0 0,0 0 1,0 0-1,0 0 0,-1-1 1,1 1-1,0 0 0,0-1 0,0 1 1,0-1-1,-1 0 0,1 0 1,0 0-1,-1 0 0,1 0 0,-1 0 1,1 0-1,-1 0 0,2-2 1,76-66-296,-72 70 5089,5 18-3177,5 5-1772,-9-21-295,1 0 0,-1-1 1,0 0-1,1-1 0,0 1 1,-1-2-1,1 1 0,-1-1 0,1-1 1,12-1-1,10 0-2899,-19 2 1097,0-1 0,0-1-1,0 0 1,18-6 0,-2-1-4035</inkml:trace>
</inkml:ink>
</file>

<file path=ppt/ink/ink7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29:57.93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170 251 3858,'0'0'14700,"-9"-1"-12198,3-1-2194,2 1-53,-1 0 0,1 0 0,-1 0 0,1 0 0,-1 1 0,1 0 0,-1 0 0,1 0-1,-1 1 1,1-1 0,-1 1 0,1 0 0,-1 0 0,1 1 0,0-1 0,-1 1 0,1 0 0,-4 3 0,3-2-49,1-1-93,-1 1 0,1-1-1,0 1 1,1 0 0,-1 0 0,0 0 0,1 0 0,0 0 0,0 1 0,0 0 0,0 0-1,0-1 1,1 2 0,0-1 0,0 0 0,0 0 0,0 1 0,0-1 0,1 1-1,0-1 1,-1 6 0,3-9-111,-1 0-1,1-1 1,-1 1 0,1 0-1,0-1 1,-1 1 0,1-1-1,0 1 1,-1-1-1,1 1 1,0-1 0,-1 0-1,1 1 1,0-1-1,0 0 1,0 1 0,-1-1-1,1 0 1,0 0-1,0 0 1,0 0 0,0 0-1,-1 0 1,1 0 0,2 0-1,30 0-7,-25-1 5,3 0-56,0 0 1,0-1 0,-1 0-1,1-1 1,-1 0-1,0-1 1,0 0-1,0 0 1,14-10-1,6-4-422,45-37 0,-53 37 198,-1 0 1,-1-1 0,-1-2 0,-1 1 0,0-2 0,-2-1 0,0 0 0,21-43-1,-37 66 307,0 0 0,-1 0-1,1 1 1,-1-1 0,1 0-1,0 0 1,-1 0 0,1 1-1,0-1 1,-1 0-1,1 0 1,-1 0 0,1 0-1,-1 0 1,1 0 0,0 0-1,-1 0 1,1 0 0,-1 0-1,1 0 1,-1 0-1,1 0 1,0 0 0,-1 0-1,1-1 1,-1 1 0,1 0-1,0 0 1,-1 0 0,1-1-1,0 1 1,-1 0-1,1 0 1,0-1 0,-1 1-1,1 0 1,0-1 0,-1 1-1,1 0 1,0-1 0,0 1-1,0 0 1,-1-1-1,1 1 1,0-1 0,0 1-1,0-1 1,0 1 0,0 0-1,0-1 1,0 1 0,0-1-1,0 1 1,0-1-1,0 1 1,0 0 0,0-1-1,0 1 1,0-1 0,0 1-1,0 0 1,1-1 0,-1 1-1,0-1 1,0 1-1,1-1 1,-34 20 828,17-5-557,1 0-1,1 2 1,0 0-1,-18 28 1,26-34-233,1-1 0,0 1 0,0 0 0,1 0 0,0 0 0,1 1 0,0 0 1,0-1-1,1 1 0,0 19 0,1-27-61,1 0 0,0 0 0,0 1 0,1-1 0,-1 0 0,0 0 0,1 0 0,0 0 0,0 0 0,0 0 0,0 0 0,1 0 0,-1 0 0,1 0 0,-1 0 0,1-1 0,0 1 0,3 2 0,-2-2-10,1-1 1,1 0-1,-1 1 0,0-2 1,0 1-1,1 0 0,-1-1 1,1 0-1,0 0 0,-1 0 1,1-1-1,5 1 1,10 1-159,-1-1 1,1-1-1,-1-1 1,38-6-1,-49 5 113,0 0-1,0 0 1,-1-1-1,1 0 1,-1 0 0,1-1-1,-1 1 1,0-2-1,-1 1 1,1-1 0,-1 0-1,0-1 1,0 1-1,8-12 1,-13 17 56,0-1-1,0 0 1,0 0 0,-1 0 0,1 0-1,0 0 1,-1 0 0,1 0 0,-1 0-1,1 0 1,-1 0 0,0-1-1,1 1 1,-1 0 0,0 0 0,0 0-1,0-1 1,0 1 0,0 0 0,0 0-1,0 0 1,0-1 0,0 1 0,-1-1-1,0 1 8,1 0-1,-1 0 0,0 0 1,0 1-1,0-1 0,0 0 1,0 0-1,0 1 0,0-1 1,0 1-1,0-1 0,0 1 1,0-1-1,0 1 0,0 0 1,0 0-1,-1-1 0,1 1 1,-2 0-1,0 0 7,-1 0 0,1 0 0,0 0 0,0 0 1,-1 1-1,1-1 0,0 1 0,0 0 0,0 0 0,0 0 0,0 0 0,0 1 1,0-1-1,0 1 0,0 0 0,0 0 0,-2 2 0,3-2-33,0 1 0,0-1 0,1 1-1,-1 0 1,1-1 0,-1 1 0,1 0 0,0 0 0,0 0-1,0 0 1,0 0 0,1 0 0,-1 0 0,1 0 0,0 0 0,0 0-1,0 0 1,0 0 0,0 0 0,1 0 0,-1 0 0,1 0-1,0 0 1,0 0 0,0 0 0,3 5 0,-2-5-151,1 0 1,-1 0-1,1 0 1,0-1-1,0 1 1,0-1-1,0 0 1,0 1-1,0-2 1,1 1-1,-1 0 1,1-1 0,-1 1-1,1-1 1,0 0-1,-1 0 1,1 0-1,0-1 1,0 1-1,7-1 1,1 0-190,-2 0-122,-1 0 0,1 0 1,0-1-1,13-3 0,-20 3 423,0 0 0,0-1 0,0 1 0,1-1 0,-1 1-1,-1-1 1,1 0 0,0 0 0,0 0 0,-1-1 0,1 1 0,-1 0-1,0-1 1,1 0 0,-1 0 0,2-3 0,5-12-376,-3 10 5815,6 21-2382,-11-11-3124,1-1 105,1 1 1,0-1-1,-1 0 0,1 0 1,0 0-1,0 0 0,0 0 1,-1-1-1,1 1 1,0-1-1,0 0 0,0 0 1,0 0-1,0 0 0,5-1 1,-4 1-34,0 0 1,0-1-1,1 0 1,-1 1-1,0-1 1,0-1-1,0 1 0,0-1 1,0 1-1,5-4 1,-9 5 80,1-1 0,-1 1 0,0-1 0,0 1 0,1-1 0,-1 1 0,0-1 0,1 1 0,-1-1 0,0 1 0,1 0 0,-1-1 0,1 1 0,-1 0 0,0-1 0,1 1 0,-1 0 0,1 0 0,-1-1 0,1 1 0,-1 0 0,1 0 1,-1 0-1,1 0 0,-1-1 0,1 1 0,-1 0 0,1 0 0,0 0 0,-1 0 0,1 0 0,-1 1 0,2-1 0,-3 19 2030,1 13-2421,1-31 156,0 1 1,0 0-1,0-1 0,0 1 1,1-1-1,-1 1 0,0-1 1,1 0-1,-1 0 0,1 1 1,-1-1-1,1 0 1,0 0-1,-1-1 0,1 1 1,0 0-1,0 0 0,0-1 1,-1 1-1,1-1 1,0 0-1,0 1 0,0-1 1,0 0-1,3-1 0,53-1-6666,-57 2 6757,44-10-5609,2-10-2533</inkml:trace>
</inkml:ink>
</file>

<file path=ppt/ink/ink7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29:57.93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105 0 9332,'0'0'17024,"-15"22"-15186,-45 72-432,56-87-1274,0 0-1,1 0 0,-1 0 1,2 1-1,-1-1 1,1 1-1,0 0 0,0-1 1,1 1-1,0 0 1,0 0-1,1 0 0,0 0 1,1 8-1,0 12-176,0-27 6,-1-1 0,0 1-1,1 0 1,-1-1 0,1 1-1,-1 0 1,1-1 0,-1 1-1,1 0 1,-1-1 0,1 1-1,-1-1 1,1 1 0,0-1-1,-1 1 1,1-1 0,0 1 0,0-1-1,-1 0 1,1 0 0,0 1-1,0-1 1,0 0 0,-1 0-1,1 0 1,0 0 0,0 0-1,0 0 1,0 0 0,0 0-1,37 0-2574,-28 0 1090,-7 0 1048,0 0 0,-1 0 0,1 0-1,0 0 1,-1-1 0,1 1 0,0-1 0,-1 1-1,1-1 1,-1 0 0,1 0 0,-1 0-1,1 0 1,-1-1 0,3-1 0,4-12-6981</inkml:trace>
</inkml:ink>
</file>

<file path=ppt/ink/ink7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29:57.93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12310,'0'0'4834,"129"0"-4834,-88 0-576,-14 0-5843</inkml:trace>
</inkml:ink>
</file>

<file path=ppt/ink/ink7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29:57.93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285 51 3890,'0'0'11829,"5"-10"-9892,-3 7-1739,-1 0 0,1 0-1,-1-1 1,0 1 0,0-1 0,0 1-1,0-1 1,0-3 0,-1 7-165,0-1 1,0 1-1,0 0 0,0 0 1,0-1-1,0 1 0,-1 0 1,1-1-1,0 1 1,0 0-1,0 0 0,0-1 1,-1 1-1,1 0 0,0 0 1,0 0-1,0-1 1,-1 1-1,1 0 0,0 0 1,0 0-1,-1 0 0,1-1 1,0 1-1,0 0 1,-1 0-1,1 0 0,0 0 1,-1 0-1,1 0 0,0 0 1,0 0-1,-1 0 1,1 0-1,0 0 0,-1 0 1,1 0-1,0 0 0,-1 0 1,-27 12 1360,0 4-706,0 1 0,1 2 1,1 0-1,1 2 0,0 1 1,2 0-1,-30 39 0,49-54-656,0 1 0,0 0-1,1 0 1,0 0-1,0 0 1,1 0 0,0 1-1,0-1 1,1 1-1,0-1 1,1 1 0,1 15-1,-1-22-30,0 0 0,0 0 0,0 0-1,1 0 1,-1 0 0,1 0 0,0 0-1,-1 0 1,1 0 0,0 0 0,0-1 0,0 1-1,0 0 1,0 0 0,0-1 0,1 1-1,-1-1 1,1 1 0,-1-1 0,1 0 0,2 2-1,1 0 3,0 0 0,0-1 0,0 0-1,0 0 1,1 0 0,-1-1-1,11 2 1,2-1-10,0-1 0,0 0 0,34-4 0,-43 1-350,0 0 1,-1 0-1,1 0 0,-1-1 1,0 0-1,8-5 1,21-17-9271,-23 14 780</inkml:trace>
</inkml:ink>
</file>

<file path=ppt/ink/ink7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29:57.94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 1 12102,'0'0'14598,"-13"47"-13813,13-29-465,0-2-288,0-5-32,0-2-96,0 0-1041,0-7-944</inkml:trace>
</inkml:ink>
</file>

<file path=ppt/ink/ink7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29:57.94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3986,'0'0'17064,"0"93"-17064,0-64-417,0 1-1423,7-3-1730,0-5-1873,-7-1-2272</inkml:trace>
</inkml:ink>
</file>

<file path=ppt/ink/ink7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29:57.94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 1 9780,'0'0'14436,"0"8"-13358,-1-6-1049,1 0-1,0 0 0,-1 0 1,1 0-1,0 0 1,0 0-1,1 0 0,-1 0 1,0 0-1,1 0 1,-1 0-1,1 0 0,0 0 1,-1-1-1,1 1 1,0 0-1,0 0 0,0-1 1,0 1-1,0 0 1,1-1-1,-1 1 0,1-1 1,-1 0-1,1 1 1,-1-1-1,1 0 0,-1 0 1,1 0-1,0 0 1,0 0-1,0-1 0,-1 1 1,1 0-1,0-1 1,0 1-1,0-1 0,0 0 1,0 0-1,0 1 1,0-1-1,0-1 0,0 1 1,4-1-1,-1 1-87,-1 0-1,1 0 1,-1 0 0,1-1-1,-1 0 1,1 0 0,-1 0-1,1 0 1,-1-1 0,0 0-1,0 0 1,0 0 0,0 0-1,0-1 1,0 1 0,0-1-1,-1 0 1,0 0 0,1 0-1,-1-1 1,0 1 0,0-1-1,-1 0 1,3-5 0,-4 9 75,-1 0 0,0 0 0,0-1 0,1 1 0,-1 0 0,0 0 0,1 0 0,-1-1 0,0 1 0,1 0-1,-1 0 1,0 0 0,1 0 0,-1 0 0,0 0 0,1 0 0,-1 0 0,0 0 0,1-1 0,-1 2 0,0-1 0,1 0 0,-1 0 0,1 0 0,-1 0 0,0 0 0,1 0 0,-1 0 0,0 0 0,1 0 0,-1 1 0,0-1 0,1 0 0,-1 0 0,1 1 0,20 12-958,15 7-4494,-11-15 124,-3-3-2163</inkml:trace>
</inkml:ink>
</file>

<file path=ppt/ink/ink7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29:57.94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150 422 6211,'0'0'15383,"-12"-6"-13684,8 3-1543,-4-2 126,0 0-1,0 1 1,0 0 0,-12-3 0,18 6-229,-1 0 1,1 0-1,0 1 1,0-1-1,0 1 1,-1 0-1,1 0 1,0-1-1,-1 1 1,1 1-1,0-1 1,0 0-1,-1 1 1,1-1-1,0 1 1,0-1-1,0 1 1,-1 0-1,1 0 1,0 0-1,0 0 1,1 1-1,-1-1 1,0 0 0,0 1-1,1 0 1,-3 1-1,1 2-18,0-1-1,1 1 1,0 0-1,0-1 1,0 1-1,0 0 1,1 0-1,0 0 1,0 0-1,0 1 1,0-1-1,1 0 1,0 0-1,1 6 1,-1-10-38,1 0 1,0 0 0,0-1 0,0 1 0,0 0-1,0-1 1,0 1 0,0 0 0,0-1 0,0 1-1,0-1 1,0 0 0,0 1 0,0-1-1,1 0 1,-1 0 0,0 0 0,0 0 0,0 0-1,0 0 1,1 0 0,-1 0 0,0 0 0,0 0-1,2-1 1,0 1-2,5-1-49,-1 0 0,1-1-1,-1 1 1,1-2 0,-1 1-1,0-1 1,0 0 0,0 0 0,-1-1-1,1 0 1,-1 0 0,1 0-1,9-11 1,9-9-528,38-45-1,-48 51 432,18-22-237,-2-1 0,-2-1 0,-2-2 0,41-88 0,-59 105 1375,-9 27-946,0 0-1,0-1 1,0 1-1,0 0 1,0 0-1,-1 0 1,1 0-1,0 0 0,0 0 1,0 0-1,0-1 1,0 1-1,0 0 1,0 0-1,-1 0 1,1 0-1,0 0 1,0 0-1,0 0 1,0 0-1,0 0 1,-1 0-1,1 0 1,0 0-1,0 0 1,0 0-1,0 0 1,0 0-1,-1 0 1,1 0-1,0 0 1,0 0-1,0 0 1,0 0-1,0 0 1,-1 0-1,1 0 1,0 0-1,0 0 1,0 0-1,0 0 1,0 1-1,0-1 1,-1 0-1,1 0 1,0 0-1,0 0 1,0 0-1,0 0 1,0 0-1,0 1 1,0-1-1,0 0 1,0 0-1,0 0 0,0 0 1,-1 0-1,1 1 1,0-1-1,0 0 1,0 0-1,0 0 1,0 0-1,0 0 1,0 1-1,-27 40 2274,18-22-1981,0 0 1,2 1-1,0-1 1,1 2-1,1-1 1,1 0-1,1 1 1,0 0 0,2 36-1,0-49-302,1-1 0,1 0-1,-1 1 1,1-1 0,1 1 0,-1-1 0,1 0-1,5 14 1,-5-19-139,-1 0 0,1 1 0,-1-1 0,1 0 0,0 0 0,0 0 0,0 0 0,0 0 0,0-1 0,0 1 0,3 1 0,-1-1-443,0 0 0,0-1 1,0 0-1,0 1 0,0-1 0,0 0 0,0-1 0,7 1 0,15-1-5230,-18 0 2252,6 0-5065</inkml:trace>
</inkml:ink>
</file>

<file path=ppt/ink/ink7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29:57.94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11397,'0'0'16584,"48"29"-16184,-28-20-288,1-2-112,-1-3-96,0-1-1009,7-3-799,-6 0-1058,-1 0-2032,-7 0-3474</inkml:trace>
</inkml:ink>
</file>

<file path=ppt/ink/ink7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29:57.94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287 0 5186,'0'0'19687,"-5"22"-17772,-4 21-1125,-52 262 3268,59-291-4032,-2 0 1,1 0 0,-1 0-1,-1 0 1,-1-1 0,0 0-1,-1 0 1,0-1 0,-10 14-1,14-21-121,-1 0-1,0 0 0,-1 0 0,1 0 1,-1-1-1,0 0 0,0 0 1,-1 0-1,1-1 0,-1 1 1,0-1-1,0-1 0,0 1 1,0-1-1,0 0 0,0 0 1,-1-1-1,1 0 0,-1 0 1,1 0-1,-1-1 0,-9 0 1,16 0 19,-1-1 0,1 1 0,-1 0 0,1 0 0,-1 0 0,0 0 0,1 0 1,-1-1-1,1 1 0,-1 0 0,1 0 0,-1-1 0,1 1 0,-1 0 1,1-1-1,0 1 0,-1-1 0,1 1 0,-1 0 0,1-1 0,0 1 0,-1-1 1,1 1-1,0-1 0,0 1 0,-1-1 0,1 0 0,0 1 0,0-1 0,0 1 1,0-1-1,-1 1 0,1-1 0,0 0 0,0 1 0,0-1 0,0 1 0,1-1 1,-1 1-1,0-1 0,0 0 0,0 1 0,0-1 0,1 0 0,-3-19-7821</inkml:trace>
</inkml:ink>
</file>

<file path=ppt/ink/ink7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29:57.94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89 359 256,'0'0'3388,"-22"5"2858,-45-5-2991,96-17-286,94-12-1463,2 6 0,164-10 1,256 18-946,-393 10 763,239-36 1,40-6-578,-355 40-601,-1-3 0,91-25 0,-15 3-109,-82 19 168,77-12-356,-50 18 3007,-27-2-2004,-56 3-3374,-46 3-2824,5 2-1038,-5-4-3325</inkml:trace>
</inkml:ink>
</file>

<file path=ppt/ink/ink7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29:57.94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322 30 2001,'0'0'5589,"0"-5"-4978,0-14 232,0 14 825,-2 9 2237,-3 15-2187,-7 202 4902,-34 110-3907,42-308-2478,-75 325 1864,66-295-1784,-3 10 181,4 0 0,3 1 1,-3 117-1,9-133-314,-2 0 1,-2 0-1,-14 49 1,-10 68 517,29-129-519,3 53 0,0-64-89,0-1-1,-1 0 0,-2 0 0,0 0 0,-9 37 1,-8 39 31,12-53-121,4-21-2,1 0 0,4 51 0,0-18 0,-2-57-52,0 0-1,0 0 1,0 0 0,1 0-1,-1 0 1,1 0 0,0-1-1,-1 1 1,1 0 0,0 0-1,0 0 1,0-1-1,0 1 1,1-1 0,-1 1-1,0-1 1,1 1 0,1 1-1,13 4-8012,-9-7 1022</inkml:trace>
</inkml:ink>
</file>

<file path=ppt/ink/ink7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29:57.94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2347 3858,'0'0'7096,"9"-22"-4908,145-211 1725,100-102-2917,96-138-1359,-255 325 367,227-320 158,-302 443-50,-1-2 0,-1 0 0,-2 0 0,0-2 0,20-53 0,-17 37 35,2 1-1,2 1 1,2 1 0,1 1-1,3 1 1,42-45 0,-63 69 2199,-9 16-2245,1 0 1,0-1-1,0 1 1,-1 0-1,1-1 1,0 1-1,-1 0 1,1-1-1,0 1 1,-1 0 0,1-1-1,0 1 1,-1 0-1,1 0 1,0-1-1,-1 1 1,1 0-1,-1 0 1,1 0-1,-1 0 1,1 0-1,0 0 1,-1-1 0,1 1-1,-1 0 1,1 0-1,-1 0 1,1 0-1,-2 1 1,1-1 87,-39 5 860,-17 27-1018,-92 69 0,-22 13 40,164-110-59,-9 5-14,11-7 19,7-5 31,24-21-57,1 1 0,0 1 0,2 2 0,41-23 0,24-17-2,-44 24 2,136-88-1,-186 124 35,1 0 1,-1 0-1,0-1 0,1 1 0,-1 0 1,1 0-1,-1 0 0,1-1 1,-1 1-1,1 0 0,-1 0 1,1 0-1,-1 0 0,1 0 0,-1 0 1,1 0-1,-1 0 0,1 0 1,-1 0-1,0 0 0,1 0 0,-1 1 1,1-1-1,-1 0 0,1 0 1,-1 0-1,1 1 0,-1-1 0,0 0 1,1 0-1,-1 1 0,1-1 1,-1 0-1,0 1 0,1-1 0,-1 1 1,8 25 642,-9 48 281,0-51-541,1 14 45,-1-20-236,0 0 1,1 0-1,1 1 0,0-1 0,1 0 0,1 0 0,1 0 0,0-1 0,2 1 1,8 19-1,1-8 30,-11-20-229,-1 0 0,2-1 0,-1 1 0,1-1 0,0 0 0,1 0 0,-1-1 0,1 0 0,11 9 0,-17-13-231</inkml:trace>
</inkml:ink>
</file>

<file path=ppt/ink/ink7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29:57.94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61 16,'0'0'7438,"9"-9"-5405,1-2-1371,-5 5-136,0 1 1,0-1-1,0 2 1,1-1-1,9-6 0,-15 11-404,1-1 0,-1 1-1,1 0 1,-1 0-1,1-1 1,-1 1 0,1 0-1,-1 0 1,1-1-1,-1 1 1,1 0-1,-1 0 1,1 0 0,-1 0-1,1 0 1,-1 0-1,1 0 1,-1 0 0,1 0-1,0 0 1,-1 0-1,1 0 1,-1 0-1,1 0 1,-1 1 0,1-1-1,-1 0 1,1 0-1,-1 1 1,1-1 0,-1 0-1,0 1 1,1-1-1,-1 0 1,1 1-1,-1-1 1,0 1 0,1-1-1,-1 0 1,0 1-1,1-1 1,-1 1-1,0 0 1,8 26 522,-8-27-587,23 199 3669,-5-37-1993,44 316 1227,-31-219-2292,-24-194-373,-3 0 1,-8 124-1,1-170-224,0 1-1,-2-1 1,-7 19 0,-3 13-37,10-30-624,6-64-10313,-12 2 3169</inkml:trace>
</inkml:ink>
</file>

<file path=ppt/ink/ink7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29:57.95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41 397 592,'0'0'3533,"0"3"-3567,0-4-578,0-7 345,4-15 3357,18 21 802,-6 2-4081,535-29 4308,-3-33-4538,-510 58 507,580-88-586,-118 17 622,53-16 2040,-531 84-1499,-3 1 2182,-17 10-1809,-10 8-954,-11 13 172,2 1-1,1 0 1,1 1-1,1 0 1,2 2-1,1-1 1,1 1-1,1 1 1,2 0 0,-4 31-1,-2 46 510,2 167-1,9-130-350,-1 11 41,-10 154 750,-12 86 158,11-117-683,6 48 1055,9-275-1517,-48-51 265,-577-16-838,-11 24 3,5 45 331,467-37-11,-218-7 0,313-9 67,-79 16 893,146-16-779,8-18 236,13 15-539,-11 3-2983,3 1-7461,-6-1 3941</inkml:trace>
</inkml:ink>
</file>

<file path=ppt/ink/ink7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29:57.95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2 455 112,'0'0'1550,"-1"3"-846,0 10 369,1-13-816,1 0 0,-1 1 0,0-1 1,0 1-1,1-1 0,-1 0 0,0 1 0,1-1 0,-1 1 0,1-1 0,-1 0 0,0 0 0,1 1 0,-1-1 0,1 0 0,-1 0 0,1 1 0,-1-1 0,1 0 0,-1 0 0,1 0 0,-1 0 0,1 0 0,-1 0 0,2 0 0,19-2 5608,-5-2-6246,-16 4 329,326-74 3335,431-58-3071,-71 1-318,-153 26 1436,-463 93 1573,138-4 0,-260 18-443,-2 4-6810,10-1-1753,5-2-1066</inkml:trace>
</inkml:ink>
</file>

<file path=ppt/ink/ink7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29:57.95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 23 2081,'0'0'10509,"4"-3"-8482,25-16 1193,-36 23 3145,3-1-6219,0-1 1,1 1-1,0 0 0,0 0 1,0 0-1,0 0 0,0 0 1,1 1-1,-3 3 0,25-20-47,-19 12-168,1-1-1,-1 1 1,0 0 0,1 0 0,-1 0-1,0 0 1,1 0 0,0 0 0,-1 1 0,1-1-1,-1 0 1,1 1 0,0-1 0,-1 1-1,1 0 1,0 0 0,2-1 0,-3 2-188,-1 0 1,1-1-1,-1 1 1,1 0-1,-1 0 1,1-1 0,-1 1-1,1 0 1,-1 0-1,0 0 1,1 0-1,-1 0 1,0 0-1,0 0 1,0-1 0,0 1-1,0 0 1,0 0-1,0 0 1,0 0-1,0 0 1,0 0-1,0 0 1,-1 0 0,1 0-1,0 0 1,-1-1-1,1 1 1,0 0-1,-1 0 1,0 1-1,-10 18-7266</inkml:trace>
</inkml:ink>
</file>

<file path=ppt/ink/ink7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29:57.95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21 10229,'0'0'17250,"21"-9"-17082,25-3-485,-45 12 189,-15 5-4463,10-3 806</inkml:trace>
</inkml:ink>
</file>

<file path=ppt/ink/ink7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29:57.95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286 0 10645,'0'0'11136,"-23"4"-8607,-78 16-1363,93-17-998,-1 0 0,1 1 0,0 0 0,0 0 0,1 1 0,-1 0 0,1 0 0,0 1 0,0 0 0,1 0 0,-1 1 0,-6 10 0,-1-1 33,-20 30 277,33-43-468,-1-1 0,1 1 0,0-1 0,0 1 0,0-1 0,0 1 0,0 0 0,1-1 0,-1 1 0,1 0 0,0 0 0,0 0 0,0-1 1,0 1-1,0 0 0,1 0 0,0 4 0,1-6-25,1 1 0,-1-1 1,1 0-1,0 1 1,-1-1-1,1 0 0,0-1 1,0 1-1,0 0 0,0-1 1,-1 0-1,1 0 0,0 0 1,0 0-1,0 0 1,4-1-1,2 1-115,-2 0 9,0 1 1,-1 0-1,1 0 0,0 0 1,-1 1-1,1 0 0,0 0 1,7 4-1,-12-4 73,1-1 0,-1 0 0,0 1 0,0 0 0,0-1 0,0 1 1,0 0-1,0 0 0,-1 0 0,1 0 0,0 0 0,-1 1 0,0-1 0,0 0 0,1 1 0,-1-1 0,-1 1 1,1-1-1,0 1 0,-1 0 0,1-1 0,-1 1 0,0-1 0,0 4 0,0-2 44,-1 0 0,1 1 0,-1-1 0,-1 0 0,1 0 1,-1 0-1,1 0 0,-1 0 0,0 0 0,0 0 0,-1-1 0,1 1 0,-1-1 0,0 0 0,0 0 0,0 0 0,-5 4 0,-10 8 48,-1-2-1,-24 14 1,8-6-2,103-98-16573,-29 33 7375</inkml:trace>
</inkml:ink>
</file>

<file path=ppt/ink/ink7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29:57.95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190 0 4610,'0'0'17400,"-40"120"-15399,13-62-208,-7 3-256,0-4-497,7-7-512,13-12-320,1-6-192,13-12-16,0-4-480,0-10-832,0-3-1074,6-3-1455</inkml:trace>
</inkml:ink>
</file>

<file path=ppt/ink/ink7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29:57.95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97 6867,'0'0'9394,"25"-7"-7471,-1 0-1598,162-50 2152,-163 47-2004,-17 8-76,-1-1-1,1 1 1,-1 0 0,1 0-1,0 1 1,0-1 0,7 0 0,-15 32 1217,-11 5-1161,8-25-421,1 1 0,0 0 0,1 0 0,0 0 0,0 0 0,0 19 0,37-30-451,-31 0 378,1-1 0,0 0-1,0 0 1,0 0-1,-1-1 1,1 1-1,-1-1 1,1 0-1,-1 0 1,0 0-1,6-5 1,36-37-63,-18 17 143,-18 20 1079,-8 12 947,-1-4-2022,-1 0 0,1 0 0,0 0 0,0 1 0,0-1 0,1 0 1,-1 0-1,0 0 0,0 0 0,1 0 0,-1 1 0,0-1 0,1 0 0,-1 0 0,1 0 0,0 0 1,0 1-1,1 0-324,0 1 0,1-1 0,-1 1 0,1-1 0,0 0 0,-1 0 0,1 0 0,0-1 0,0 1 0,0-1 0,0 1 0,0-1 0,1 0 1,-1 0-1,6 0 0,33 1-9345,-26-2 4570,10 0-4677</inkml:trace>
</inkml:ink>
</file>

<file path=ppt/ink/ink7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29:57.95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150 385 4466,'0'0'19972,"-18"-4"-18668,-57-9-410,73 13-854,0 0-1,1-1 0,-1 2 1,0-1-1,0 0 0,0 0 1,0 0-1,0 1 0,0-1 1,0 1-1,0 0 0,0 0 1,1-1-1,-1 1 0,0 0 1,1 0-1,-1 1 0,0-1 1,1 0-1,0 0 0,-1 1 1,1-1-1,0 1 0,-1-1 1,1 1-1,0 0 0,0-1 1,0 1-1,1 0 0,-2 3 1,0 1 29,0 1 1,1 0 0,0 0-1,0-1 1,1 14 0,0-17-62,2-2-11,-1 0 0,1 0 0,0 0 0,0-1 0,0 1 1,-1-1-1,1 1 0,0-1 0,0 1 0,0-1 0,0 0 0,0 0 0,0 0 0,0 0 0,0 0 0,3-2 0,1 2-16,1 0-45,0-1 0,1 0 1,-1 0-1,0-1 0,1 0 0,-1-1 1,0 1-1,0-1 0,-1-1 0,10-5 0,62-49-767,-53 37 550,12-12-239,-2 0-1,-1-3 1,-2 0 0,-1-3 0,-2 0-1,41-76 1,-61 92 1339,-22 30 1074,-23 31-259,35-36-1602,-32 41 1064,-42 70 1,67-99-1030,1 1-1,0 0 1,1 0 0,1 0-1,0 1 1,1 0 0,0 0 0,2 0-1,-2 26 1,4-40-91,0 0 0,1 0 0,-1 0 0,0 0 0,1 0 0,-1-1 0,1 1 0,0 0 0,0 0 1,0-1-1,0 1 0,0-1 0,0 1 0,0-1 0,0 1 0,0-1 0,1 1 0,-1-1 0,1 0 0,-1 0 0,1 0 0,-1 0 0,1 0 0,0 0 0,-1 0 0,1-1 0,0 1 0,0 0 0,0-1 0,-1 0 0,1 1 0,0-1 1,0 0-1,0 0 0,0 0 0,0 0 0,3-1 0,1 1-50,0 0 0,1-1 0,-1 0 0,0 0 0,0-1 0,0 1 0,0-1 0,0-1 0,0 1 1,10-7-1,-1-2-365,0 0 0,0-1 1,25-28-1,-35 35 407,-1-1 0,-1 0 1,1 1-1,-1-2 0,0 1 0,0 0 0,-1 0 0,1-1 0,-2 1 0,1-1 0,-1 0 0,0 0 0,0 1 1,0-10-1,-4 15 109,0 0 1,0 1-1,0-1 1,0 1 0,0 0-1,0 0 1,0 0-1,0 0 1,0 0-1,0 1 1,-4 0 0,3 1-20,0 0 0,0 1 1,1-1-1,-1 1 0,0 0 1,1 0-1,0 0 0,0 0 1,0 1-1,0-1 0,0 1 1,1 0-1,0 0 0,0 0 1,-4 8-1,3-4-31,0 1 0,0 0 0,1-1 1,0 1-1,1 0 0,-1 17 0,3-24-35,0 0 0,-1 1 1,1-1-1,0 0 0,0 0 0,1-1 0,-1 1 1,0 0-1,1 0 0,-1 0 0,1-1 1,-1 1-1,1-1 0,0 1 0,0-1 0,0 0 1,0 0-1,0 0 0,0 0 0,0 0 1,0 0-1,0 0 0,0-1 0,0 1 0,0-1 1,1 1-1,-1-1 0,0 0 0,4 0 1,0 1-114,0 0 1,0-1-1,0 0 1,1 0-1,-1 0 1,0-1 0,0 0-1,1 0 1,-1 0-1,8-4 1,-6 0-108,0 0 0,0-1 0,0 0 0,10-12 1,-15 16 214,0-1 1,0 0-1,-1 0 1,1-1 0,-1 1-1,0 0 1,0-1 0,0 1-1,0-1 1,-1 0-1,0 1 1,1-1 0,0-9 2710,0 50-1522,6-35-1218,0 0 0,1-1 0,-1 0 0,0 0 0,0-1 0,0 0 0,1 0 0,-1-1 0,0 0 0,0 0 0,0-1-1,13-5 1,14-9 2676,-23 41-2114,-9-24-1341,0 0 1,0-1-1,0 1 1,0-1-1,0 1 1,0-1-1,0 0 1,0 0-1,0-1 1,0 1-1,0-1 1,0 1-1,0-1 1,0 0-1,0 0 1,-1 0-1,1 0 1,0-1-1,3-2 1,15-16-10020</inkml:trace>
</inkml:ink>
</file>

<file path=ppt/ink/ink7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29:57.95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116 1 11125,'0'0'16200,"-88"135"-14504,74-96-335,7-5-609,1-5-464,6-2-288,0-7 0,0-6-448,0-5-800,0-5-1041</inkml:trace>
</inkml:ink>
</file>

<file path=ppt/ink/ink7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29:57.95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34 9652,'0'0'12342,"122"-33"-10805,-82 33-1313,-13 0-224,0 0-1569,-20 4-2865,-7 10-6659</inkml:trace>
</inkml:ink>
</file>

<file path=ppt/ink/ink7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29:57.96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136 13 1105,'0'0'10882,"2"-3"-8532,8-6-176,-10 18 729,-13 26 205,3-18-2766,2 0-1,0 0 1,1 1-1,1 0 1,0 1-1,2 0 1,0-1-1,1 1 1,-1 30-1,4-45-623,0 1-1,-1-1 1,1 0-1,-1 1 1,0-1-1,0 0 1,-1 1-1,1-1 1,-1 0-1,-2 5 1,2-7-352,0 1 0,1-1 1,-1 1-1,0-1 0,0 0 1,0 0-1,-1 0 0,1 0 1,0 0-1,-1-1 0,1 1 1,-1-1-1,0 1 0,1-1 1,-6 2-1,-13 1-5334</inkml:trace>
</inkml:ink>
</file>

<file path=ppt/ink/ink7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29:57.96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1 432 8052,'0'0'2849,"24"-12"-112,345-143 5486,-182 91-6557,143-55-558,-320 115-1104,1-1 0,-1-1 1,16-11-1,-24 16 78,0-1 0,0 0 0,0 0 0,0 0 0,0 0 0,0 0 0,0 0 0,0 0 0,-1-1 0,0 1 0,1-1 0,-1 1 0,0-1 0,0 1 0,0-1 0,0 0 0,-1 0 0,1 1 0,-1-4 0,0 5 145,-4 2-194,-1 0 1,1 0-1,0 0 1,-1 0-1,1 1 0,0-1 1,0 1-1,0 0 1,0 0-1,0 1 1,0-1-1,1 1 0,-6 5 1,-47 50 314,38-38-78,-24 25 317,3 1-1,-66 101 1,92-126-556,2 1 0,0 0 0,2 0 0,0 1-1,2 0 1,0 1 0,2 0 0,0 0 0,2 0-1,-1 33 1,4-56-47,0 0 0,0 0-1,-1 0 1,1 0 0,0 0-1,0 0 1,1 0 0,-1 0-1,0 0 1,0 0 0,0 0-1,1 0 1,-1 0 0,0 0-1,1-1 1,-1 1 0,1 0-1,-1 0 1,1 0 0,0 1-1,1-2-7,-1 0 0,0 0 1,1-1-1,-1 1 0,0 0 0,1 0 0,-1-1 0,0 1 0,1-1 0,-1 1 0,0-1 0,0 1 0,1-1 0,-1 0 0,0 0 1,1-1-1,26-18-382,0-2 0,47-49 1,-67 63 392,-6 86 2350,-2-71-2886,0 0 1,1 0 0,-1 0-1,1 0 1,1 0-1,-1-1 1,1 1 0,0 0-1,5 9 1,-5-14 196,-1 1-1,1-1 1,0 1 0,0-1 0,0 0 0,1 0-1,-1 0 1,0 0 0,1 0 0,-1 0 0,1 0-1,0-1 1,-1 0 0,1 1 0,0-1-1,0 0 1,0 0 0,0-1 0,0 1 0,0-1-1,0 1 1,0-1 0,6 0 0,17 0-6670,1 0-896</inkml:trace>
</inkml:ink>
</file>

<file path=ppt/ink/ink7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29:57.96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103 0 6547,'0'0'16138,"-11"12"-14209,2-3-1682,-1 0 98,1 1 0,0 0-1,0 1 1,1 0 0,0 0 0,1 1 0,0 0 0,-7 17 0,14-29-343,0 1 1,0-1-1,-1 1 0,1-1 1,0 1-1,0-1 0,0 1 1,0-1-1,0 1 0,0-1 1,0 1-1,0 0 0,0-1 1,0 1-1,0-1 0,0 1 1,0-1-1,0 1 0,0-1 1,1 1-1,-1-1 1,0 1-1,0-1 0,1 1 1,-1-1-1,0 1 0,1-1 1,-1 0-1,0 1 0,1-1 1,-1 1-1,1-1 0,-1 0 1,0 0-1,1 1 0,-1-1 1,2 1-1,24-2-466,-18-1 208,-1 0-1,0 0 1,0-1 0,0 0-1,10-7 1,-14 9 207,-1-1-1,0 0 1,0 0 0,0 0-1,0-1 1,0 1 0,0 0 0,-1-1-1,1 1 1,-1-1 0,0 1-1,1-1 1,-1 0 0,0 0 0,-1 1-1,1-1 1,0 0 0,-1-3 0,0 6 411,0 27 172,0-23-570,0 0 0,0 0 0,0 0-1,0 0 1,1 0 0,-1 0 0,1 0 0,0 0 0,0 0 0,0 0 0,1 0-1,0-1 1,3 7 0,18 3-2558,16-8-3505,-14-6 110,-4-5-1457</inkml:trace>
</inkml:ink>
</file>

<file path=ppt/ink/ink7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29:57.96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284 1 3169,'0'0'20015,"-20"22"-18092,-4 4-1396,10-12-161,1 1 1,1 0-1,0 0 1,0 2-1,2-1 1,-16 34 0,-48 135 2422,47-114-2468,-6-8-195,33-63-129,0 0 0,0 0 0,0-1 0,0 1 0,-1 0 0,1 0 0,0 0 0,0 0 0,0 0-1,0 0 1,0 0 0,0 0 0,-1 0 0,1 0 0,0 0 0,0 0 0,0-1 0,0 1 0,0 0 0,-1 0 0,1 0 0,0 0 0,0 0 0,0 0 0,0 0 0,0 0 0,-1 1 0,1-1 0,0 0 0,0 0 0,0 0 0,0 0 0,0 0 0,-1 0 0,1 0 0,0 0 0,0 0 0,0 0 0,0 0 0,0 1 0,0-1 0,0 0 0,-1 0 0,1 0 0,0 0 0,0 0 0,0 0 0,0 1-1,0-1 1,0 0 0,0 0 0,0 0 0,0 0 0,0 0 0,0 1 0,0-1 0,0 0 0,0 0 0,0 0 0,0 0 0,0 1 0,0-16-423,4 9 286,-1-1 0,1 1 0,0-1 0,0 1 0,0 0 0,1 1 0,0-1 1,0 1-1,1 0 0,6-5 0,62-40-1458,-72 49 1552,0 0 0,1-1 0,-1 1-1,0 0 1,1 0 0,-1 0 0,0 1 0,1-1 0,-1 1 0,1-1 0,-1 1 0,1 0 0,-1 0 0,4 0 0,-1 0-10,-3 4 53,0 0 0,0 0 1,-1 0-1,1 1 0,-1-1 1,0 1-1,-1-1 0,1 1 0,-1-1 1,0 6-1,1-4 3,0 1 24,-1 1 0,0 0 0,0 0 0,0 0-1,-1 0 1,0 0 0,-1-1 0,1 1 0,-1 0-1,-1-1 1,0 1 0,0-1 0,0 0 0,-1 0-1,-6 9 1,5-11-4,1 0 0,-1-1 0,1 1 0,-1-1 0,-1 0 0,1-1 0,0 1 1,-1-1-1,0 0 0,0 0 0,0-1 0,0 0 0,0 0 0,0 0 0,0-1 0,-1 0 0,1 0 0,-1 0 0,-9-1 0,15 0-40,0 0-1,0 0 1,1 0-1,-1 0 1,0 0-1,0 0 1,0-1 0,0 1-1,0 0 1,0 0-1,1-1 1,-1 1-1,0 0 1,0-1 0,0 1-1,1-1 1,-1 1-1,0-1 1,1 1-1,-1-1 1,0 0 0,1 1-1,-1-1 1,1 0-1,-1 1 1,1-1-1,-1 0 1,1 0 0,0 0-1,-1 1 1,1-1-1,0 0 1,0 0-1,-1 0 1,1 0 0,0 0-1,0 1 1,0-1-1,0 0 1,0 0 0,0 0-1,0 0 1,0 0-1,1 0 1,-1 1-1,0-1 1,1 0 0,-1 0-1,0 0 1,1 1-1,-1-1 1,1 0-1,0-1 1,2-4-678,-1 1 0,2-1 0,-1 1 1,0 0-1,1 0 0,0 0 0,7-6 0,20-14-5022,3-2-3337</inkml:trace>
</inkml:ink>
</file>

<file path=ppt/ink/ink7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29:57.96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34 0 9748,'0'0'15448,"-13"118"-14536,-1-100-464,7-5-384,7-4-64,0-4-416,0-25-15079,14-12 6611</inkml:trace>
</inkml:ink>
</file>

<file path=ppt/ink/ink7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29:57.96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34 1 7379,'0'0'15159,"-34"81"-15159,34-67-1248,7-1-1906,7-6-3761,-1-3-4130</inkml:trace>
</inkml:ink>
</file>

<file path=ppt/ink/ink7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29:57.96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52 1 9284,'36'127'5451,"-35"-125"-5199,-1-1 0,0 1 1,0 0-1,1-1 0,-1 1 1,-1 0-1,1-1 0,0 1 1,0 0-1,0-1 0,-1 1 1,1-1-1,-1 1 1,1 0-1,-1-1 0,0 1 1,0-1-1,0 0 0,0 1 1,0-1-1,0 0 0,0 1 1,0-1-1,0 0 0,0 0 1,-1 0-1,1 0 0,0 0 1,-1 0-1,1 0 0,-1 0 1,-1 0-1,-9 7 1519,7-1-1640,0 1 0,0 0-1,1 0 1,0 0 0,1 1 0,0-1 0,0 1 0,0 0 0,1 0 0,1 0 0,-1 0 0,2 0-1,-1 0 1,2 9 0,-1-17-172,1 0-1,-1 0 0,1 0 0,0 0 1,-1 0-1,1 0 0,0 0 1,0-1-1,0 1 0,0 0 1,0-1-1,0 1 0,0 0 0,0-1 1,0 1-1,0-1 0,0 0 1,0 1-1,0-1 0,0 0 1,3 0-1,32 8-316,-28-7 217,-7-1 144,0 0 1,-1 0 0,1 0-1,0 0 1,0 0 0,-1 0-1,1 0 1,0 0 0,0 0 0,-1 0-1,1 1 1,0-1 0,-1 0-1,1 1 1,0-1 0,-1 0-1,1 1 1,0-1 0,-1 1-1,1-1 1,-1 1 0,1-1 0,-1 1-1,1-1 1,-1 1 0,1-1-1,-1 1 1,0 0 0,1-1-1,-1 1 1,0 0 0,1-1 0,-1 1-1,0 0 1,0 0 0,0 1-1,-1 0 49,0 0 0,0-1 0,0 1 0,0 0 0,-1 0 0,1-1-1,-1 1 1,1-1 0,-1 1 0,1-1 0,-1 0 0,-3 2 0,-59 30 356,52-32-1873,14-9-3056,14-11-2898,-16 18 7407,26-25-9296</inkml:trace>
</inkml:ink>
</file>

<file path=ppt/ink/ink7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29:57.96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73 90 10421,'0'0'19278,"-11"10"-17675,-34 36-712,42-42-861,1 0 0,0 0-1,0 0 1,1 0-1,-1 0 1,1 1 0,0-1-1,0 1 1,1-1-1,-1 1 1,1-1 0,0 1-1,0-1 1,0 1-1,1-1 1,1 7 0,-1 7-27,-1-17-11,1 0 0,-1 0 0,0 0 0,0 0 0,1-1 0,-1 1 1,0 0-1,1 0 0,-1 0 0,1-1 0,-1 1 0,1 0 0,-1 0 0,1-1 0,-1 1 0,1 0 0,0-1 0,-1 1 0,1-1 0,0 1 0,0-1 0,0 1 0,-1-1 0,1 0 0,0 1 0,0-1 0,0 0 0,0 0 0,-1 1 0,1-1 0,0 0 0,2 0 0,-1 0-17,0 0-1,0 0 1,1 0-1,-1 0 1,0 0-1,0 0 1,1-1-1,-1 1 0,0-1 1,0 1-1,0-1 1,3-2-1,9-7-171,-2-2 0,1 0-1,-2 0 1,1-1-1,16-26 1,-23 31 211,0 0 1,0-1 0,-1 0-1,0 0 1,0 0-1,-1 0 1,0-1-1,-1 1 1,0-1 0,-1 0-1,0 0 1,0-14-1,-1 23 14,0 0-1,0 0 1,0 0-1,-1 1 1,1-1-1,0 0 1,0 0-1,-1 0 1,1 1 0,-1-1-1,1 0 1,-1 0-1,1 1 1,-1-1-1,1 0 1,-1 1-1,1-1 1,-1 1-1,0-1 1,0 1-1,1-1 1,-1 1-1,0-1 1,0 1-1,1-1 1,-2 1-1,-31-7 433,-33 9-20,65-2-437,-1 1-10,0-1 0,1 1 0,-1 0 0,0-1-1,0 1 1,0 0 0,1 0 0,-1 0 0,0 1-1,1-1 1,-1 0 0,1 0 0,0 1 0,-1-1-1,1 1 1,0-1 0,0 1 0,0 0 0,0 0-1,0-1 1,0 1 0,0 0 0,1 0 0,-1 0-1,1 0 1,-1 0 0,1 2 0,0 26-2293,1-29 1861,-1 1-1,1-1 0,-1 1 1,1-1-1,0 1 1,-1-1-1,1 1 1,0-1-1,0 0 0,0 1 1,0-1-1,0 0 1,0 0-1,3 2 1,15 5-7568</inkml:trace>
</inkml:ink>
</file>

<file path=ppt/ink/ink7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29:57.96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1822 480,'0'0'13326,"0"-18"-8961,122-148-1665,100-158-3181,-5 9-1405,-124 170 1007,159-192 0,-243 326 879,93-105 76,99-150 0,-166 196 612,-29 56 118,-5 13-628,-1 1-1,0-1 0,1 0 1,-1 1-1,1-1 1,-1 0-1,0 0 0,1 1 1,-1-1-1,0 0 0,0 0 1,0 1-1,1-1 0,-1 0 1,0 0-1,0 1 1,0-1-1,0 0 0,0 0 1,-1 0-1,1 1 0,0-1 1,-1-1-1,-12 10 2630,-19 25-1475,12-12-1121,-1 0 1,-1-1-1,-1-2 0,-35 23 0,-107 53 489,123-72-595,-1-3 0,-47 15 0,116-61-47,-7 9-62,1 1 0,1 1 0,0 1-1,1 0 1,32-14 0,123-45-221,9-5-152,-134 42 409,-20 13 899,-32 24-885,1 0-1,-1 0 1,0 0-1,1 0 1,-1 0-1,1 0 1,-1 0-1,0 0 1,1 0-1,-1 0 1,1 0-1,-1 0 1,0 0-1,1 0 1,-1 0-1,0 0 1,1 1 0,-1-1-1,0 0 1,1 0-1,-1 0 1,0 1-1,1-1 1,-1 0-1,0 1 1,0-1-1,1 0 1,-1 0-1,0 1 1,0-1-1,1 0 1,-1 1-1,0-1 1,0 1-1,0-1 1,0 0-1,0 1 1,0-1-1,0 0 1,1 1-1,-1-1 1,0 1-1,-1 0 1,7 26 341,-4-17 11,0-2-371,0 1 0,1-1 0,-1 0 0,2 0 0,-1 0 0,1-1-1,0 1 1,1-1 0,0 0 0,0 0 0,0-1 0,1 1 0,0-1 0,1-1-1,-1 1 1,1-1 0,0 0 0,0 0 0,0-1 0,1 0 0,0 0 0,0-1-1,0 0 1,0 0 0,0-1 0,16 2 0,-12-2-473,26 2 1011,-14-7-6764</inkml:trace>
</inkml:ink>
</file>

<file path=ppt/ink/ink7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29:57.96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523 121 5955,'0'0'13553,"-3"0"-11587,-18 7-728,0 0-1,-33 16 1,-31 12-370,83-35-855,-160 42 852,139-37-778,-1-1 0,0-2 0,0 0-1,-47-3 1,71 1-90,-1-1-1,1 1 1,-1 0 0,1-1-1,-1 1 1,1 0-1,-1-1 1,1 1 0,-1 0-1,1-1 1,-1 1 0,1-1-1,0 1 1,-1-1-1,1 1 1,0-1 0,-1 1-1,1-1 1,0 1-1,0-1 1,0 1 0,-1-1-1,1 0 1,0 1 0,0-1-1,0 1 1,0-1-1,0 0 1,0 1 0,0-1-1,0 1 1,0-1-1,1 0 1,-1 1 0,0-1-1,0 1 1,0-1-1,1 1 1,-1-1 0,0 1-1,1-1 1,-1 1 0,0-1-1,1 1 1,-1-1-1,0 1 1,2-1 0,17-28-360,5 7 130,1 1 1,1 1-1,1 1 1,0 1 0,2 1-1,0 2 1,0 1-1,63-20 1,-83 31 234,0 0-1,0 1 1,1 0-1,-1 1 1,1 0 0,-1 0-1,0 1 1,1 0-1,12 2 1,-20-1 8,-1 0-1,0 0 1,1 0-1,-1 0 1,0 0-1,0 0 1,0 0-1,0 0 1,0 0-1,0 1 1,0-1 0,-1 0-1,1 1 1,0-1-1,-1 1 1,1-1-1,-1 1 1,1-1-1,-1 1 1,0-1 0,0 1-1,0 0 1,1-1-1,-2 1 1,1-1-1,0 1 1,0-1-1,0 1 1,-1 2-1,0 6 89,1 35 465,-2 0 0,-3-1 0,-1 1 0,-15 52 0,-1-6 254,10-39-887,-34 94 0,71-185-11386,15-1 4049,-21 23 4845,2 1-1,27-17 1,-47 32 2553,68-35 1284,-32 26 4059,-1 14 6199,-35-4-11293,0 1-1,0 0 1,0 0-1,0-1 0,0 1 1,-1 0-1,1 0 1,0 0-1,0 0 1,-1 0-1,1 0 0,-1 0 1,1 0-1,-1 0 1,1 1-1,-1-1 1,0 0-1,1 0 1,-1 0-1,0 0 0,0 1 1,0-1-1,0 0 1,0 0-1,0 1 1,-1 0-1,1-1-146,0 0 1,0-1-1,0 1 0,-1 0 1,1 0-1,0 0 1,0 0-1,0 0 0,0 0 1,1 0-1,-1-1 0,0 1 1,0 0-1,0 0 0,1 0 1,-1 0-1,0 0 1,1-1-1,-1 1 0,1 0 1,-1 0-1,1-1 0,-1 1 1,1 0-1,0-1 0,-1 1 1,1-1-1,0 1 1,-1 0-1,1-1 0,0 0 1,0 1-1,-1-1 0,1 1 1,0-1-1,0 0 0,1 1 1,7-2-107,1 0-1,-1 0 1,0-1 0,0 0 0,0-1-1,0 0 1,0 0 0,15-9 0,65-45-585,-59 36 605,-29 21 954,-1 18-196,-1-12-651,1 1 0,0 0 0,0 0 0,1-1 0,0 1 0,0-1 0,4 11 0,-4-14-229,0-1-1,1 0 1,-1 0-1,1 0 1,-1 0 0,1-1-1,0 1 1,0 0-1,0-1 1,0 1-1,0-1 1,0 1-1,1-1 1,-1 0 0,0 0-1,1 0 1,-1-1-1,0 1 1,1 0-1,-1-1 1,1 1-1,-1-1 1,1 0 0,3 0-1,87 1-8785,-31-12-1361,-22-3 2466</inkml:trace>
</inkml:ink>
</file>

<file path=ppt/ink/ink7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29:57.97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408 61 3105,'0'0'17480,"-23"-8"-15062,-71-23-535,44 21-115,48 10-1677,1 0 0,-1 0 1,1 1-1,-1-1 0,1 0 1,-1 0-1,1 1 0,-1-1 1,1 1-1,-1-1 0,1 1 1,-1 0-1,1-1 0,0 1 1,-3 2-1,3-1-6,-1 1 1,1 0-1,-1 0 1,1 0-1,0 0 1,0 0-1,1 0 1,-1 0-1,0 0 1,1 0-1,0 0 0,0 0 1,0 1-1,0-1 1,1 3-1,-1-2-89,0-1 6,1-1 1,-1 0 0,1 0 0,-1 1 0,1-1-1,0 0 1,0 0 0,0 0 0,0 0 0,1 0 0,-1 0-1,0-1 1,1 1 0,0 0 0,-1-1 0,1 1 0,0-1-1,0 1 1,-1-1 0,1 0 0,0 0 0,0 0-1,1 0 1,-1 0 0,0 0 0,0-1 0,0 1 0,1-1-1,-1 1 1,3-1 0,11 3-304,0-1 1,0-1-1,17 0 0,-29-1 136,-4 6 141,0-1 1,-1 1-1,0 0 1,0-1-1,-4 11 1,-32 99 110,-24 122 0,52-198-67,-2 12 20,-20 74-11,28-114-22,-1-1 0,0 1 0,-1-1 0,0 0-1,-1 0 1,0-1 0,-1 0 0,-14 16 0,17-21 34,0-1 0,-1 0 0,1 0 0,-1-1 1,0 1-1,0-1 0,0 0 0,0 0 0,0-1 0,0 0 0,-1 0 0,1 0 1,0 0-1,-1-1 0,1 0 0,-8 0 0,11-1-32,1 1 0,-1-1 0,1 0 0,0 1 0,-1-1 0,1 0 1,0 0-1,0 0 0,-1 0 0,1 0 0,0 0 0,0 0 0,0 0 0,0-1 0,0 1 0,1 0 0,-1-1 0,0 1 0,1 0 1,-1-1-1,0 1 0,1-1 0,0 1 0,-1-1 0,1 1 0,0-1 0,0 1 0,0-1 0,0-1 0,-3-55-74,3 53 42,0 2 9,-1-9-141,0 0 1,1 0 0,1 0 0,0 1 0,1-1-1,0 0 1,1 0 0,0 1 0,1-1 0,0 1-1,7-12 1,14-17-845,1 1 0,3 2-1,1 0 1,1 2 0,2 2 0,1 1-1,2 1 1,1 2 0,1 2 0,66-35 0,199-120-520,-302 182 1614,22-19 445,-17 3 5922,-12 16-3150,-16 0-2049,17 1-1080,0-1-1,-1 0 0,1 1 0,0 0 0,0 0 0,0 1 0,0 0 0,0-1 1,0 2-1,0-1 0,1 0 0,-1 1 0,1 0 0,0 0 0,0 0 0,0 1 1,0-1-1,0 1 0,1 0 0,-1 0 0,1 0 0,0 1 0,1-1 0,-1 1 1,1 0-1,0-1 0,0 1 0,0 0 0,0 0 0,1 0 0,0 0 0,0 1 1,0 6-1,1-11-182,0 1 1,0 0-1,1-1 1,-1 1-1,0 0 1,1-1-1,-1 1 1,1-1-1,-1 1 1,1-1-1,0 1 1,0-1 0,0 1-1,-1-1 1,1 0-1,1 0 1,-1 1-1,0-1 1,0 0-1,0 0 1,3 2-1,0-1 1,0 0-1,0 0 1,0-1-1,0 1 0,0-1 1,1 0-1,-1 0 1,6 1-1,11-1-3,0 0 0,37-5 1,-49 3 0,1 0-53,1-1-1,0-1 1,-1 0 0,1 0-1,-1-1 1,0-1-1,0 0 1,-1 0 0,1 0-1,-1-1 1,0-1 0,-1 0-1,1 0 1,-1-1 0,7-8-1,-7 0 217,-14 11 330,4 6-480,1-1 1,-1 0-1,1 1 1,-1-1 0,1 1-1,0 0 1,-1 0-1,1-1 1,0 1-1,0 0 1,-1 0-1,1 0 1,0 0-1,0 0 1,0 0-1,0 0 1,0 1-1,0-1 1,1 0-1,-2 2 1,-1 3 55,1 1 0,0 0 0,0-1-1,0 1 1,1 0 0,0 0 0,0 0 0,1 0-1,0 0 1,0 0 0,1 0 0,1 10 0,0-12-385,-1-1 1,0 0 0,1 0-1,0 1 1,0-1-1,0 0 1,0 0 0,5 5-1,11 8-4712,6-5-3460</inkml:trace>
</inkml:ink>
</file>

<file path=ppt/ink/ink7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29:57.97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29 1 2417,'0'0'9885,"0"14"-8349,11 108 2412,5 60 287,-38 204-1641,2-82-1320,17-94-574,-5 101-69,6-132-452,2-141-3724,1 0-3907</inkml:trace>
</inkml:ink>
</file>

<file path=ppt/ink/ink7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29:57.97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300 624 944,'0'0'5336,"5"0"-4469,25-1 2294,49-8 0,34-13-658,-11 2-1961,736-156-51,264-40 667,-1034 206-1046,573-98 1897,-498 64 1598,-94 27 1817,-50 25-5397,0 0 1,0-1-1,-1 1 0,0 0 1,-5 10-1,-7 34-10,0 174 366,9-87 136,-3 180 1155,2-27-1008,0-177-645,-2 55-17,-45 259 0,24-294-4,3-24 0,5 1 0,-12 227 0,33-258 0,-1-82 0,0 1 0,0-1 0,0 0 0,0 1 0,0-1 0,0 1 0,0-1 0,-1 1 0,1-1 0,0 1 0,0 0 0,0 0 0,0 0 0,-1-1 0,1 1 0,0 0 0,0 0 0,-3 1 0,-36-1 0,29 0 0,-19 2-534,0 1-1,-33 8 1,-30 3-288,-364-6-58,280-10 44,72 2 408,-614 7-700,7 43 1564,689-47-403,-348 47 811,6 29 523,352-72-2043,29-9-38,-10-1 524,-1 0 0,1-1 0,0 1 1,-1-1-1,0-1 0,9-8 0,27-20-4545,-35 27-1296</inkml:trace>
</inkml:ink>
</file>

<file path=ppt/ink/ink7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29:57.97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5 412 1249,'0'0'5581,"-5"0"-4901,24 0 5241,63 0 873,-8-1-6355,110-15 0,537-87-248,-164 27-211,556-46 1898,-1042 119-1425,-12 2 305,90-14 0,-147 15-619,1 0 1,0-1 0,-1 1-1,1-1 1,-1 0-1,1 0 1,-1 0 0,0 0-1,1 0 1,3-3-1,-5 3 153,-1 0-1,1-1 1,0 1-1,0 0 1,-1-1-1,1 1 1,-1-1-1,1 1 1,-1-1-1,0 1 1,0-1-1,1 0 1,-1 1-1,0-1 1,0 1-1,-1-3 1,1 4 127,41-29-646,-41 28 112,0 1 1,0 0-1,0-1 1,0 1-1,0 0 1,-1 0-1,1-1 1,0 1-1,0 0 1,0-1-1,0 1 1,0 0-1,-1 0 1,1-1 0,0 1-1,0 0 1,0 0-1,-1-1 1,1 1-1,0 0 1,0 0-1,-1-1 1,1 1-1,0 0 1,0 0-1,-1 0 1,1 0-1,0 0 1,-1 0-1,1-1 1,0 1-1,-1 0 1,1 0-1,0 0 1,-1 0-1,1 0 1,0 0-1,-1 0 1,1 0-1,0 0 1,0 1-1,-1-1 1,1 0-1,0 0 1,-1 0-1,0 0 1,-84 0-11299,19 0 1621</inkml:trace>
</inkml:ink>
</file>

<file path=ppt/ink/ink7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29:57.97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19 37 1585,'0'0'10666,"-3"-1"-8537,2 0-1931,0 1 0,0-1 0,0 0 0,0 1 0,0-1 1,0 0-1,1 1 0,-1-1 0,0 0 0,0 0 0,1 0 0,-1 0 0,0 0 1,1 0-1,-1 0 0,1 0 0,-1 0 0,1 0 0,0 0 0,-1 0 0,1 0 0,0-2 1,0 3-8,0-1 1,1 0-1,-1 0 1,0 0 0,1 1-1,-1-1 1,1 0 0,-1 1-1,1-1 1,-1 0-1,1 1 1,0-1 0,-1 1-1,1-1 1,0 1-1,0-1 1,-1 1 0,1-1-1,0 1 1,0 0 0,-1-1-1,1 1 1,0 0-1,0 0 1,0 0 0,0 0-1,0-1 1,-1 1 0,1 0-1,0 1 1,0-1-1,0 0 1,1 0 0,1 4-647,-5 9 3904,-3-2-6094</inkml:trace>
</inkml:ink>
</file>

<file path=ppt/ink/ink7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29:57.97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0 0 4834</inkml:trace>
</inkml:ink>
</file>

<file path=ppt/ink/ink7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29:57.97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4834,'29'110'5155,"-26"-83"9648,-15-4-12369,11-23-2416,1 1 1,0-1-1,0 0 1,-1 1-1,1-1 1,0 0-1,0 1 1,-1-1-1,1 0 0,0 1 1,-1-1-1,1 0 1,0 0-1,-1 0 1,1 1-1,-1-1 1,1 0-1,0 0 1,-1 0-1,1 0 1,-1 0-1,1 0 1,-1 0-1,1 0 1,0 0-1,-1 0 0,1 0 1,-1 0-1,1 0 1,-1 0-1,1 0 1,0 0-1,-1 0 1,1 0-1,-1-1 1,1 1-1,0 0 1,-1 0-1,1 0 1,0-1-1,-1 0 1,1 1-28,0-1 1,1 0-1,-1 0 1,0 0-1,1 1 1,-1-1 0,1 0-1,-1 1 1,1-1-1,0 0 1,-1 1-1,1-1 1,0 1 0,-1-1-1,1 1 1,0-1-1,0 1 1,-1 0-1,1-1 1,0 1 0,0 0-1,0-1 1,1 1-1,-1-1-9,-1 0-44</inkml:trace>
</inkml:ink>
</file>

<file path=ppt/ink/ink7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29:57.97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257 0 11941,'0'0'11881,"-22"6"-10788,-74 18-25,89-21-950,-1-1 1,1 1 0,0 0 0,0 0 0,0 1-1,1 0 1,-1 1 0,1-1 0,0 1 0,-5 6-1,8-8-92,0 0 0,1 1 0,-1-1-1,1 1 1,0 0 0,0 0-1,0 0 1,1 0 0,-1 0-1,1 0 1,0 0 0,0 0 0,1 1-1,-1-1 1,1 6 0,0-9-30,1 0 0,-1 0 0,1 0 0,-1 0-1,1 0 1,-1 0 0,1 0 0,0 0 0,-1 0 0,1 0 0,0 0 0,0-1 0,0 1 0,0 0 0,0 0 0,0-1 0,0 1 0,0-1 0,0 1 0,1 0 0,31 13-86,-16-7-23,-12-4 28,1 0 0,0 0 1,0 1-1,-1 0 1,0 0-1,0 1 1,0 0-1,6 7 0,-11-11 71,1 0 0,0 1-1,0-1 1,0 0 0,-1 1 0,1-1-1,-1 1 1,1-1 0,-1 1-1,1-1 1,-1 1 0,0 0-1,0-1 1,0 1 0,0-1-1,0 1 1,0 0 0,0-1-1,-1 1 1,1-1 0,0 1-1,-1-1 1,1 1 0,-1-1-1,0 1 1,0-1 0,1 0-1,-1 1 1,0-1 0,0 0-1,0 1 1,0-1 0,0 0 0,-1 0-1,1 0 1,0 0 0,0 0-1,-1 0 1,-1 0 0,-9 7 93,0-1 1,-1-1 0,-23 9-1,22-10 22,0 1 0,-25 14 0,38-19-296,4-3-2638,43-38-4994,-14 10 882</inkml:trace>
</inkml:ink>
</file>

<file path=ppt/ink/ink7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29:57.97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190 1 3794,'0'0'10829,"-5"21"-6187,-98 307 7446,99-318-12061,0 0 0,1 1 0,0-1 1,1 1-1,-2 21 0,4-32-140,-1 1 0,1 0 0,0-1 0,0 1 0,0-1 1,0 1-1,-1 0 0,1-1 0,0 1 0,0-1 0,-1 1 0,1-1 0,-1 1 1,1-1-1,0 1 0,-1-1 0,1 1 0,-1-1 0,1 1 0,-1-1 0,1 0 1,-1 1-1,1-1 0,-1 0 0,0 1 0,1-1 0,-1 0 0,1 0 0,-1 0 1,0 0-1,1 1 0,-2-1 0,-23 0-8111,18 0 5884,-7 0-6035</inkml:trace>
</inkml:ink>
</file>

<file path=ppt/ink/ink7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29:57.97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60 8500,'0'0'10477,"21"-8"-8532,-5 2-1668,4-3 413,0 2 0,1 0 0,0 1-1,1 1 1,-1 1 0,27-1 0,-47 5-644,0 0 0,-1 0-1,1 0 1,0 0 0,0 0 0,0 0 0,-1 0-1,1 0 1,0 0 0,0 1 0,0-1 0,-1 0-1,1 0 1,0 1 0,0-1 0,-1 1 0,1-1-1,0 0 1,-1 1 0,1-1 0,-1 1 0,1 0-1,0-1 1,-1 1 0,1-1 0,-1 1 0,1 1-1,0 23-51,-2-8-243,1-16 184,0 0 1,0 0-1,0-1 0,0 1 1,0 0-1,1 0 0,-1 0 1,0 0-1,0 0 0,1-1 1,-1 1-1,0 0 0,1 0 1,-1-1-1,1 1 0,-1 0 1,1-1-1,-1 1 0,1 0 1,0-1-1,-1 1 0,1-1 1,0 1-1,-1-1 0,1 1 1,0-1-1,-1 1 0,1-1 1,0 0-1,0 1 0,1-1 1,2 1-16,-1-1 1,1 0 0,0 0-1,-1 0 1,1 0-1,-1 0 1,1-1 0,4-1-1,59-22-412,-59 21 499,1-1-1,-1 0 1,0-1 0,0 0-1,0 0 1,-1-1 0,13-11-1,-21 30 3464,2 32-3282,0-7-2010,-1-37 1644,0 0 1,0 0 0,0 0-1,0 0 1,0 0-1,0 0 1,1 0 0,-1 0-1,0 0 1,1 0-1,-1 0 1,1 0 0,-1 0-1,1 0 1,0 0 0,-1 0-1,1-1 1,0 1-1,-1 0 1,1-1 0,0 1-1,0 0 1,0-1-1,-1 1 1,1-1 0,0 1-1,0-1 1,0 1-1,0-1 1,1 1 0,35 2-9304,-37-3 9393,26 0-8287</inkml:trace>
</inkml:ink>
</file>

<file path=ppt/ink/ink7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29:57.98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193 366 12486,'0'0'9660,"-19"3"-7904,-61 12-551,75-14-1080,0 1-1,0-1 1,0 1-1,0 1 0,0-1 1,1 1-1,-1 0 1,1 0-1,0 0 0,0 0 1,0 1-1,0 0 1,1-1-1,-1 1 0,1 1 1,0-1-1,0 0 1,0 1-1,1 0 0,0 0 1,0-1-1,0 1 0,-1 7 1,2-11-127,1 0 1,-1 0-1,1 1 1,-1-1-1,1 0 1,0 0-1,-1 1 1,1-1-1,0 0 1,0 0-1,0 1 1,0-1-1,0 0 1,0 1-1,0-1 1,1 0-1,-1 0 1,0 1-1,1-1 1,-1 0-1,1 0 1,-1 0-1,1 0 1,0 1-1,-1-1 1,1 0-1,0 0 1,0 0-1,0 0 1,0-1-1,0 1 0,0 0 1,0 0-1,0 0 1,0-1-1,0 1 1,0-1-1,0 1 1,1-1-1,-1 1 1,2-1-1,4 1-71,1 0-1,-1-1 0,1 0 1,0 0-1,-1-1 1,9-1-1,-8 0-57,0 0 0,-1-1 0,1 0 0,-1 0 0,1 0 0,-1-1 0,0 0 0,8-7 0,57-47-1042,-42 31 692,-2 4-164,-1-2 0,-1 0 0,-2-2 0,33-46 1,-46 56 595,-1 0 0,0-1 0,12-35 0,-17 38 759,-1 0 0,0 0 0,-2-1 0,1 1 0,-1-27 931,-25 57-558,-9 17-406,0 2 0,3 1 0,0 1-1,3 1 1,-31 56 0,50-78-671,1 0 1,1 0-1,0 1 1,1 0 0,0 0-1,2 0 1,0 1-1,0-1 1,2 1-1,1 16 1,-1-31-36,0 0 1,0 0 0,1 0-1,-1-1 1,1 1-1,-1 0 1,1 0 0,0 0-1,0-1 1,-1 1 0,1 0-1,0-1 1,1 1-1,-1 0 1,0-1 0,0 0-1,1 1 1,-1-1-1,1 0 1,-1 1 0,1-1-1,-1 0 1,1 0-1,0-1 1,0 1 0,-1 0-1,1 0 1,0-1-1,0 1 1,0-1 0,0 0-1,2 1 1,8 1-163,1-1 0,-1 0 0,24-2 0,-22 0 54,-1 0-85,1-1 1,-1 0-1,0-1 0,0 0 1,0-1-1,19-9 1,-24 10 89,0-1-1,0 0 1,0-1-1,-1 1 1,1-2 0,-1 1-1,0-1 1,-1 0 0,0 0-1,10-13 1,-13 14 165,-1 0 0,-1-1 0,1 1 0,-1 0 0,0-1 0,0 1 0,0 0 0,-1-1 0,0 1 0,0-1 0,0 1 0,-1-1 0,-2-7-1,1 11 16,-1 0 0,0 0 0,0 1 0,0-1 0,0 1-1,0 0 1,0 0 0,0 0 0,0 0 0,-1 0-1,1 1 1,0 0 0,-1-1 0,1 1 0,0 1-1,0-1 1,-1 0 0,1 1 0,0-1 0,0 1-1,-1 0 1,1 0 0,0 1 0,-3 1 0,2 2-26,1 1 0,-1 1 1,1-1-1,0 1 1,1-1-1,-1 1 0,1 0 1,1 0-1,-1-1 1,1 1-1,0 1 0,1-1 1,0 0-1,0 0 0,0 0 1,1 0-1,2 10 1,-2-15-93,1 0 1,-1 0 0,0 0-1,0 0 1,1-1 0,0 1-1,-1 0 1,1-1 0,0 1 0,0-1-1,-1 1 1,1-1 0,0 0-1,0 0 1,1 0 0,-1 0-1,0 0 1,0-1 0,0 1 0,1 0-1,-1-1 1,0 0 0,0 1-1,1-1 1,3-1 0,4 2-349,0-1 1,0 0-1,-1-1 0,20-3 1,-17 0-56,0 0 1,0-1-1,-1-1 1,1 0-1,17-13 1,-21 14 438,-2 0 1,1 0-1,-1-1 1,1 0 0,-2 0-1,1 0 1,-1-1-1,0 0 1,7-11-1,-10 13 6027,-2 11-3422,-2 20-2743,2-25 175,0 0-1,0 0 0,0-1 0,0 1 0,0 0 0,0 0 0,0 0 0,0 0 0,1-1 0,-1 1 1,0 0-1,1 0 0,-1 0 0,0-1 0,1 1 0,-1 0 0,1-1 0,-1 1 0,1 0 0,0-1 0,-1 1 1,1 0-1,0-1 0,-1 1 0,2 0 0,6 1-157,1-1-1,-1 1 1,1-1-1,0-1 1,-1 1 0,15-2-1,-21 1 133,0 0 0,0 0 0,0 0 0,0 0-1,0-1 1,0 1 0,0-1 0,0 1 0,0-1 0,0 0-1,0 1 1,0-1 0,0 0 0,0 0 0,0 0 0,-1-1-1,1 1 1,0 0 0,-1-1 0,1 1 0,-1-1-1,0 1 1,1-1 0,-1 0 0,0 0 0,0 1 0,0-1-1,0 0 1,0 0 0,-1 0 0,1 0 0,-1 0 0,1-3-1,-1 5 52,0 0 0,0 0 0,0-1 0,0 1 0,0 0 0,0 0-1,0-1 1,0 1 0,0 0 0,0 0 0,1 0 0,-1-1 0,0 1 0,0 0-1,0 0 1,0 0 0,0-1 0,0 1 0,0 0 0,1 0 0,-1 0 0,0-1-1,0 1 1,0 0 0,0 0 0,1 0 0,-1 0 0,0 0 0,0 0 0,0-1-1,1 1 1,-1 0 0,0 0 0,0 0 0,0 0 0,1 0 0,-1 0 0,0 0-1,0 0 1,1 0 0,-1 0 0,0 0 0,0 0 0,0 0 0,1 0 0,-1 0-1,0 0 1,0 0 0,1 0 0,-1 1 0,0-1 0,0 0 0,0 0 0,1 0-1,-1 0 1,0 0 0,0 0 0,0 1 0,1-1 0,9 9 372,5 28-3797,-14-35 2885,1 0 1,-1-1 0,0 1 0,1-1 0,-1 0 0,0 1-1,1-1 1,0 0 0,-1 0 0,1 0 0,0 0 0,0 0-1,-1 0 1,1-1 0,0 1 0,0-1 0,0 1-1,3 0 1,21-1-7738</inkml:trace>
</inkml:ink>
</file>

<file path=ppt/ink/ink7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29:57.98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66 1 6307,'0'0'16877,"-9"22"-14793,-28 72-342,32-80-1328,1-1 1,1 1 0,0 0 0,1 0 0,0 0-1,1 0 1,1 0 0,3 27 0,-1 6-205,-2-44-250,-1 0 0,1 0-1,0 0 1,0-1 0,0 1 0,1 0 0,-1 0 0,1 0 0,-1 0 0,1-1-1,0 1 1,0 0 0,0-1 0,1 1 0,-1-1 0,0 1 0,1-1-1,0 0 1,3 4 0,-1-4-562,1 0 0,-1 0 0,1-1 0,0 1 0,-1-1 0,1 0 0,0-1 0,0 1-1,-1-1 1,1 0 0,7-1 0,9-1-4189,-1-9-2554</inkml:trace>
</inkml:ink>
</file>

<file path=ppt/ink/ink7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29:57.98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23 2865,'0'0'19753,"128"-14"-18184,-94 10-801,0 1-704,-14 1-64,-6 2-1248</inkml:trace>
</inkml:ink>
</file>

<file path=ppt/ink/ink7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30:29.761"/>
    </inkml:context>
    <inkml:brush xml:id="br0">
      <inkml:brushProperty name="width" value="0.5" units="cm"/>
      <inkml:brushProperty name="height" value="1" units="cm"/>
      <inkml:brushProperty name="color" value="#E6E6E6"/>
      <inkml:brushProperty name="tip" value="rectangle"/>
      <inkml:brushProperty name="rasterOp" value="maskPen"/>
    </inkml:brush>
  </inkml:definitions>
  <inkml:trace contextRef="#ctx0" brushRef="#br0">28 47 176,'-28'-43'7195,"294"39"-6756,200 4-5,-290 12-369,107 3-13,220 14 7,-214-16-45,-31-4-23,326 23 36,-396-30-20,200-4-14,-191-26 14,-50 4-11,-106 19 42,88-6 804,-129 42-386,-1-24-430,0-1 0,-1 1 0,0 0-1,0 0 1,0-1 0,-1 1 0,0-1-1,-1 0 1,1 0 0,-6 7 0,-47 56 48,34-48-28,0-2 0,-2-1 0,-47 29 1,37-26 27,-37 30 0,-193 148 92,254-192-157,-1 0 0,0 0 0,-1-1 0,1 0 0,-1-1 0,-1 0 0,1-1 0,0 0 0,-19 2 0,-16 1 38,-56 2 0,78-8-18,-501 4 992,286-8-625,40 4-352,-298-4 40,302-10-96,-54-1-14,-220 14-46,440 1 50,-47 9 0,46-5 78,-53 2-1,31-9 25,-31 1-139,77 2 61,0 0-1,1 0 1,-1 0 0,1 1-1,-1 0 1,1 0-1,0 0 1,0 1 0,-9 5-1,-45 39-60,42-32 74,-40 26 0,58-41-16,-1 1-1,1-1 1,-1 0-1,1 0 1,0 0-1,-1 0 1,1 1 0,-1-1-1,1 0 1,-1 0-1,1 1 1,-1-1 0,1 0-1,0 1 1,-1-1-1,1 0 1,0 1-1,-1-1 1,1 1 0,0-1-1,0 0 1,-1 1-1,1-1 1,0 1 0,0-1-1,0 1 1,0-1-1,-1 1 1,1-1-1,0 1 1,0-1 0,0 1-1,0-1 1,0 1-1,0-1 1,0 1-1,1-1 1,-1 1 0,0-1-1,0 1 1,23 11-5,47 1 122,-63-13-85,278 35 628,301-2 0,199-55-633,-33 4-16,-278 13 42,-75-4-44,-45-2 355,-341 11-237,41 0 1567,-101 1-2304,17 5-1058</inkml:trace>
</inkml:ink>
</file>

<file path=ppt/ink/ink7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30:32.986"/>
    </inkml:context>
    <inkml:brush xml:id="br0">
      <inkml:brushProperty name="width" value="0.5" units="cm"/>
      <inkml:brushProperty name="height" value="1" units="cm"/>
      <inkml:brushProperty name="color" value="#E6E6E6"/>
      <inkml:brushProperty name="tip" value="rectangle"/>
      <inkml:brushProperty name="rasterOp" value="maskPen"/>
    </inkml:brush>
  </inkml:definitions>
  <inkml:trace contextRef="#ctx0" brushRef="#br0">1 2368 864,'0'0'5163,"14"-13"-4464,46-41-86,-58 53-560,0-1 0,0 0-1,0 1 1,0-1-1,1 1 1,-1 0-1,0 0 1,1 0 0,-1 0-1,0 0 1,1 0-1,-1 1 1,1-1-1,0 1 1,-1 0 0,1-1-1,-1 1 1,1 1-1,-1-1 1,1 0-1,-1 0 1,1 1 0,-1 0-1,1-1 1,-1 1-1,1 0 1,-1 0-1,0 0 1,1 1 0,-1-1-1,0 0 1,0 1-1,0 0 1,0-1 0,2 3-1,6 4 3,0-3-30,-1 0-1,1-1 1,0 0 0,0 0-1,0-1 1,0-1 0,0 1 0,15 0-1,10-1 130,43-3 0,-20 0 66,82-6 169,197-36 0,-115 12-335,1543-64-22,-1745 95-32,215-5 38,-188 1-23,-1-1 0,88-24 0,-99 14 77,-33 15-88,-1-1 0,0 0 0,1 1 0,-1-1 0,0 0-1,0 0 1,1 0 0,-1 0 0,0 0 0,0-1 0,0 1 0,0 0-1,-1 0 1,1-1 0,0 1 0,0 0 0,-1-1 0,1 1-1,-1-1 1,1-1 0,2 1-12,0 0 0,0 1 0,0-1 0,0 1-1,1 0 1,-1 0 0,0 0 0,1 0 0,-1 0 0,0 1 0,1-1 0,5 1-1,-3 0-5,85-20-994,129-43-1,-194 50 963,-26 13 48,0-1 1,0 1-1,0 0 0,0 0 0,0-1 0,0 1 1,0 0-1,0-1 0,0 1 0,-1 0 0,1 0 0,0-1 1,0 1-1,0 0 0,0 0 0,0-1 0,0 1 0,-1 0 1,1 0-1,0-1 0,0 1 0,0 0 0,0 0 0,-1 0 1,1-1-1,0 1 0,0 0 0,-1 0 0,1 0 0,0 0 1,0 0-1,-1 0 0,1-1 0,0 1 0,0 0 1,-1 0-1,1 0 0,0 0 0,-1 0 0,1 0 0,0 0 1,0 0-1,-1 0 0,-53-4 156,-609 34 1117,-4 1 913,538-31-1744,-525-9 176,457-3-512,-249-46 1,441 57-103,-38-11 41,42 12-46,1 0-1,-1 0 0,0 0 0,1-1 1,-1 1-1,0 0 0,1-1 1,-1 1-1,1 0 0,-1-1 0,0 1 1,1-1-1,-1 1 0,1-1 1,0 1-1,-1-1 0,1 0 1,-1 1-1,1-1 0,0 1 0,-1-1 1,1 0-1,0 1 0,0-1 1,0 0-1,-1 1 0,1-1 0,0 0 1,0 1-1,0-1 0,0 0 1,0 0-1,0 1 0,0-1 1,1 0-1,-1 1 0,0-1 0,0 0 1,0 1-1,1-1 0,-1 0 1,0 1-1,1-1 0,-1 1 0,0-1 1,1 0-1,-1 1 0,1-1 1,-1 1-1,1-1 0,-1 1 1,1 0-1,0-1 0,11-8-10,0 1 0,0 1 0,1 0 0,0 0 0,0 1 0,0 1 0,27-7 0,0-1-11,308-100-131,377-69 0,413-1-1126,-925 154 1374,-119 17 69,127-1 238,-246 14 568,13-2-894,-848 62 15,565-30-50,67-9-79,-1041 60 159,1119-80-111,34 1-22,0-5-1,-181-26 0,292 28 13,0-1 0,1 0 0,-1 0-1,1-1 1,-1 1 0,1-1 0,0 0-1,-1 0 1,-5-5 0,10 7-1,0 0 0,-1-1 0,1 1 1,0 0-1,-1-1 0,1 1 0,0-1 0,0 1 1,0 0-1,-1-1 0,1 1 0,0-1 0,0 1 0,0-1 1,0 1-1,0-1 0,0 1 0,0-1 0,0 1 1,0-1-1,0 1 0,0 0 0,0-1 0,0 1 1,0-1-1,0 1 0,0-1 0,1 1 0,-1-1 0,0 1 1,0 0-1,1-1 0,26-19-8,14 2-5,1 1 0,68-18 1,102-13 29,-152 36-20,1375-230-816,-325 65 248,-840 114 1480,-291 60-466,-1036 14-173,25 2-201,634-55-109,155 11 19,188 25 13,5 3-18,1-2-1,-1-2 0,1-3 0,1-1 0,-63-24 1,87 18 13,24 17 9,-1-1 0,1 0 0,0 1 0,-1-1 0,1 0 0,0 1 0,-1-1 0,1 0 0,0 0 0,0 1 1,0-1-1,0 0 0,0 0 0,0 1 0,0-1 0,0 0 0,0 0 0,0 1 0,0-1 0,0 0 0,0 0 0,1 0 0,1-2-6,0 0 1,1 0-1,-1 1 0,0-1 0,1 1 1,0 0-1,-1-1 0,1 1 0,0 1 1,0-1-1,0 0 0,1 1 0,5-3 0,67-24-11,127-28-1,90-2 27,-212 43-12,1351-179-767,-1417 192 761,131-14 3,464-56-20,-554 67 33,-40 5 0,-1-1 0,1-1 0,-1 0 0,1-1 0,18-7 0,-33 10 4,-1-1 0,0 1 0,0 0-1,1-1 1,-1 1 0,0 0 0,0-1-1,0 1 1,1 0 0,-1-1-1,0 1 1,0 0 0,0-1 0,0 1-1,0-1 1,0 1 0,0 0 0,0-1-1,0 1 1,0-1 0,0 1 0,0 0-1,0-1 1,0 1 0,0-1 0,0 1-1,0 0 1,-1-1 0,1 1-1,0 0 1,0-1 0,0 1 0,-1 0-1,1-1 1,0 1 0,0 0 0,-1-1-1,1 1 1,0 0 0,-1 0 0,1-1-1,0 1 1,-1 0 0,1 0-1,0 0 1,-1 0 0,1-1 0,-1 1-1,1 0 1,0 0 0,-1 0 0,1 0-1,-1 0 1,1 0 0,0 0 0,-1 0-1,1 0 1,-1 0 0,1 0 0,-1 1-1,-33-6 16,0 1-1,0 2 1,-54 4-1,19-1 3,-1285 15 13,715-8-10,94-2-9,258-2-7,305-5 2,0-2 1,0 0-1,25-7 0,8-3-10,876-110-2001,-900 122 1410,-66 27-2423,-15-2 831,-5 1-1395</inkml:trace>
</inkml:ink>
</file>

<file path=ppt/ink/ink7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30:47.905"/>
    </inkml:context>
    <inkml:brush xml:id="br0">
      <inkml:brushProperty name="width" value="0.5" units="cm"/>
      <inkml:brushProperty name="height" value="1" units="cm"/>
      <inkml:brushProperty name="color" value="#A2D762"/>
      <inkml:brushProperty name="tip" value="rectangle"/>
      <inkml:brushProperty name="rasterOp" value="maskPen"/>
    </inkml:brush>
  </inkml:definitions>
  <inkml:trace contextRef="#ctx0" brushRef="#br0">398 483 64,'0'0'3124,"-7"-13"-2905,-40-66 1104,46 75-1087,-1 0 1,1 0-1,0 0 0,0 0 0,0 0 1,1 0-1,0 0 0,-1 0 0,2-24 2155,-36 28-2114,27 2-270,0 0 0,0 1 0,0 0 0,0 0 0,0 0 0,1 1 0,-15 10 0,-29 13 17,10-16-8,-4 2 15,38-9-17,18-3-5,49-4 136,0-4 1,94-22 0,-19 3 12,354-26-34,4 30-94,36-1-35,93 14 8,-162 55 74,-419-40-77,-22-3-5,1 0 0,0 1 0,-1 2 0,0 0 0,0 0 0,-1 2 0,0 0 0,20 14 0,-25-16 3,-1 0 1,0-1 0,1 0-1,0-1 1,0-1-1,24 4 1,90 4-17,-57-7 11,-47-2 5,-3-1-50,1 1-1,-1 0 0,0 2 1,0 1-1,32 11 1,-51-16 52,0 1 0,0 0 0,0 0 0,0 0 1,-1 0-1,1 0 0,0 0 0,0 0 0,-1 0 0,1 0 1,0 0-1,-1 0 0,1 1 0,-1-1 0,0 0 0,1 0 1,-1 0-1,0 1 0,0-1 0,0 0 0,0 0 1,0 1-1,0-1 0,0 0 0,0 1 0,0-1 0,-1 0 1,1 0-1,0 0 0,-1 1 0,1-1 0,-2 1 1,1 2 2,0 0 1,-1 0 0,0 0-1,0-1 1,0 1 0,0-1-1,-1 1 1,1-1 0,-4 3-1,-17 12 5,-2-2-1,0 0 1,0-2-1,-53 22 0,-118 31 25,183-63-31,-197 59 79,-3-9 0,-2-9 0,-393 30 0,-864-50 267,1455-25 5,-1-1 0,1 0 0,-1-1 0,1-1 0,-21-6 326,-3 7-577,-56 2 33,116-2-135,0-1 1,0-1 0,0-1-1,25-9 1,21-6 5,76-8-6,1 5 0,150-4 1,289 16 5,-401 11-11,1000 42-1485,-1114-35 1409,69 7-307,179 42 0,-307-54 408,1-1 0,-1 2-1,0-1 1,-1 1 0,1 0-1,0 1 1,-1 0 0,0 0-1,0 0 1,9 9-1,-12-10 7,0 1 0,0-1 0,0 1 0,0 0 0,-1 1-1,0-1 1,0 0 0,0 0 0,-1 1 0,1-1-1,-1 1 1,0 0 0,0-1 0,-1 1 0,1 0 0,-1 5-1,0-8-24,0-1 0,0 0 0,1 1 0,-1-1-1,0 0 1,1 1 0,-1-1 0,1 0-1,-1 0 1,1 1 0,0-1 0,-1 0 0,1 0-1,0 0 1,0 0 0,0 0 0,0 0-1,0 0 1,0 0 0,0-1 0,0 1 0,0 0-1,1 0 1,-1-1 0,0 1 0,0-1 0,1 1-1,-1-1 1,2 1 0,52 7 35,-47-8-37,-1 1-1,0 0 1,1 0-1,-1 1 0,10 3 1,-16-5 1,0 0 1,-1 0-1,1 0 1,0 1 0,-1-1-1,1 0 1,0 1-1,-1-1 1,1 0-1,0 1 1,-1-1 0,1 1-1,-1-1 1,1 1-1,-1-1 1,1 1-1,-1-1 1,1 1 0,-1 0-1,0-1 1,1 1-1,-1-1 1,0 1-1,1 0 1,-1-1 0,0 1-1,0 0 1,0 0-1,0-1 1,0 1-1,0 0 1,0-1 0,0 1-1,0 0 1,0 0-1,0 0 1,-1 1 1,-1 0 0,1-1 0,-1 1 0,1 0 0,-1-1 0,1 1-1,-1-1 1,0 0 0,0 1 0,0-1 0,-4 2 0,-64 23 42,67-26-41,-149 39 293,0-6 1,-3-7 0,0-7-1,-167-2 1,263-14-131,0-3 1,1-3-1,-1-2 0,-97-21 1,-105-52-58,-92-23-32,105 51-65,-25-7 231,124 9 141,97 29-315,-79-18-1,11 15-51,28 7-9,-123-39-1,192 45-8,0-2-1,1 0 0,-35-24 1,20 12 7,-6-10-27,35 26-1,-1 0 0,0 0-1,-18-10 1,-10 0-58,-41-11 0,55 21 78,-1-2 1,2 0 0,-1-1 0,1-1-1,-38-27 1,56 35 3,1 0 0,-1 0-1,1-1 1,0 1 0,0-1-1,0 0 1,1 0 0,-1 0-1,1 0 1,0-1 0,0 1-1,1 0 1,-1-1 0,1 1-1,0-1 1,0 0 0,0 1 0,1-1-1,0 0 1,0 0 0,0 1-1,0-1 1,1 0 0,2-8-1,-1 4-5,1 0-1,0 1 1,0-1 0,1 0-1,1 1 1,-1 0-1,1 0 1,0 0-1,1 1 1,0 0 0,12-11-1,5-1-6,1 1-1,1 1 1,0 2-1,2 0 1,-1 2-1,2 1 1,0 1-1,43-11 1,31-1-46,111-12 0,-189 31 57,701-55-1886,3 55-172,-549 15 1685,234 43 0,-192-20 167,58 2 288,314 0 1,-583-36 56,-1 1 0,0-1 0,0 2 0,1-1 0,-1 1 0,0 1 0,0-1 1,14 8-1,-2-3 113,0 0 0,41 6 0,23 7-239,-84-20-10,1 0 0,-1 1 0,0 0 0,1-1 0,-1 1 0,0 0 0,0-1 0,1 1 0,-1 0 0,0 0 0,0 0 0,0 0 0,0 0 0,0 0 0,0 0 0,-1 1 0,1-1 0,0 0 0,0 0 0,-1 1 0,1-1 0,-1 0 1,1 3-1,-1-1 21,1 0 1,-1 0 0,0 0 0,0 0 0,-1 0-1,1 0 1,-1 0 0,1 0 0,-1 0 0,-2 4 0,-1 3 102,0 0 1,-1 0-1,-1-1 1,0 0 0,-8 10-1,-23 26 131,-1-3 0,-2-1 0,-2-2 0,-2-1 0,-1-3 0,-2-2 0,-1-1 0,-60 28 0,27-26-172,-1-3 0,-124 30 0,-182 14 151,31-45-211,-5-30-38,147-3 25,191 3-9,-408-6 5,296-2-22,-157-30 1,168 5 14,97 24-1,-2 1 1,1 1-1,-1 1 0,-55-3 1,-231 20-65,-10 1 123,324-12-60,0 0 0,0 1 0,0-1 0,0 1 0,1 0 0,-1 0 0,0 0 0,1 0 0,-1 0 0,0 0 1,1 0-1,-1 0 0,1 1 0,0-1 0,-1 1 0,1-1 0,0 1 0,0-1 0,0 1 0,-2 3 1,-18 47 3,1-4 58,18-45-16,0 1 0,0-1 0,0 1 0,1 0 0,-1 0 0,1-1 0,0 1 0,0 0 0,1 0 0,-1 1 0,1 5 0,0-8-15,0-1 0,0 1-1,0-1 1,0 1 0,1 0-1,-1-1 1,1 1 0,-1-1-1,1 1 1,-1-1 0,1 1-1,0-1 1,0 1 0,0-1-1,0 0 1,0 0-1,0 1 1,0-1 0,0 0-1,1 0 1,-1 0 0,0 0-1,1 0 1,-1-1 0,1 1-1,-1 0 1,1 0 0,-1-1-1,3 1 1,46 8 156,0-2 0,1-2 0,0-2 1,75-6-1,-76 1-125,183-24-10,-121 10-38,-17 4-36,461-44-399,-418 49 237,861-63-1810,-653 40 1983,163-21 40,-468 44-26,1-2 0,-2-1 0,1-3 0,-2-1 0,0-1 0,0-3 0,37-22 0,-56 28 21,-1 0 0,1-1 0,-2-1 0,0-1-1,-1-1 1,-1 0 0,0-1 0,-1-1 0,-1 0 0,0-1-1,-2-1 1,0 0 0,-1 0 0,-1-1 0,8-26 0,-14 29 3,-1 0 0,0 1 0,-2-1 0,0 0 0,-3-33 0,0 1 194,2 47-209,-1 0-1,1 0 1,-1 0 0,0 0 0,0 0-1,-1 0 1,1 0 0,0 1-1,-1-1 1,0 0 0,1 1 0,-1-1-1,0 1 1,-1 0 0,1-1 0,0 1-1,0 0 1,-1 0 0,0 1-1,1-1 1,-6-2 0,-8-5 10,-1 1 1,-27-9-1,27 11-12,-20-6-11,1 1-1,-1 2 0,-58-6 0,-117 0-2,189 14 11,-53-3 4,-1 4 1,1 4 0,-1 3-1,-104 22 1,14 9 98,-1-7 1,-215 12-1,305-35-92,1 3 0,-105 28-1,44-8-31,-342 86-47,457-109-125,1 1 0,-1 1 0,2 1 0,0 1 0,-31 22 0,50-33 152,-4 3-227,0-1 1,0 0-1,-1-1 1,0 1 0,-11 2-1,-4 1 281</inkml:trace>
</inkml:ink>
</file>

<file path=ppt/ink/ink7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31:09.26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74 3298,'0'0'20412,"23"-7"-20135,232-60 2817</inkml:trace>
</inkml:ink>
</file>

<file path=ppt/ink/ink7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32:20.25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0 105 6499,'0'0'13540,"14"0"-11588,0 1-1580,30 2 1253,0-1 0,0-3 1,68-9-1,-73 1-1956,-4 2-25,47-17 0,-72 20-1358,0-1 0,0 0-1,-1 0 1,1 0 0,9-9 0,7-7-8827</inkml:trace>
</inkml:ink>
</file>

<file path=ppt/ink/ink7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31:46.79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35 25 1088,'0'0'9431,"5"-4"-7848,1-1-1006,5-4-23,0 3 4056,-11 56-795,7 105-1844,-6-7-49,-8 329 713,21-71-1027,-3-245-1188,-9-45 23,-16 135 0,1-83-153,11-70-29,17 163 0,36 93 41,-14-113-139,-18-91-64,-13-106-83,-2 0-1,-2 1 1,-4 56-1,0-14 17,1-49-30,-2 1 0,-2-1 0,-13 55-1,-42 107 16,38-130-9,-9 18-10,-23 89 25,52-119-42,2-58 118,0-50-35,2 47-64,0 1 0,0-1 0,0 1 0,1 0 0,-1 0-1,1 0 1,0 1 0,0-1 0,-1 1 0,1-1 0,0 1 0,5-2 0,3-2-7,33-13 10,0 1 1,49-11-1,-42 14-5,485-104 0,-418 96-4,945-133 14,847 37-8,-1748 117 0,552-23 0,855-37 0,-1331 61 0,1049 34 0,-398 24 0,-797-53 0,328 41 0,-82-6 0,197 0 0,-312-33 0,-216-6 0,-9-2 2,1 1 0,-1 0 0,1 0 0,-1 0 0,1-1 1,-1 2-1,1-1 0,-1 0 0,1 0 0,-1 0 0,1 1 0,0-1 0,-1 0 0,1 1 0,-1 0 0,0 0 1,1-1-25,0 1 0,1-1 0,-1 1 0,0-1 0,1 0 0,-1 0 0,0 1 0,0-1 0,1 0 0,-1 0 0,0 0 0,0 0 0,1 0 0,-1 0 0,0 0 0,0 0 0,1 0 0,-1 0 0,0 0 0,0 0 0,1 0 0,-1-1 0,0 1 0,0 0 0,1-1 0,-1 1 0,0 0 0,1-1 0,-1 1 0,0-1 0,1 1 0,-1-1 0,1 1 0,-1-1 0,1 0 0,-1 1 0,1-1 0,0 0 0,-1 1 0,1-1 0,0 0 0,-1 1 0,1-1 0,0 0 0,0 0 0,-1 0 0,-12-26-4348,-6-10-1883</inkml:trace>
</inkml:ink>
</file>

<file path=ppt/ink/ink7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30:56.16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0 752 3730,'0'0'13723,"20"-7"-13000,5-42 182,-16 28-689,269-558 891,-271 565-1024,1 0 0,0 1 1,1 0-1,20-22 0,-29 34-68,0 1-1,0 0 1,0-1-1,0 1 1,0 0 0,1 0-1,-1 0 1,0-1-1,0 1 1,0 0-1,0 0 1,1-1 0,-1 1-1,0 0 1,0 0-1,1 0 1,-1 0-1,0 0 1,0-1 0,1 1-1,-1 0 1,0 0-1,0 0 1,1 0-1,-1 0 1,0 0 0,0 0-1,1 0 1,-1 0-1,0 0 1,1 0-1,-1 0 1,0 0 0,0 0-1,1 0 1,-1 0-1,0 0 1,0 0 0,1 0-1,-1 0 1,0 1-1,0-1 1,1 0-1,-1 0 1,0 0 0,0 0-1,0 1 1,1-1-1,-1 0 1,0 0-1,0 0 1,0 1 0,1-1-1,-1 0 1,0 0-1,0 1 1,0-1-1,0 0 1,0 0 0,0 1-1,0-1 1,0 0-1,0 1 1,2 21 320,-3-17-328,1 300 2963,0-302-2961,0 0 1,0 1 0,0-1-1,0 0 1,1 1 0,-1-1-1,1 0 1,0 0 0,0 0-1,0 0 1,0 1 0,1-2-1,2 7 1,-2-8-7,0 0 0,0 1-1,0-1 1,-1 0 0,1 0-1,0 0 1,0 0 0,1-1-1,-1 1 1,0-1 0,0 1 0,0-1-1,0 0 1,0 1 0,1-1-1,-1 0 1,0 0 0,0-1-1,0 1 1,1 0 0,-1-1 0,4-1-1,2 0 10,1-1 0,0-1-1,-1 0 1,0 0 0,1 0-1,-2-1 1,1 0 0,11-10-1,57-57 28,-50 46-31,-24 23-6,113-115-33,-98 99 55,-2-1 0,0 0 0,-1-2 0,16-30 0,-29 78 2748,-9 26-2228,-3-14-356,1 0-1,3 1 0,1 0 1,1 1-1,3-1 1,1 1-1,6 51 1,-4-85-472,0 1 0,1-1 0,0 0 1,1 0-1,-1-1 0,6 11 0,11 6-3646,3-12-6321,-9-9 2357</inkml:trace>
</inkml:ink>
</file>

<file path=ppt/ink/ink7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30:56.40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8612,'0'0'16215,"47"88"-15510,-27-70-321,1-2-336,6-7-48,0-5-384,0-4-945,7 0-1040,0-7-1217,-1-11-1824,-5-6-721,-1-4 272</inkml:trace>
</inkml:ink>
</file>

<file path=ppt/ink/ink7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30:56.59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509 0 5731,'0'0'11029,"-22"15"-7860,6-4-2604,-1 0-95,1 1 0,0 0 1,1 1-1,1 0 0,0 1 1,1 1-1,-15 20 0,-29 45 1295,-7 10-1005,3 2 0,-59 121 0,92-141-2523,21-25-5473,20-45-5407</inkml:trace>
</inkml:ink>
</file>

<file path=ppt/ink/ink7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30:57.05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339 203 12950,'0'0'11851,"-26"29"-10200,-85 96-162,85-94-1020,2 0 1,1 1 0,2 2-1,-26 52 1,43-77-446,-6 10-18,2 1 0,0 1 0,1-1 0,1 2 0,0-1 0,2 0 0,1 1 1,0 0-1,2 28 0,1-48-20,0-1 0,0 1-1,0-1 1,0 0 0,1 1 0,-1-1 0,1 1-1,-1-1 1,1 1 0,-1-1 0,1 0 0,0 0 0,-1 1-1,1-1 1,0 0 0,0 0 0,0 0 0,0 0 0,0 0-1,1 0 1,-1 0 0,0 0 0,0 0 0,0-1-1,1 1 1,-1 0 0,0-1 0,1 1 0,-1-1 0,1 1-1,-1-1 1,1 0 0,-1 0 0,1 0 0,-1 0-1,1 0 1,-1 0 0,0 0 0,1 0 0,-1 0 0,1-1-1,-1 1 1,2-1 0,6-1-24,-1 1 0,0-2 1,0 1-1,0-1 0,0 0 0,12-8 0,20-16-154,-1-2 0,-2-1 0,-1-3 0,48-53 0,-70 69 86,0-1 0,-2-1 0,0 0 1,0 0-1,-2-1 0,-1-1 0,0 0 0,10-42 0,-12 33 55,-2-1 0,-1 0 0,-1 0 0,-2-1 0,-5-56 0,3 78 57,0 1 1,0-1-1,-2 1 1,1-1-1,-1 1 1,0 0-1,-1 0 1,0 0-1,0 1 1,-1-1 0,-8-10-1,10 15-4,-1 1-1,1-1 1,-1 1 0,1 0 0,-1 0-1,0 1 1,0-1 0,0 1-1,-1 0 1,1 0 0,0 0 0,-1 0-1,1 1 1,-1 0 0,0 0-1,1 0 1,-1 1 0,0-1 0,0 1-1,1 0 1,-1 0 0,0 1-1,0 0 1,1-1 0,-6 3 0,3 0-187,0 0 1,0 0-1,0 1 1,0 0-1,1 0 1,-1 1-1,1 0 1,1 0-1,-1 0 1,1 1-1,-1-1 1,2 1 0,-1 1-1,1-1 1,0 1-1,0-1 1,0 1-1,-3 11 1,-1 1-1525,2 0 0,-7 26 0,1 30-6854,11-24 1042</inkml:trace>
</inkml:ink>
</file>

<file path=ppt/ink/ink7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30:57.32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6339,'0'0'15660,"10"10"-13352,14 15-1252,3 3 391,1-2 0,35 27 0,-54-46-1565,0-1-1,1 0 1,0 0 0,1-1-1,-1 0 1,1 0-1,0-1 1,0-1 0,0 0-1,1-1 1,-1 0-1,16 1 1,-18-3-871,20-2-2897,-14-8-1460,-7-3-2369</inkml:trace>
</inkml:ink>
</file>

<file path=ppt/ink/ink7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30:57.74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74 3618,'0'0'22562,"2"8"-21060,0-2-1298,0 0 1,0 0-1,0 0 0,1-1 1,0 1-1,0-1 0,1 1 1,4 4-1,-6-8-217,-1 0 0,1-1 1,0 1-1,0-1 0,0 1 0,0-1 0,0 0 0,0 0 0,0 0 0,0 0 1,0 0-1,1 0 0,-1 0 0,0-1 0,1 1 0,-1-1 0,0 0 0,1 0 1,-1 0-1,0 0 0,1 0 0,-1 0 0,0-1 0,1 1 0,-1-1 1,0 0-1,1 1 0,-1-1 0,0 0 0,0 0 0,2-2 0,17-8-213,-1 0-1,0-2 1,-1-1-1,0 0 1,-2-1-1,1-1 1,-2-1 0,16-19-1,-32 36 294,0 0 1,0 0-1,0 1 0,0-1 0,0 0 1,0 0-1,0 1 0,0-1 1,0 0-1,1 0 0,-1 0 0,0 1 1,0-1-1,0 0 0,0 0 1,0 0-1,1 1 0,-1-1 0,0 0 1,0 0-1,0 0 0,0 0 1,1 0-1,-1 1 0,0-1 0,0 0 1,0 0-1,1 0 0,-1 0 1,0 0-1,0 0 0,1 0 0,-1 0 1,0 0-1,0 0 0,1 0 1,-1 0-1,0 0 0,0 0 0,1 0 1,-1 0-1,0 0 0,0 0 1,0 0-1,1 0 0,-1 0 0,0 0 1,0-1-1,0 1 0,1 0 0,-1 0 1,0 0-1,0 0 0,0 0 1,1-1-1,-1 1 0,0 0 0,0 0 1,0 0-1,0-1 0,0 1 1,1 0-1,2 35 535,-4-29-776,2 0-1,-1 0 1,0-1-1,1 1 1,0 0 0,3 8-1,-3-13-219,1 1-1,-1-1 0,0 1 1,0-1-1,1 0 0,-1 0 0,1 0 1,-1 0-1,1 0 0,-1 0 1,1 0-1,0 0 0,-1-1 0,1 1 1,0 0-1,3 0 0,17 0-9461,-19-1 8070,11 0-7336</inkml:trace>
</inkml:ink>
</file>

<file path=ppt/ink/ink7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30:58.14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1 101 12134,'0'0'9361,"16"2"-8673,-4 0-563,15 1 19,1 0-1,0-1 1,30-3-1,-56 0-141,0 1 0,0 0 0,0 0 0,0-1 0,0 1 0,0-1 0,0 0 0,-1 0 0,1 1-1,0-1 1,0 0 0,-1-1 0,1 1 0,-1 0 0,1 0 0,-1-1 0,1 1 0,-1-1 0,0 1-1,0-1 1,0 1 0,0-1 0,2-3 0,-1-1 28,0 1 1,-1-1-1,0 0 0,0 0 1,-1 0-1,1 1 0,-1-8 1,-1 12-5,1-1 1,-1 1 0,0-1 0,0 0 0,0 1 0,1 0 0,-1-1 0,-1 1-1,1-1 1,0 1 0,0 0 0,0 0 0,-1 0 0,1 0 0,0 0-1,-1 0 1,1 0 0,-1 0 0,0 0 0,1 1 0,-1-1 0,1 0-1,-1 1 1,0 0 0,0-1 0,1 1 0,-1 0 0,0 0 0,-1 0-1,-5-1 343,0 0-1,0 1 0,1 0 0,-1 0 0,-15 3 0,19-2-266,-1 1-1,1 0 0,0 0 1,0 0-1,0 0 1,0 1-1,1 0 0,-1-1 1,1 1-1,-1 1 0,1-1 1,0 0-1,0 1 0,1 0 1,-1-1-1,1 1 1,-1 0-1,1 0 0,1 1 1,-1-1-1,0 0 0,0 6 1,-1 1-24,0 0 1,1 1-1,1-1 0,0 0 1,0 1-1,1 0 1,3 22-1,-2-32-161,0 0 1,-1 1-1,1-1 0,1 0 1,-1 1-1,0-1 0,1 0 0,-1 0 1,1 0-1,-1 0 0,1 0 1,0-1-1,0 1 0,0 0 1,0-1-1,0 1 0,0-1 0,1 0 1,-1 0-1,0 0 0,1 0 1,-1 0-1,0 0 0,1-1 1,-1 1-1,1-1 0,3 0 0,11 3-1642,0-2 0,35-1 0,-32-1-436,35 1-3773</inkml:trace>
</inkml:ink>
</file>

<file path=ppt/ink/ink7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30:58.99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29 0 3506,'0'0'17746,"-3"5"-15771,-1 2-1596,1 0 1,-1 0 0,1 0 0,1 1 0,-1-1 0,1 0 0,1 1-1,-1 0 1,1-1 0,0 1 0,1 0 0,0 0 0,0 0-1,1-1 1,1 9 0,-1-14-383,0 0-1,0 0 1,0 0-1,0 0 1,0 0-1,0 0 1,0 0-1,1 0 1,-1 0-1,1 0 1,-1-1-1,1 1 1,0-1-1,-1 1 1,1-1-1,0 0 1,0 1-1,0-1 1,0 0-1,0 0 1,0-1-1,1 1 1,-1 0-1,0-1 1,0 1-1,1-1 1,-1 0-1,0 1 1,0-1-1,1-1 1,-1 1-1,0 0 1,1 0-1,-1-1 1,0 1-1,4-2 1,3-1-114,-1 0 1,1 0-1,-1 0 1,0-1-1,0 0 0,0-1 1,11-9-1,6-5-152,-17 13 263,0 1 0,0-2 0,0 1 0,-1-1 0,0 0 0,-1-1 0,11-14 0,-18 25 345,0 0 1,1-1 0,-1 1 0,1 0-1,0 0 1,0 0 0,0 0-1,0 0 1,0 0 0,1 0-1,1 5 1,-2-5-472,1 0 0,0 0-1,0 0 1,0 0 0,0 0 0,0 0-1,1 0 1,-1 0 0,1 0-1,0 0 1,0-1 0,0 1 0,0-1-1,0 0 1,1 0 0,-1 1-1,1-1 1,-1-1 0,1 1 0,0 0-1,0-1 1,0 1 0,4 0 0,3 0-1318,1 0 1,0-1 0,-1-1 0,12-1 0,1 1-3636,4 0-3695</inkml:trace>
</inkml:ink>
</file>

<file path=ppt/ink/ink7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30:59.36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 51 12358,'0'0'10885,"13"5"-10296,3 0-489,-1 0-1,2-1 1,-1 0 0,0-1-1,26 0 1,-33-3-80,-4 1-11,1-1-1,-1 0 1,0-1-1,0 1 1,1-1 0,9-3-1,-14 4 1,0-1 0,1 0-1,-1 0 1,0 0-1,0 0 1,1 0 0,-1 0-1,0 0 1,0 0 0,0-1-1,0 1 1,-1 0 0,1 0-1,0-1 1,0 1 0,-1-1-1,1 1 1,-1-1 0,1 1-1,-1-1 1,0 1 0,1-1-1,-1 1 1,0-1 0,0 0-1,0 1 1,-1-3 0,1 3 35,0-1 0,-1 0 0,1 0 1,-1 1-1,0-1 0,1 0 0,-1 1 0,0-1 1,0 1-1,0-1 0,0 1 0,-1-1 0,1 1 1,0 0-1,0 0 0,-1-1 0,1 1 1,-1 0-1,1 0 0,-1 1 0,0-1 0,1 0 1,-1 0-1,0 1 0,1-1 0,-1 1 0,0-1 1,0 1-1,1 0 0,-1 0 0,-3 0 0,-73-2 1102,58 2-972,16 0-116,-1 0 0,1-1 0,-1 2 0,1-1 0,-1 0 0,1 1 0,-1 0 0,1 0 0,-1 0 0,1 1 0,-7 2 0,9-2-52,1 1 1,-1-1-1,0 0 1,1 1-1,0-1 1,-1 1-1,1 0 1,0-1-1,0 1 1,1 0-1,-1 0 1,0 0-1,1-1 1,0 1-1,0 0 1,0 0-1,0 0 1,1 5-1,-1-3-224,1 0-1,0-1 1,0 1-1,0 0 1,1 0-1,0-1 1,0 1-1,0-1 0,0 0 1,1 1-1,-1-1 1,1 0-1,0 0 1,1-1-1,-1 1 1,0-1-1,1 1 1,0-1-1,0 0 1,0-1-1,0 1 0,0-1 1,1 0-1,5 3 1,4 1-1695,1 0 1,0-1-1,0-1 1,0 0-1,1-1 1,23 2-1,15-4-4725</inkml:trace>
</inkml:ink>
</file>

<file path=ppt/ink/ink7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30:59.95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244 82 13974,'0'0'6363,"-20"20"-2633,-67 70-763,72-73-2560,0 1 0,2 1 1,0 0-1,2 1 1,0 0-1,1 1 0,1 0 1,-12 42-1,16-46-373,-5 6-800,10-23 741,0 0-1,0-1 1,0 1 0,0 0-1,0 0 1,0 0 0,0 0-1,0 0 1,0 0 0,0 0-1,0-1 1,0 1 0,0 0-1,0 0 1,0 0 0,0 0-1,0 0 1,0 0 0,0 0-1,0-1 1,0 1 0,0 0-1,0 0 1,0 0 0,0 0-1,0 0 1,0 0 0,0 0-1,0-1 1,0 1 0,0 0-1,0 0 1,0 0 0,0 0-1,0 0 1,0 0 0,0 0-1,-1 0 1,1 0 0,0 0-1,0-1 1,0 1 0,0 0-1,0 0 1,0 0 0,0 0 0,-1 0-1,1 0 1,0 0 0,0 0-1,0 0 1,0 0 0,0 0-1,0 0 1,0 0 0,-1 0-1,1 0 1,0 0 0,0 0-1,0 0 1,0 0 0,0 0-1,0 0 1,0 0 0,-1 0-1,1 0 1,0 1 0,0-1-1,9-44-3108,1 25 2604,2 1 0,0 0 1,0 1-1,2 0 0,29-28 0,-25 27 236,-15 14 244,63-59-548,-62 59 639,1 1-1,-1-1 1,1 1 0,0 0 0,1 0 0,-1 0-1,0 1 1,1-1 0,0 1 0,-1 1 0,1-1-1,10 0 1,-15 2 40,0 0 0,0 0 0,0 1-1,0-1 1,-1 0 0,1 1 0,0-1 0,0 1-1,0-1 1,0 1 0,0 0 0,-1-1 0,1 1-1,0 0 1,0-1 0,-1 1 0,1 0 0,-1 0-1,1 0 1,0 0 0,-1 0 0,0 0 0,1-1-1,-1 1 1,0 0 0,1 0 0,-1 0 0,0 0-1,0 0 1,0 0 0,0 2 0,2 36 622,-2-32-404,0 3-187,1 0-1,0 0 0,0 0 0,1 0 0,0-1 0,1 1 1,0 0-1,8 16 0,-9-23-85,0 1-1,0-1 1,0 1 0,1-1-1,-1 0 1,1 1 0,0-1-1,0-1 1,0 1 0,0 0-1,0-1 1,1 1 0,-1-1-1,1 0 1,-1 0 0,1-1-1,0 1 1,0-1 0,0 0 0,-1 0-1,1 0 1,1 0 0,6 0-1,-7-1-23,0 0-1,-1 0 1,1 0 0,-1-1-1,1 0 1,0 1-1,-1-1 1,0 0-1,1-1 1,-1 1-1,0 0 1,1-1 0,-1 0-1,3-2 1,0-2 6,0 0-1,0 0 1,-1-1 0,0 1 0,4-9 0,-6 10-4,17-30 32,-1 0 1,-3-2-1,0 0 1,-3 0-1,16-70 1,-24 84 238,-7 26 98,-10 36-856,6 26-2693,12 0-5691,5-35 1691</inkml:trace>
</inkml:ink>
</file>

<file path=ppt/ink/ink7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31:00.33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103 53 9204,'0'0'17253,"-12"-3"-15518,7 1-1547,-1 1 1,1 0 0,-1 0 0,0 1 0,0-1-1,1 1 1,-8 1 0,11-1-156,0 1-1,0-1 1,0 1-1,0-1 1,1 1 0,-1 0-1,0 0 1,0-1 0,1 1-1,-1 1 1,1-1-1,-1 0 1,1 0 0,-1 1-1,1-1 1,0 0-1,-1 1 1,1-1 0,0 1-1,0 0 1,0-1-1,1 1 1,-1 0 0,0 0-1,0 0 1,1-1 0,-1 1-1,1 0 1,0 0-1,0 0 1,0 0 0,-1 0-1,2 0 1,-1 3-1,0-2-36,0 0 0,0 0 0,0 0 0,0 0 0,0 0-1,1 0 1,0 0 0,-1 0 0,1 0 0,0 0 0,1 0-1,-1-1 1,0 1 0,1 0 0,0-1 0,-1 1 0,1-1-1,0 1 1,0-1 0,0 0 0,1 0 0,-1 0 0,1 0-1,-1 0 1,4 2 0,2-1-75,0-1 0,0 1 0,1-1 0,-1-1 0,0 0 0,1 0 0,-1 0 0,12-2 0,-15 2 43,0-1 0,1 0-1,-1 0 1,0-1 0,0 1-1,0-1 1,1 0-1,-1-1 1,0 1 0,-1-1-1,1 0 1,0 0 0,0-1-1,-1 1 1,0-1-1,1 0 1,-1 0 0,0-1-1,0 1 1,-1-1 0,1 0-1,-1 0 1,0 0-1,0 0 1,0 0 0,0-1-1,-1 0 1,0 1 0,3-7-1,-4 8 49,0 1 0,1-1 0,-1 0 0,0 0 0,0 0 0,0-1 0,-1 1 0,1 0 0,-1 0 0,0 0 0,0 0 0,0-1-1,0 1 1,0 0 0,-1 0 0,1 0 0,-1 0 0,0 0 0,0 0 0,0 0 0,-2-3 0,1 3-127,0 1 1,0 0-1,0 0 1,0 0-1,0 0 1,-1 0-1,1 1 1,-1-1-1,1 1 1,-1-1-1,0 1 1,1 0-1,-1 0 0,0 0 1,0 1-1,0-1 1,0 0-1,0 1 1,0 0-1,0 0 1,-3 0-1,5 0-132,1 0 0,-1 0 1,1 0-1,0 1 0,-1-1 0,1 0 0,-1 0 0,1 0 0,0 1 0,-1-1 0,1 0 1,-1 0-1,1 1 0,0-1 0,-1 0 0,1 1 0,0-1 0,0 0 0,-1 1 0,1-1 0,0 1 1,0-1-1,-1 0 0,1 1 0,0-1 0,0 1 0,0-1 0,0 1 0,0-1 0,0 1 1,0-1-1,0 1 0,0-1 0,0 0 0,0 1 0,0-1 0,0 1 0,0-1 0,0 1 1,0-1-1,0 1 0,1-1 0,-1 0 0,0 1 0,0-1 0,0 1 0,1-1 0,5 8-6991</inkml:trace>
</inkml:ink>
</file>

<file path=ppt/ink/ink7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31:00.86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170 631 10309,'0'0'16919,"-20"-5"-15398,-64-13-622,82 17-863,0 0 0,0 1-1,0-1 1,0 1 0,0-1-1,0 1 1,-1 0 0,1 0 0,0 0-1,0 0 1,0 0 0,0 0-1,-1 1 1,1-1 0,0 1-1,0 0 1,0-1 0,0 1-1,0 0 1,0 0 0,0 0 0,0 0-1,0 1 1,1-1 0,-1 0-1,0 1 1,-1 1 0,2 1-32,-1-1 1,1 0-1,0 1 0,0 0 1,1-1-1,-1 1 1,1-1-1,-1 1 0,1 0 1,1 6-1,-1-2 2,3-7-17,0 0 0,-1-1 0,1 1 0,0-1 0,0 0 1,0 1-1,0-1 0,0 0 0,-1-1 0,5 0 0,5-2-50,0-1 1,0 0-1,0-1 1,-1 0-1,0-1 1,0 0-1,0-1 0,-1 0 1,13-12-1,8-3-157,4-3 95,-1 0 0,-1-3 0,-2-1 0,-1-1 0,-1-1 0,-1-2 0,-2-1 0,-2-1 0,-1-1 0,-1 0 0,-2-2 0,22-60 1,-38 84 536,-1 1 1,0-1 0,-1 1 0,-1-1 0,1-26 0,-3 39-367,1 1 1,0 0-1,-1 0 1,1 0-1,0 0 1,0-1 0,-1 1-1,1 0 1,0 0-1,-1 0 1,1 0-1,0 0 1,0 0-1,-1 0 1,1 0 0,0 0-1,-1 0 1,1 0-1,0 0 1,-1 0-1,1 0 1,0 0-1,-1 0 1,1 0 0,0 0-1,0 1 1,-1-1-1,1 0 1,0 0-1,0 0 1,-1 0-1,1 1 1,0-1 0,-1 0-1,-7 6 9,-1-1 0,1 1-1,1 0 1,-1 1 0,1 0 0,0 0 0,-11 15-1,-42 65-111,55-79 75,-6 10-20,0 2 0,2-1 0,0 1 0,2 1 0,0-1 0,1 1 0,-5 39 0,4 1 0,2 90 0,5-149-103,0-1 0,0 1-1,-1 0 1,2 0 0,-1 0 0,0-1-1,0 1 1,0 0 0,1 0 0,-1 0-1,1-1 1,-1 1 0,1 0 0,0-1-1,0 1 1,0-1 0,0 1 0,0-1 0,0 1-1,0-1 1,0 0 0,0 1 0,1-1-1,-1 0 1,1 0 0,-1 0 0,3 1-1,1-1-1068,0 0-1,-1 0 1,1 0-1,0-1 1,0 0-1,0 0 1,0 0-1,9-3 1,13-2-6227</inkml:trace>
</inkml:ink>
</file>

<file path=ppt/ink/ink7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31:01.25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 50 2897,'0'0'18227,"18"9"-16725,-8-4-1374,8 5 108,1-1 1,0 0-1,0-2 1,1 0-1,0-1 1,0-1-1,26 2 1,-30-6-245,-10 0-20,0-1 0,1 0-1,-1 0 1,0 0-1,0-1 1,7-1-1,-12 2 24,1-1 0,-1 0 0,0 1 0,1-1 0,-1 0 0,0 0 0,0 1 0,1-1 0,-1 0 0,0 0 0,0 0 0,0-1 0,0 1 0,-1 0 0,1 0 0,0 0 0,0-1 0,-1 1 0,1 0 0,-1-1 0,1 1 0,-1 0-1,1-1 1,-1 1 0,0-1 0,0 1 0,0-1 0,0 1 0,0-1 0,0-1 0,0-2 87,0 0 0,0 0-1,0 0 1,-1 0 0,1 0-1,-1 0 1,-1 0 0,1 0-1,-4-8 1,3 11-19,1 0 0,-1 0 0,0 0 1,0 0-1,0 0 0,0 1 0,0-1 0,-1 0 0,1 1 0,0 0 0,-1-1 0,1 1 1,-1 0-1,1 1 0,-1-1 0,0 0 0,1 1 0,-1-1 0,0 1 0,-3 0 0,-4-1 262,-1 0-1,1 1 0,0 0 0,0 1 0,-1 0 0,1 1 0,0 0 0,0 1 1,0 0-1,1 0 0,-1 1 0,1 0 0,0 1 0,0 0 0,-10 8 0,12-8-266,1 0 0,0 0 0,1 1 0,-1 0-1,1 0 1,0 1 0,0-1 0,1 1-1,0 0 1,0 1 0,1-1 0,0 0 0,0 1-1,1 0 1,-1 0 0,2 0 0,-1-1-1,1 2 1,0 12 0,1-17-47,1 0 0,-1 0 0,1 0 0,0 0 0,0 0-1,0 0 1,0 0 0,1 0 0,0-1 0,0 1 0,0 0 0,0-1 0,0 0 0,5 6-1,0-2-220,-1-1 0,1 0-1,1 0 1,-1 0-1,1-1 1,9 5-1,9 2-1727,0-1 0,1 0-1,31 6 1,-2-2-7904</inkml:trace>
</inkml:ink>
</file>

<file path=ppt/ink/ink7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31:02.52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373 1 3570,'0'0'9303,"-2"13"-7903,1-6-1336,-9 56 4270,-4 80 0,-6-5-2202,16-69-1331,-21 121 0,0-8 870,16 328 591,11-308-2069,5 593-84,-59-168-122,21-371 10,-9 88-26,0-135 118,0 12 11,-9 120-268,49-339 126,0 0-1,-1 0 0,1 0 1,-1 0-1,1 0 1,-1 0-1,0 0 0,0 0 1,0-1-1,0 1 1,0 0-1,-2 2 0,-3-6-1085,4-17 36,4-11-925,1-1 1,1 2-1,2-1 1,17-52 0,-7 26-2149,11-49-5554</inkml:trace>
</inkml:ink>
</file>

<file path=ppt/ink/ink7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31:03.94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1 704 1281,'0'0'9273,"21"-18"-2918,-17 12-6176,0 1 0,1 0 0,-1 0 0,1 0-1,0 1 1,0 0 0,0 0 0,0 0 0,1 0 0,0 1 0,0 0 0,0 0 0,0 1-1,10-4 1,13-2-292,2 2-1,30-4 0,15-2 312,116-31-201,413-74-42,461 30 153,-648 63-85,978-89-1055,-578 43 410,-254 48 128,26-3-1160,-281-6 890,403-20 2464,-632 50-932,-35-1 517,-1 1 0,1 3-1,65 11 1,-150-16 1565,-45 5-6938,11 0-1512,-17-2-3364</inkml:trace>
</inkml:ink>
</file>

<file path=ppt/ink/ink7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31:05.52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5 696 2017,'-4'0'16434,"63"-3"-15379,-1-3-1,84-20 1,-36 6-812,111-16-112,696-101 109,21 57-248,-433 42-24,-152 12 38,461-49-775,318-24 743,-204 26 108,-729 55 34,90-11 728,-168 21 413,-80 7-82,-1-1 1,46-10 0,-73 10-226,12-2 3300,7 4-5048,-230 0-12699,129 0 4490</inkml:trace>
</inkml:ink>
</file>

<file path=ppt/ink/ink7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31:18.73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265 260 4098,'0'0'6566,"-3"3"-5705,-2 4-388,0-1 1,-1 0-1,1 0 0,-1 0 0,-1-1 1,1 0-1,-11 6 0,21-13-431,0-1 0,-1 1 0,1-1 0,0 0 0,-1 0 0,1 0 1,-1 0-1,0-1 0,0 1 0,-1-1 0,1 0 0,3-7 2855,-6 6 2535,-1-11-5019,1 10-90,-3 4-308,-1 0 1,1 1 0,-1-1-1,1 1 1,-1-1 0,1 1 0,-1 0-1,0 1 1,1-1 0,-1 0-1,0 1 1,0 0 0,-3 0-1,-3 0-12,0 0 0,0 1 0,0 0 0,-11 3 0,11 0 28,1-1-1,0 2 0,0-1 0,0 1 0,0 0 0,1 1 0,0 0 0,0 0 0,-9 10 0,13-12 9,1-1 0,-1 1 0,1 0 0,0 0 0,0 0 0,0 0 0,1 0 0,0 1 0,0-1 0,0 1 0,0 0 0,1-1 0,-1 1 1,1 0-1,0 0 0,1 0 0,-1 0 0,1 0 0,0 0 0,1 9 0,0-12-25,0 0-1,0-1 1,0 1 0,0 0-1,0-1 1,0 0 0,0 1-1,1-1 1,-1 0 0,0 1 0,1-1-1,-1 0 1,1 0 0,-1 0-1,1 0 1,-1 0 0,1-1-1,0 1 1,0 0 0,-1-1-1,1 1 1,0-1 0,0 0-1,0 1 1,2-1 0,56 1 407,-46-1-307,-6-1-92,0 1-1,0-1 0,0-1 1,-1 0-1,1 0 1,-1 0-1,1-1 1,-1 0-1,0 0 1,0-1-1,0 0 1,0 0-1,-1-1 1,0 0-1,0 0 1,0 0-1,-1-1 1,1 0-1,6-10 0,7-12-144,-1 0 0,-2-2-1,18-42 1,-8 18-373,-20 40 480,0 1 0,-1-1 1,-1 1-1,0-1 0,-1-1 1,0 1-1,1-20 0,-26 53 120,6 0 86,0 2-1,1 0 0,1 1 0,1 1 0,1 0 0,1 0 0,1 2 0,1-1 0,1 1 0,1 0 0,2 0 1,0 1-1,2 0 0,0 0 0,2 33 0,2-58-216,-1 1 0,1 0 0,-1-1 0,1 1-1,0 0 1,-1-1 0,1 1 0,0-1 0,0 1 0,0-1 0,0 1 0,0-1 0,1 0 0,-1 0 0,0 1 0,1-1-1,-1 0 1,1 0 0,-1 0 0,1-1 0,-1 1 0,1 0 0,0 0 0,-1-1 0,1 1 0,0-1 0,-1 0-1,1 1 1,0-1 0,0 0 0,-1 0 0,4 0 0,76-1-3652,-58-1 1668,-14 2 462,0-1 0,0 0 0,0-1 0,0 0 0,0 0 0,13-6 0,18-7-6465</inkml:trace>
</inkml:ink>
</file>

<file path=ppt/ink/ink7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31:19.18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177 3 2897,'0'0'17870,"-5"-2"-16315,-3 2-1334,0 0-1,1 0 1,-1 1-1,1-1 1,-1 2-1,1-1 1,0 1-1,-1 0 1,1 1-1,0 0 1,0 0-1,0 0 1,1 1-1,-1 0 1,1 0-1,0 1 1,0-1-1,1 1 1,-1 1-1,1-1 1,0 1-1,0 0 1,1 0-1,0 0 1,-5 10 0,9-16-228,0 1 0,-1 0 1,1-1-1,0 1 1,0 0-1,0 0 1,0-1-1,0 1 1,0 0-1,0 0 1,0-1-1,0 1 1,0 0-1,0-1 0,0 1 1,1 0-1,-1 0 1,0-1-1,1 1 1,-1 0-1,0-1 1,1 1-1,-1 0 1,1-1-1,-1 1 1,0-1-1,1 1 0,0-1 1,-1 1-1,1-1 1,-1 1-1,1-1 1,0 0-1,-1 1 1,1-1-1,0 0 1,-1 1-1,1-1 1,0 0-1,-1 0 0,1 0 1,0 0-1,0 0 1,-1 0-1,1 0 1,1 0-1,45 0-463,-33-1 298,-10 1 160,0-1 1,-1 1-1,1-1 0,0 0 1,-1 0-1,1-1 1,-1 1-1,0-1 0,1 1 1,-1-1-1,0 0 1,0 0-1,0-1 0,0 1 1,0-1-1,-1 1 1,1-1-1,-1 0 0,0 0 1,0 0-1,0 0 1,0 0-1,0 0 0,0-1 1,1-5-1,-3 17-3,0 0 0,1-1 0,0 1-1,0 0 1,0-1 0,1 1 0,1-1-1,-1 0 1,5 9 0,-5-13-181,0 0-1,0 0 1,0 0 0,0 0 0,0-1 0,1 1-1,-1-1 1,1 0 0,5 4 0,-5-4-303,0-1 1,0 1-1,1-1 1,-1 0-1,0 0 1,1 0-1,-1 0 1,1 0-1,0-1 1,6 1-1,22-2-3836,2-1-2132</inkml:trace>
</inkml:ink>
</file>

<file path=ppt/ink/ink7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31:19.44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292 1 11141,'0'0'6582,"-23"20"-2660,1-2-2999,10-10-655,2 1 1,-1-1-1,2 2 1,-1-1-1,1 2 0,0-1 1,1 1-1,1 0 1,-1 1-1,2 0 0,0 0 1,-6 15-1,-5 34 993,2 2 1,3 0-1,-5 77 0,4-29-1343,12-103 844,-4 20-5077,4-27 4117,1-1 1,0 1 0,0-1 0,-1 1 0,1-1 0,0 0 0,-1 1 0,1-1 0,0 0 0,-1 1 0,1-1 0,0 0 0,-1 1-1,1-1 1,-1 0 0,1 0 0,-1 1 0,1-1 0,-1 0 0,1 0 0,0 0 0,-1 0 0,1 0 0,-1 0 0,1 0 0,-1 0-1,1 0 1,-1 0 0,1 0 0,-1 0 0,1 0 0,-1 0 0,1 0 0,-1 0 0,1-1 0,-1 1 0,1 0 0,-1 0 0,1 0 0,-1-1-1,1 1 1,0 0 0,-1-1 0,1 1 0,0 0 0,-1-1 0,1 1 0,0-1 0,-1 1 0,1 0 0,0-1 0,-11-16-6641,-7-9-982</inkml:trace>
</inkml:ink>
</file>

<file path=ppt/ink/ink7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31:20.00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81 6019,'0'0'10156,"23"-3"-7192,52-4-1246,35-4 803,121-26 1,-216 33-2429,-11 4-53,0-1-1,-1 0 1,1 0-1,-1 0 1,1 0 0,-1 0-1,1-1 1,-1 0-1,0 1 1,0-1 0,5-4-1,-41 20 930,25-8-971,0 1 0,0 0 0,0 0 0,1 1 0,0 0 0,0 1 0,1-1 0,0 1 0,1 1 0,0-1 0,0 1 0,1-1 0,0 1 0,1 1 0,0-1 0,1 0 0,0 1 0,0-1 0,1 16 0,36-28-199,-24-3 188,-1 0-1,0-1 1,0 0-1,0-1 1,-1 0-1,1 0 1,-2-1-1,1 0 1,-1-1-1,-1 0 1,1 0-1,-1-1 1,9-17-1,-16 26 19,3-7 802,-3 11 626,-2 14-727,2-10-631,0 0 1,1 1-1,0-1 0,0 0 1,1 0-1,0 0 1,0 0-1,0 0 1,1-1-1,0 1 0,0-1 1,8 11-1,-8-13-307,0 0 0,1 0 0,0-1 0,0 1-1,0-1 1,0 0 0,0 0 0,1 0 0,-1 0-1,1-1 1,0 0 0,0 0 0,0 0 0,0-1 0,0 1-1,0-1 1,0 0 0,7 0 0,63-2-11328,-35-4-1950</inkml:trace>
</inkml:ink>
</file>

<file path=ppt/ink/ink7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31:20.33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41 1 14343,'0'0'17736,"0"21"-17048,0-13-1095,-1 0 0,0 1 0,-1-1-1,1 0 1,-7 15 0,-9 18-8666,14-33 5966,-4 7-6265</inkml:trace>
</inkml:ink>
</file>

<file path=ppt/ink/ink7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31:20.55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41 0 15127,'0'0'17640,"-40"81"-17640,40-76 0,0-3 0,0 0 0,0 1 0</inkml:trace>
</inkml:ink>
</file>

<file path=ppt/ink/ink7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31:21.62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499 68 80,'0'0'14471,"7"-10"-11755,17-33-305,-23 42-2362,-1 1-1,0 0 0,0-1 1,0 1-1,0-1 0,0 1 1,0 0-1,0-1 1,0 1-1,0-1 0,0 1 1,0-1-1,0 1 0,0 0 1,0-1-1,0 1 0,0-1 1,0 1-1,0 0 1,-1-1-1,1 1 0,0-1 1,0 1-1,-1 0 0,1-1 1,0 1-1,0 0 0,-1-1 1,1 1-1,0 0 0,-1 0 1,1-1-1,0 1 1,-1 0-1,1 0 0,-1-1 1,1 1-1,0 0 0,-1 0 1,1 0-1,-1 0 0,1 0 1,0 0-1,-1 0 0,1 0 1,-1 0-1,-25-1 767,21 2-482,-29-1 193,0 2 0,0 1 0,0 2 1,1 2-1,0 1 0,0 1 0,1 1 1,0 3-1,1 0 0,1 2 0,-38 24 0,62-35-482,1 0-1,-1 0 0,1 1 1,0 0-1,1 0 0,-1 1 1,1-1-1,0 1 0,-6 11 1,9-15-47,0 0 0,0 0 0,0 1 1,0-1-1,0 1 0,1-1 0,-1 0 0,1 1 1,0-1-1,0 1 0,-1-1 0,2 1 1,-1-1-1,0 1 0,0-1 0,1 1 0,-1-1 1,1 1-1,0-1 0,0 0 0,0 1 0,0-1 1,0 0-1,0 0 0,1 0 0,-1 0 0,1 0 1,0 0-1,-1 0 0,4 2 0,11 6-156,-1-2-1,1 0 0,1-1 0,0 0 1,-1-1-1,2-1 0,26 4 1,2 2-306,-28-6 284,11 3-199,1 1 0,32 14 1,-61-22 366,0-1 0,1 1 0,-1-1 0,0 1 0,1 0 1,-1 0-1,0-1 0,0 1 0,0 0 0,0 0 0,1 0 1,-1 0-1,-1 1 0,1-1 0,0 0 0,0 0 1,0 0-1,-1 1 0,1-1 0,0 0 0,-1 1 0,1-1 1,-1 1-1,0-1 0,1 1 0,-1-1 0,0 1 0,0-1 1,0 0-1,0 1 0,0-1 0,0 1 0,-1-1 0,0 3 1,0-1 38,0-1 1,-1 1 0,1 0 0,-1-1-1,0 1 1,0-1 0,1 0-1,-2 0 1,1 1 0,0-1 0,0-1-1,-1 1 1,1 0 0,-6 2 0,-31 13 635,-1-3 1,0-1 0,-47 9 0,19-5-513,70-22-6190,21-11 1798,7-6-1398,15-11-3855</inkml:trace>
</inkml:ink>
</file>

<file path=ppt/ink/ink7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31:21.87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265 1 10645,'0'0'11813,"-12"22"-8521,10-17-3091,-74 155 3942,72-149-3811,-92 234 2009,89-226-2323,-1 0 0,-17 28 0,5-13-2566,13-23 771,1-6-3303,4-23-13550</inkml:trace>
</inkml:ink>
</file>

<file path=ppt/ink/ink7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31:22.40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49 7828,'0'0'10284,"20"-8"-6730,2-2-2696,-11 5-491,-1 0 0,1 1 0,0 0 1,0 1-1,1 0 0,-1 1 0,0 0 1,1 1-1,15 0 0,6 1 872,17-1 61,-1 3-1,69 10 1,-64-5-811,-53 25 311,-1-11-716,-1-16-130,1 0 0,0-1 0,0 1 0,0-1 0,1 1-1,-1 0 1,1-1 0,0 1 0,2 5 0,-1-9-28,-1 1 0,0 0 0,1-1 1,0 1-1,-1-1 0,1 0 0,0 1 1,0-1-1,0 0 0,0 0 0,-1 0 1,2 0-1,-1 0 0,0-1 0,0 1 0,0-1 1,0 1-1,0-1 0,0 0 0,1 0 1,-1 0-1,0 0 0,5 0 0,4-2 22,0 0 0,-1 0 0,1-1 1,0 0-1,-1-1 0,1 0 0,-1 0 0,0-1 0,0-1 0,-1 0 0,0 0 0,0-1 0,0 0 0,10-11 0,-17 20 279,-1-1 0,1 1 0,-1 0 1,1 0-1,-1 0 0,1 0 0,-1 0 0,0 0 0,0 0 0,0 1 0,1 4 0,18 29-1002,-16-32 289,1-1-1,-1 0 0,1 0 0,0 0 0,0 0 1,0-1-1,0 0 0,0 0 0,0 0 0,0 0 0,1-1 1,6 1-1,67 2-11308,-75-4 11121,43 0-10206</inkml:trace>
</inkml:ink>
</file>

<file path=ppt/ink/ink7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31:22.92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252 553 8452,'0'0'17611,"-11"-7"-15675,3 1-1646,0 2-1,0-1 0,0 1 0,0 1 0,-1-1 0,1 1 0,-1 1 0,0 0 0,0 0 0,0 1 0,-16-1 0,15 2-70,1-1-61,-1 1 0,0 1 0,0 0 0,0 0 0,-14 4 0,21-4-153,1 0-1,0 0 1,0 0-1,0 0 0,0 0 1,0 0-1,0 1 1,0-1-1,0 1 0,1-1 1,-1 1-1,0 0 0,1-1 1,0 1-1,-1 0 1,1 0-1,0 0 0,0 0 1,0 0-1,0 0 1,0 1-1,0-1 0,1 0 1,-1 0-1,1 1 0,0-1 1,-1 0-1,1 1 1,1 2-1,-2-3-17,1-1 1,0 1-1,0-1 0,0 1 1,0-1-1,0 1 0,0-1 0,0 1 1,1-1-1,-1 1 0,0-1 1,1 0-1,0 1 0,-1-1 1,1 1-1,0-1 0,-1 0 1,3 3-1,0-3-42,-1 0 1,1-1-1,0 1 1,0 0 0,0-1-1,0 0 1,0 1-1,-1-1 1,7-1-1,-8 1 46,11 0-135,0 0 1,0-1-1,0 0 0,0-1 1,0 0-1,-1-1 0,1-1 1,-1 1-1,0-2 0,0 0 1,0 0-1,12-8 0,12-11-453,-2-1 0,0-2-1,-2-1 1,47-53-1,-28 20-142,66-103-1,-102 140 1162,-1-1-1,0 0 1,16-50 0,-29 75-349,-1 0 0,1 0 0,0 0 0,0 0 0,0 0 0,0 0 0,0 0 0,0 0 0,0 0 0,0 0 0,0 0 0,-1 0 0,1 0 0,0 0 0,0 0 0,0 0 0,0 0 0,0 0 0,0 0 0,0 0 0,0 0 0,-1 0 0,1 0 0,0 0 1,0 0-1,0 0 0,0 0 0,0 0 0,0 0 0,0 0 0,0 0 0,0 0 0,-1 0 0,1 0 0,0 0 0,0 0 0,0 0 0,0-1 0,0 1 0,0 0 0,0 0 0,0 0 0,0 0 0,0 0 0,0 0 0,0 0 0,0 0 0,0 0 0,0-1 0,0 1 0,-12 12 329,-10 13-315,2 2 0,0 0 0,2 1 0,1 1-1,1 1 1,2 1 0,1-1 0,1 2 0,2 0 0,1 0 0,2 1 0,1 0-1,1 0 1,2 1 0,2 45 0,1-13-86,0-65-43,0-1 1,0 1-1,0-1 0,0 1 1,0-1-1,0 1 1,1-1-1,-1 0 0,0 1 1,0-1-1,0 1 0,1-1 1,-1 1-1,0-1 0,1 0 1,-1 1-1,0-1 0,1 0 1,-1 1-1,0-1 1,1 0-1,-1 1 0,1-1 1,-1 0-1,0 0 0,1 0 1,-1 1-1,1-1 0,-1 0 1,1 0-1,-1 0 0,1 0 1,0 0-1,23-1-3185,-18-1 1661,1 1 0,-1-1 1,0 0-1,-1 0 0,11-6 1,11-16-8479</inkml:trace>
</inkml:ink>
</file>

<file path=ppt/ink/ink7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31:23.74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0 108 9156,'0'0'13873,"13"9"-12501,-13-9-1364,11 8 222,-1-1 0,1 0 0,1-1 1,-1 0-1,1-1 0,0 0 0,1-1 0,-1 0 0,1-1 0,20 3 0,-26-6-201,-1 1-5,1-1-1,-1 0 0,1 0 1,-1 0-1,1-1 0,-1 0 1,11-3-1,-15 3-21,-1 0-1,1 0 1,0-1-1,0 1 1,-1 0-1,1-1 1,-1 1-1,1-1 1,-1 0-1,0 1 1,0-1-1,1 0 1,-1 0 0,0 0-1,-1 0 1,1 0-1,0 0 1,0 0-1,-1 0 1,0 0-1,1 0 1,-1 0-1,0 0 1,0 0-1,0-1 1,0 1 0,0-2-1,0-2-14,0 0 0,-1 0 0,1 0 1,-1 0-1,0 0 0,0 1 0,-1-1 0,0 0 0,0 1 0,0-1 0,0 1 0,-7-9 1,6 10 18,0 1 0,0 0 1,0 0-1,0 1 1,-1-1-1,1 1 1,-1 0-1,0-1 0,0 2 1,1-1-1,-1 0 1,-1 1-1,1 0 1,0 0-1,0 0 0,0 0 1,-1 1-1,-7-1 1,4 0 89,-1 1 0,1 0 0,-1 0-1,1 1 1,0 0 0,-16 4 0,22-4-45,-1 0 0,0 1 0,1 0 0,-1-1-1,1 1 1,-1 0 0,1 0 0,0 1 0,0-1 0,0 0 0,0 1-1,0-1 1,0 1 0,1 0 0,-1-1 0,1 1 0,0 0 0,0 0-1,0 0 1,0 0 0,0 5 0,-1 0 3,0 1 0,1-1 0,0 1 0,0-1 1,1 1-1,0 0 0,0 0 0,1-1 0,0 1 0,1-1 0,0 1 1,0-1-1,6 12 0,-6-15-87,1-1 0,-1 1 0,1-1 1,1 1-1,-1-1 0,0 0 0,1 0 0,0-1 1,0 1-1,0-1 0,0 0 0,1 0 0,-1 0 1,1 0-1,0-1 0,0 0 0,0 0 0,0 0 1,0-1-1,0 0 0,0 1 0,0-2 0,8 1 1,-5 1-199,0-2 1,1 1 0,-1-1 0,0 0-1,0-1 1,0 1 0,0-2 0,0 1-1,0-1 1,0-1 0,0 1 0,0-1-1,-1-1 1,1 1 0,-1-1 0,0 0 0,0-1-1,-1 0 1,10-8 0,103-108-581,-120 133 5590,3 23-3489,-2-15-706,0-15-510,0 1-1,1 0 0,-1-1 0,1 1 1,0 0-1,1-1 0,-1 1 0,5 9 1,-5-13-72,0 0 0,1 0 0,-1 0 0,0 0 0,1-1 0,0 1 0,-1 0 0,1-1 0,0 1 0,0-1 0,0 0 0,0 0 0,0 1 0,0-1 0,0-1 0,0 1 0,0 0 0,0 0 0,1-1 0,-1 1 0,0-1 0,0 0 0,1 0 0,2 0 0,3 0-41,-1 0 1,1-1-1,-1 0 0,0-1 1,0 0-1,0 0 0,0 0 0,0-1 1,12-6-1,51-42-477,-37 25 504,-23 17 2885,-11 25-2926,0 5 136,0-13-221,1-1 1,0 1-1,0-1 0,1 1 1,0-1-1,2 9 1,-2-15-112,-1 1-1,1 0 1,0 0 0,0-1 0,0 1 0,0 0 0,0-1 0,1 1 0,-1-1-1,0 1 1,1-1 0,-1 0 0,1 0 0,-1 0 0,1 1 0,-1-1 0,1-1-1,0 1 1,0 0 0,-1 0 0,1-1 0,0 1 0,0-1 0,0 1 0,0-1-1,0 0 1,0 0 0,2 0 0,22 1-4529,1-1-2684</inkml:trace>
</inkml:ink>
</file>

<file path=ppt/ink/ink7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31:24.02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106 0 14231,'0'0'12008,"-16"22"-8332,-48 73-1672,60-88-1944,1 0 0,-1 0 0,1 0 1,1 0-1,0 1 0,0-1 0,0 1 1,1 0-1,0-1 0,0 1 0,1 0 1,0-1-1,2 15 0,-1 7-55,0-14-5,-1-1 0,2 1 0,0 0 0,1 0 0,0-1 0,1 1 0,1-1 0,0 0 0,1-1 0,0 1 0,9 12 0,-13-24-5,-1-1 0,0 0 1,1 1-1,-1-1 0,1 0 0,-1 0 0,1 0 0,-1 0 1,1 0-1,0 0 0,-1-1 0,1 1 0,0-1 0,0 1 1,0-1-1,-1 0 0,4 1 0,37-1-1408,-25-1-155,-6 1 340,-3 1-243,-1-1 0,0-1 1,1 1-1,-1-1 0,12-3 0,15-13-7066</inkml:trace>
</inkml:ink>
</file>

<file path=ppt/ink/ink7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31:24.24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13750,'0'0'13158,"176"14"-11685,-95-5-593,0 0-527,-13-3-337,0-1-16,-27-3-1089,-8-2-1024,-19 0-1360</inkml:trace>
</inkml:ink>
</file>

<file path=ppt/ink/ink7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31:27.20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59 1153,'0'0'11045,"24"0"-4877,-5 0-4941,15-4-859,1-2 1,0-1-1,54-21 0,-41 15 760,-68 15-11100,13-2 4281</inkml:trace>
</inkml:ink>
</file>

<file path=ppt/ink/ink7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31:29.20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 24 3153,'0'0'8263,"-2"-3"-6646,0 0-1689,-5-7 3215,7 9-3000,0 1 0,0 0 0,0-1 0,0 1 0,1 0 0,-1-1 0,0 1 0,0 0 0,0-1 0,0 1 0,0 0 0,1 0 0,-1-1 0,0 1 0,0 0 0,1 0 0,-1-1 0,0 1 0,0 0 0,1 0 0,-1 0 0,0-1 0,1 1 0,-1 0 0,0 0 0,0 0 0,1 0 0,-1 0 0,0 0 0,1 0 0,-1 0 0,0 0 0,1 0 0,-1 0 0,0 0 0,1 0 0,-1 0 0,0 0 0,1 0 0,-1 0 0,0 0 0,1 0 0,0 1-80,0-1 1,-1 0 0,1 1-1,0-1 1,0 0 0,-1 1-1,1-1 1,0 0 0,-1 1-1,1-1 1,0 1 0,-1 0-1,1-1 1,-1 1-1,1-1 1,-1 1 0,1 0-1,-1-1 1,0 1 0,1 0-1,-1 0 1,0-1 0,0 1-1,1 0 1,-1 0 0,0-1-1,0 1 1,0 0-1,0 0 1,0 0 0,0 1-1,0 33 521,0-25-285,0 141 632,28-190-1118,-22 29 172,6-10-38,0 0 1,1 1-1,1 0 0,1 1 0,0 1 0,32-28 1,-41 43 57,-5 36 438,-1-13-236,-1-12-82,1 1 0,0-1 0,1 1 0,2 13 0,-2-20-158,0 0 0,0 0-1,0-1 1,0 1 0,0-1-1,1 1 1,-1-1 0,1 1-1,-1-1 1,1 0-1,0 0 1,0 0 0,0 0-1,0 0 1,1 0 0,-1-1-1,0 1 1,1-1 0,4 3-1,-3-2-325,14 8-3325,-14 4-6866</inkml:trace>
</inkml:ink>
</file>

<file path=ppt/ink/ink7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31:29.66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87 5651,'0'0'10586,"17"5"-10157,-1 1-343,6 3 96,0-2-1,1 0 0,-1-1 0,31 3 1,15-9-84,-67-1-95,0 1 0,0-1 0,0 0-1,0 1 1,-1-1 0,1 0 0,0 0-1,0 0 1,0 0 0,-1 0 0,1 0-1,-1 0 1,1 0 0,-1 0 0,1 0-1,-1 0 1,1 0 0,-1 0-1,0 0 1,0 0 0,1-1 0,-1 1-1,0 0 1,0 0 0,0-2 0,1-37 123,-1 33-89,-1 4 54,0 0 0,0 0 0,0 0 0,0 0 0,0 1 0,0-1 0,-1 0-1,1 1 1,-1-1 0,0 1 0,0 0 0,0-1 0,0 1 0,0 0 0,0 0 0,-1 0-1,1 0 1,-1 1 0,1-1 0,-1 1 0,0 0 0,1-1 0,-1 1 0,0 0 0,0 1 0,-4-2-1,4 1 32,0 0 0,0 0-1,0 0 1,0 1-1,0-1 1,0 1 0,0 0-1,0-1 1,0 2-1,0-1 1,0 0 0,0 0-1,0 1 1,0 0-1,0 0 1,0-1 0,1 2-1,-1-1 1,0 0 0,0 1-1,1-1 1,-1 1-1,1 0 1,-1-1 0,-3 5-1,2 2 76,0 1-1,1-1 1,0 1-1,0 0 1,1-1-1,0 1 1,1 0 0,0 0-1,0 11 1,0 5-69,2 0 0,4 29 1,-5-52-204,1 1 1,-1 0 0,1 0-1,0 0 1,0-1 0,0 1-1,0 0 1,1-1 0,-1 1-1,1-1 1,-1 1 0,1-1-1,0 0 1,0 0 0,0 0-1,0 0 1,0 0 0,1 0-1,-1 0 1,1-1 0,4 3-1,0-1-1110,-1-1 0,1 0 1,0 0-1,-1-1 0,1 0 0,0 0 0,14 0 0,6-1-5607</inkml:trace>
</inkml:ink>
</file>

<file path=ppt/ink/ink7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31:29.91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312 1 12310,'0'0'11589,"-135"146"-10437,108-91 97,0-8-128,6-2-593,1-6-416,6-8-112,8-6 0,-1-7-496,0-7-513,-7-6-656,8-5-992,-8 0-1265,7-18-3169,1-16-1377</inkml:trace>
</inkml:ink>
</file>

<file path=ppt/ink/ink7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31:30.11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10069,'0'0'13190,"28"137"-12246,-15-107-224,7-3-191,1-7-401,6-4-96,0-11-32,7-5-384,0 0-801,-1 0-1360,8-21-1553,-7-4-3249</inkml:trace>
</inkml:ink>
</file>

<file path=ppt/ink/ink8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31:30.41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82 0 6723,'0'0'17029,"-7"23"-14796,-48 164 2441,48-156-4380,2 1-1,1-1 1,2 1-1,1 36 1,1-67-332,0 0 1,0 0 0,0 0-1,0 0 1,1 1-1,-1-1 1,0 0 0,1 0-1,-1 0 1,1 0 0,-1 0-1,1 0 1,0 0-1,-1 0 1,1 0 0,0-1-1,0 1 1,-1 0-1,1 0 1,0-1 0,0 1-1,0 0 1,0-1 0,2 2-1,34 6-1804,37-12-5084,-48-5 677,-10-7-3587</inkml:trace>
</inkml:ink>
</file>

<file path=ppt/ink/ink8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31:30.60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30 12486,'0'0'9620,"129"-11"-9108,-88 11-95,-1 0-417,8 0-113,-8 0-1327,8 0-1762,-1-7-3617,1-5-4562</inkml:trace>
</inkml:ink>
</file>

<file path=ppt/ink/ink8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31:30.87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42 0 5827,'0'0'26940,"-34"59"-26940,27-50 0,7 2 0,0-2 0,0 0 0,0 3-80,0-1-2049,0 2-1617,0-1-1216,0 1-2738,0-1-3457</inkml:trace>
</inkml:ink>
</file>

<file path=ppt/ink/ink8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31:31.03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34 0 12822,'0'0'19945,"-34"61"-19945,34-58 0,0-1 0,0 0 0,0 0 0</inkml:trace>
</inkml:ink>
</file>

<file path=ppt/ink/ink8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31:32.37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0 614 2401,'0'0'12934,"5"-3"-11293,8-7-609,0-1 1,0-1-1,-2 0 1,1-1-1,-1-1 1,-1 1-1,13-24 1,18-21-166,25-29-308,18-25-385,114-117 0,-198 229-167,1 0-1,-1 0 1,0 0 0,0-1 0,0 1 0,0 0 0,1 0 0,-1 0 0,0 0 0,0-1 0,0 1-1,0 0 1,1 0 0,-1 0 0,0 0 0,0 0 0,1 0 0,-1 0 0,0 0 0,0 0-1,0 0 1,1 0 0,-1 0 0,0 0 0,0 0 0,1 0 0,-1 0 0,0 0 0,0 0 0,0 0-1,1 0 1,-1 0 0,0 0 0,0 0 0,0 0 0,1 1 0,-1-1 0,0 0 0,0 0-1,0 0 1,1 0 0,-1 0 0,0 1 0,0-1 0,0 0 0,0 0 0,0 0 0,0 1 0,1-1-1,-1 0 1,0 0 0,0 0 0,0 1 0,0-1 0,0 0 0,4 24 273,-3 42 273,-1-52-302,0 162 909,0-175-1157,0 1 0,1-1 0,-1 1 0,0-1 0,1 0 0,-1 1 0,1-1 0,-1 0 0,1 0 1,-1 1-1,1-1 0,0 0 0,0 0 0,0 0 0,0 0 0,0 0 0,0 0 0,0 0 0,0 0 0,0 0 0,0-1 0,0 1 0,1 0 0,-1-1 0,0 1 0,0-1 0,1 1 0,-1-1 0,0 0 0,1 1 0,-1-1 0,0 0 0,1 0 0,-1 0 0,1 0 0,-1 0 0,0 0 0,1-1 0,-1 1 0,0 0 0,1-1 0,-1 1 0,0-1 0,1 1 0,-1-1 0,0 1 1,0-1-1,0 0 0,1 0 0,-1 0 0,1-1 0,27-30-191,-1 0 1,-3-2 0,0-1-1,26-50 1,-33 53 171,-9 17-361,4-4 1746,-12 20-1300,-1 0 0,1 0 0,0 0 0,-1 0 0,1 1 0,-1-1 0,0 0 0,1 0 0,-1 0 0,0 0 0,1 1 0,-1-1 0,0 0 0,0 0 0,0 0 0,0 1 0,0-1 0,-1 0 0,1 0 0,-1 2 0,1 45 834,-1-12-585,7 73 0,-4-98-324,0 0 1,0 0 0,1 0 0,1-1-1,0 1 1,0-1 0,1 0 0,0 0-1,1 0 1,13 17 0,-11-18-38,4 4-1203,1-10-5327</inkml:trace>
</inkml:ink>
</file>

<file path=ppt/ink/ink8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31:32.61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10485,'0'0'18216,"109"46"-17576,-82-40-367,0 1-209,0-2-64,-7-1-144,-6-2-897,-1-2-1200,8 0-992,-15 0-2690</inkml:trace>
</inkml:ink>
</file>

<file path=ppt/ink/ink8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31:32.84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501 0 9652,'0'0'13548,"-14"24"-9973,-89 154 787,55-104-3495,-95 110-1,-14 19-969,152-194-80,-1 0 0,1 1 0,1-1 0,0 1 0,0 0 0,-3 16 0,7-25 14,0-1 0,0 0 0,0 1 0,0-1 0,0 1 0,-1-1 0,1 1 0,0-1 0,0 0 0,0 1 0,1-1 0,-1 1 0,0-1 0,0 1 0,0-1 0,0 1 0,0-1 0,0 0 0,1 1 0,-1-1 0,0 0 0,0 1 0,1-1 0,-1 1 0,0-1 0,0 0 0,1 1 0,-1-1 0,0 0 0,1 0 0,-1 1 0,1-1 0,-1 0 0,1 0 0,19 1-3889,23-16-4844,2-19-2637</inkml:trace>
</inkml:ink>
</file>

<file path=ppt/ink/ink8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31:33.36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305 204 800,'0'0'19591,"2"-5"-18263,7-14 190,-6 14-122,-6 5-1232,1 1 1,-1-1 0,1 1 0,0 0 0,-1 0 0,1 0-1,0 0 1,0 0 0,-1 0 0,1 0 0,0 1 0,0-1-1,0 1 1,1 0 0,-3 1 0,-10 9 300,-25 13 553,2 2 0,-62 57-1,90-75-951,0 0 0,1 0 1,0 1-1,1 0 0,0 1 0,0-1 0,1 1 0,1 0 1,0 1-1,0-1 0,1 1 0,1 0 0,0 0 0,0 1 0,-1 23 1,4-23-68,4 32-66,-4-43 42,1 0 0,0-1 0,0 1 0,0 0 0,0-1 0,0 1 0,0 0 0,0-1 0,1 1 0,-1-1 1,0 0-1,1 1 0,-1-1 0,1 0 0,-1 0 0,1 0 0,0 0 0,0 0 0,-1-1 0,1 1 0,3 1 0,5 0-79,-1 0-1,0 0 0,1-1 1,-1 0-1,0 0 0,1-1 1,-1 0-1,1-1 0,-1 0 1,1-1-1,-1 0 0,0 0 1,16-7-1,-11 3-21,-1-1-1,0 0 1,-1-1 0,0-1-1,0 0 1,-1 0 0,0-1-1,11-13 1,0-4-154,-1-1 1,-2 0-1,-1-2 1,-1 0-1,-1-1 0,21-62 1,-31 75 222,0 0 0,-1 0 0,-1-1 0,-1 1-1,0-1 1,-1 0 0,-2 0 0,0 0 0,-3-27 0,2 44 108,0-1 0,0 0 0,0 0-1,0 1 1,0-1 0,0 1 0,-1-1 0,0 1 0,1 0 0,-1-1 0,0 1-1,0 0 1,0 0 0,0 0 0,-1 1 0,1-1 0,0 0 0,-1 1 0,1 0-1,-1-1 1,0 1 0,1 0 0,-1 0 0,0 1 0,1-1 0,-7 0 0,6 0-46,0 1 1,-1 0-1,1 0 1,0 0 0,-1 0-1,1 0 1,0 1-1,0 0 1,-1-1-1,1 1 1,0 0 0,0 1-1,0-1 1,0 1-1,0-1 1,0 1 0,1 0-1,-1 0 1,0 0-1,1 0 1,0 0-1,-4 5 1,-5 10-779,1 0 0,1 1 0,1 0 0,0 1 0,-6 24 0,8-20-3051,1 0 1,-2 24-1,1-14-4099</inkml:trace>
</inkml:ink>
</file>

<file path=ppt/ink/ink8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31:33.64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2913,'0'0'23923,"15"14"-21951,111 96 1019,-37-22-2810,-76-81-2570,1-8-8591</inkml:trace>
</inkml:ink>
</file>

<file path=ppt/ink/ink8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31:34.20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46 11205,'0'0'15557,"0"8"-13519,0-4-1954,0 0 0,0 0 0,0 0 0,0 0 0,1-1 1,-1 1-1,1 0 0,0 0 0,1 0 0,-1 0 0,0-1 0,1 1 0,0-1 0,0 1 1,0-1-1,0 0 0,1 0 0,-1 0 0,1 0 0,0 0 0,0 0 0,0-1 0,0 1 1,0-1-1,1 0 0,-1 0 0,1 0 0,-1 0 0,1-1 0,-1 1 0,1-1 0,0 0 1,0 0-1,0-1 0,7 1 0,-6-1-216,-1-1-1,0 1 1,0-1 0,1 0-1,-1-1 1,0 1 0,0-1 0,0 0-1,0 0 1,0 0 0,-1 0-1,8-6 1,42-43-1437,-10 10 1070,-38 37 559,-2 2 8,-1 1 0,0 0 1,0-1-1,0 0 1,0 1-1,0-1 0,0 0 1,0 0-1,-1 0 0,1 0 1,-1 0-1,1-1 1,-1 1-1,2-5 2714,-3 15-1897,-1 10-925,3 26 206,-2-42-196,1-1 0,-1 0 0,1 0 0,0 0 0,-1 1 0,1-1 0,0 0 0,-1 0 0,1 0 0,0 0 0,0 0 0,0 0 0,0 0 0,0-1 0,0 1 1,0 0-1,0 0 0,0-1 0,1 1 0,-1-1 0,0 1 0,0-1 0,1 1 0,-1-1 0,0 0 0,0 0 0,1 0 0,-1 0 0,0 0 0,3 0 0,60-2-6878,-56 2 1881</inkml:trace>
</inkml:ink>
</file>

<file path=ppt/ink/ink8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31:34.70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36 117 1056,'0'0'17387,"5"-1"-13746,18-1-756,22 5-894,-30-2-1845,0 0 0,1-1-1,26-3 1,-40 2-168,0 0 0,0 0-1,0 0 1,0 0 0,-1 0 0,1 0-1,0 0 1,-1 0 0,1-1 0,-1 1-1,1 0 1,-1-1 0,0 0-1,0 1 1,0-1 0,0 0 0,0 1-1,0-1 1,0 0 0,0 0 0,-1 0-1,1 0 1,-1 0 0,1 0-1,-1 0 1,0 0 0,0 0 0,1 0-1,-2 0 1,1-3 0,0 2-31,0 0 0,0 1 0,0-1 0,-1 1 0,1-1 0,-1 1-1,0 0 1,1-1 0,-1 1 0,0-1 0,0 1 0,0 0 0,-1 0 0,1 0 0,-1 0 0,1 0 0,-1 0 0,1 0 0,-1 0 0,0 0 0,0 1 0,0-1 0,-5-2 0,2 2 127,-1 0-1,0 1 1,0 0 0,0 0 0,0 0 0,0 1 0,0 0 0,0 0 0,0 0-1,0 1 1,-1 0 0,2 0 0,-1 1 0,0-1 0,0 1 0,0 0 0,1 1-1,-1 0 1,1-1 0,0 2 0,0-1 0,0 1 0,0-1 0,0 1 0,-3 5 0,3-3 107,0 0 1,0 1 0,1-1-1,0 1 1,0 0 0,0 0-1,1 0 1,0 0 0,1 1-1,0-1 1,0 1 0,0 0-1,1-1 1,0 1 0,1 0 0,-1 0-1,2 0 1,-1 0 0,2 8-1,-1-13-207,0 0-1,1 0 0,-1-1 0,1 1 1,0 0-1,-1-1 0,1 1 1,0-1-1,0 1 0,1-1 0,-1 0 1,0 0-1,1 0 0,-1 0 1,1 0-1,0-1 0,0 1 1,-1-1-1,1 0 0,0 0 0,0 0 1,0 0-1,0 0 0,1-1 1,-1 1-1,0-1 0,4 0 0,47 3-2526,-11-6-3350,-18-2-281,-9-9-1910</inkml:trace>
</inkml:ink>
</file>

<file path=ppt/ink/ink8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31:35.12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14 7059,'2'0'23372,"8"9"-21799,-9-6-1581,0 1-1,1-1 1,-1 0 0,1 1-1,-1-1 1,1 0 0,0 0-1,0 0 1,1 0 0,-1 0-1,1 0 1,-1-1 0,1 1 0,0-1-1,0 0 1,0 0 0,0 0-1,0 0 1,0 0 0,1-1-1,-1 0 1,1 1 0,-1-1-1,1 0 1,-1-1 0,1 1-1,0-1 1,-1 1 0,1-1-1,0 0 1,-1-1 0,1 1-1,0 0 1,-1-1 0,1 0-1,-1 0 1,5-2 0,2 0-163,0 0 0,0-1 0,-1 0 0,1-1 0,-1 0 0,0 0-1,0-1 1,-1 0 0,1-1 0,-1 0 0,-1 0 0,8-9 0,-15 19 423,1 0 0,-1 0 0,0 0 0,1 0 0,0 0 0,0 0-1,0 0 1,0 0 0,0 0 0,1 0 0,-1-1 0,1 1 0,0 0 0,0-1 0,3 4-1,11 10-2515,1-10-3381,-9-6-862</inkml:trace>
</inkml:ink>
</file>

<file path=ppt/ink/ink8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31:35.47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24 60 1873,'0'0'22794,"14"1"-21265,-12-1-1469,157 12 1953,-158-12-2033,-1 0 0,1-1 0,-1 1-1,1 0 1,-1 0 0,1-1 0,-1 1 0,1 0 0,-1-1 0,1 1 0,-1-1 0,0 1-1,1-1 1,-1 1 0,0-1 0,1 1 0,-1-1 0,0 1 0,1-1 0,-1 1-1,0-1 1,0 1 0,0-1 0,0 0 0,1 1 0,-1-1 0,0 1 0,0-1 0,0 0-1,0 1 1,0-1 0,-1 1 0,1-1 0,0 0 0,0 1 0,-1-2 0,-8-23-431,5 22 437,0 0-1,0 0 1,0 1 0,0-1 0,0 1-1,-1 0 1,1 1 0,-1-1 0,1 1-1,-1 0 1,0 0 0,-7-1 0,-65 0 906,58 2-71,17 0-739,0 0 0,0 1-1,0-1 1,1 1-1,-1 0 1,0-1-1,0 1 1,1 0 0,-1 0-1,1 0 1,-1 0-1,1 0 1,-1 0-1,1 1 1,0-1 0,-1 0-1,1 1 1,0-1-1,0 1 1,0-1-1,0 1 1,0 0-1,1-1 1,-1 1 0,0 0-1,1 0 1,-1-1-1,1 1 1,0 0-1,-1 0 1,1 0 0,0 0-1,0 0 1,0-1-1,1 4 1,-1 0-123,0-1 0,0 1 0,1-1 1,-1 0-1,1 1 0,0-1 0,1 0 1,-1 0-1,1 0 0,-1 0 0,1 0 0,0 0 1,1 0-1,-1 0 0,5 5 0,-1-5-440,0 1 0,0-1-1,0-1 1,0 1 0,1-1 0,-1 0 0,10 3-1,-5-3-1547,1 0-1,-1-1 1,23 2-1,6-3-5907</inkml:trace>
</inkml:ink>
</file>

<file path=ppt/ink/ink8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31:36.06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152 313 9172,'0'0'17435,"-20"14"-15544,-60 45-426,76-56-1386,0 1-1,0 0 1,0 0 0,0 0-1,0 0 1,1 1 0,0-1-1,0 1 1,0 0 0,1 0-1,-1 0 1,1 0 0,0 1-1,1-1 1,-1 0 0,1 1-1,0-1 1,1 1 0,-1 0-1,1-1 1,0 1 0,1 9-1,0-1-310,-1-13-187,1-24-1622,1 13 1834,0 1 1,1-1-1,1 1 0,0 0 0,0 0 1,0 0-1,9-11 0,46-60-943,-35 49 547,5-13-125,-23 34 642,0 0 1,0 0 0,1 1-1,0-1 1,0 1 0,1 1-1,0 0 1,1 0-1,12-9 1,-20 17 143,0 0 1,-1 0-1,1 1 0,-1-1 1,1 0-1,-1 1 0,1-1 0,-1 0 1,1 1-1,-1-1 0,1 1 1,-1-1-1,1 0 0,-1 1 1,1-1-1,-1 1 0,0-1 1,1 1-1,-1 0 0,0-1 0,0 1 1,0-1-1,1 1 0,-1-1 1,0 1-1,0 0 0,0-1 1,0 1-1,0 0 0,0-1 1,0 1-1,0 1 0,4 26 479,-4-26-418,3 24 194,0-1 1,2 0-1,10 30 1,-13-48-304,0 1 1,1-1-1,0 0 1,0 0-1,1 0 1,0-1-1,0 1 1,1-1-1,0 0 1,0 0-1,0-1 1,1 1-1,0-1 1,0 0-1,7 4 1,-11-8-17,1 0 0,-1 1 0,1-1-1,0 0 1,0-1 0,-1 1 0,1 0 0,0-1 0,0 1 0,0-1 0,0 0-1,-1 0 1,1 0 0,0-1 0,0 1 0,0-1 0,0 1 0,-1-1 0,1 0 0,0 0-1,-1 0 1,1 0 0,0-1 0,-1 1 0,1-1 0,-1 0 0,0 1 0,0-1-1,0 0 1,0 0 0,0 0 0,0-1 0,0 1 0,2-4 0,6-10 48,-1 0-1,-1 0 1,0-1 0,7-24 0,-5 16-53,53-174 773,-46 137-150,-16 56-551,-1 5-56,0 0 0,1 0 1,-1 0-1,0 0 0,1-1 0,-1 1 0,1 0 1,-1 0-1,1 0 0,-1 0 0,1 0 0,0 0 1,-1 0-1,1 0 0,0 0 0,0 1 0,1-2 1,0 19-1343,-3 27-363,0-9-1949,4 46 1,-1-69 1698,0-1 0,0 1 0,1-1 0,7 17 0,3 2-3922</inkml:trace>
</inkml:ink>
</file>

<file path=ppt/ink/ink8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31:36.42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136 32 1024,'0'0'24105,"-6"-3"-21483,2 1-2332,0 0 0,-1 0 0,0 0 0,1 1 0,-1 0 0,0 0 0,0 0-1,0 0 1,1 1 0,-1 0 0,0 0 0,0 0 0,0 0 0,0 1 0,-7 1 0,9-1-278,0 1 1,1-1-1,-1 0 1,1 1-1,-1-1 1,1 1 0,-1 0-1,1-1 1,0 1-1,0 0 1,0 1 0,0-1-1,0 0 1,0 1-1,1-1 1,-1 1-1,1-1 1,-1 1 0,1 0-1,0-1 1,0 1-1,0 0 1,1 0 0,-1 0-1,1 0 1,-1 0-1,1 0 1,0-1-1,1 5 1,-1-5-20,-1 3 10,1-1 1,0 1-1,1-1 1,-1 1 0,1-1-1,0 1 1,2 6-1,-2-10-15,0 1 0,0-1-1,0 1 1,0-1 0,0 1-1,1-1 1,-1 0 0,0 0-1,1 1 1,-1-1 0,1 0-1,-1 0 1,1-1 0,0 1-1,-1 0 1,1 0 0,0-1-1,0 1 1,-1-1 0,1 0-1,0 1 1,0-1 0,3 0-1,1 1-98,0 0-1,0 0 1,0-1-1,0 1 0,0-2 1,0 1-1,0-1 1,0 1-1,0-2 1,0 1-1,-1-1 1,1 0-1,0 0 1,-1 0-1,1-1 1,-1 0-1,0 0 0,0 0 1,0-1-1,6-4 1,-7 4 89,-1 0 1,0 0 0,1 1-1,-2-2 1,1 1 0,0 0-1,-1-1 1,0 1 0,0-1-1,0 0 1,0 0 0,-1 1-1,0-1 1,0 0 0,0 0-1,0 0 1,-1 0 0,0-1-1,0 1 1,-1 0 0,1 0-1,-1 0 1,-1-5 0,-5 3-278,7 7 27,-1 0-1,1 0 1,-1 0-1,1 0 1,-1 0-1,1 0 1,0 0-1,-1 0 1,1 0-1,-1 0 1,1 0-1,-1 0 1,1 0-1,0 0 1,-1 1-1,1-1 1,-1 0-1,1 0 1,0 1-1,-1-1 1,1 0-1,0 0 1,-1 1-1,1-1 1,0 0-1,-1 1 1,1-1-1,0 1 1,0-1-1,-1 0 1,1 1-1,0-1 1,0 1-1,0-1 1,0 0-1,0 1 1,-1-1-1,1 1 1,0-1-1,0 1 1,0-1-1,0 0 1,0 1-1,2 12-6783,3-1-1444</inkml:trace>
</inkml:ink>
</file>

<file path=ppt/ink/ink8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31:36.95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238 649 4946,'0'0'22280,"-24"-8"-20189,-75-24-650,95 31-1359,0 0 0,1 0-1,-1 0 1,0 0 0,0 0 0,0 1-1,0 0 1,0 0 0,0 0 0,0 0-1,0 1 1,0 0 0,0-1 0,0 1-1,-3 2 1,4-1-40,0 0 0,0 0-1,0 0 1,0 1 0,1-1 0,-1 1 0,1 0-1,0 0 1,0 0 0,-3 4 0,-4 7 15,8-13-63,0-1 0,0 1 0,1 0 0,-1 0 0,0 0 0,1 0 0,-1-1 0,1 1 0,-1 0 0,1 0 0,-1 0 0,1 0 0,0 1 1,0-1-1,-1 0 0,1 0 0,0 0 0,0 0 0,0 0 0,0 0 0,0 0 0,0 0 0,1 2 0,0-2-22,-1 0 1,1-1-1,0 1 1,0 0-1,-1-1 1,1 1-1,0-1 1,0 1-1,0-1 1,0 0-1,0 1 1,0-1-1,0 0 1,0 0-1,0 0 1,0 1-1,0-1 1,0 0-1,0 0 1,1-1-1,4 1-79,0 0-1,-1-1 1,1 0 0,0 0 0,-1-1-1,1 0 1,8-4 0,8-8-199,0 0 1,-2-2-1,0-1 1,-1-1-1,-1 0 1,0-1-1,29-42 1,-4-8-453,42-87 1,-14 23-271,-46 87 917,17-27 614,-33 54 3539,-11 31-2502,-24 49-798,16-39-730,0 1-1,-10 39 0,-13 153 37,0 1-643,32-196-2300,21-14-20299</inkml:trace>
</inkml:ink>
</file>

<file path=ppt/ink/ink8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31:37.34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0 134 8436,'0'0'11373,"24"2"-10162,2 1-834,121 6 1853,-144-9-2157,1 0 1,-1-1 0,0 1-1,1-1 1,-1 1 0,0-1-1,0 0 1,1-1 0,-1 1-1,0 0 1,0-1-1,0 1 1,0-1 0,-1 0-1,1 0 1,0 0 0,-1-1-1,0 1 1,1-1 0,-1 1-1,0-1 1,3-5 0,-3 4 60,1-1 0,-2 1 0,1-1 1,0 0-1,-1 0 0,0 0 0,0 0 1,0 0-1,-1 0 0,0 0 0,0 0 1,0 0-1,0 0 0,-1 0 0,-1-5 1,1 8-64,0 1 0,1-1 1,-1 1-1,0-1 1,-1 1-1,1 0 1,0-1-1,0 1 1,0 0-1,-1 0 1,1 0-1,-1 0 1,1 0-1,0 0 0,-1 0 1,0 1-1,1-1 1,-1 1-1,1-1 1,-1 1-1,0-1 1,0 1-1,1 0 1,-1 0-1,-2 0 0,-52-1 1005,43 1-693,9 0-289,0 0 0,0 0 1,0 1-1,0-1 0,1 1 1,-1 0-1,0 0 1,1 1-1,-1-1 0,0 1 1,1-1-1,0 1 0,-1 0 1,1 1-1,0-1 0,0 0 1,-3 4-1,1-1-53,1 1-1,0-1 1,1 1 0,-1 0 0,1 0 0,0 0-1,1 0 1,0 0 0,-3 9 0,0 12-93,1 0 1,1 0-1,2 52 1,1-66 133,6 70-245,0-48-2553,-6-33 2183,2 11-2544,-4-5-4614</inkml:trace>
</inkml:ink>
</file>

<file path=ppt/ink/ink8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31:39.49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13 431 1809,'0'0'3497,"-12"16"7447,200-25-5312,96-25-5221,-89 10-278,666-74-181,730-47-304,-1523 139 368,824-21 846,-293 16 813,203-6-533,-236 7 323,119-4-738,304-9-707,-821 16 158,227-6 1954,213 36-1121,-177-13 590,-272-11-1689,-154 1 88,-57-5 0,46 5-7,-37-3-998,16-9-3967,1-9-1082</inkml:trace>
</inkml:ink>
</file>

<file path=ppt/ink/ink8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31:41.00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28 69 160,'0'0'3532,"-19"4"7746,11-3-12170,90-4 6311,83-5-3580,-73 2-1045,231-12 543,533-17 856,-196 46-790,-198-11 1353,-164-7-1766,-297 7-161,-28-2 49,-3-4-2296,-12 8-5141,20 0 1709,1-2-2273</inkml:trace>
</inkml:ink>
</file>

<file path=ppt/ink/ink8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33:03.01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257 50 560,'0'0'4256,"4"-3"-3664,9-18 831,-9-3 4824,-38 22-3790,20 3-2150,1 0 0,-1 1 0,0 1 0,1 0 0,0 1 1,0 0-1,0 1 0,-12 7 0,15-8-202,0 1 0,1 1 0,0 0 0,0 0 0,0 1 0,1 0 0,0 1 0,0-1 0,1 1 0,-10 15 0,16-22-102,0 1-1,0-1 0,0 0 1,1 1-1,-1-1 0,1 1 1,-1 0-1,1-1 1,-1 1-1,1-1 0,0 1 1,0 0-1,0-1 0,0 1 1,0 0-1,0-1 0,0 1 1,0 0-1,1-1 1,-1 1-1,1-1 0,-1 1 1,1-1-1,0 1 0,-1-1 1,1 1-1,0-1 1,0 1-1,0-1 0,0 0 1,0 0-1,0 0 0,1 1 1,-1-1-1,0 0 0,1 0 1,-1-1-1,0 1 1,1 0-1,-1 0 0,4 0 1,9 5-5,-1-1 1,2 0 0,28 5 0,-15-4 18,-23-4-20,0 0 0,0 0 1,0 0-1,-1 0 0,1 1 0,-1 0 0,1-1 0,-1 2 0,0-1 0,6 7 0,-9-9 14,0 0 0,0 0 0,0 1 0,0-1-1,-1 1 1,1-1 0,0 0 0,-1 1 0,1-1-1,-1 1 1,1 0 0,-1-1 0,0 1 0,0-1-1,0 1 1,0-1 0,0 1 0,0 0 0,0-1-1,0 1 1,-1-1 0,1 1 0,0-1 0,-1 1-1,0-1 1,1 1 0,-1-1 0,0 1 0,0-1-1,0 0 1,1 1 0,-1-1 0,-1 0 0,1 0-1,0 0 1,0 0 0,0 0 0,-1 0 0,-1 1-1,-15 12 272,-2 0-1,0-2 0,0 0 1,-1-2-1,-1 0 0,-24 7 0,38-16-1677,8 0 1244,0-1 0,0 0 0,0 0 0,-1 0 0,1 0-1,0 0 1,0 0 0,0 0 0,-1 0 0,1-1 0,0 1 0,0 0 0,0 0 0,-1 0 0,1 0 0,0 0-1,0 0 1,0 0 0,0 0 0,-1 0 0,1-1 0,0 1 0,0 0 0,0 0 0,0 0 0,0 0-1,-1 0 1,1-1 0,0 1 0,0 0 0,0 0 0,0 0 0,0 0 0,0-1 0,0 1 0,0 0 0,0 0-1,0 0 1,0-1 0,0 1 0,0 0 0,0 0 0,0 0 0,0-1 0,0 1 0,0 0 0,0 0-1,0 0 1,0-1 0,0 1 0,0 0 0,0 0 0,0 0 0,0 0 0,1-1 0,-1 1 0,0 0 0,0 0-1,0 0 1,0 0 0,0 0 0,1-1 0,-1 1 0,11-12-6491</inkml:trace>
</inkml:ink>
</file>

<file path=ppt/ink/ink8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33:03.46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22 87 3586,'0'0'8996,"15"5"-7828,6 2-590,0-2 0,0 0 0,0-2 0,36 2 0,-53-5-551,0 0 1,0 0-1,0-1 1,0 1-1,0-1 1,0 0-1,0 0 1,-1 0-1,1-1 1,0 1 0,-1-1-1,1 0 1,-1 0-1,4-2 1,-5 2-10,0 0 1,-1 0-1,1 0 1,-1 0 0,0 0-1,0 0 1,1 0-1,-1 0 1,0 0 0,-1-1-1,1 1 1,0 0-1,-1-1 1,1 1 0,-1 0-1,0-1 1,0 1-1,0 0 1,0-1 0,0 1-1,0-1 1,-1 1-1,1 0 1,-1-1-1,-1-2 1,1 3 7,0 0 0,0 0 0,-1 0 0,1 1 0,-1-1 0,0 0-1,0 1 1,1-1 0,-1 1 0,0-1 0,0 1 0,0 0 0,0 0 0,0 0 0,-1 0 0,1 0 0,0 1-1,0-1 1,-5 0 0,-46-8 139,46 9-148,-6-1 158,0 0-1,0 1 1,0 1-1,0 0 1,-19 4-1,30-5-145,-1 1 0,0 0 0,0 0 0,1 0 0,-1 0 0,1 1 0,-1-1 0,1 1 0,-1 0 0,1-1 0,0 1 0,0 0 0,0 0 0,0 1 0,0-1 0,1 0 0,-1 1 0,0-1 1,1 1-1,0-1 0,0 1 0,0 0 0,0-1 0,0 1 0,0 0 0,1 0 0,-1 0 0,1-1 0,0 1 0,0 0 0,0 3 0,-1 21-22,1-15 18,0 0-1,0 0 1,1 0-1,0 1 0,4 15 1,-3-25-57,-1 1 0,0 0 0,1-1 0,0 1 0,0-1 1,0 0-1,0 0 0,1 1 0,-1-1 0,1-1 0,0 1 1,0 0-1,0-1 0,0 1 0,0-1 0,0 0 0,1 0 0,-1 0 1,1-1-1,0 1 0,4 0 0,3 2-589,0-2-1,1 0 1,-1 0-1,20 0 1,-19-2-722,-1 0-1,1-1 1,-1-1 0,23-5 0,12-14-3617</inkml:trace>
</inkml:ink>
</file>

<file path=ppt/ink/ink8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33:03.73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125 1 6243,'0'0'7270,"-14"26"-3698,-42 89-1168,44-84-1652,2 0 0,1 0 0,1 1 1,2 0-1,2 1 0,0-1 0,2 1 0,4 54 0,-1-32-635,-1-53-151,1 1-1,-1-1 1,1 0 0,-1 1 0,1-1 0,0 0-1,0 0 1,0 0 0,0 0 0,1 0 0,-1 0-1,0 0 1,1 0 0,0 0 0,-1-1 0,1 1 0,0-1-1,0 1 1,0-1 0,0 0 0,0 1 0,0-1-1,0 0 1,0 0 0,0-1 0,0 1 0,1 0-1,-1-1 1,0 1 0,1-1 0,-1 0 0,0 0 0,1 0-1,3 0 1,42-4-3630,-44 3 2640,0 0 0,0-1 0,0 1 1,0-1-1,0 1 0,0-1 0,6-5 0,5-12-6168</inkml:trace>
</inkml:ink>
</file>

<file path=ppt/ink/ink8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33:03.92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2865,'0'0'12598,"128"7"-12310,-94-7-288,7 0-656,-1 0-2690,1 0-2544</inkml:trace>
</inkml:ink>
</file>

<file path=ppt/ink/ink8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33:04.15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42 1 6467,'0'0'10789,"0"126"-8324,-7-72-112,-7-2-320,7-2-688,1-7-673,6-12-432,0-6-224,0-9-16,0-9-128,0-5-704,0-18-8229,0-13 2178,-7-9-2241</inkml:trace>
</inkml:ink>
</file>

<file path=ppt/ink/ink8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33:04.50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7443,'0'0'4875,"25"7"-1570,32 7-1996,113 32 1338,-134-35-2095,-2 2 1,64 32-1,-85-37-485,0 0 0,0 1-1,-1 0 1,0 1 0,-1 0-1,0 1 1,17 21-1,-25-27-35,0-1-1,0 1 1,-1 0-1,1 0 0,-1 0 1,0 0-1,0 0 1,-1 0-1,1 0 0,-1 1 1,-1-1-1,1 0 1,-1 1-1,0-1 0,0 1 1,0-1-1,-1 1 1,1-1-1,-2 0 0,1 1 1,0-1-1,-1 0 0,0 0 1,0 0-1,-5 8 1,-3 1 338,0 0 0,-1-1 0,-1 0 0,0-1 0,0 0 0,-24 17 0,-91 55 1452,116-77-1714,-18 12 170,20-12-313,-1 0 0,0 0 0,-1-1 0,1 0 0,-1-1 0,0 0 0,-1-1 0,1 0 0,-19 3 0,27-7-1089,10-24-6498,16-4 2263,-18 23 3893,28-28-6072</inkml:trace>
</inkml:ink>
</file>

<file path=ppt/ink/ink8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33:04.93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217 1 9444,'0'0'12996,"-19"7"-11286,10-4-1557,-7 2 407,0 1 0,1 1 0,0 0 0,0 1 0,0 0 1,1 2-1,1-1 0,-24 22 0,34-28-487,0 1 0,0 0 0,0 0 1,0 0-1,1 0 0,-1 0 0,1 0 0,0 1 0,0-1 0,1 1 0,-1-1 0,1 1 0,0 0 1,0 8-1,16-12-193,-7-2-24,0 1 1,0-1-1,0 0 1,0-1 0,0 0-1,-1 0 1,1-1-1,-1 0 1,1 0 0,-1-1-1,13-8 1,-6 1-334,-1 0 1,0 0-1,-1-1 1,18-22-1,-24 21 1842,-11 34-713,5-16-696,-1 0 0,2 0 0,-1 0 0,0 0 0,1-1-1,0 1 1,0 0 0,1 0 0,-1-1 0,1 1 0,3 4 0,-4-7-244,1 1 0,0-1 0,0 0 1,1 0-1,-1-1 0,0 1 0,1 0 0,-1-1 1,1 1-1,0-1 0,-1 0 0,1 0 0,0 0 1,0 0-1,-1 0 0,1-1 0,0 1 0,0-1 1,5 0-1,46 0-10547,-27-4 3195</inkml:trace>
</inkml:ink>
</file>

<file path=ppt/ink/ink8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33:05.20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163 1 11685,'0'0'6691,"-13"26"-2633,-2 6-3079,0-5-185,2 1-1,1 1 1,-14 52 0,17-35 48,3 0-1,1 0 0,2 1 1,4 46-1,0-42-1633,-1-50-355,-3-2-1678,0 0 1662,0-1 1,1 1-1,-1-1 0,1 0 1,0 0-1,-1 0 0,1 0 1,-4-4-1,-13-16-7009</inkml:trace>
</inkml:ink>
</file>

<file path=ppt/ink/ink8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33:05.73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4 6499,'0'0'3305,"26"0"1108,172-2 2670,-156 2-5610,-13-2-445,-1 2 0,1 1 0,0 2 0,-1 0 0,43 12 0,-70-15-1001,-1 0 0,1 0 0,0 1 0,-1-1 0,1 0 0,-1 1 0,1-1 0,-1 0 0,1 1-1,-1-1 1,1 0 0,-1 1 0,0-1 0,1 1 0,-1-1 0,0 1 0,1-1 0,-1 1 0,0-1 0,1 1 0,-1 0 0,0-1-1,0 1 1,0-1 0,1 1 0,-1-1 0,0 1 0,0 0 0,0-1 0,0 1 0,0 0 0,0-1 0,0 1 0,-1-1-1,1 1 1,0 0 0,0-1 0,0 1 0,0-1 0,-1 1 0,1-1 0,0 1 0,-1-1 0,1 1 0,0-1 0,-1 1 0,1-1-1,-1 1 1,1-1 0,-1 1 0,-25 25 506,22-23-416,-12 12 39,-34 37 8,47-48-187,0 0 0,1 0 1,0 0-1,-1 1 0,2-1 0,-1 0 0,0 1 1,1 0-1,0-1 0,0 1 0,0 0 0,0 8 1,1-12-5,0 0 0,0 0 1,0 0-1,0 0 0,0 0 1,0-1-1,0 1 0,0 0 1,0 0-1,1 0 0,-1 0 1,0 0-1,0 0 0,1-1 1,-1 1-1,1 0 0,-1 0 1,1-1-1,-1 1 0,1 0 1,-1-1-1,1 1 0,0 0 1,-1-1-1,1 1 0,0-1 1,-1 1-1,1-1 0,0 1 1,0-1-1,1 1 1,32-3-776,-29 0 647,1 0 0,0 0 0,-1-1 0,1 0 0,-1 0 0,0 0 0,0-1 0,0 0 0,-1 0 0,1 0 0,-1 0 0,0-1 0,6-8-1,-3 4 71,0-1 0,-1 1-1,0-1 1,-1-1-1,0 1 1,6-16 2937,-11 33-1072,0-2-1666,0 1 0,1 0 0,-1-1 1,1 1-1,0-1 0,1 1 0,-1-1 1,1 0-1,0 1 0,1-1 0,-1 0 1,5 6-1,-1-6-108,1 0 0,-1 0 0,1-1 0,0 1 0,0-2-1,0 1 1,1-1 0,-1 0 0,1-1 0,0 1 0,8 0 0,41 7-1397,-6-5-3386,-46-5 4023,30 1-7397,-1-1-8894</inkml:trace>
</inkml:ink>
</file>

<file path=ppt/ink/ink8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33:06.99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268 251 1249,'0'0'6296,"8"-19"-3047,24-63 300,-31 78-3166,1 1 1,-1-1 0,0 0 0,0 1 0,0-1 0,0 0 0,-1 0 0,1 0 0,-1 0 0,-1-4 0,1-2 2294,-28 9 374,20 2-2913,0 0 0,1 1 0,-1 0 0,1 0 0,-1 1 0,1 0 0,0 0 0,0 1 0,0-1 0,1 2 0,-1-1 0,1 1 0,0 0-1,0 0 1,1 0 0,-7 8 0,0 1 112,-1 1 0,2 1-1,0 0 1,1 0 0,-12 28-1,19-37-226,0 1 1,1-1-1,0 0 0,0 1 0,1-1 0,0 1 0,0 0 1,0 7-1,1-12-23,0-1 0,1 0 0,-1 0 0,0 1 1,1-1-1,-1 0 0,1 0 0,0 1 0,-1-1 0,1 0 1,0 0-1,1 0 0,-1 0 0,0 0 0,0 0 0,1 0 0,-1-1 1,1 1-1,0 0 0,-1-1 0,1 0 0,0 1 0,0-1 1,0 0-1,0 0 0,0 0 0,0 0 0,0 0 0,1 0 1,2 0-1,3 1-1,0 0 1,0-1 0,0-1 0,0 1 0,1-1 0,-1-1-1,0 1 1,0-1 0,0-1 0,0 0 0,0 0 0,0 0-1,0-1 1,0 0 0,-1-1 0,14-7 0,-16 7-11,1-1 1,-1 1-1,0-1 1,-1 0 0,1 0-1,-1-1 1,0 1-1,0-1 1,0 0-1,-1 0 1,0 0 0,0 0-1,-1-1 1,0 1-1,0-1 1,0 1-1,-1-1 1,0 0-1,0 0 1,-1-11 0,0 17 5,-1 1 1,0-1 0,1 1-1,-1 0 1,0 0-1,0-1 1,1 1 0,-1 0-1,0 0 1,0 0 0,0 0-1,1-1 1,-1 1 0,0 0-1,0 1 1,1-1-1,-1 0 1,0 0 0,0 0-1,0 0 1,1 1 0,-1-1-1,0 0 1,0 0 0,1 1-1,-2 0 1,-3 3 0,1-1-1,0 1 1,0 0 0,0 0 0,1 0 0,-1 1-1,1-1 1,0 1 0,1 0 0,-1 0-1,-2 8 1,-24 69 61,16-40-34,-9 26 50,-9 23-66,28-84-5,1 0 0,-1 0 0,-1-1 0,0 0-1,0 1 1,0-1 0,0-1 0,-8 8 0,9-11-104,-1 0 1,1 0 0,-1 0-1,0 0 1,0 0 0,0-1 0,0 0-1,0 0 1,0 0 0,-1-1-1,1 1 1,0-1 0,0 0-1,0 0 1,-8-1 0,10 1 10,-1-1 1,0 1-1,1-1 1,-1 0-1,0 0 1,1 0-1,-1 0 1,1-1-1,0 1 1,-1 0-1,1-1 1,0 0-1,0 0 1,0 1-1,0-1 1,0 0-1,0-1 1,1 1-1,-1 0 1,1 0-1,-1-1 1,1 1-1,0-1 1,0 1-1,0-1 1,-1-3-1,1 3 34,0 0 0,1 0 0,-1 0 0,1 0 0,-1-1-1,1 1 1,0 0 0,0-1 0,1 1 0,-1 0 0,1 0-1,-1 0 1,1-1 0,0 1 0,0 0 0,1 0 0,-1 0-1,0 0 1,1 1 0,0-1 0,0 0 0,0 1 0,2-4 0,15-8 29,-1 0 1,2 1-1,0 1 1,31-14 0,9-5 11,-41 20 26,245-150 28,-226 134-36,-1-1 0,-2-2-1,-1-1 1,51-61 0,-84 91 26,1-1-1,-1 1 1,0-1 0,1 0-1,-1 0 1,0 1 0,0-1-1,0 0 1,-1 0 0,1 0 0,0 0-1,-1 0 1,1 0 0,-1 0-1,0 0 1,0-3 0,0 4 17,0 0 1,-1 0-1,1 0 0,-1 0 0,1 0 1,-1 0-1,1 0 0,-1 1 1,1-1-1,-1 0 0,0 0 1,0 0-1,1 1 0,-1-1 1,0 1-1,0-1 0,0 0 1,0 1-1,0-1 0,1 1 1,-1 0-1,-2-1 0,-7-1 276,1 0-1,-1 0 1,0 2-1,0-1 1,-12 2-1,10-1-231,11 0-50,-1 0 1,1 1-1,-1-1 0,1 1 1,0-1-1,-1 1 0,1 0 1,0-1-1,-1 1 0,1 0 1,0 0-1,0 0 0,0 0 1,0 0-1,0 0 0,0 1 1,0-1-1,0 0 0,0 0 1,0 1-1,1-1 0,-1 0 1,1 1-1,-1-1 0,1 1 0,-1-1 1,1 1-1,0-1 0,0 1 1,-1-1-1,1 1 0,1 1 1,-2 63 904,2-48-734,-1-12-191,1 1 1,0-1 0,0 0 0,0 0-1,1 0 1,0 0 0,0 0 0,0 0-1,1-1 1,0 1 0,0-1-1,0 1 1,1-1 0,0 0 0,0-1-1,0 1 1,0-1 0,1 1 0,0-1-1,0-1 1,0 1 0,10 5 0,-9-6-376,-1-1 0,1 0 0,0 0 0,0 0 1,0 0-1,0-1 0,0 0 0,0-1 0,0 1 1,0-1-1,0 0 0,0 0 0,0-1 0,0 0 1,9-2-1,-10 0-773,1 1 1,-1-1-1,0 0 1,0-1-1,0 1 1,0-1-1,0 0 0,-1 0 1,0 0-1,7-9 1,17-26-9769</inkml:trace>
</inkml:ink>
</file>

<file path=ppt/ink/ink8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33:07.23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122 0 3282,'0'0'9006,"-8"21"-4129,6-15-4508,-50 149 7847,11 5-3374,34-125-4333,2 0 0,-2 59 0,8-94-528,-1 1 1,1 0-1,-1 0 0,1 0 1,0 0-1,-1 0 1,1-1-1,0 1 1,0 0-1,0 0 0,-1-1 1,1 1-1,0-1 1,0 1-1,0-1 1,0 1-1,0-1 0,0 0 1,0 1-1,0-1 1,0 0-1,0 0 1,1 0-1,-1 0 0,0 0 1,0 0-1,0 0 1,0 0-1,0 0 1,1-1-1,39-3-1193,-32 1 545,0-1 0,0 0 0,-1 0 0,1-1 0,-1 0 0,0 0 0,0-1 0,-1 0-1,11-11 1,-9 7-1682,-1 1-1,0-1 1,13-21 0,0-12-7128</inkml:trace>
</inkml:ink>
</file>

<file path=ppt/ink/ink8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33:07.42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26 7235,'0'0'7476,"129"9"-7012,-75-9-416,0 0-48,1 0-640,-1 0-2098,0-14-2320,0-6-1569</inkml:trace>
</inkml:ink>
</file>

<file path=ppt/ink/ink8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33:07.63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82 1 8116,'0'0'14006,"-40"158"-10260,26-108-1441,14-3-496,0-2-673,-7-9-800,7-4-336,0-12-48,0-9-336,0-4-672,-6-38-13815,-8-3 6899</inkml:trace>
</inkml:ink>
</file>

<file path=ppt/ink/ink8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33:07.95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4338,'0'0'14681,"26"6"-12234,2 1-1881,136 39 2085,-142-39-2375,4 1 196,0 1 1,-1 1-1,44 25 0,-64-32-409,1 0-1,-1 1 0,0 0 1,0 0-1,-1 0 0,1 1 1,-1-1-1,0 1 0,0 0 1,0 0-1,-1 1 0,0-1 1,0 1-1,0-1 1,-1 1-1,0 0 0,0 0 1,0 0-1,-1 1 0,0-1 1,0 0-1,0 7 0,-2-5-5,0 0 0,0 0 0,0 0 0,-1 0 0,-1 0 0,1 0 0,-1 0 0,0-1 0,-1 1 0,0-1 0,0 0 0,-1 0-1,0-1 1,0 1 0,0-1 0,-1 0 0,-6 5 0,-14 11 273,-2-1-1,-53 31 1,39-26-23,21-12-296,-50 30 339,64-41-499,0 1 1,0-1-1,0-1 0,0 1 1,-1-1-1,1-1 1,-1 1-1,-10 0 1,19-12-4105,2 4 3284,1 0-1,0 0 1,0 0-1,0 1 1,0 0-1,1-1 0,9-6 1,-4 3-655,30-33-6142</inkml:trace>
</inkml:ink>
</file>

<file path=ppt/ink/ink8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33:08.38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164 1 11429,'0'0'15637,"-22"11"-13826,-66 40-426,85-49-1314,-1 0 0,0 0 1,1 0-1,-1 1 0,1 0 0,0 0 1,0-1-1,0 2 0,1-1 1,-1 0-1,1 1 0,-1-1 0,1 1 1,0 0-1,0-1 0,1 1 0,-1 0 1,1 0-1,0 0 0,0 0 1,0 1-1,1-1 0,-1 0 0,1 0 1,0 0-1,1 8 0,-1 1-40,1-13-33,-1 1-1,0 0 1,1 0-1,-1-1 1,1 1-1,-1 0 1,1 0-1,-1-1 1,1 1-1,0-1 1,-1 1-1,1 0 1,0-1-1,0 0 1,-1 1-1,1-1 1,0 1-1,0-1 1,0 0-1,-1 1 1,1-1-1,0 0 1,0 0-1,0 0 1,0 0-1,0 0 1,0 0-1,-1 0 0,2 0 1,36 0-80,-30 0 37,-1 0-97,0-1 0,0 0 0,0-1 0,0 0 0,0 0 1,0 0-1,-1-1 0,1 0 0,-1 0 0,0 0 0,0-1 1,7-5-1,-9 6 133,0 0 0,0 0 0,-1 0 0,1-1 0,-1 1 0,0-1 0,0 0 0,0 0 0,-1 0 0,1 0 0,-1 0 0,0-1 0,0 1 0,0-1 0,-1 1 0,0-1 0,0 0 0,1-9 1254,-3 38-279,-1-11-926,0 1-1,1-1 1,1 1-1,0 0 0,0-1 1,5 23-1,-4-32-200,0 0 0,0 0 0,1 0-1,0 0 1,-1-1 0,1 1 0,0-1-1,1 1 1,-1-1 0,1 0 0,4 5-1,-4-6-251,0 1 0,0-1 0,0 0 0,1 0 0,-1-1 0,1 1 0,-1-1 0,1 1 0,0-1 0,-1 0 0,1 0 0,0-1 0,0 1 0,5-1 0,0 1-903,-5-1 201,1 1 1,-1-1-1,1 0 0,0-1 1,-1 1-1,1-1 1,0 1-1,-1-1 1,6-2-1,22-20-8836</inkml:trace>
</inkml:ink>
</file>

<file path=ppt/ink/ink8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33:08.62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143 0 15271,'0'0'7038,"-14"25"-2425,-42 81-1876,47-83-2460,1-1-1,1 1 1,0 0 0,2 0-1,1 1 1,1 0 0,1-1 0,2 1-1,0 0 1,4 29 0,-2 26-344,-3-73-1656,-12-8-10715,-7-19 3727</inkml:trace>
</inkml:ink>
</file>

<file path=ppt/ink/ink8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33:09.13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73 10773,'0'0'2614,"30"-5"1607,196-26 1923,-129 19-3879,-6 0 486,93 0-1,-191 13-2710,0 1-1,0 1 0,1-1 0,-1 1 0,1 0 0,-1 0 1,1 1-1,0 0 0,-8 7 0,-7 3-30,9-7-5,0 1 0,1 1 0,0 0 0,-16 17 0,23-22-17,1 0 1,0 1 0,0-1 0,0 1 0,0 0 0,0 0-1,1 0 1,0 0 0,0 0 0,1 1 0,-1-1-1,1 0 1,0 1 0,0 9 0,1-14-4,1-1 0,0 1 0,-1 0 0,1-1 0,0 1 0,0 0 0,-1-1 0,1 1 0,0-1 0,0 1 0,0-1 0,0 0 0,-1 1 0,1-1 0,0 0 0,0 1 0,0-1 0,0 0 0,0 0 0,0 0 0,0 0 0,0 0 0,0 0 0,0 0 0,1-1 0,29 0-387,-24-2 242,1 1 0,-1-1-1,0 0 1,0-1 0,0 0 0,-1 0 0,1 0 0,-1-1 0,0 0-1,0 0 1,-1 0 0,9-11 0,8-11-315,25-40-1,-46 67 481,-1 0 87,0-1 0,0 0 0,1 1 0,-1 0 0,0-1-1,1 1 1,-1-1 0,0 1 0,1-1 0,-1 1 0,1 0 0,-1-1 0,1 1 0,-1 0 0,1-1 0,-1 1 0,1 0 0,-1 0 0,1 0 0,-1-1 0,1 1 0,-1 0 0,1 0 0,0 0 0,-1 0 0,1 0-1,-1 0 1,1 0 0,-1 0 0,1 0 0,-1 0 0,1 0 0,0 1 0,-1-1 0,1 0 0,-1 0 0,1 0 0,-1 1 0,1-1 0,-1 0 0,1 1 0,-1-1 0,0 0 0,1 1 0,-1-1 0,1 1 0,-1-1-1,0 1 1,1 0 0,21 34 69,-11-15 7,8 4-157,1-1 1,1 0-1,1-2 1,1-1-1,45 32 0,16-2-3658</inkml:trace>
</inkml:ink>
</file>

<file path=ppt/ink/ink8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33:09.92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224 0 8340,'0'0'12971,"-19"8"-11266,-63 24-131,75-29-1300,1 0 0,-1 0-1,0 1 1,1 0 0,0 0 0,0 1 0,0 0 0,1 0-1,-10 11 1,13-13-243,0-1-1,1 1 0,-1 0 0,1-1 1,0 1-1,0 0 0,0 0 0,0 0 1,0 0-1,0 0 0,1 0 0,0 0 1,-1 0-1,1 0 0,0 0 1,1 0-1,-1 0 0,0 0 0,1 0 1,0 0-1,1 5 0,-1-7-47,0 1 0,1-1 0,-1 0 0,0 1 0,1-1 0,-1 0 1,1 0-1,-1 0 0,1 0 0,0 0 0,-1 0 0,1-1 0,0 1 0,-1-1 0,1 1 0,0-1 0,0 1 0,0-1 0,3 0 0,44 3-1048,-38-3 695,-6 1 332,2-1-266,0 0 0,-1 0-1,1 1 1,0 1 0,11 2-1,-16-3 314,-1-1 0,0 1 0,0-1 0,0 1-1,0 0 1,0-1 0,0 1 0,0 0 0,0 0-1,0 0 1,0-1 0,0 1 0,-1 0 0,1 0-1,0 0 1,-1 0 0,1 1 0,-1-1 0,1 0-1,-1 0 1,1 0 0,-1 0 0,0 0 0,1 1-1,-1-1 1,0 0 0,0 0 0,0 1 0,0-1-1,0 0 1,0 0 0,-1 0 0,1 1 0,0-1-1,-1 0 1,1 0 0,0 0 0,-1 0 0,1 1-1,-1-1 1,-1 1 0,-1 3 199,0-1-1,0 1 1,-1-1 0,0 0 0,0-1-1,0 1 1,0-1 0,0 1 0,-1-1-1,-9 4 1,4-1-27,-1-1 0,0 0 0,0-1 1,-14 4-1,20-7-264,0 0 0,-1 0 0,1 0 0,-1-1 0,1 0 0,0 0 0,-1 0 0,-9-3 0,13 3-265,1-1-1,-1 1 1,1-1-1,-1 0 0,0 0 1,1 1-1,-1-1 1,1 0-1,0 0 1,-1-1-1,1 1 1,-2-2-1,2 1-447,0 0-1,0 1 0,0-1 0,0 0 1,0 0-1,1 0 0,-1 0 1,0 0-1,1 0 0,0 0 0,0 0 1,-1 0-1,1-2 0,0-15-7006</inkml:trace>
</inkml:ink>
</file>

<file path=ppt/ink/ink8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33:10.28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1 107 5827,'0'0'13134,"19"0"-12275,6 2-635,-3-1-89,1 0-1,-1-1 1,35-5 0,-55 4-132,0 1 0,0-1 0,1 1-1,-1-1 1,0 0 0,0 0 0,0 0 0,0 0 0,0 0 0,0-1 0,-1 1 0,1 0 0,0-1 0,-1 0 0,1 1 0,-1-1-1,1 0 1,-1 0 0,0 1 0,0-1 0,1 0 0,0-4 0,0-1 18,0 1 0,-1-1 0,0 1 0,0-1-1,-1 1 1,0-9 0,0 14-3,-1 0-1,1 0 1,-1 0 0,0 0-1,1 0 1,-1 0 0,0 0-1,0 0 1,0 1-1,0-1 1,0 0 0,0 1-1,0-1 1,0 0 0,0 1-1,0-1 1,0 1-1,0 0 1,0-1 0,0 1-1,0 0 1,0 0 0,-1-1-1,1 1 1,0 0-1,0 0 1,-2 1 0,-44-3 585,40 2-457,-5 0 257,-1 0-1,1 1 0,0 0 0,0 1 1,-16 5-1,26-7-344,0 1 1,0-1-1,0 1 0,0 0 0,1 0 1,-1 0-1,0 0 0,0 0 1,1 0-1,-1 0 0,1 1 0,-1-1 1,1 0-1,-1 1 0,1 0 0,0-1 1,0 1-1,0 0 0,0-1 1,0 1-1,0 0 0,0 0 0,0 0 1,1 0-1,-1 0 0,1 0 1,-1 0-1,1 0 0,0 0 0,0 0 1,0 0-1,0 0 0,0 0 0,1 0 1,-1 0-1,0 0 0,1 0 1,0 0-1,-1-1 0,1 1 0,0 0 1,1 2-1,2 2-71,-1-1 1,1 0-1,0 0 1,0 0-1,0-1 1,1 0-1,0 0 1,0 0-1,7 5 1,51 26-2376,-53-32 1326,-1 0-1,1 0 1,-1-1 0,1-1-1,11 2 1,25-2-6736,-5-1-1484</inkml:trace>
</inkml:ink>
</file>

<file path=ppt/ink/ink8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33:10.52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132 0 11861,'0'0'9002,"-15"19"-4579,11-13-4096,-10 11 342,1 1-1,0 1 1,2 0-1,0 0 1,1 1-1,1 1 0,-12 37 1,17-40-411,2 0 0,-1 0 0,2-1 0,0 1 0,2 0 0,4 35 0,-4-50-266,0 1 1,0-1-1,0 0 1,1 0-1,0 0 1,-1 0-1,1-1 1,0 1-1,0 0 1,1-1-1,-1 1 1,1-1-1,-1 0 0,1 0 1,0 0-1,-1 0 1,1 0-1,0-1 1,0 1-1,1-1 1,-1 0-1,0 0 1,0 0-1,5 1 1,9 1-430,-1-1 1,0-1 0,29-1 0,-29 0-155,-5 0-30,-1 0 0,0-1 0,0 0 0,0-1 0,-1 0 0,12-3 0,-15 2-442,0 0 1,0 0 0,0 0-1,-1 0 1,1-1 0,6-5-1,16-19-7984</inkml:trace>
</inkml:ink>
</file>

<file path=ppt/ink/ink8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33:10.72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71 10181,'0'0'8628,"169"4"-8292,-101-8-224,6-10-112,-6-2-1233,0-4-4209,-7 0-3378</inkml:trace>
</inkml:ink>
</file>

<file path=ppt/ink/ink8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33:11.26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95 196 12486,'0'0'12165,"-11"24"-9601,-5 5-1976,7-13-218,0 0 1,2 1 0,0 0 0,-8 30-1,12-33 21,3-12-370,0 0 1,0 0-1,-1 0 1,1 0 0,0 0-1,-1 0 1,1 0-1,-1 0 1,0 0-1,0-1 1,1 1-1,-1 0 1,0 0 0,0-1-1,-1 1 1,1 0-1,0-1 1,-1 0-1,-1 2 1,2-3-73,2-24-813,0 0 0,1-1 0,9-37-1,-9 55 755,-1 0 0,1 1 0,0-1 0,1 1 0,-1-1 0,1 1 0,1 0 0,-1 0 0,1 0 0,0 1 0,0-1 0,1 1 0,-1 0 0,1 1 0,0-1 0,1 1 0,6-5 0,-11 8 121,0 1 0,0-1 0,0 1 0,0-1 1,0 1-1,0 0 0,0-1 0,0 1 0,0 0 0,0 0 0,0 0 0,0 0 0,0 0 0,0 0 0,0 0 1,0 0-1,0 0 0,0 0 0,0 0 0,0 1 0,0-1 0,0 0 0,0 1 0,0-1 0,-1 1 0,1-1 1,0 1-1,0-1 0,0 1 0,0 0 0,-1-1 0,1 1 0,0 0 0,1 1 0,13 38 699,-6-15-549,-3-13-169,1-1 0,1 1 0,0-1-1,0 0 1,1-1 0,1 0-1,-1 0 1,15 9 0,-19-15-99,1 0 1,-1-1-1,1 1 0,0-1 1,0-1-1,1 1 1,-1-1-1,1 0 1,-1 0-1,1-1 0,-1 0 1,1 0-1,0-1 1,0 0-1,-1 0 0,1 0 1,0-1-1,10-2 1,-14 1 106,-1 0 1,1 0 0,-1 0 0,1 0-1,-1-1 1,0 1 0,0-1-1,0 1 1,0-1 0,0 0 0,-1 0-1,1 0 1,-1 0 0,0 0 0,1-3-1,2-2 7,14-30 320,-1-1 0,19-71-1,-30 85 625,-2 1 0,-1 0 0,1-40 0,-30 103-2552,22-28 339,0 1 0,1 0 0,-3 19 0,6-7-3374,5-5-3421,6-7 560</inkml:trace>
</inkml:ink>
</file>

<file path=ppt/ink/ink8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33:11.60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93 6275,'0'0'14791,"20"1"-12601,7 4-1579,-15-3-370,1 0 0,-1-1 0,0 0 0,1 0-1,-1-2 1,13-1 0,-22 2-205,-1 0 1,0-1-1,0 1 1,0-1-1,0 1 0,0-1 1,0 0-1,0 1 0,0-1 1,0 0-1,0-1 1,0 1-1,0 0 0,-1 0 1,1-1-1,0 1 1,-1-1-1,1 1 0,-1-1 1,0 0-1,1 0 0,-1 0 1,0 1-1,0-1 1,0 0-1,-1 0 0,1 0 1,0-1-1,-1 1 1,1 0-1,-1 0 0,0 0 1,0 0-1,1 0 0,-2-1 1,1 1-1,0 0 1,0 0-1,-1 0 0,1 0 1,-1 0-1,1-1 1,-1 1-1,0 0 0,0 0 1,0 1-1,0-1 0,0 0 1,-1 0-1,1 0 1,0 1-1,-1-1 0,1 1 1,-1-1-1,0 1 1,1 0-1,-1-1 0,0 1 1,0 0-1,0 0 0,0 0 1,0 0-1,0 1 1,0-1-1,0 1 0,0-1 1,-1 1-1,-2-1 1,1 0 87,-1 0 1,0 1-1,1-1 1,-1 1-1,0 0 1,1 0 0,-1 1-1,0 0 1,0-1-1,1 1 1,-1 1 0,1-1-1,-1 1 1,-5 2-1,7-2-81,0 1 0,1-1 1,0 0-1,0 0 0,-1 1 0,1-1 0,1 1 0,-1 0 0,0 0 0,1 0 0,-1 0 0,1 0 1,0 0-1,0 0 0,0 0 0,0 0 0,1 0 0,-1 0 0,1 1 0,0-1 0,0 0 0,0 4 1,0-2-150,0-1 0,0 1 0,0 0 0,0 0 0,1 0 0,0-1 0,0 1 0,0 0 0,0-1 1,1 1-1,0-1 0,0 1 0,0-1 0,3 5 0,1-3-776,0 0 0,0-1 0,0 1 0,0-1 0,8 4 0,-8-5-793,1 0 0,-1-1 1,1 0-1,-1 0 0,1-1 0,0 1 1,10 1-1,28 1-7017</inkml:trace>
</inkml:ink>
</file>

<file path=ppt/ink/ink8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33:11.84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332 1 9476,'0'0'18233,"-115"104"-16360,88-71-113,0 1-655,0-7-785,7-4-320,6-3 0,-6-6-288,6-3-897,1-4-479,-1-5-1138,-6-2-1071,6 0-3187,8-9-4017</inkml:trace>
</inkml:ink>
</file>

<file path=ppt/ink/ink8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33:12.02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4210,'0'0'19625,"129"109"-19577,-102-94-48,0-1-1505,-7-10-1520,14-4-1537,-7 0-3202</inkml:trace>
</inkml:ink>
</file>

<file path=ppt/ink/ink8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33:12.30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73 1 14102,'0'0'11408,"-11"22"-8540,-30 75-853,36-86-1780,1 1 1,1 1 0,0-1-1,1 0 1,0 1-1,1-1 1,0 1 0,1 0-1,3 21 1,-1 8-218,-2 50-18,2-91-134,-1 0 0,1-1 0,0 1 0,0-1-1,-1 1 1,1-1 0,0 0 0,0 1 0,0-1 0,0 0 0,0 0 0,3-1-1,18 0-3764,0-6-1022,-8-7-1475,-2-7-3520</inkml:trace>
</inkml:ink>
</file>

<file path=ppt/ink/ink8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33:12.51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36 10965,'0'0'12582,"129"0"-10485,-75 0-705,0-7-239,-6 1-833,-14-1-320,-1 0-128,-19 3-1681,0-1-1376</inkml:trace>
</inkml:ink>
</file>

<file path=ppt/ink/ink8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33:14.22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197 84 6019,'0'0'11936,"-9"5"-10442,2-1-1182,0 0 0,1 0 0,-1 0 0,1 1 0,0 0 0,0 0 0,0 1 0,1-1-1,0 1 1,0 0 0,1 1 0,-1-1 0,-6 14 0,3 3 0,6-18-312,0 0-1,0 0 1,0-1-1,1 1 0,0 0 1,0 1-1,1-1 1,-1 7-1,28-11-84,-22-1 89,0 0 0,0-1 0,-1 1 1,1-1-1,0 0 0,0 0 0,-1-1 1,1 1-1,-1-1 0,1 0 0,-1 0 1,0 0-1,1-1 0,-1 1 0,-1-1 1,1 0-1,0-1 0,-1 1 0,1 0 1,3-6-1,0 2 5,-7 40 167,-5 18-106,-2 26-24,-33 146 1,38-215-28,-1 0 1,1 0-1,-1 0 0,-1-1 0,0 1 1,-4 7-1,6-13-12,0 0 0,0 1-1,0-1 1,0 0 0,0 0 0,0-1 0,-1 1-1,1 0 1,-1-1 0,1 0 0,-1 1-1,0-1 1,1 0 0,-1 0 0,0 0 0,0-1-1,0 1 1,0-1 0,0 1 0,-5-1 0,5 0-7,0 0 1,-1 0-1,1 0 1,0 0 0,-1-1-1,1 1 1,0-1-1,-1 0 1,1 0 0,0 0-1,0 0 1,0-1-1,0 1 1,0-1 0,0 0-1,-5-4 1,7 3-17,-1 1 0,0-2-1,0 1 1,1 0 0,0 0 0,-1 0 0,1-1 0,0 1 0,1 0 0,-1-1-1,1 1 1,-1-1 0,1 1 0,0-1 0,0 1 0,1-1 0,0-4 0,1-1-58,0 0 0,1 0 0,0 1 0,0-1 0,1 1 0,0 0 1,1-1-1,0 2 0,0-1 0,0 1 0,1-1 0,0 2 0,9-8 1,16-15-362,51-36 0,-79 63 420,183-114-276,-129 84 256,-2-2-1,61-50 1,-113 82 65,1-1 1,-1 1 0,-1-1-1,1 0 1,0-1-1,-1 1 1,0 0 0,1-1-1,-1 1 1,-1-1-1,1 1 1,0-1 0,-1 0-1,0 0 1,0 0-1,0 0 1,0-5 0,-1 7 22,0 0 1,0 0-1,-1 1 1,1-1-1,-1 0 1,1 0 0,-1 0-1,0 0 1,0 1-1,0-1 1,0 0-1,0 1 1,0-1-1,0 1 1,-1-1 0,1 1-1,-1-1 1,1 1-1,-1 0 1,1 0-1,-1 0 1,0 0-1,1 0 1,-1 0 0,0 0-1,0 0 1,0 1-1,1-1 1,-1 1-1,0 0 1,0-1-1,0 1 1,-4 0 0,2-1 107,-1 1 1,1 0 0,-1 0-1,0 0 1,1 0 0,-1 0-1,1 1 1,-1 0 0,1 0-1,0 0 1,-1 1 0,1-1-1,0 1 1,0 0 0,0 1 0,0-1-1,0 0 1,0 1 0,1 0-1,0 0 1,-1 0 0,1 0-1,-5 8 1,3-4 25,1 1-1,0-1 1,1 1 0,-1 0-1,1 0 1,1 0 0,0 1-1,0-1 1,1 0-1,0 1 1,0 17 0,1-24-181,0 1 1,0 0-1,0-1 1,1 1-1,-1 0 1,1-1-1,0 1 1,0 0-1,0-1 1,0 0-1,0 1 1,0-1-1,1 1 0,-1-1 1,1 0-1,0 0 1,0 0-1,-1 0 1,4 2-1,-1-1-108,0 0-1,1 0 1,0-1-1,0 0 1,0 1-1,0-2 1,0 1-1,0 0 1,7 0-1,3 0-928,1 0-1,0-1 1,-1-1-1,1-1 1,0 0-1,15-4 1,15-11-5404,-4-12-3868</inkml:trace>
</inkml:ink>
</file>

<file path=ppt/ink/ink8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33:14.46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75 1 10341,'0'0'8892,"-9"25"-4058,-3 4-3564,4-9-560,1 0-1,0 1 1,1 0 0,2 0-1,-4 27 1,-5 157 2462,13-203-3180,0 0 0,0 0 0,0 0 1,0-1-1,1 1 0,-1 0 0,1 0 0,-1 0 0,1 0 0,0 0 1,0 0-1,0-1 0,0 1 0,0 0 0,0-1 0,0 1 1,0-1-1,1 1 0,-1-1 0,1 0 0,-1 1 0,1-1 0,-1 0 1,1 0-1,0 0 0,0 0 0,-1 0 0,1-1 0,0 1 0,0-1 1,0 1-1,0-1 0,0 1 0,0-1 0,0 0 0,0 0 0,0 0 1,0 0-1,0 0 0,2-1 0,2 0-642,1 1 1,0-1-1,0-1 1,-1 0-1,1 0 1,-1 0-1,1 0 0,-1-1 1,0 0-1,10-7 1,14-17-5653,-13-4-3572</inkml:trace>
</inkml:ink>
</file>

<file path=ppt/ink/ink8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33:14.64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9700,'0'0'8885,"122"11"-8757,-74-11-128,6 0 0,0 0-913,0 0-3345,0-5-3858</inkml:trace>
</inkml:ink>
</file>

<file path=ppt/ink/ink8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33:15.48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143 155 1697,'-15'-6'24801,"12"14"-20041,-2 4-2754,-6 7-3154,-2 8 1172,-56 133 40,67-157-38,-13 27-416,9-26-279,3-18-416,3 11 1040,-1-8-53,1 0 0,0 0 0,1 0 0,0 0 0,1 1 0,0-1 0,1 0 0,0 1 0,6-14 0,0 5-48,53-98-931,-54 103 984,2 1 0,-1 0 0,2 0 1,0 1-1,0 0 0,14-10 0,-24 21 120,-1 1 0,1-1 0,0 0-1,-1 0 1,1 1 0,0-1 0,0 0-1,0 1 1,0-1 0,0 1 0,-1-1-1,1 1 1,0-1 0,0 1 0,0 0-1,0-1 1,1 1 0,-1 0 0,0 0-1,0 0 1,0 0 0,0 0 0,0 0-1,0 0 1,0 0 0,0 0 0,0 0-1,0 1 1,0-1 0,0 0-1,0 1 1,0-1 0,0 1 0,0-1-1,0 1 1,0 0 0,-1-1 0,1 1-1,0 0 1,0-1 0,-1 1 0,1 0-1,0 0 1,-1 0 0,2 1 0,1 6 198,0-1 0,-1 1 0,0 0 0,0 0 1,1 10-1,2 7-115,-2-11-39,0 0 0,1 1 0,1-2 0,0 1-1,1 0 1,0-1 0,1 0 0,0-1 0,1 0-1,1 0 1,0 0 0,13 12 0,-21-23-76,1 0 0,0 1 0,0-1 0,0 0 0,-1 0 0,1 0 1,0 0-1,0 0 0,1 0 0,-1-1 0,0 1 0,0-1 0,0 1 0,0-1 1,0 0-1,1 0 0,-1 0 0,0 0 0,0 0 0,0-1 0,1 1 0,-1-1 1,0 1-1,0-1 0,0 0 0,4-1 0,-2-1 0,-1 1 0,1-1-1,0 0 1,-1 0 0,1 0 0,-1-1-1,0 1 1,0-1 0,-1 1 0,1-1-1,3-8 1,41-89-20,34-64-54,-82 170-5409,-2 10 1382,-3 12-1547,3-5-2575</inkml:trace>
</inkml:ink>
</file>

<file path=ppt/ink/ink8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33:15.84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1 122 7587,'0'0'11838,"21"0"-9021,70-1-824,-83 1-1737,-1 0-1,1 0 1,-1-1-1,0 0 1,1-1 0,-1 1-1,0-1 1,0-1-1,0 0 1,0 0-1,-1 0 1,11-7-1,-14 8-198,0-1 0,0 1-1,-1-1 1,1 0 0,0 0-1,-1-1 1,0 1 0,0 0-1,0-1 1,0 0 0,-1 1-1,1-1 1,-1 0 0,0 0-1,0 1 1,0-1 0,0 0-1,-1 0 1,0-7-1,0 10-33,0 0 0,-1 0-1,1 0 1,-1 0 0,1 0-1,-1 0 1,1 1 0,-1-1-1,1 0 1,-1 0 0,0 1-1,1-1 1,-1 0 0,0 1-1,0-1 1,0 1 0,1-1-1,-1 1 1,0-1 0,0 1-1,0 0 1,0-1 0,0 1-1,0 0 1,0 0 0,0 0-1,0 0 1,0 0 0,1 0-1,-1 0 1,-2 0 0,-40 1 423,36 0-364,0-1-14,0 1 1,1 0-1,-1 1 0,1 0 0,0 0 0,-1 0 0,1 1 0,0 0 0,0 0 0,0 0 0,1 1 0,-1 0 0,1 0 0,0 0 0,0 1 1,1 0-1,-1 0 0,1 0 0,0 0 0,0 1 0,1-1 0,-1 1 0,1 0 0,1 0 0,-1 0 0,1 1 0,0-1 0,0 1 0,1-1 1,0 1-1,0-1 0,0 11 0,1 8-106,-1-18-5,1 1 1,0 0-1,0-1 0,1 1 0,2 11 0,-2-16-124,0 0 1,1-1-1,-1 1 0,0-1 0,1 1 0,-1-1 0,1 1 0,0-1 0,0 0 0,0 0 0,0 0 1,0 0-1,1 0 0,-1 0 0,0-1 0,1 1 0,-1-1 0,5 2 0,-1 0-602,0-1-1,0 0 1,0-1-1,0 0 1,0 0-1,7 0 1,41 0-8750,-49-1 8430,41-2-10345</inkml:trace>
</inkml:ink>
</file>

<file path=ppt/ink/ink8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33:16.05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333 1 5234,'0'0'18953,"-115"65"-15639,88-31-1810,-1 0-79,15-3-385,-7-1-687,6-8-353,1-4-32,-1-4-497,0-5-687,1-2-705,-1-7-1040,1 0-1954,-8 0-2720,8-7-3955</inkml:trace>
</inkml:ink>
</file>

<file path=ppt/ink/ink8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33:16.21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8564,'0'0'13878,"135"57"-13414,-108-39-464,0 0 0,-13-7-1088,6-6-1409,-6-3-2481,-1-2-3522</inkml:trace>
</inkml:ink>
</file>

<file path=ppt/ink/ink8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33:16.52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 0 8628,'0'0'20521,"-1"24"-18024,-10 179-1376,10-49-1121,1-153-3,0 0 0,1 0 1,-1 0-1,0-1 0,1 1 0,-1 0 1,1 0-1,0-1 0,-1 1 0,1 0 1,-1-1-1,1 1 0,0 0 0,-1-1 0,1 1 1,0-1-1,0 1 0,0-1 0,-1 0 1,1 1-1,0-1 0,0 0 0,0 1 0,0-1 1,0 0-1,0 0 0,0 0 0,-1 0 1,1 0-1,0 0 0,0 0 0,0 0 1,0 0-1,0 0 0,0-1 0,0 1 0,1-1 1,36-10-3415,-9-14-4042,-17 2-2113,-5 4 736</inkml:trace>
</inkml:ink>
</file>

<file path=ppt/ink/ink8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33:16.71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82 9636,'0'0'15271,"122"2"-13494,-68-2-288,0 0-481,-6-2-639,-1-7-369,-13 0-16,-7-3-1505,0-1-1809,-7-5-3025,1-3-8756</inkml:trace>
</inkml:ink>
</file>

<file path=ppt/ink/ink8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33:17.22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204 0 9652,'0'0'14861,"-20"12"-12730,-66 43-79,78-50-1800,1 1 1,0 1 0,0-1-1,1 1 1,-1 1-1,2-1 1,-1 1-1,1 0 1,0 0-1,0 1 1,1-1 0,-5 17-1,4-8-121,1 0 1,1 1-1,1-1 0,1 0 1,0 21-1,1-30-181,0 0 0,0 0-1,1 0 1,1 0 0,-1 0 0,1 0-1,0 0 1,1 0 0,0-1 0,0 1 0,1-1-1,0 0 1,0 0 0,6 8 0,-5-10-461,0-1 0,0 1 0,0-1 0,0 1 0,1-2 1,0 1-1,0-1 0,0 1 0,0-2 0,1 1 0,-1-1 1,1 0-1,-1 0 0,1-1 0,0 1 0,0-2 0,7 1 0,22 0-5289,3-1-3518</inkml:trace>
</inkml:ink>
</file>

<file path=ppt/ink/ink8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33:19.60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243 1 3682,'0'0'14142,"-9"2"-12656,-4 3-1081,0 0-1,0 0 0,1 1 1,-1 1-1,1 0 0,1 1 1,-1 0-1,1 1 0,1 0 1,0 1-1,0 0 0,1 0 1,-10 14-1,11-13-366,0 0 0,1 0 0,1 1 0,0 0 0,0 0-1,1 1 1,0-1 0,2 1 0,-1 0 0,1 0 0,1 0 0,1 0 0,0 1 0,1 22 0,1-30-188,0-1 0,0 1 0,1-1 0,0 0 0,0 0 0,0 1 0,1-1 0,0-1 0,0 1 0,0 0 0,0-1 1,1 1-1,0-1 0,0 0 0,0 0 0,0-1 0,1 1 0,-1-1 0,1 0 0,0 0 0,5 2 0,1 0-1063,0 0-1,0-1 1,19 5-1,33 0-7873,-28-9 787</inkml:trace>
</inkml:ink>
</file>

<file path=ppt/ink/ink8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33:20.91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199 1 10917,'0'0'8559,"-22"5"-6273,-68 21-1278,85-24-908,0 0-1,1 0 1,0 1-1,-1-1 1,1 1-1,0 0 1,0 1-1,0-1 1,1 1-1,-1 0 1,1-1-1,0 1 1,0 1-1,0-1 1,1 0-1,-1 1 1,-1 5-1,0 2 68,1-1 0,0 0-1,0 1 1,1 0-1,0 12 1,1-9-130,0 0-1,1 0 1,1 1 0,0-1 0,1 0-1,0 0 1,1 0 0,7 17 0,-8-26-227,1-1 0,0 1 1,0-1-1,0 0 1,0 0-1,1 0 1,0-1-1,0 1 0,0-1 1,6 5-1,-5-6-326,0 0 0,0 0-1,0 0 1,1 0 0,-1-1-1,1 0 1,0 0 0,-1 0 0,1-1-1,0 0 1,11 1 0,21-2-3934,3 0-1380</inkml:trace>
</inkml:ink>
</file>

<file path=ppt/ink/ink8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33:21.84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386 0 3169,'0'0'6579,"-22"10"-2419,6-4-3356,-2 1-33,0 1 0,1 0 0,0 2-1,0 0 1,1 0 0,0 2 0,-22 20 0,18-11-65,2 1-1,0 0 1,2 1 0,0 1-1,2 1 1,0 0 0,2 1-1,-15 44 1,17-34-400,2 1 0,1-1-1,2 1 1,1 1 0,2-1 0,3 43 0,0-69-304,0 0 0,0 1 1,1-1-1,1 0 0,0 0 1,1 0-1,-1 0 0,2-1 1,0 1-1,0-1 0,1 0 0,0-1 1,1 0-1,0 0 0,0 0 1,13 11-1,-9-11-239,0 0 0,0-1 1,1-1-1,1 0 0,-1 0 0,1-1 1,0-1-1,0 0 0,1-1 0,-1 0 1,1-1-1,27 2 0,-3-2-2737,71-5-1,-89 1 832,-1-2 0,-1-1 0,21-6 0,36-21-8612</inkml:trace>
</inkml:ink>
</file>

<file path=ppt/ink/ink8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34:05.50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116 80 2449,'0'0'7017,"0"-10"-5974,0-33 99,0 17 9084,0 42-9426,-2 39 539,-11 65 1,-14-25-591,17-70-647,1 4-17,9-29-203,0 1 1,0 0-1,0-1 0,-1 1 1,1 0-1,0 0 0,0-1 0,0 1 1,-1 0-1,1-1 0,0 1 1,-1 0-1,1-1 0,0 1 1,-1-1-1,1 1 0,-1-1 0,1 1 1,-1-1-1,1 1 0,-1-1 1,1 1-1,-1-1 0,0 1 1,1-1-1,-1 0 0,0 1 0,1-1 1,-1 0-1,0 0 0,-1 1 1,-25-2-15395,15-3 9074</inkml:trace>
</inkml:ink>
</file>

<file path=ppt/ink/ink8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34:05.91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37 1265,'0'0'9108,"5"0"-7025,105-4 6857,-56-2-6813,61-13-1,-113 18-2792,16-5 3038,-12 5-5576</inkml:trace>
</inkml:ink>
</file>

<file path=ppt/ink/ink8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34:06.59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28 15 3314,'0'0'6581,"3"-4"-5279,11-6 285,-9 20 1550,-8 42 1486,3-52-4622,-12 178 7515,11-118-7603,1 1-3284,-20-65-10851,7-3 4849</inkml:trace>
</inkml:ink>
</file>

<file path=ppt/ink/ink8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34:06.98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0 127 5907,'0'0'7515,"14"-2"-5991,39-6 1632,85-23 0,49-43-1390,-178 68-1677,1 0 380,-9 15-966,-2-6-13,0 0 0,-1 0 0,0 0-1,0 0 1,0 0 0,0 0 0,0 0 0,0 0-1,-4 3 1,-11 14-6497,3 0-3169</inkml:trace>
</inkml:ink>
</file>

<file path=ppt/ink/ink8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34:07.61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44 2545,'0'0'9645,"6"-8"-7631,16-20-163,-16 21 991,-5 12-2315,-1 0-1,1 1 1,-1-1 0,0 0 0,0 1 0,-1-1 0,-1 7 0,2-9-162,-13 206 4075,14-205-5874,0 3 4344,0-4-3181</inkml:trace>
</inkml:ink>
</file>

<file path=ppt/ink/ink8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34:07.92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54 5827,'0'0'12440,"14"0"-10837,25-2-91,0-2-1,0-1 1,40-11-1,-51 6-1225,-20 7-456,0-1 0,1 2 0,-1-1 0,1 1 0,15-1 0,-45 23-9474,2-6 429</inkml:trace>
</inkml:ink>
</file>

<file path=ppt/ink/ink8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34:08.54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48 0 2849,'0'0'13972,"-2"18"-11995,-10 212 5128,5-137-6548,7-93-864,-14-1-12851,1-4 6406</inkml:trace>
</inkml:ink>
</file>

<file path=ppt/ink/ink8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34:08.87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1 170 4978,'0'0'12222,"27"-12"-9874,210-78 3062,-77 32-2254,-150 49-2734</inkml:trace>
</inkml:ink>
</file>

<file path=ppt/ink/ink8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34:16.99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239 14 368,'0'0'10549,"0"0"-10247,0-1-1,0 0 1,0 1 0,0-1-1,0 1 1,0-1 0,0 0 0,-1 1-1,1-1 1,0 0 0,0 1-1,-1-1 1,1 1 0,0-1-1,-1 1 1,1-1 0,-1 1-1,1-1 1,-1 1 0,1-1 0,-1 1-1,1 0 1,-2-1 0,-8 1-112,-1 0 0,0 1 0,1 1 1,-1 0-1,1 0 0,0 1 0,0 0 1,0 1-1,0 0 0,0 1 0,1 0 1,-1 0-1,1 1 0,1 0 0,-15 13 1,22-18-191,0-1 1,0 1 0,0 0 0,0 0 0,1-1-1,-1 1 1,0 0 0,1 0 0,-1 0-1,1 0 1,-1 0 0,1 0 0,-1 0-1,1 0 1,-1 0 0,1 0 0,0 0-1,0 0 1,0 0 0,-1 0 0,1 0-1,0 0 1,0 0 0,0 1 0,1-1 0,-1 0-1,0 0 1,0 0 0,1 0 0,-1 0-1,0 0 1,1 0 0,-1 0 0,1 0-1,-1 0 1,1 0 0,0 0 0,-1-1-1,1 1 1,0 0 0,0 0 0,0-1-1,-1 1 1,1 0 0,0-1 0,0 1 0,0-1-1,0 1 1,0-1 0,0 1 0,0-1-1,0 0 1,0 1 0,0-1 0,2 0-1,28 4-14,-18-3-68,0 0 0,0 1 0,0 0 0,0 1 0,0 0 0,-1 1 0,0 1 0,22 11 0,-32-14 64,0-1-1,-1 1 1,1 0-1,0 0 1,-1 1 0,0-1-1,1 0 1,-1 0 0,0 1-1,0-1 1,-1 1-1,1-1 1,0 1 0,-1-1-1,1 1 1,-1-1-1,0 1 1,0-1 0,0 1-1,0 0 1,-1-1-1,1 1 1,-1-1 0,0 4-1,-1 0 67,1 0 0,-1 1 0,0-1 0,-1 0-1,0-1 1,0 1 0,0 0 0,-6 7 0,-4 0 129,0-1 1,0 0 0,-1-1 0,-1 0-1,0-1 1,0-1 0,-1-1-1,0 0 1,0 0 0,-1-2 0,0 0-1,-24 4 1,38-9-255,3-3-1441,-1 1 1179,1 0 1,0 0-1,0-1 0,0 1 1,0 0-1,-1-1 0,2 1 1,-1 0-1,0-1 0,0 1 1,0 0-1,1-1 0,-1 1 1,0 0-1,1 0 0,-1-1 1,1 1-1,0 0 0,-1 0 1,1 0-1,1-2 0,20-21-3954,4 2 61</inkml:trace>
</inkml:ink>
</file>

<file path=ppt/ink/ink8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34:17.27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109 1 4114,'0'0'13350,"-5"12"-11426,3-6-1690,-7 14 701,2 1 0,0 0 0,1 0 1,1 0-1,-2 28 0,6-27-368,-1 0 0,-5 22 0,-3 42-291,4-42-242,-4-24-3421,9-19 2726,0 0-1,1-1 1,-1 1 0,0 0 0,0-1 0,0 1 0,1-1 0,-1 1 0,0-1 0,0 1 0,0-1 0,0 0-1,0 1 1,0-1 0,0 0 0,0 0 0,0 0 0,-1 0 0,-5 0-5096</inkml:trace>
</inkml:ink>
</file>

<file path=ppt/ink/ink8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34:17.82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25 4098,'0'0'12053,"24"-4"-9772,187-13 3554,-143 17-3634,-67 0-2070,-1 81-1598,5-80 1275,0 0 1,-1 0-1,1-1 1,0 0-1,0 0 1,-1 0-1,1-1 1,5 0-1,-3-3 150,0 1 0,-1-2 0,1 1 0,-1-1 0,1 0 0,-2 0 0,1-1 0,0 1 0,-1-1 0,4-7 0,13-12 291,0 74 3939,-21-47-4366,1 0 0,-1 0 0,1 0 0,0 0 0,-1-1 0,1 1 0,0-1 0,0 1 0,0-1 0,0 0 1,0 0-1,1 0 0,1 1 0,3 0-1037,0-1-1,-1 1 1,1-2 0,0 1 0,0-1 0,7 0 0,-1 0-620,20 0-6521</inkml:trace>
</inkml:ink>
</file>

<file path=ppt/ink/ink8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34:18.93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109 369 5635,'0'0'19547,"-13"-1"-18306,-39-3-150,51 4-1045,-1 0 1,0 0-1,0 1 0,1-1 1,-1 1-1,0-1 1,1 1-1,-1 0 0,0-1 1,1 1-1,-1 0 0,1 0 1,0 0-1,-1 0 1,1 1-1,0-1 0,-1 0 1,1 0-1,0 1 0,0-1 1,0 1-1,0-1 1,0 1-1,1-1 0,-1 1 1,0 3-1,-7 38 65,31-48-650,-11-1 412,-1-2 0,0 1 0,0-2 1,0 1-1,14-17 0,15-12-446,-14 15 142,-1-1-1,-2-1 0,34-43 0,-47 54 388,-1-1-1,0 0 0,-1-1 0,0 0 1,-1 0-1,-1-1 0,0 1 0,-1-1 1,3-21-1,-7 36 117,-1-1 1,0 1-1,1 0 0,-1-1 0,0 1 0,0-1 1,0 1-1,0 0 0,0-1 0,0 1 1,-1-1-1,1 1 0,0 0 0,-1-1 1,1 1-1,-2-2 0,2 3-23,-1 0-1,1 0 1,-1-1-1,1 1 1,-1 0-1,1 0 1,-1 0-1,1 0 1,-1 0-1,1 0 1,-1 1-1,1-1 1,-1 0-1,1 0 1,-1 0-1,1 0 1,-1 0-1,1 1 1,0-1-1,-1 0 1,1 1-1,-1-1 1,1 0-1,0 0 1,-1 1-1,1-1 1,0 1-1,-1 0 1,-33 40 1372,30-36-1566,-12 19 514,0 1 1,2 0-1,1 1 0,1 1 1,-10 30-1,16-39-307,1 1 0,1 0-1,0 0 1,1 0 0,2 0 0,0 1 0,0-1-1,5 34 1,-3-51-78,-1 0-1,1 0 1,0 0 0,-1 0-1,1 0 1,0 0 0,0 0-1,0-1 1,1 1 0,-1 0-1,0-1 1,1 1-1,-1 0 1,1-1 0,-1 0-1,1 1 1,0-1 0,-1 0-1,3 1 1,1 1-42,0-1 0,0 0 0,1 0 0,-1-1-1,0 1 1,1-1 0,7 0 0,-4 0-24,0 0 0,0-1 0,0-1 0,0 0 0,0 0 0,0 0 1,-1-1-1,1 0 0,10-5 0,-4-1-8,0 0 0,-1-1-1,0-1 1,-1 0 0,0-1 0,12-13 0,-21 20 93,0 0 0,0 0 0,0-1-1,-1 1 1,0-1 0,0 0 0,0 1 0,-1-1 0,0-1-1,0 1 1,0 0 0,0 0 0,-1-1 0,0 1 0,0-1-1,0 1 1,-1-1 0,0 0 0,0 1 0,0-1-1,-1 1 1,-1-7 0,1 11 7,1 0 0,-1 0 0,0 0 0,0 0-1,1 0 1,-1 0 0,0 1 0,0-1 0,0 0 0,0 1 0,0-1-1,0 0 1,0 1 0,0-1 0,-1 1 0,1 0 0,0-1 0,0 1 0,0 0-1,-1 0 1,1-1 0,0 1 0,0 0 0,0 0 0,-1 0 0,1 1-1,0-1 1,0 0 0,0 0 0,0 1 0,-2 0 0,0-1 9,-1 1 1,1 0 0,0 0 0,0 0-1,0 0 1,0 1 0,0-1-1,0 1 1,0 0 0,0 0 0,-2 2-1,0 5 17,0-1 0,1 0 0,0 1-1,0 0 1,1 0 0,1 0 0,-1 0 0,1 0-1,1 1 1,0-1 0,0 1 0,1-1-1,0 1 1,2 10 0,-2-4-63,0-13 13,1 1 1,0-1-1,-1 0 1,1 1 0,1-1-1,-1 0 1,0 0-1,1 0 1,0 1-1,-1-2 1,1 1-1,0 0 1,1 0-1,-1-1 1,0 1-1,1-1 1,-1 1-1,1-1 1,0 0-1,0 0 1,0-1-1,0 1 1,0 0-1,0-1 1,1 0-1,-1 0 1,0 0-1,1 0 1,-1 0 0,0-1-1,6 1 1,-2 0-183,-1 0 1,0 0-1,1-1 1,-1 0-1,1 0 1,-1-1 0,0 1-1,1-1 1,-1-1-1,0 1 1,0-1-1,0 0 1,0-1 0,0 1-1,0-1 1,7-5-1,-7 2-52,5-2 66,-1-1 0,0-1 0,0 1-1,-1-2 1,0 1 0,-1-1 0,0-1-1,-1 1 1,11-24 0,-12 20 2664,-1 22 1705,6 10-3647,-6-14-542,0 0 1,0 0 0,0-1-1,0 1 1,0-1 0,1 0 0,-1-1-1,1 1 1,-1-1 0,1 0 0,-1-1-1,1 1 1,0-1 0,5 0 0,-7 0-7,0-1 1,-1 1 0,1-1-1,-1 0 1,1 0 0,-1 0-1,1 0 1,-1 0 0,0-1-1,1 1 1,-1-1 0,0 0-1,0 0 1,0 0 0,-1-1-1,1 1 1,0-1 0,-1 1-1,1-1 1,-1 0 0,0 0-1,0 0 1,3-6 0,-2 20 285,-2-9-681,-1-1 0,1 0-1,0 0 1,0 1 0,-1-1 0,1 0 0,0 0 0,0 0 0,0 0 0,1 0 0,-1 0 0,0 0 0,0-1 0,0 1 0,1 0 0,-1-1-1,0 1 1,1-1 0,-1 1 0,1-1 0,-1 0 0,0 1 0,1-1 0,-1 0 0,3 0 0,44-1-12638,-15-5 6457</inkml:trace>
</inkml:ink>
</file>

<file path=ppt/ink/ink8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34:19.17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121 1 9476,'0'0'16819,"-18"26"-14562,-56 84-326,70-103-1786,0 0-1,1 0 0,0 0 0,0 1 1,0-1-1,1 1 0,0-1 0,0 1 1,1 0-1,0 0 0,1 0 0,-1 0 1,2 0-1,-1-1 0,2 10 0,1 16-168,-3-29 14,0-1 1,1 1-1,0-1 0,0 0 0,0 1 1,0-1-1,0 0 0,1 1 0,-1-1 1,1 0-1,0 0 0,0 0 0,0 0 1,1-1-1,-1 1 0,1 0 0,-1-1 1,1 0-1,0 0 0,0 0 1,0 0-1,0 0 0,0 0 0,0-1 1,0 1-1,1-1 0,-1 0 0,1 0 1,-1 0-1,6 0 0,-3 0-379,0 0 0,0-1 0,0 1 0,0-1 0,0-1 1,0 1-1,0-1 0,6-1 0,-9 1-289,1 0-1,-1 0 1,1 0 0,-1-1 0,0 1 0,1-1 0,-1 0-1,0 0 1,0 0 0,0 0 0,-1-1 0,1 1-1,2-4 1,11-22-11028</inkml:trace>
</inkml:ink>
</file>

<file path=ppt/ink/ink8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34:19.37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98 12246,'0'0'9908,"135"0"-9107,-74-2-289,-7-3-448,-6-4-64,-7-2-416,-8-3-1217,1-2-1521,-13-4-2864,-1 0-2258</inkml:trace>
</inkml:ink>
</file>

<file path=ppt/ink/ink8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34:19.65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46 1 848,'0'0'14831,"14"19"-10808,-1-1-3171,-2-4-216,-2 0 1,0 1 0,0 0 0,-1 0 0,-1 1 0,9 30-1,-8-21 499,37 142 3630,-41-147-4550,-1-1 0,-1 1 0,-1-1 0,0 1-1,-2 0 1,-4 32 0,4-47-207,-1 1-1,0-1 1,0 1-1,-1-1 1,1 0 0,-1 0-1,0 0 1,-1 0 0,1-1-1,-1 1 1,0-1 0,-8 7-1,-7 5 43,-38 23-1,41-29-647,0 1 0,-24 21 0,33-23-797,33-7-16248</inkml:trace>
</inkml:ink>
</file>

<file path=ppt/ink/ink8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34:19.87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48 1 2449,'0'0'30318,"-34"45"-30318,34-31 0,0-3 0,0 2 0,0-1-384,-7-3-1633,0-5-2113</inkml:trace>
</inkml:ink>
</file>

<file path=ppt/ink/ink8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34:20.06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34 1 4338,'0'0'27789,"-34"56"-27309,34-53-480,0-1-192,14-2-2978,-1 0-639,8 0-3042,-1-16-5971</inkml:trace>
</inkml:ink>
</file>

<file path=ppt/ink/ink8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34:20.51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7 121 2017,'0'0'25756,"-1"14"-23531,-1-2-1800,1 0-212,-1 0 0,2 0 0,-1 0 0,2 1 0,-1-1 0,2 0 1,-1 0-1,2 0 0,0 0 0,6 17 0,-2-16-213,-6-9 0,1-1 0,0 1 0,0-1 0,0 1 0,0-1 0,0 0 0,1 1 0,3 2 0,-4-5 0,-1 0 0,0-1 0,0 1 0,1-1 0,-1 1 0,1-1 0,-1 0 0,0 1 0,1-1 0,-1 0 0,0 0 0,1 0 0,-1 0 0,1 0 0,-1 0 0,0-1 0,1 1 0,-1 0 0,1-1 0,-1 1 0,0-1 0,0 1 0,1-1 0,-1 0 0,0 0 0,0 1 0,0-1 0,0 0 0,2-2 0,19-16-52,0 0 0,-2-2 0,0 0 0,-2-1 0,0-1 1,-1-1-1,-2 0 0,0-1 0,-2-1 0,15-38 0,-24 45 14,3-10 331,-4 28-642,-2 16-701,-2 1-221,1 17-3255,8-3-5703,5-18 726</inkml:trace>
</inkml:ink>
</file>

<file path=ppt/ink/ink8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34:20.85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131 39 1601,'0'0'23322,"-15"6"-21187,-46 24-406,57-27-1652,0 0 0,0 0 1,0 0-1,1 0 0,-1 0 1,1 1-1,0 0 0,0 0 1,0 0-1,0 0 1,1 0-1,-1 0 0,1 1 1,0-1-1,1 1 0,-1-1 1,1 1-1,0 0 1,0 0-1,0-1 0,1 1 1,-1 0-1,1 0 0,0 0 1,1 0-1,-1 0 0,2 5 1,0-9-114,-1 1 1,1-1 0,-1 0-1,1 0 1,-1 0 0,1 0-1,0 0 1,-1-1 0,1 1-1,0 0 1,0-1-1,0 0 1,-1 1 0,1-1-1,0 0 1,0 0 0,0 0-1,0 0 1,2 0 0,40-4-830,-40 1 819,0 1-1,0-1 0,0 1 0,0-1 0,-1 0 0,1 0 0,-1-1 0,0 1 0,0-1 0,0 0 0,0 0 1,0 0-1,-1 0 0,0 0 0,0 0 0,0-1 0,0 1 0,1-7 0,1-3 48,-1 1 0,0-1 0,0 0 1,0-28-1,-5 17 318,-2 15-1145,-2 15-3435,5 21-4684,1-12 1669</inkml:trace>
</inkml:ink>
</file>

<file path=ppt/ink/ink8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34:21.07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 1 2289,'0'0'28189,"-20"108"-26988,20-99-689,0-4-432,0-1-80,0-1-176</inkml:trace>
</inkml:ink>
</file>

<file path=ppt/ink/ink8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34:21.23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21 1 2257,'0'0'14551,"-20"128"-15240,33-103-2720,8-2-2642</inkml:trace>
</inkml:ink>
</file>

<file path=ppt/ink/ink8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34:21.73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139 356 11013,'0'0'15316,"-20"-2"-14096,-63-5-612,82 7-599,-1 1 0,1-1 0,-1 0 0,1 0 1,-1 1-1,1-1 0,-1 1 0,1-1 0,0 1 0,-1-1 0,1 1 1,0 0-1,-1 0 0,1 0 0,0 0 0,0 0 0,0 0 0,0 0 0,0 0 1,0 0-1,0 0 0,0 1 0,0-1 0,0 0 0,1 1 0,-1-1 1,1 0-1,-1 1 0,1-1 0,-1 1 0,1-1 0,0 3 0,-1-1-5,1 1-1,-1-1 1,1 1-1,0-1 1,1 1-1,-1-1 1,0 1-1,1-1 1,2 7-1,-2-9-7,0 0 0,1 0 0,-1 0-1,0-1 1,1 1 0,-1 0 0,1 0 0,-1-1 0,1 1 0,-1-1-1,1 0 1,-1 1 0,1-1 0,0 0 0,-1 0 0,1 0 0,0 0-1,1 0 1,37-3-341,-28 0 152,0-1 0,0 0 0,0 0 0,0-2 0,-1 1 0,0-1 0,0-1 0,-1 0 0,1-1 0,-1 1 0,-1-2-1,17-17 1,-13 10-82,1 0-1,-2 0 0,0-1 0,-1-1 0,-1 0 0,-1 0 0,10-27 0,-14 31 385,-1 1 0,0-1 0,-1 0 0,0 0 1,-1 0-1,-1 0 0,0 0 0,-1 0 0,-2-15 0,1 28-16,1 0 0,-1 0 0,1 1-1,-1-1 1,1 0 0,-1 0 0,1 1 0,-1-1 0,0 0-1,1 1 1,-1-1 0,0 1 0,0-1 0,0 1-1,1-1 1,-1 1 0,0 0 0,0-1 0,0 1-1,0 0 1,0-1 0,0 1 0,0 0 0,1 0 0,-1 0-1,0 0 1,0 0 0,0 0 0,-1 0 0,-26 6 1722,24-4-1578,1 1 1,-1 0 0,1-1-1,0 1 1,0 1 0,1-1-1,-1 0 1,0 1 0,1-1 0,0 1-1,-3 6 1,-18 48 628,22-53-884,-9 34 22,2 0-1,2 0 1,2 1 0,1 0-1,5 71 1,-1-41-2,-2-68-64,1 0 1,0 0-1,-1 0 0,1 0 1,-1 0-1,1 0 0,-1 0 1,0 0-1,0 0 0,0-1 1,0 1-1,0 0 1,0-1-1,0 1 0,-1 0 1,1-1-1,-1 1 0,1-1 1,-1 0-1,1 0 0,-3 2 1,0-1-1011,1 0-1,-1 0 1,0 0 0,0-1 0,0 1 0,0-1 0,0 0 0,0 0 0,-5 0-1,-18 0-9755</inkml:trace>
</inkml:ink>
</file>

<file path=ppt/ink/ink8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34:24.62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1 543 592,'0'0'3903,"3"-26"13922,0 15-15288,0 2-4680,24-42 2138,4 2 0,1 1 0,43-50-1,-18 25 30,-52 66-1,-2 2 93,0 1 0,0 0 0,0 0-1,1 0 1,-1 0 0,1 1 0,6-6 0,-9 9 348,-1 280 2887,28-283-3370,-18-3-49,1-1 0,-1 0 0,0 0-1,0-1 1,-1-1 0,0 0 0,0 0 0,-1 0-1,11-17 1,12-13-274,24-24-561,63-96 0,-109 141 922,-8 15 88,0 1-1,0 0 1,0 0 0,0-1-1,0 1 1,0 0 0,0 0-1,1 0 1,-1 0 0,1 1-1,-1-1 1,1 0 0,0 1-1,0-1 1,-1 1 0,4-2-1,-4 29 844,-1 14-274,-1 0-1,-2 0 1,-2 0-1,-13 55 1,-8-27-1975,25-62-175</inkml:trace>
</inkml:ink>
</file>

<file path=ppt/ink/ink8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34:24.85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7924,'0'0'21065,"7"86"-19688,13-68-769,-6-5-288,0 1-240,-1-5-64,1-2-16,-8-5-368,8-2-832,-7 0-1313,6 0-1121,1-7-2785,-7-11-4002</inkml:trace>
</inkml:ink>
</file>

<file path=ppt/ink/ink8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34:25.05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346 1 11461,'0'0'17576,"-109"139"-15895,75-100-656,0-1-529,1 1-304,-1 1-176,7-4-16,-1-2-192,8-4-753,0-8-751,13-4-1698,7-9-2097</inkml:trace>
</inkml:ink>
</file>

<file path=ppt/ink/ink8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34:25.46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213 300 4610,'0'0'13502,"-20"13"-9065,0-2-3212,10-7-831,1 1 1,1 1-1,-1-1 1,1 1-1,0 1 0,0-1 1,0 1-1,1 1 1,0-1-1,1 1 0,0 1 1,-9 14-1,3 0 336,1 0 0,1 1 0,-9 32 0,16-44-679,0-1 1,1 1-1,0 0 0,1 0 1,0 0-1,1 1 1,1-1-1,-1 0 0,4 15 1,-3-25-56,-1 1 1,1-1-1,0 0 1,0 0-1,0 0 1,0 0-1,0 0 1,0 0-1,0 0 1,0 0-1,1 0 1,-1-1-1,1 1 1,0 0 0,-1-1-1,1 1 1,0-1-1,0 0 1,0 0-1,0 1 1,0-1-1,0 0 1,0-1-1,0 1 1,0 0-1,0-1 1,1 1-1,-1-1 1,0 0-1,0 1 1,1-1-1,3-1 1,-1 1-25,0-1 0,0 0 0,-1 0 0,1 0 0,0-1 0,-1 1 0,1-1 0,-1 0 0,1-1 0,-1 1 0,0-1 0,0 0 0,7-6 0,7-10-143,-1-2-1,-1 0 1,0-1 0,-2-1-1,-1 0 1,0-1 0,-2 0-1,-1-1 1,-1 0 0,12-51-1,-9 11-107,-3-2 0,-3 1 0,-2-78 0,-4 142 279,0 0 0,0 0 1,0 0-1,0 0 1,0 0-1,-1 0 0,1-1 1,0 1-1,-1 0 1,0 0-1,1 0 0,-1 0 1,0 1-1,0-1 1,0 0-1,0 0 0,0 0 1,-1 1-1,1-1 1,-1 0-1,1 1 1,-1 0-1,-2-3 0,0 3-2,1 0-1,0 0 0,-1 0 0,1 0 0,-1 1 1,1-1-1,-1 1 0,1 0 0,-1 0 0,0 1 1,1-1-1,-1 1 0,-5 1 0,3 0-144,0 1 0,1 0 0,-1 0 0,1 0 0,0 0 0,0 1 0,0 0 0,0 0 1,1 0-1,0 1 0,0 0 0,0 0 0,0 0 0,1 0 0,-1 0 0,-1 7 0,-6 8-2141,1 0 1,2 1 0,-8 26-1,7-2-4888</inkml:trace>
</inkml:ink>
</file>

<file path=ppt/ink/ink8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34:25.62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0 1 6851</inkml:trace>
</inkml:ink>
</file>

<file path=ppt/ink/ink8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34:25.72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 1 6851,'-11'128'6691,"11"-96"1060,7-25-5216,-3-4-781,31 32 4165,12-5-3828,-35-24-3073,0 0 1,1-1 0,0-1-1,-1 0 1,26 4-1,-18-8-11170</inkml:trace>
</inkml:ink>
</file>

<file path=ppt/ink/ink8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34:26.11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 1 6339,'0'0'22466,"-3"11"-20593,-1 12-1177,1 1 1,-1 26-1,5-49-696,-1 0 0,1 0 0,0 1 1,0-1-1,0 0 0,0 0 0,-1 0 0,2 0 0,-1 0 1,0 0-1,0 0 0,0-1 0,0 1 0,0 0 0,1-1 1,-1 1-1,0 0 0,1-1 0,-1 0 0,0 1 0,1-1 0,-1 0 1,1 0-1,-1 1 0,0-1 0,1 0 0,-1-1 0,1 1 1,2 0-1,47-4-58,-37-2-218,-1 1 1,0-1 0,0-1 0,0-1-1,-1 1 1,0-2 0,-1 0 0,0 0 0,0-1-1,-1 0 1,11-15 0,-22 27 490,0 1-1,1 0 1,-1-1 0,1 1-1,0-1 1,-1 1 0,1 0 0,0-1-1,1 1 1,-1-1 0,0 1 0,1-1-1,0 1 1,-1 0 0,1-1 0,2 5-1,-1-3-238,-1 0-1,1 1 1,0-1-1,1 0 1,-1 0-1,1 0 1,-1-1-1,1 1 1,1-1-1,-1 1 1,4 2-1,-3-3-166,1-1 0,0 1 0,-1-1 0,1 0 0,0-1 0,0 1 0,0-1 0,10 1 0,25 0-10165,-20-2-1276</inkml:trace>
</inkml:ink>
</file>

<file path=ppt/ink/ink8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34:26.51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 26 768,'0'0'23641,"8"3"-22694,9 4-712,0-1 0,1-1 0,-1-1 0,1-1 0,0 0 1,25 0-1,-40-3-191,22-3-874,-24 2 766,-1 0-1,1 0 1,0 0 0,-1 0 0,1 0 0,-1 0-1,1 0 1,-1 0 0,1-1 0,-1 1-1,0 0 1,0 0 0,0 0 0,1 0 0,-1-1-1,0 1 1,0 0 0,0 0 0,-1-2-1,0 1 36,1 1-1,-1-1 0,0 0 1,0 1-1,-1-1 0,1 1 1,0-1-1,0 1 0,-1-1 1,1 1-1,-1 0 0,1 0 1,-1 0-1,1-1 1,-1 2-1,0-1 0,1 0 1,-1 0-1,0 0 0,0 1 1,0-1-1,0 1 0,0 0 1,0-1-1,1 1 0,-1 0 1,-3 0-1,-58-4 367,41 3 14,-27 2 1667,48 0-1913,-1-1 1,1 0-1,0 1 0,0-1 0,0 1 0,-1-1 1,1 1-1,0 0 0,0-1 0,0 1 0,0 0 1,0 0-1,0 0 0,0 0 0,0 0 0,1 0 1,-1 0-1,0 0 0,1 0 0,-1 0 1,0 0-1,1 0 0,-1 1 0,1-1 0,0 0 1,-1 0-1,1 1 0,0-1 0,0 0 0,0 0 1,0 3-1,0 4 3,0-1 0,0 0 0,1 1 0,0-1 0,0 0-1,1 1 1,0-1 0,0 0 0,5 11 0,-5-15-388,1 1-1,-1-1 1,1 0-1,0 0 1,-1 0 0,1-1-1,0 1 1,1-1-1,-1 1 1,0-1-1,1 0 1,-1 0-1,1-1 1,0 1-1,0-1 1,-1 0-1,1 0 1,0 0 0,0 0-1,5 0 1,26 1-4217,2-1-3674,-3-1-2220</inkml:trace>
</inkml:ink>
</file>

<file path=ppt/ink/ink8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34:27.21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 0 5186,'0'0'20626,"0"14"-18009,-1 1-1959,-1-3-72,1 1 0,1-1 0,0 1-1,0 0 1,5 24 0,-4-36-595,0 0 0,-1 0 0,1 0 0,0 0 0,0 0 0,0 0 1,0 0-1,0 0 0,0-1 0,0 1 0,0 0 0,0-1 0,0 1 0,0 0 1,0-1-1,0 1 0,1-1 0,-1 0 0,0 1 0,0-1 0,1 0 0,-1 0 1,0 0-1,1 0 0,-1 0 0,0 0 0,0 0 0,1 0 0,-1 0 1,0-1-1,0 1 0,1 0 0,-1-1 0,0 1 0,0-1 0,2-1 0,3 0-196,0 0-1,0-1 0,0 0 0,-1 0 0,10-8 0,14-14-1260,36-42 0,-56 57 2716,-8 17 1967,-3 13-3044,1-18-157,1 0 1,0 0-1,0 0 1,0-1-1,0 1 0,0 0 1,0 0-1,1 0 1,-1-1-1,1 1 1,-1 0-1,1-1 1,0 1-1,-1 0 1,1-1-1,0 1 1,0-1-1,0 1 1,0-1-1,0 1 1,1-1-1,-1 0 1,2 2-1,15 1-2288,8-3-6792,-18-1 4566,6 0-6454</inkml:trace>
</inkml:ink>
</file>

<file path=ppt/ink/ink8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34:27.58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48 6275,'0'0'18390,"9"3"-17553,-3-1-761,4 1 19,0 0 0,0 0 0,1-1 0,-1 0 1,1-1-1,14 0 0,-25-35-858,0 33 803,0 0-1,0-1 1,0 1-1,0 0 1,0 0 0,0-1-1,0 1 1,-1 0-1,1-1 1,0 1 0,-1 0-1,1 0 1,-1 0-1,1 0 1,-1-1 0,0 1-1,1 0 1,-1 0-1,0 0 1,0 0 0,0 0-1,0 1 1,0-1-1,0 0 1,0 0 0,0 1-1,0-1 1,0 0-1,0 1 1,0-1-1,-1 1 1,1-1 0,0 1-1,0 0 1,-1 0-1,1-1 1,0 1 0,0 0-1,-1 0 1,-1 0-1,1 1 123,0-1-1,0 0 0,0 1 0,0 0 1,0-1-1,0 1 0,0 0 0,0 0 1,0 0-1,0 0 0,0 0 0,0 1 1,1-1-1,-1 1 0,0-1 0,1 1 1,0-1-1,-1 1 0,1 0 0,0 0 0,0-1 1,0 1-1,-2 3 0,0 8-170,-1 0 1,2 0-1,0 0 0,0 0 0,2 0 1,0 17-1,0-30-173,0 1 1,0 0 0,0 0-1,0 0 1,0 0-1,1 0 1,-1 0 0,0 0-1,1 0 1,-1-1-1,1 1 1,-1 0 0,1 0-1,-1 0 1,1-1-1,-1 1 1,1 0 0,0-1-1,-1 1 1,1-1-1,0 1 1,-1 0-1,1-1 1,0 0 0,0 1-1,0-1 1,0 1-1,-1-1 1,1 0 0,0 0-1,1 1 1,33 1-8094,-27-2 5576,19 0-6825</inkml:trace>
</inkml:ink>
</file>

<file path=ppt/ink/ink8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34:28.19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117 187 11189,'0'0'16634,"-19"21"-14675,-58 68-433,75-86-1424,-1 0 0,1 1-1,-1-1 1,1 1 0,0-1 0,1 1 0,-1 0 0,-1 4 0,5 11 343,-1-19-448,-1 1 1,0 0-1,1 0 1,-1 0-1,0 0 1,0 0-1,1 0 1,-1-1-1,0 1 1,0 0-1,0 0 1,0 0-1,0 0 1,0 0-1,-1 0 1,1 0-1,0 0 1,0-1-1,-1 1 1,1 0-1,-1 1 1,41-88-1637,-28 54 1133,2 1 0,2 0 0,0 2 1,2 0-1,33-41 0,-38 59 517,-6 12 388,-5 24 624,-2-14-869,-1 6 117,2 0-1,0 0 0,1 0 1,0 0-1,6 19 0,-7-33-257,0 1-1,0-1 0,0 0 0,1 0 1,-1 1-1,1-1 0,0 0 0,0-1 1,0 1-1,0 0 0,0-1 0,1 1 1,-1-1-1,1 1 0,0-1 0,0 0 1,-1 0-1,1-1 0,1 1 0,-1 0 1,0-1-1,0 0 0,0 0 0,1 0 1,-1 0-1,1 0 0,-1-1 0,0 1 1,1-1-1,-1 0 0,7-1 0,-7 0-6,-1 1 0,0-1 0,0 0-1,1 0 1,-1 0 0,0 0-1,0-1 1,0 1 0,0 0-1,0-1 1,0 0 0,-1 1 0,1-1-1,-1 0 1,1 0 0,-1 0-1,3-4 1,21-43 13,-19 37-7,1-4 18,0-1 0,-1 1 0,-1-1 0,0 0 0,-2-1-1,0 1 1,0-1 0,-1-28 0,-16 88-3071,14-11-2199,0-10-2123,0-3-3207</inkml:trace>
</inkml:ink>
</file>

<file path=ppt/ink/ink8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34:28.57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117 5 3682,'0'0'24486,"-16"8"-23043,-48 29-763,61-35-660,0 0-1,0 0 0,1 0 1,-1 0-1,1 1 0,0-1 1,-1 1-1,1-1 0,0 1 1,1 0-1,-1 0 0,0 0 1,-1 5-1,3-8-23,-1 1 1,1-1-1,0 1 0,-1-1 1,1 1-1,0-1 0,0 1 1,-1 0-1,1-1 1,0 1-1,0 0 0,0-1 1,0 1-1,0-1 0,0 1 1,0 0-1,0-1 1,0 1-1,0 0 0,0-1 1,0 1-1,0-1 0,1 1 1,-1 0-1,0-1 1,0 1-1,1-1 0,-1 1 1,0 0-1,1-1 0,-1 1 1,1-1-1,-1 0 1,0 1-1,1-1 0,-1 1 1,1-1-1,-1 0 0,1 1 1,0-1-1,-1 0 1,2 1-1,9-1-190,0 0 0,0 0 0,0-1 1,-1-1-1,22-5 0,-29 6 178,0 0 0,-1-1 0,1 1 1,0-1-1,-1 1 0,1-1 0,-1 0 0,0 0 0,1 0 1,-1 0-1,0 0 0,0 0 0,0-1 0,-1 1 0,1-1 1,0 1-1,-1-1 0,0 1 0,0-1 0,0 0 0,0 0 1,0 0-1,0 0 0,-1 0 0,1 0 0,-1 0 0,0 0 1,0-4-1,0 5 28,0 1 0,-1 0 0,1 0 0,0-1 1,-1 1-1,1 0 0,-1-1 0,1 1 0,-1 0 0,0 0 1,0 0-1,1 0 0,-1 0 0,0 0 0,0 0 0,0 0 0,0 0 1,0 0-1,0 0 0,0 1 0,-1-1 0,1 0 0,0 1 0,0-1 1,-1 1-1,1-1 0,0 1 0,0 0 0,-1-1 0,-1 1 1,-45-4-1079,45 4 738,2 15-11080,1-7 3949</inkml:trace>
</inkml:ink>
</file>

<file path=ppt/ink/ink8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34:29.02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138 380 8020,'0'0'16114,"-21"1"-13676,-60 3-576,79-3-1798,0-1 0,1 0 0,-1 1 0,0 0 0,1-1 0,-1 1 0,0 0 0,1 0 0,-1 0 1,1 0-1,-1 0 0,1 0 0,0 0 0,-1 0 0,1 1 0,0-1 0,0 1 0,0-1 0,0 0 0,0 1 0,0 0 0,0-1 0,1 1 0,-1 0 0,1-1 0,-1 1 0,1 0 0,-1 0 0,1-1 0,0 1 0,0 0 0,0 0 0,0-1 0,0 1 0,1 3 0,-1-2 19,0-2-84,0 0-1,0-1 1,0 1 0,0 0 0,0-1-1,0 1 1,1-1 0,-1 1-1,0 0 1,0-1 0,0 1-1,1-1 1,-1 1 0,0-1-1,1 1 1,-1-1 0,0 1-1,1-1 1,-1 1 0,1-1-1,-1 1 1,1-1 0,-1 0-1,1 1 1,-1-1 0,1 0-1,-1 1 1,1-1 0,-1 0-1,1 0 1,1 1 0,25-3-318,-21 0 219,1 0-1,-1 0 0,0-1 0,0 0 0,0 0 0,7-5 0,10-13-230,-2 0 1,-1-1-1,0-2 0,21-32 0,54-108-648,-59 98 696,-29 56 457,7-17-453,-14 10 2953,-15 37-275,0 4-2232,2 0 0,0 1 0,1 0 0,2 1 0,1 0 0,-10 43 0,13-35-867,1-1 0,0 62-1,5-91 117,0 5-3833,8-6-4759,4-3-559</inkml:trace>
</inkml:ink>
</file>

<file path=ppt/ink/ink8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34:29.37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1 121 7123,'0'0'15165,"5"0"-13674,4-1-1115,0 0 1,-1 0-1,1-1 0,-1 0 1,1 0-1,13-7 1,-19 8-338,0-1 1,-1 1 0,1-1 0,-1 1-1,1-1 1,-1 0 0,0 0 0,0 0-1,0 0 1,0 0 0,0-1 0,0 1-1,0 0 1,-1-1 0,1 0 0,-1 1-1,0-1 1,0 0 0,0 1 0,0-1-1,0 0 1,-1 0 0,1 0-1,0-6 1,-1 8 50,0-1 0,0 0 0,0 1 0,0-1 0,0 1 0,0-1 0,0 0 0,-1 1-1,1-1 1,0 1 0,-1-1 0,0 0 0,1 1 0,-1-1 0,0 1 0,1 0 0,-1-1 0,0 1 0,0 0 0,-3-3-1,2 3 27,-1 0 0,1 0-1,-1 1 1,0-1 0,1 1 0,-1-1-1,0 1 1,1 0 0,-1 0-1,-4 1 1,-2-1-54,7 0-5,0 0 1,-1 0-1,1 0 0,-1 1 1,1-1-1,-1 1 1,1 0-1,0 0 0,0 0 1,-1 0-1,1 0 0,0 0 1,0 0-1,0 1 0,0-1 1,0 1-1,0 0 1,1-1-1,-1 1 0,0 0 1,1 0-1,0 0 0,-1 0 1,1 0-1,0 0 0,0 1 1,0-1-1,0 0 1,0 1-1,1-1 0,-1 0 1,1 1-1,-1 2 0,0 7-165,0 0-1,1 0 1,0 0-1,1-1 1,3 23-1,-3-32-68,-1 0-1,1 0 1,0 0 0,0 0-1,0 0 1,0-1-1,0 1 1,0 0 0,0-1-1,0 1 1,1 0-1,-1-1 1,1 0 0,-1 1-1,1-1 1,0 0-1,-1 0 1,1 0 0,0 0-1,2 1 1,1 0-1148,0 0 1,1 0 0,-1 0 0,1-1-1,-1 0 1,8 1 0,14-2-8934</inkml:trace>
</inkml:ink>
</file>

<file path=ppt/ink/ink8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34:29.73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84 1 13478,'0'0'12614,"3"20"-10907,0-1-1277,-2-7-173,1-1 0,0 1 1,0 0-1,2 0 1,-1-1-1,2 0 1,-1 0-1,1 0 1,9 14-1,7 7 236,-1 1 0,-3 0 0,16 38 0,-27-53-494,0 0 0,-1 0 1,-1 1-1,0 0 0,-2-1 0,0 1 0,-1 0 0,-2 22 0,1-36 1,-1 0 0,0-1 0,0 1 0,-1 0 0,1 0 0,-1 0 0,0-1 0,0 1 0,-1-1 0,1 0 0,-1 0 0,0 1 0,0-2 0,-1 1 0,1 0 0,-1-1 0,0 1 0,1-1 0,-6 3 0,-9 5 0,-1-1 0,1-1 0,-31 10 0,30-12 0,1 1 0,-31 17 0,40-17-89,11-4-2331,21-9-3451,8-11-1388,-3-8-4234</inkml:trace>
</inkml:ink>
</file>

<file path=ppt/ink/ink8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34:58.10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44 16,'0'0'352,"21"-18"-352,-8 6-144,8-1-80</inkml:trace>
</inkml:ink>
</file>

<file path=ppt/ink/ink8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34:58.74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32 23 208,'0'0'7379,"-5"-22"1121,-18 25-6019,23-3-2419,-1 0 1,1 0-1,0 0 1,0 0-1,0 0 0,0 0 1,-1 1-1,1-1 1,0 0-1,0 0 0,0 0 1,0 0-1,0 0 1,-1 1-1,1-1 1,0 0-1,0 0 0,0 0 1,0 0-1,0 1 1,0-1-1,0 0 0,0 0 1,0 0-1,0 1 1,0-1-1,0 0 0,0 0 1,0 0-1,0 1 1,0-1-1,0 0 1,0 0-1,0 0 0,0 1 1,0-1-1,0 0 1,0 0-1,0 0 0,1 0 1,-1 1-1,0-1 1,0 0-1,0 0 0,0 0 1,31 22 2400,-16-13-2101,-1 0 0,0 0 0,-1 2 0,0 0 0,-1 0 0,13 15 0,-20-19-271,0 0-1,0 0 1,0 0-1,-1 0 1,0 1-1,0 0 1,-1 0-1,0 0 1,0 0-1,-1 0 1,0 1-1,0-1 1,0 17-1,-2-8 146,0-1 0,-1 0 0,-4 21 0,3-30-176,0 0 1,-1-1-1,1 1 1,-1-1-1,-1 0 1,1 0-1,-1 0 1,0-1-1,0 1 1,-8 6-1,3-3-10,5-5-41,-1 0 0,1-1 1,0 2-1,1-1 0,-1 0 1,1 1-1,0 0 0,-4 6 0,7-10-54,4-16-1910,4 3-365,2 0 1,0 0 0,21-18-1,-26 25 1025,22-22-6453</inkml:trace>
</inkml:ink>
</file>

<file path=ppt/ink/ink8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34:58.99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11573,'0'0'17560,"7"42"-16231,-7-35-545,7-2-448,-7 1-272,0-1-64,0 2-96,0 2-896,0 0-1281,0 0-1745</inkml:trace>
</inkml:ink>
</file>

<file path=ppt/ink/ink8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34:59.20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34 1 13430,'0'0'19145,"-34"45"-18953,41-45-368,7 0-1777,-1-4-2145,1-12-2177,-1-7-5666</inkml:trace>
</inkml:ink>
</file>

<file path=ppt/ink/ink9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34:59.67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285 0 7075,'0'0'19785,"-6"0"-19112,-4 0-511,0 1 1,1 0 0,-1 0-1,0 1 1,1 0 0,-1 0 0,1 1-1,-18 9 1,-74 43 290,76-39-324,21-14-132,1-1 0,0 0 0,1 0 0,-1 1 0,0-1 0,1 1 0,-1 0 0,1 0 0,0 0 1,-1 0-1,1 0 0,0 0 0,0 1 0,0-1 0,1 1 0,-1-1 0,0 1 0,1 0 1,0 0-1,0-1 0,-2 7 0,4-8-14,-1-1 0,1 1 0,-1 0 0,1 0 0,-1 0 0,1-1 0,0 1 0,-1 0 0,1-1 0,0 1 0,0-1 0,-1 1 0,1-1 0,0 1 0,0-1 0,0 1 0,0-1 0,0 0 0,0 0 0,0 1 0,-1-1 0,1 0 0,0 0 0,0 0 0,1 0 0,32 3-255,-28-2 196,14 0-86,-9-1 77,1 1-1,0 0 0,-1 0 1,1 1-1,-1 1 0,0 0 0,0 0 1,0 1-1,0 1 0,11 5 1,-21-9 104,1 1 0,-1-1 0,1 0 0,-1 1 0,1-1 0,-1 1 0,0 0 0,0-1 0,0 1 0,0 0 0,0 0 0,0 0 0,-1-1 0,1 1 0,0 0 0,-1 0 0,0 0 0,1 0 0,-1 0 0,0 0 0,0 0 0,0 0 0,0 0 0,0 0 0,-1 0 0,1 0 0,-1 0 0,1 0 0,-1 0 0,0 0 0,1 0 0,-1 0 0,0-1 0,0 1 0,-1 0 0,1-1 0,0 1 0,0-1 0,-3 3 0,-3 4 228,-1 1 0,0-1 1,-1 0-1,0-1 0,-11 8 0,5-5-139,10-5-232,-1-1-1,0 0 0,0 0 0,0-1 0,0 0 0,0 0 1,-1 0-1,1-1 0,-1 0 0,0 0 0,-7 1 0,16-23-6312,12-11-606,11-6-2861</inkml:trace>
</inkml:ink>
</file>

<file path=ppt/ink/ink9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34:59.89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170 1 13222,'0'0'6451,"-54"135"-1105,33-81-1792,-6 0-1809,14-6-433,-1-8-479,7-3-593,0-10-176,7-7-64,0-4-208,0-5-640,-6-4-833,-1-5-5234,-7-2 368</inkml:trace>
</inkml:ink>
</file>

<file path=ppt/ink/ink9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35:00.41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35 8548,'0'0'13638,"25"-3"-10226,192-19 588,-169 17-3211,67 1 1,-114 38-603,-1-18-118,0-12-57,-1 0 0,1 1 0,0-1-1,1 0 1,-1 1 0,1-1 0,0 0 0,2 8 0,-2-11-25,1 1 0,-1-1 0,0 1 0,0-1 0,1 1 0,-1-1 0,1 0 1,-1 0-1,1 0 0,0 0 0,0 0 0,-1 0 0,1 0 0,0-1 0,0 1 0,0-1 0,0 1 0,-1-1 0,1 0 1,0 1-1,0-1 0,0 0 0,0 0 0,3-1 0,9-1-72,0 0 0,-1-1-1,1 0 1,-1-1 0,0-1 0,0 0 0,0 0-1,-1-2 1,0 1 0,0-2 0,0 1-1,-1-2 1,0 0 0,-1 0 0,10-11 0,-20 69 2952,1-28-2821,-1-20-96,0 1 0,1 0 0,-1 0 1,1 0-1,-1-1 0,1 1 0,0 0 0,0-1 0,0 1 1,0-1-1,0 1 0,0-1 0,0 1 0,0-1 0,1 0 1,-1 0-1,0 1 0,1-1 0,-1 0 0,1 0 0,0 0 1,-1-1-1,1 1 0,0 0 0,-1 0 0,1-1 0,0 1 0,0-1 1,-1 0-1,1 0 0,2 1 0,67 3-4957,-59-4 3499,34 0-3335,7 0-4934</inkml:trace>
</inkml:ink>
</file>

<file path=ppt/ink/ink9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35:01.51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204 416 1008,'0'0'25492,"-17"-4"-23454,-54-11-293,67 14-1640,0 0 0,1 1 0,-1-1 0,0 1 0,0 0 0,1 0-1,-1 0 1,0 1 0,0-1 0,1 1 0,-1 0 0,0 0 0,1 0 0,-1 1 0,1-1 0,0 1-1,-1 0 1,1-1 0,0 2 0,0-1 0,0 0 0,0 1 0,0-1 0,-3 5 0,3-2-116,0 0 0,0 0 1,0 0-1,1 0 0,-1 1 1,1-1-1,1 1 0,-1-1 1,1 1-1,0 0 0,0-1 1,1 11-1,0-16 11,0 1 0,0-1 0,0 0 0,0 1 0,0-1 0,0 1 0,1-1 0,-1 0 0,0 1 0,0-1 0,1 0 0,-1 1 0,0-1 0,0 0 0,1 1 0,-1-1 0,0 0 0,1 0 0,-1 1 0,0-1 0,1 0 0,-1 0 0,0 0 0,1 1 0,-1-1 0,1 0 0,-1 0 0,0 0 0,1 0 0,-1 0 0,1 0 0,-1 0 0,0 0 0,1 0 0,-1 0 0,1 0 0,-1 0 0,1 0 0,-1 0 0,0 0 0,1 0 0,0-1 0,1 1 0,7-1 1,0 1 0,0-2 0,1 1 0,-1-1 0,0-1 0,0 0 0,-1 0 0,13-7 0,67-42-187,-46 24-163,0 1-24,-2-2 0,-1-2 0,-1-1 0,-2-2-1,-1-1 1,-2-2 0,-2-1 0,43-68 0,-70 100 440,-2 4-6,-1 0 1,0 0 0,0 0 0,0 0 0,0 0 0,0 0 0,0 0 0,0 0 0,-1 0 0,1-1 0,-1 1 0,0 0-1,1-4 1,-24 28 1502,-10 14-1333,2 2 0,1 1 0,2 1 1,1 1-1,-36 78 0,59-107-231,1-1 0,0 0 0,0 1 0,1 0 0,1 0 0,0 0 0,0-1 0,1 1 0,3 21 0,-2-30 0,0-1 0,0 1 0,0-1 0,0 1 0,0-1 0,1 0 0,-1 1 0,1-1 0,-1 0 0,1 0 0,0 0 0,0 0 0,0 0 0,0 0 0,0-1 0,0 1 0,1-1 0,-1 1 0,1-1 0,-1 0 0,1 0 0,-1 0 0,1 0 0,-1-1 0,1 1 0,3 0 0,8 1 0,1 0 0,0 0 0,19-2 0,-32 0 0,19 1-57,1-2 0,0-1 0,-1-1 0,30-7 0,-44 8-45,-1 0 0,1 0 0,-1-1 0,1 0 0,-1 0-1,0 0 1,0-1 0,0 0 0,-1 0 0,1 0 0,-1-1-1,0 0 1,-1 0 0,1 0 0,-1 0 0,0-1 0,6-10-1,-8 14 99,-1 0-1,0 1 0,0-1 0,0 0 0,-1 0 0,1 0 1,0 0-1,-1 0 0,1 0 0,-1 0 0,0 0 0,0 0 1,1 0-1,-1 0 0,0 0 0,-1 0 0,1 0 0,0 0 1,-1 0-1,1 0 0,-1 0 0,0 0 0,1 0 0,-1 0 1,0 0-1,0 1 0,0-1 0,0 0 0,-1 0 0,1 1 1,0-1-1,-1 1 0,1-1 0,-1 1 0,0 0 0,1 0 1,-1 0-1,0 0 0,0 0 0,1 0 0,-1 0 0,0 0 1,0 1-1,0-1 0,-3 0 0,-11-2 199,0 0 0,0 1 0,0 1 0,-27 1 1,29 0 137,13 0-307,-1 0 0,1 0 0,-1 0 1,1 1-1,-1-1 0,1 0 0,-1 1 0,1-1 1,0 1-1,-1 0 0,1-1 0,0 1 0,0 0 1,-1 0-1,1 0 0,0 0 0,0 0 0,0 0 0,0 0 1,0 0-1,0 0 0,0 0 0,1 1 0,-1-1 1,0 0-1,1 1 0,-1-1 0,1 0 0,-1 1 1,1-1-1,0 1 0,-1-1 0,1 1 0,0-1 1,0 1-1,0-1 0,0 1 0,0-1 0,1 0 0,-1 1 1,1 1-1,-1 2-26,1 0-1,0 0 1,0-1 0,0 1 0,1 0-1,0 0 1,0-1 0,0 1 0,0-1 0,1 0-1,3 5 1,4 1-75,0-1 0,1-1-1,0 1 1,0-2 0,1 1 0,0-2-1,1 0 1,-1 0 0,1-1 0,0 0-1,0-2 1,1 1 0,-1-2 0,1 1-1,0-2 1,-1 0 0,1-1 0,0 0-1,0-1 1,0 0 0,-1-1 0,1-1-1,-1 0 1,0-1 0,16-6 0,10-10-97,0-2 0,-1-1 1,40-32-1,-63 47 2397,-7 21-1630,-4-4-739,-3-6 145,0 0 0,0 0 0,0-1 0,0 1 0,0 0 0,1-1 0,0 1 0,-1-1 0,1 0 0,0 1 0,0-1 0,0 0 0,1 0 0,-1 0 0,0-1 0,1 1 0,-1 0 0,1-1 0,-1 0 0,1 1 0,0-1 0,0 0 0,0 0 0,-1-1 0,1 1 0,0-1 0,0 1 0,0-1 0,0 0 0,0 0 0,0 0 0,0-1 0,0 1 0,0-1 0,0 1 0,0-1 0,-1 0 0,1 0 0,0 0 0,0-1 0,2-1 0,85-47 0,-79 83 0,-11-31-1,1-1 1,-1 1-1,1 0 0,0-1 1,0 1-1,0-1 1,-1 1-1,1 0 0,1-1 1,-1 0-1,0 1 0,0-1 1,0 0-1,1 0 0,-1 1 1,1-1-1,-1 0 1,3 1-1,-1-1-351,0 0 0,-1 0 0,1-1 0,0 1 0,0-1 0,0 1 0,0-1 0,0 0 0,-1 0 0,6-1 0,0 0-1070,0-1 1,-1 0-1,1 0 1,-1-1 0,0 0-1,0 0 1,0-1-1,7-4 1,25-21-8250</inkml:trace>
</inkml:ink>
</file>

<file path=ppt/ink/ink9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35:01.74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88 0 11637,'0'0'17315,"-10"25"-14866,-1-1-2016,-3 7-200,1 0 1,2 1-1,-11 46 0,19-50-233,0 0 0,2 35 0,1-47 0,1-15-3,-1 0-1,1 1 1,-1-1 0,1 0-1,0 0 1,-1 1 0,1-1-1,0 0 1,0 0-1,0 0 1,0 0 0,0 0-1,0 0 1,0 0 0,0 0-1,0-1 1,0 1 0,0 0-1,1-1 1,-1 1 0,0-1-1,1 1 1,-1-1 0,0 0-1,1 1 1,-1-1 0,0 0-1,1 0 1,-1 0-1,0 0 1,4 0 0,46-4-4569,-22-8-2037,3-5-3569</inkml:trace>
</inkml:ink>
</file>

<file path=ppt/ink/ink9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35:01.95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3314,'0'0'24411,"163"12"-22939,-109-12-911,0 0-385,-13 0-176,-7 0-945,-21 0-2256</inkml:trace>
</inkml:ink>
</file>

<file path=ppt/ink/ink9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35:04.94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11 3474,'0'0'8553,"7"-11"-1264,-1 12-7093,1-1 0,-1 2 1,1-1-1,-1 1 0,0 0 1,1 0-1,-1 0 0,0 1 1,0 0-1,-1 1 0,1-1 1,-1 1-1,9 7 0,7 8 299,34 41 0,-42-46-341,-5-5-119,0 1-1,-1 0 1,0 0 0,0 0 0,-1 1 0,0 0-1,-1 0 1,6 18 0,-10-23 25,0 1-1,0-1 1,0 0 0,-1 1 0,0-1 0,0 1-1,0-1 1,-1 1 0,0-1 0,0 0-1,-1 0 1,0 1 0,0-1 0,0 0 0,-1 0-1,0-1 1,0 1 0,-5 6 0,-8 12 331,6-6-108,-2-1 0,0 0 0,-1-1 0,-1 0 0,-23 20 0,35-34 928,-3 2-5149,25-23-10140</inkml:trace>
</inkml:ink>
</file>

<file path=ppt/ink/ink9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35:05.16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89 1 16087,'0'0'14679,"-89"130"-14359,89-116-272,0-5-48,0 0-480,0-7-1409,0 1-896,14-3-2642,0 0-2704</inkml:trace>
</inkml:ink>
</file>

<file path=ppt/ink/ink9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35:05.33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21 0 11845,'0'0'17673,"-21"82"-17241,21-80-432</inkml:trace>
</inkml:ink>
</file>

<file path=ppt/ink/ink9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35:05.97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1 606 8452,'0'0'10221,"5"-2"-8626,1 1-1310,0-2-1,0 1 1,0-1-1,-1 1 1,0-2 0,1 1-1,-1 0 1,0-1 0,-1 0-1,9-9 1,48-58 788,-31 33-878,152-197-97,-108 134-68,-73 100 285,-3 64 2392,0-33-2029,2 0 0,5 44 0,-5-72-674,1 0 1,-1 0-1,1 0 0,0 0 1,0 0-1,0 0 1,0 0-1,0 0 0,0-1 1,0 1-1,0 0 0,1-1 1,-1 1-1,1-1 0,-1 1 1,1-1-1,0 0 0,0 0 1,-1 0-1,1 0 1,0 0-1,0 0 0,0 0 1,0 0-1,0-1 0,0 1 1,0-1-1,0 0 0,0 1 1,0-1-1,0 0 0,1 0 1,3-1-1,0 1 7,0-1 1,1 0-1,-1 0 0,0 0 1,0-1-1,0 0 0,0 0 0,0-1 1,0 0-1,7-4 0,71-52-278,-3-4 1,130-128-1,-193 175 2025,-18 16-1737,1 0 1,-1 0-1,0 1 0,0-1 1,0 0-1,1 0 1,-1 0-1,0 0 0,0 0 1,0 0-1,1 0 0,-1 0 1,0 0-1,0 0 0,0 0 1,1 1-1,-1-1 0,0 0 1,0 0-1,0 0 1,0 0-1,0 0 0,1 1 1,-1-1-1,0 0 0,0 0 1,0 0-1,0 1 0,0-1 1,0 0-1,0 0 0,0 0 1,0 1-1,0-1 1,0 0-1,0 0 0,0 0 1,0 1-1,0-1 0,0 0 1,0 0-1,0 1 0,0-1 1,0 0-1,0 0 1,0 0-1,0 1 0,-13 44 622,6-21-625,3 2-28,0-1-1,2 1 1,1-1 0,1 1 0,2-1-1,4 27 1,4-28-2277,-8-23 1717,-1 0 0,0 0-1,0-1 1,0 1 0,0 0 0,1-1-1,-1 1 1,0-1 0,1 1-1,-1-1 1,0 1 0,1-1 0,-1 0-1,1 0 1,-1 0 0,3 0-1,9 0-7400</inkml:trace>
</inkml:ink>
</file>

<file path=ppt/ink/ink9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35:06.19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12342,'0'0'17640,"75"70"-17400,-62-66-240,1-2-48,-7-2-897,6 0-1424,1 0-960,-1 0-2562,8-11-4834</inkml:trace>
</inkml:ink>
</file>

<file path=ppt/ink/ink9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35:06.37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353 1 5891,'0'0'15687,"-129"121"-12101,95-75-1361,1 1-241,-1-2-543,7 0-961,-1-6-432,1-3-48,14-7-608,-7-4-929,13-5-1376,7-4-1281</inkml:trace>
</inkml:ink>
</file>

<file path=ppt/ink/ink9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35:06.74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157 78 9588,'0'0'17838,"-20"24"-15821,-65 77-774,79-94-1164,1 1 1,0-1-1,0 1 0,0 0 0,1 0 0,0 1 1,0-1-1,1 1 0,1 0 0,-1 0 1,1 0-1,1 0 0,-1 0 0,2 0 1,-1 1-1,2 14 0,0-5-55,-1-18-25,0 0-1,0 0 1,0 0-1,0 0 1,0 1 0,0-1-1,1 0 1,-1 0-1,1 0 1,-1 0-1,1 0 1,-1 0-1,1 0 1,-1 0-1,1 0 1,0 0-1,0-1 1,-1 1-1,1 0 1,0 0 0,0-1-1,0 1 1,0 0-1,0-1 1,1 2-1,2-1-7,-1 0-1,1 0 1,-1 0-1,1 0 1,-1-1-1,1 0 1,-1 1-1,7-2 1,-1 1-10,0-1-1,0 0 1,0-1 0,0 0-1,0-1 1,13-5 0,-3-2 2,-2-1 1,1 0-1,-2-1 1,1-1-1,-2 0 1,0-1-1,0-1 1,17-23-1,-25 29 17,-1 0-1,0 0 0,-1-1 1,0 0-1,0 0 0,-1 0 1,0 0-1,-1-1 0,0 1 1,-1-1-1,0 0 0,-1 0 1,0 0-1,-1 0 0,0 1 1,0-1-1,-4-18 0,3 26 3,0 1 0,1-1 0,-1 0-1,0 1 1,0-1 0,0 1-1,-1 0 1,1-1 0,-1 1 0,1 0-1,-1 0 1,0 0 0,0 0-1,0 0 1,0 0 0,0 1 0,0-1-1,0 1 1,-5-3 0,2 2-55,0 0 1,0 1 0,-1-1 0,1 1 0,0 0 0,-1 1 0,1-1-1,-1 1 1,-7 1 0,2 0-689,0 0 1,0 1-1,1 1 0,-1-1 1,1 2-1,0 0 0,0 0 1,0 0-1,-14 10 0,-3 8-5294,6-1-2278</inkml:trace>
</inkml:ink>
</file>

<file path=ppt/ink/ink9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35:06.90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0 0 8708</inkml:trace>
</inkml:ink>
</file>

<file path=ppt/ink/ink9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35:07.37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21 0 8708,'-20'118'4429,"20"-114"-3867,0 0 1,0 0-1,0-1 1,1 1 0,-1 0-1,1 0 1,0-1-1,0 1 1,1 0-1,-1-1 1,1 1-1,-1-1 1,1 0 0,0 1-1,1-1 1,-1 0-1,0 0 1,1 0-1,0-1 1,-1 1 0,1-1-1,0 1 1,1-1-1,-1 0 1,0 0-1,7 2 1,-3 1 138,4 0-295,1 0 0,0 0 1,-1-1-1,2 0 0,-1-1 1,0-1-1,22 2 1,43 11-1289,-76-15 390,1 1 1,-1-1-1,0 0 1,0 1-1,0-1 1,0 0-1,1 0 1,-1 0-1,0 0 1,0 0-1,0 0 1,1-1 0,-1 1-1,0 0 1,0-1-1,0 1 1,0 0-1,0-1 1,1 0-1,-1 1 1,0-1-1,0 1 1,1-2-1,18-24-3541,0 0 6882,-19 24-2327,1 1 0,-1 0-1,0 0 1,1 0 0,-1 0-1,1 0 1,-1 1 0,1-1-1,-1 0 1,1 1 0,0-1-1,-1 1 1,1-1 0,0 1-1,-1 0 1,3-1-1,17 8 4503,-3 8-4049,-16-12-1007,0-1-1,1 0 1,-1 0 0,1 0 0,-1 0-1,1 0 1,-1 0 0,1-1 0,0 0-1,0 1 1,0-1 0,0 0 0,0 0-1,0-1 1,5 2 0,-3-2 32,0 0 0,0 0 0,0-1 0,0 1 0,0-1 0,-1 0 0,1-1 0,0 1 0,0-1 0,-1 0 0,1 0 0,-1 0 0,0-1 0,0 1 0,0-1 0,0 0 0,0 0 0,0-1 0,-1 1 0,4-6 0,0 3 0,0-1 0,-4 3 0,0 1 0,0 0 0,0 0 0,0 0 0,1 0 0,-1 0 0,9-4 0,-11 8 0,1-1 0,-1 0 0,1 1 0,-1-1 0,0 0 0,1 1 0,-1 0 0,1-1 0,-1 1 0,0 0 0,0 0 0,1 0 0,-1 0 0,0 0 0,0 0 0,0 0 0,0 0 0,0 0 0,0 0 0,0 1 0,0-1 0,-1 0 0,1 1 0,1 2 0,0 0 0,0-2-160,0 0 0,0 0 0,0 0 0,1 0 0,-1 0 0,0-1 0,1 1 0,-1-1 0,1 1 0,-1-1 0,1 0 0,0 0 0,-1 0 0,1 0 0,4 0 0,26 0-11497,-27-1 8941,14 0-5963</inkml:trace>
</inkml:ink>
</file>

<file path=ppt/ink/ink9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35:07.72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35 108 7283,'0'0'20650,"5"2"-19191,9 1-1009,0 0-1,0 0 1,1-1-1,16 0 1,-26-2-444,1 0 1,0 0-1,0 0 0,0 0 1,-1-1-1,1 0 1,0 0-1,-1-1 0,1 0 1,-1 0-1,1 0 0,-1 0 1,9-7-1,-12 8-36,-1 0 0,0 0-1,0 0 1,0-1 0,0 1 0,0 0 0,0-1-1,0 1 1,-1-1 0,1 1 0,0-1-1,-1 1 1,1-1 0,-1 0 0,0 1-1,0-1 1,1 0 0,-1 1 0,0-1 0,0 0-1,0 1 1,-1-1 0,1 1 0,0-1-1,-1 0 1,1 1 0,-1-1 0,1 1-1,-1-1 1,0 1 0,-1-3 0,0 0 17,0 1 1,0 0-1,-1 0 1,1 0-1,-1 1 1,0-1-1,0 1 0,0-1 1,0 1-1,0 0 1,-6-3-1,2 2 80,0 0-1,0 1 0,-1 0 1,1 0-1,-1 1 0,1-1 0,-1 2 1,1-1-1,-1 1 0,1 0 1,-1 1-1,1 0 0,-13 2 1,16-1-20,1-1 0,-1 1 0,0 0 0,0 0 1,1 0-1,-1 0 0,1 0 0,0 1 0,0 0 1,0 0-1,0 0 0,0 0 0,1 0 0,-1 0 1,1 1-1,0-1 0,0 1 0,0 0 1,0-1-1,1 1 0,-1 0 0,1 0 0,0 0 1,0 0-1,0 7 0,0-6-44,1 0-1,0 0 1,0 0-1,0 1 1,0-1-1,1 0 1,0 0-1,0 0 1,0 0 0,1 0-1,-1 0 1,1 0-1,1 0 1,-1-1-1,0 1 1,1-1-1,0 1 1,0-1 0,1 0-1,-1 0 1,1-1-1,0 1 1,0-1-1,0 0 1,0 0-1,9 5 1,-1-1-533,0-1 1,0-1-1,24 7 0,38 5-6235,-14-9 2182</inkml:trace>
</inkml:ink>
</file>

<file path=ppt/ink/ink9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35:08.68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103 116 2945,'0'0'12043,"7"-23"-8577,-16 51 5369,3-14-8436,1 0-1,1 0 1,0 1 0,-2 24 0,6-34-376,0-1 0,0 1-1,-1 0 1,0-1 0,1 1 0,-1-1 0,-1 1 0,1-1 0,-1 1 0,0-1-1,0 0 1,-3 5 0,3-7-24,0 1 0,0-1 0,0 0 0,0 0 0,0-1 1,0 1-1,-1 0 0,1-1 0,-1 0 0,1 1 0,-1-1 0,0 0 0,1 0 0,-1 0 0,0-1 0,0 1 0,0-1 0,1 1 0,-1-1 0,-5 0 0,7-21-380,1 4 253,0 0 0,2 0 0,5-33 0,-4 43 89,-1-1 0,1 1 0,0 0 0,0 0 0,1 0 0,0 1-1,1-1 1,-1 1 0,1 0 0,11-11 0,-8 9 0,1 1-1,0 0 1,0 0 0,12-6-1,-20 12 49,1 0 0,-1 0 0,0 0 0,1 0 0,-1 1 0,1-1 0,-1 0 0,1 1-1,0-1 1,-1 1 0,1-1 0,0 1 0,-1 0 0,1 0 0,0 0 0,-1 0 0,1 0 0,0 0-1,-1 0 1,1 0 0,0 1 0,-1-1 0,1 1 0,-1-1 0,1 1 0,0 0 0,-1-1-1,0 1 1,1 0 0,-1 0 0,1 0 0,-1 0 0,0 0 0,0 1 0,0-1 0,1 0-1,0 3 1,32 80 950,-29-67-849,1 0 1,1 0 0,1-1-1,0 0 1,13 20-1,-20-35-104,0 0-1,0 0 0,-1 0 1,1 0-1,0-1 0,0 1 1,0 0-1,0 0 0,0-1 1,0 1-1,0 0 0,1-1 1,-1 1-1,0-1 0,0 0 1,0 1-1,0-1 0,1 0 1,-1 0-1,0 1 0,0-1 0,1 0 1,-1 0-1,0-1 0,0 1 1,1 0-1,-1 0 0,0 0 1,0-1-1,0 1 0,1-1 1,-1 1-1,0-1 0,0 1 1,0-1-1,0 0 0,0 0 1,0 1-1,0-1 0,0 0 1,0 0-1,-1 0 0,2-1 1,5-5 11,-1 0 0,-1-1 0,1 0 0,5-10 1,0-4 2,-1-1 1,-1-1-1,-1 0 1,-1 0-1,5-26 1,-2 3 82,-7 41-907,-3 13-17,-2 29-3041,0-2-6935,2-14 1096</inkml:trace>
</inkml:ink>
</file>

<file path=ppt/ink/ink9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35:08.99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49 5 14102,'0'0'17264,"-8"13"-16343,-24 41-505,31-53-414,0 0-1,0 1 1,0-1 0,1 0 0,-1 1-1,0-1 1,1 1 0,-1-1 0,1 1-1,-1-1 1,1 1 0,0-1 0,0 1 0,-1-1-1,1 1 1,0-1 0,0 1 0,1-1-1,-1 1 1,0-1 0,0 1 0,1-1-1,-1 1 1,1-1 0,-1 1 0,1-1-1,0 1 1,0-1 0,-1 0 0,1 1-1,0-1 1,0 0 0,0 0 0,0 0-1,0 0 1,1 0 0,-1 0 0,0 0-1,1 0 1,-1 0 0,0-1 0,1 1-1,-1 0 1,1-1 0,-1 1 0,3 0-1,7 1-22,-1 0 0,1-1 0,0 0-1,-1-1 1,13 0 0,-13-1-67,-7 1 27,1 0 0,-1 0 1,0 0-1,0-1 1,0 1-1,0-1 0,0 0 1,0 0-1,-1 0 1,1 0-1,0-1 0,0 1 1,-1-1-1,1 1 1,-1-1-1,1 0 0,-1 0 1,0 0-1,0-1 1,1 1-1,-2 0 0,3-4 1,-1 2 10,-2 0 0,1 0 0,0 0 1,-1 0-1,0-1 0,0 1 0,0 0 0,0-1 1,-1 1-1,1-1 0,-1 1 0,-1-1 1,1 1-1,0 0 0,-2-6 0,1 8 37,1 1-1,-1 0 0,1-1 1,-1 1-1,1 0 1,-1 0-1,0-1 0,0 1 1,0 0-1,0 0 1,0 0-1,0 0 0,0 0 1,0 0-1,0 0 1,0 0-1,0 0 0,-1 1 1,1-1-1,0 0 1,0 1-1,-1-1 0,1 1 1,-3-1-1,-36-2-1996,34 3 1252,6 0 564,-1 0 0,1 0 0,0 0 0,-1 1 0,1-1 0,-1 0 0,1 0 0,-1 1 0,1-1 0,-1 0 0,1 0 0,0 1 0,-1-1 0,1 0 0,0 1 0,-1-1 0,1 1 0,0-1 0,-1 0 0,1 1 0,0-1 0,0 1 0,0-1 0,-1 1 0,1-1 0,0 1 0,0-1 0,0 1 0,0-1 0,0 1 0,0-1 0,0 1 0,0-1 0,0 1 0,0-1 0,0 1 0,0-1 0,0 1 0,0-1 0,1 1 0,-1 0 0,1 5-2911,-1 5-4669</inkml:trace>
</inkml:ink>
</file>

<file path=ppt/ink/ink9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35:09.44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198 426 4498,'0'0'13646,"-22"0"-8731,-9-1-3257,7 0 72,0 1 0,-30 3 0,52-3-1597,0 0 0,1 0-1,-1 0 1,0 0 0,0 1 0,0-1 0,0 1-1,1-1 1,-1 1 0,0-1 0,0 1-1,1 0 1,-1 0 0,0 0 0,1 0 0,-1 0-1,1 0 1,0 1 0,-1-1 0,-1 3-1,2-1-129,0 0-1,0 0 1,0 1-1,1-1 1,-1 0-1,1 1 1,0-1-1,0 0 0,0 5 1,0 2 44,0-9-47,0 0 0,1 0 0,-1 0 0,0 0 0,0 0 0,1 0 0,-1-1 0,0 1 0,1 0 0,-1 0 0,0 0 0,1-1 0,0 1 0,-1 0 0,1 0 0,-1-1 0,1 1 0,0-1 0,-1 1 0,1 0 0,0-1 0,0 1 0,-1-1 0,1 0 0,0 1 0,1-1 0,32 6 0,-26-6 0,0 0 0,0-1 0,-1 0 0,1 0 0,0-1 0,13-4 0,0-8-125,1-1 0,-2 0 0,0-2 0,-1 0 0,-1-2-1,0 1 1,-2-2 0,18-27 0,-4 4-779,30-57 0,-49 78 799,0-1-1,-2 1 1,0-2 0,9-43 0,-18 66 223,1 0 1,-1 1 0,0-1-1,1 0 1,-1 0 0,0 0-1,0 1 1,0-1-1,0 0 1,0 0 0,0 0-1,0 1 1,0-1 0,0 0-1,0 0 1,0 0 0,-1 1-1,1-1 1,0 0-1,0 0 1,-1 1 0,1-1-1,-1 0 1,1 1 0,0-1-1,-2-1 1,-15 11 418,-16 30-817,22-17 304,0 0 0,2 1 1,1 0-1,0 0 0,2 1 0,-6 46 1,2 147-1837,10-199 1341,21-16-18498</inkml:trace>
</inkml:ink>
</file>

<file path=ppt/ink/ink9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35:09.80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28 15 5170,'0'0'20847,"17"10"-19305,54 31-344,-67-38-1112,-1-1 0,1 0 0,-1 0 0,1 0 1,0-1-1,-1 1 0,1-1 0,0 0 0,0 0 0,0 0 0,0-1 0,0 1 0,0-1 0,5 0 0,3 0 32,-12-2-103,0 0 1,0 0-1,0 0 1,0 0-1,0 0 0,-1 0 1,1 0-1,-1 0 1,1 0-1,-1 1 1,0-1-1,0 0 0,-1-2 1,-3-2 58,0 1 1,0 1 0,0-1-1,-1 1 1,0 0-1,1 0 1,-1 1-1,-1 0 1,1 0-1,-1 0 1,1 1-1,-1 0 1,0 0-1,1 0 1,-9 0-1,11 1-15,0 1 0,1 0-1,-1 0 1,0 0-1,1 0 1,-1 1-1,0-1 1,1 1 0,-1 0-1,1 0 1,-1 0-1,1 1 1,-4 1-1,5-2-41,0 1-1,0-1 0,0 1 0,1 0 0,-1-1 1,1 1-1,-1 0 0,1 0 0,0 0 0,-1 0 1,1 0-1,0 0 0,1 0 0,-1 1 0,0-1 1,1 0-1,-1 0 0,1 1 0,-1-1 0,1 0 1,0 1-1,0 2 0,0 4-10,0-1-1,0 1 1,1-1-1,0 0 1,1 1 0,0-1-1,0 0 1,5 12-1,-6-17-29,1-1 0,0 1 0,0 0 0,0-1 0,0 1 0,1-1 0,-1 0 0,0 1 0,1-1 0,0-1 0,-1 1 0,1 0 0,0-1 0,0 1 0,0-1 0,0 0 0,0 0 0,1 0 0,-1 0 0,0 0 0,0-1 0,1 0 0,-1 1 0,0-1 0,4-1 0,10 1-3604,-8 0-3615</inkml:trace>
</inkml:ink>
</file>

<file path=ppt/ink/ink9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35:11.11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5 6563,'0'0'21002,"0"-4"-20058,7 4-320,-1 0-480,-6 6-80,7 6-64,-7-3-432,0 4-832,0 3-1602,0-3-2544,0-1-4098</inkml:trace>
</inkml:ink>
</file>

<file path=ppt/ink/ink9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35:11.31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10613,'0'0'21402,"27"31"-20650,-20-31-752,6 0 0,1 0 0,-7 0-128,6 0-1521,-6 0-1968,13-9-2434,-6-7-4194</inkml:trace>
</inkml:ink>
</file>

<file path=ppt/ink/ink9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35:11.90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0 167 560,'0'0'9733,"0"-6"-7047,0-9-836,5 7 7034,4 22-6614,-5 0-1282,-1 0 1,-1 0 0,1 21 0,-2-21-692,0-1 0,1 1 0,1-1 0,5 19-1,-8-31-289,1 1 0,-1-1 0,0 0 0,1 1 0,0-1 0,-1 1 0,1-1 0,0 0 0,-1 0 0,1 1 0,0-1 0,0 0 0,0 0 0,0 0 0,0 0 0,0 0 0,0 0 0,1 0 0,-1-1 0,0 1 0,0 0 0,3 0 0,-3-1-9,1-1-1,-1 1 1,1 0 0,-1-1-1,1 1 1,-1-1 0,0 0 0,1 0-1,-1 1 1,0-1 0,1 0-1,-1 0 1,0 0 0,0 0-1,0-1 1,0 1 0,0 0-1,0 0 1,0-1 0,1 0-1,14-24-32,-1 0 0,0-1-1,-2-1 1,16-50-1,3-6 64,-24 58-22,1-1-97,-6 28-324,-2 16-432,-5 6-1143,0 10-3088,4-32 4687,1 0 0,-1 0 0,0 1 0,0-1 0,0 0 1,1 0-1,-1 0 0,1 0 0,-1 0 0,1 0 0,-1 0 0,1 0 1,0 0-1,-1 0 0,1 0 0,0 0 0,0 0 0,-1-1 0,1 1 0,0 0 1,0 0-1,0-1 0,0 1 0,2 0 0,22 7-6612</inkml:trace>
</inkml:ink>
</file>

<file path=ppt/ink/ink9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35:12.25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77 33 4978,'0'0'21058,"-9"18"-18638,-49 95 344,57-109-2708,-1-1 1,1 1-1,-1 0 1,1 0-1,1 0 1,-1 0-1,0 0 1,1 0 0,0 0-1,0-1 1,0 1-1,1 6 1,0-8-55,-1 0 0,0 0 0,1-1 0,0 1 0,-1 0 0,1-1 0,0 1 0,0 0 0,0-1 0,0 1 0,0-1 0,0 1 0,1-1 0,-1 0 0,0 0 0,1 1 0,-1-1 0,1 0 0,-1 0 0,1 0 0,0 0 0,-1-1 0,1 1 0,0 0 0,0-1 0,2 1 0,8 1 3,-1 0-1,0-1 1,1 0-1,-1-1 0,1 0 1,-1-1-1,1 0 1,19-6-1,-26 6-32,0-1 1,-1 1-1,0-1 0,1 0 1,-1-1-1,0 1 0,0-1 1,0 0-1,0 0 0,-1 0 1,1 0-1,-1-1 0,0 1 1,0-1-1,0 0 0,0 0 1,-1 0-1,0 0 0,0-1 1,0 1-1,0 0 0,0-1 1,0-6-1,0 4-6,0-1-1,-1 0 1,0 1-1,0-1 1,-1 0-1,0 0 1,0 0-1,-1 1 1,0-1-1,0 0 1,-1 1 0,0-1-1,-3-7 1,3 11-15,0 1 0,-1-1 0,1 1 0,-1 0 0,1-1 0,-1 1 0,0 0 0,0 1 0,-1-1 0,1 1 0,0-1 0,-1 1 0,0 0 0,1 0 0,-1 0 0,0 1 0,0-1 0,0 1 0,0 0 0,0 0 0,0 1 0,-1-1 0,1 1 0,0 0 1,-6 0-1,4 0 22,-12 3-3357,14 16-7351,4-11 3111</inkml:trace>
</inkml:ink>
</file>

<file path=ppt/ink/ink9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35:12.45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8948,'0'0'21994,"7"65"-21674,-14-96-18328,7 1 6755</inkml:trace>
</inkml:ink>
</file>

<file path=ppt/ink/ink9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35:12.62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4306,'0'0'20777,"0"20"-20745,0 3-32,0-3-832,0 0-1857,7 1-1281,13-1-2609,0-2-2257</inkml:trace>
</inkml:ink>
</file>

<file path=ppt/ink/ink9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35:13.08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208 450 6883,'0'0'16520,"-23"-3"-14143,-6-2-1597,8 2 219,-1 0 0,-39 1 1,59 2-960,0 0 1,0 0 0,-1 1-1,1-1 1,0 1 0,0-1 0,0 1-1,0 0 1,0 0 0,0 0 0,0 0-1,0 0 1,0 0 0,0 0-1,0 1 1,1-1 0,-1 1 0,0 0-1,1-1 1,0 1 0,-1 0 0,1 0-1,0 0 1,0 0 0,0 0-1,0 0 1,0 0 0,0 0 0,1 0-1,-1 0 1,1 0 0,-1 1 0,1-1-1,0 0 1,0 0 0,0 1 0,0-1-1,0 0 1,1 0 0,-1 0-1,1 1 1,-1-1 0,1 0 0,1 3-1,1-4-41,0 0-1,0 0 0,0 0 0,1 0 1,-1 0-1,0-1 0,0 1 0,1-1 0,-1 0 1,0 0-1,1 0 0,-1 0 0,6-2 1,1 2-23,4-1-62,1-1-1,-1 0 1,0-1-1,1-1 0,-1 0 1,-1 0-1,1-2 1,-1 0-1,0 0 0,0-1 1,-1-1-1,0 0 1,0 0-1,-1-2 0,19-18 1,-14 11-45,-1 0 0,-1 0-1,-1-1 1,0-1 0,-1 0 0,-1-1 0,-1 0-1,-1-1 1,10-33 0,-15 36 168,0 0 1,-2 0-1,0 0 1,-1 0-1,0 0 0,-2 0 1,-3-22-1,4 39 21,-1 0 0,1 0 0,-1 0 0,0 0 1,1 0-1,-1 0 0,0 0 0,0 0 0,0 0 0,1 0 0,-1 1 1,0-1-1,0 0 0,0 1 0,0-1 0,0 1 0,0-1 0,-1 1 1,1-1-1,0 1 0,0 0 0,0-1 0,0 1 0,-1 0 0,1 0 1,0 0-1,0 0 0,0 0 0,-1 0 0,1 0 0,0 0 0,0 1 1,0-1-1,0 0 0,0 1 0,-1-1 0,1 1 0,-1 0 0,-3 1 86,0-1-1,0 1 0,1 0 0,-1 0 0,0 1 1,1 0-1,0 0 0,-5 3 0,2 2-119,1 1 1,0 0-1,0 0 0,0 0 1,1 1-1,1-1 0,-1 1 0,2 1 1,-1-1-1,1 0 0,-2 21 0,0 9-43,2 74-1,3-98 35,-1 27-15,3 0 0,9 61 0,2-23-138,-11-49-6823</inkml:trace>
</inkml:ink>
</file>

<file path=ppt/ink/ink9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35:16.26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1 583 3618,'4'-3'17034,"19"-12"-15084,7 1-1420,1 2 0,0 1 0,1 1 0,44-6-1,138-12-483,-143 20 79,939-64-91,-826 63-70,214-10 25,679-55 35,-698 23-52,293-28 440,-450 73 164,-194 0 1295,-27 6-596,26-12-926,107-36-353,84-26 8,-198 67 38,-16 6 88,-1-1-1,1 1 1,-1 0-1,1 0 1,0 0-1,0 0 1,-1 1-1,1 0 0,5 0 1,-9 48 329,-3 32-272,0-55-146,2 1 0,1-1 1,1 0-1,1 0 0,10 45 1,49 172 527,40 129-490,119 200-79,-180-471 0,-5 2 0,-5 1 0,-4 2 0,-4 1 0,-5 0 0,4 145 0,-22 327 0,-4-226 0,19-124 0,-1 1 0,-13 460 0,-2-639 0,-3 0 0,-13 58 0,2-14 0,-20 125 0,-16 129 0,-62 984 0,68-1050 0,29-207 0,4 0 0,-6 130 0,5 28 0,1-3 0,11-197 0,-1 0 0,-9 40 0,5-41 0,3 0 0,-2 41 0,-15 172 0,7-36 0,3-71 0,-3-6 0,-33 143 0,5-36 0,16-105 0,14-85 0,3-1 0,-5 95 0,13-139 0,-5-3 0,-10-1 0,-1 0 0,1-1 0,-1 0 0,1-1 0,0-1 0,-19-6 0,21 2 0,-1 0 0,2-1 0,-1-1 0,-23-19 0,32 24 0,-26-17 0,0 1 0,-2 2 0,0 1 0,0 2 0,-2 1 0,0 2 0,0 1 0,-46-8 0,-12 4 0,-1 4 0,-98 0 0,-135 13 0,256 2 0,0 4 0,-110 26 0,50 8 81,29-8-1359,37-19-2602,48-15-1098,9-7-686</inkml:trace>
</inkml:ink>
</file>

<file path=ppt/ink/ink9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35:17.48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0 280 1953,'0'0'9458,"11"-2"-8791,202-34 4508,130 4-2735,-241 23-1929,892-60 735,3-2-379,-431 33 2077,-324 33 3951,-284 5-8093,32 0-457,-1 0 0,0-1 0,0 0 0,-14-4-1,-14-6-5787</inkml:trace>
</inkml:ink>
</file>

<file path=ppt/ink/ink9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35:18.95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1 149 3858,'0'0'7425,"15"-2"-6620,-5 0-758,218-21 5231,130 18-2610,201-6-2180,-122-6-253,245-9 131,-229 20 6410,-452 6-5762,21 0-771,55 0 124,-1-3 0,140-24 1,-113 9 2094,-150 20-3008,-9 0-5453,5-7-8588,36-3 5033</inkml:trace>
</inkml:ink>
</file>

<file path=ppt/ink/ink9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32:06.96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1 890 1617,'0'0'2710,"2"0"-1253,10-1 8594,-7-1-10159,68-116 3580,-29 41-3361,97-181-169,-47 79-47,0 7 135,-92 165-41,-11 104 103,6-77-15,0 0 1,1 1 0,2-1-1,0 0 1,5 38 0,-5-57-75,0 1 0,0 0 0,0 0 0,1 0 0,-1 0 0,1 0 0,-1 0 0,1-1 0,0 1-1,0 0 1,0-1 0,0 1 0,0 0 0,0-1 0,0 1 0,0-1 0,1 0 0,-1 1 0,1-1 0,-1 0 0,1 0 0,-1 0 0,1 0 0,0 0 0,-1 0 0,1 0 0,0-1 0,0 1 0,0-1 0,-1 1 0,1-1 0,0 1 0,0-1 0,0 0 0,0 0 0,0 0 0,0 0 0,0-1 0,0 1 0,-1 0 0,1-1 0,0 1 0,0-1 0,0 0 0,2-1 0,7-3 5,0-1-1,-1 0 1,0 0 0,0-1 0,15-14 0,11-14-6,-1-1 0,-2-2 0,-2-1 1,-2-2-1,36-63 0,-47 80 640,-17 24-601,-1 0-1,0 0 0,0 0 0,0 0 0,1 0 0,-1 0 0,0 0 0,0-1 0,1 1 0,-1 0 0,0 0 0,0 0 1,1 1-1,-1-1 0,0 0 0,0 0 0,1 0 0,-1 0 0,0 0 0,0 0 0,1 0 0,-1 0 0,0 0 0,0 0 1,0 1-1,1-1 0,-1 0 0,0 0 0,0 0 0,0 0 0,1 1 0,-1-1 0,0 0 0,0 0 0,0 1 0,0-1 1,0 0-1,0 0 0,1 0 0,-1 1 0,0-1 0,0 0 0,0 0 0,0 1 0,0-1 0,0 0 0,0 0 0,0 1 0,0 6 227,1 1-1,-1-1 1,0 0-1,-1 1 0,-1 8 1,-18 74 1206,13-66-943,1 0 0,1 0 0,-2 50 0,7 81 400,0-89-7612,0-65 6236,0 0 1,0 0-1,0-1 0,0 1 0,-1 0 0,1 0 0,0-1 0,0 1 0,0 0 0,-1 0 0,1-1 1,0 1-1,-1 0 0,1-1 0,0 1 0,-1 0 0,1-1 0,-1 1 0,1-1 0,-1 1 0,0 0 1,-6 4-7103</inkml:trace>
</inkml:ink>
</file>

<file path=ppt/ink/ink9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32:07.36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5 3602,'0'0'9652,"6"-1"-8102,-6 1-1545,4-1 284,-1 0-1,1 1 0,-1-1 0,1 1 1,-1 0-1,1 0 0,-1 0 0,1 0 1,-1 0-1,0 1 0,1 0 0,-1 0 1,1 0-1,-1 0 0,0 0 0,0 0 1,0 1-1,0 0 0,0 0 0,0 0 1,0 0-1,0 0 0,2 3 0,13 17 875,38 35 0,-28-30-1218,-27-25-1042</inkml:trace>
</inkml:ink>
</file>

<file path=ppt/ink/ink9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32:07.92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687 1 1873,'0'0'8246,"0"0"-8133,0 0-1,0 0 1,0 0-1,0 1 1,0-1-1,0 0 1,0 0-1,0 0 1,0 0-1,0 0 1,0 1 0,0-1-1,0 0 1,1 0-1,-1 0 1,0 0-1,0 0 1,0 0-1,0 1 1,0-1-1,0 0 1,1 0-1,-1 0 1,0 0-1,0 0 1,0 0-1,0 0 1,0 0-1,1 0 1,-1 0-1,0 0 1,0 0-1,0 0 1,0 0-1,0 0 1,1 0-1,-1 0 1,0 0 0,0 0-1,-18 29 1004,0 1 0,2 1-1,2 0 1,-15 43 0,-34 144 525,42-139-1274,-23 114 173,33-129-556,-4 0 1,-2-2 0,-40 98-1,55-154 21,-1 0 1,0 0-1,-1-1 0,0 1 0,0-1 1,0 1-1,0-1 0,-9 7 0,11-10 5,-1-1-1,1 1 0,0-1 1,-1 0-1,1 0 0,-1 0 0,0 0 1,1 0-1,-1 0 0,0-1 1,1 0-1,-1 1 0,0-1 1,0 0-1,1 0 0,-1 0 1,0-1-1,0 1 0,1-1 1,-1 1-1,0-1 0,1 0 1,-1 0-1,-3-2 0,-3-2 2,1 0 0,0-1 1,1 1-1,-1-2 0,1 1 0,0-1 0,1 0 0,-9-11 0,-47-74 66,44 63-75,1 3-555,-2-3 1110,-25-48 0,25 19-2203,18 53 892,0-1 1,0 0-1,1 0 1,0 0 0,0 1-1,0-1 1,3-9-1,5-1-3992,10-4-1417</inkml:trace>
</inkml:ink>
</file>

<file path=ppt/ink/ink9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32:08.40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367 26 5234,'0'0'13316,"-19"1"-12076,9-1-1050,0 1 1,1 0-1,-1 1 0,1 0 0,0 0 0,0 1 0,-1 0 0,2 0 0,-1 1 0,0 0 0,1 1 0,0 0 1,0 0-1,0 1 0,-9 8 0,-10 13 348,1 1 0,2 1 0,-36 55 1,51-69-469,1 0 0,1 1 1,0-1-1,1 2 0,1-1 1,0 0-1,1 1 0,1 0 1,1 0-1,-1 27 0,3-40-71,0-1 0,0 1 0,0 0 0,1-1 0,0 1 0,-1-1-1,1 1 1,0-1 0,1 1 0,-1-1 0,1 0 0,-1 0 0,1 0-1,0 0 1,0 0 0,0 0 0,1 0 0,-1 0 0,1-1 0,-1 1-1,1-1 1,0 0 0,0 0 0,0 0 0,0 0 0,0-1 0,1 1-1,-1-1 1,0 1 0,8 0 0,6 2-33,0-2 1,1 0-1,-1-1 0,1-1 1,18-1-1,-24 0 7,7-1-60,0 0 0,0-1 0,0-2 0,-1 0 0,1 0 0,-1-2 0,0 0-1,-1-1 1,0-1 0,0-1 0,-1 0 0,17-14 0,-21 14 23,-1 1 1,1-2-1,-2 0 0,0 0 1,0 0-1,-1-1 1,0-1-1,-1 0 0,0 0 1,-2 0-1,1-1 1,-1 0-1,-1-1 0,-1 1 1,5-25-1,-7 25 54,-1-1 0,0 1 0,-1 0 0,0-1 0,-2 1 0,1 0 1,-2 0-1,-7-24 0,9 33-14,-1 1 1,0-1 0,-1 0-1,1 1 1,-1 0 0,0-1 0,0 1-1,0 0 1,-1 1 0,1-1-1,-1 0 1,0 1 0,0 0-1,0 0 1,-1 0 0,1 1 0,-1-1-1,1 1 1,-1 0 0,0 0-1,0 1 1,0 0 0,0-1 0,0 2-1,0-1 1,0 0 0,-5 1-1,5 0-359,-1 0-1,1 0 0,0 0 1,0 0-1,0 1 1,0 0-1,0 0 0,0 1 1,-8 2-1,7 0-775,1 0 1,-1-1-1,1 2 0,0-1 1,0 1-1,-7 8 1,-8 10-4632</inkml:trace>
</inkml:ink>
</file>

<file path=ppt/ink/ink9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32:08.71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1361,'0'0'16975,"21"13"-14896,146 105 1264,-64-21-2695,-69-62-1190,-22-29-1896,-2-8-6086,2-3 3065</inkml:trace>
</inkml:ink>
</file>

<file path=ppt/ink/ink9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32:09.13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26 7171,'0'0'14556,"8"14"-13224,39 67 2,-46-79-1318,1 0 0,-1-1 0,1 1 0,0 0 0,-1 0 0,1-1 0,0 1 0,0-1 0,0 1 1,0-1-1,1 0 0,-1 0 0,0 0 0,0 0 0,1 0 0,-1-1 0,1 1 0,-1-1 1,1 0-1,-1 1 0,0-1 0,1 0 0,-1 0 0,1 0 0,-1-1 0,1 1 0,-1-1 0,1 1 1,3-3-1,5 0-155,0-1 0,0 0 0,-1-1 1,19-11-1,-18 9 26,0-1 0,-1-1 0,0 0 0,-1 0 0,1-1 1,-2 0-1,1 0 0,-2-1 0,9-15 0,-16 33 791,-1 1 0,1-1-1,1 0 1,-1 1 0,1-1-1,4 13 1,-4-14-912,0 0-1,1 1 1,0-1 0,0 0-1,0 0 1,1-1 0,0 1-1,0 0 1,1-1 0,-1 0-1,7 7 1,-9-11-220,1 0 1,-1-1-1,1 1 1,-1-1 0,1 1-1,-1-1 1,1 0-1,-1 1 1,1-1-1,-1 0 1,1 0-1,0 0 1,-1 0-1,1 0 1,1-1 0,6 0-3129,10 1-3411</inkml:trace>
</inkml:ink>
</file>

<file path=ppt/ink/ink9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32:09.56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1 107 6611,'0'0'12054,"13"4"-10667,9 4-809,1-2 0,-1-1-1,1-1 1,35 3 0,-41-7-471,-6 1-77,0-1-1,0-1 0,0 1 0,19-5 0,-28 4-32,0 1-1,0-1 1,0 0 0,0 1-1,0-1 1,0 0 0,0 0-1,0 0 1,-1-1 0,1 1-1,0 0 1,-1-1 0,1 1-1,-1-1 1,0 1 0,1-1-1,-1 0 1,0 0 0,0 1-1,0-1 1,0 0 0,0 0-1,0 0 1,-1 0 0,1 0-1,-1 0 1,1 0 0,-1 0-1,0 0 1,0-4 0,1 3-2,-1 0 0,0 0 1,0 0-1,0 0 0,0 0 1,-1 0-1,1 0 1,-1 0-1,1 0 0,-1 1 1,0-1-1,0 0 1,-1 0-1,1 1 0,0-1 1,-1 1-1,0-1 0,1 1 1,-1-1-1,0 1 1,0 0-1,-1 0 0,1 0 1,0 0-1,-1 1 1,1-1-1,-1 0 0,1 1 1,-1 0-1,0 0 1,1 0-1,-1 0 0,0 0 1,0 0-1,0 1 0,-3-1 1,-3-1 8,0 0 0,0 1 1,0 0-1,0 1 0,0 0 1,0 0-1,0 1 0,0 0 1,0 1-1,0 0 0,-13 4 1,18-4 9,1-1 0,-1 1-1,0 0 1,1 0 0,0 1 0,-1-1 0,1 1 0,0 0 0,0-1-1,0 1 1,1 1 0,-1-1 0,1 0 0,-1 1 0,1-1 0,0 1 0,1 0-1,-1-1 1,0 1 0,1 0 0,0 0 0,0 0 0,0 0 0,1 0-1,-1 0 1,1 1 0,0 3 0,0 7 22,0 0-1,1 0 1,1 0-1,0 0 1,1 0 0,8 23-1,-9-33-262,0 0 1,0 0-1,1 0 0,0-1 0,0 1 0,0-1 1,1 0-1,-1 0 0,1 0 0,0 0 0,0-1 0,0 0 1,0 0-1,1 0 0,0 0 0,-1 0 0,1-1 1,0 0-1,0 0 0,0 0 0,0-1 0,9 2 0,63 0-8415,-54-3 5484,11 0-1817</inkml:trace>
</inkml:ink>
</file>

<file path=ppt/ink/ink9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32:09.99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28 3265,'0'0'16915,"0"3"-14514,0 13-519,-1-8-1098,1 0-1,0 0 0,1 1 1,0-1-1,3 15 0,-3-21-747,0 0-1,0 0 0,0 0 0,0 0 0,0 0 0,0 0 0,1 0 0,-1 0 1,0-1-1,1 1 0,0-1 0,-1 1 0,1-1 0,0 1 0,0-1 1,0 0-1,-1 0 0,1 0 0,1 0 0,-1 0 0,0 0 0,0-1 0,0 1 1,0-1-1,0 1 0,1-1 0,3 0 0,5 0-131,1 0 1,0-1-1,0 0 1,0-1-1,-1-1 0,1 0 1,-1 0-1,0-1 0,0-1 1,0 0-1,0 0 0,-1-1 1,0 0-1,0-1 0,-1 0 1,0 0-1,0-1 1,0-1-1,9-11 0,-9 10 132,-7 9 16,-1 0 0,1 0 1,-1-1-1,0 1 0,1 0 0,-1-1 0,0 0 0,0 1 1,0-1-1,0 1 0,0-1 0,0 0 0,-1 0 1,1 0-1,0 1 0,-1-1 0,0 0 0,1-4 2124,-1 44-1306,0-34-962,0 0 0,0-1 0,0 1 0,1-1 0,-1 1 0,1-1 0,0 1 0,0-1 1,0 1-1,1-1 0,-1 0 0,1 1 0,0-1 0,-1 0 0,2 0 0,-1 0 0,0 0 0,0-1 0,1 1 0,0-1 1,-1 1-1,1-1 0,0 0 0,0 0 0,0 0 0,7 2 0,40 9-6259,4-12-6103,-27-3 2462</inkml:trace>
</inkml:ink>
</file>

<file path=ppt/ink/ink9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32:10.38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14 142 5603,'0'0'13510,"12"4"-12411,11 2-677,1-1 0,-1-1 0,1-2 0,0 0 0,42-3 0,-64 1-425,1-1 0,0 0 1,-1 0-1,1 0 1,-1 0-1,1-1 0,-1 1 1,0-1-1,1 1 0,-1-1 1,0 0-1,0 0 1,0 0-1,0 0 0,-1 0 1,1 0-1,-1-1 0,1 1 1,-1 0-1,0-1 0,1 1 1,-1-1-1,-1 0 1,1 1-1,0-1 0,0-3 1,0 3 3,0 0 0,-1 0 0,1 0 0,-1-1 0,0 1 0,0 0 0,0-1 1,0 1-1,0 0 0,-1 0 0,1 0 0,-1-1 0,0 1 0,0 0 0,0 0 1,-1 0-1,1 0 0,-1 0 0,1 0 0,-1 1 0,0-1 0,-3-2 0,0 0 137,-1 1 0,0 1 0,0-1-1,0 1 1,-1 0 0,1 0 0,-1 1-1,1-1 1,-1 2 0,0-1 0,0 1-1,0 0 1,0 0 0,0 1 0,0 0-1,0 0 1,0 1 0,0 0 0,-14 3-1,16-2 72,0-1-1,0 1 0,0 0 0,0 1 0,0-1 0,0 1 0,1 0 0,-1 0 1,1 0-1,0 1 0,0 0 0,0 0 0,0 0 0,0 0 0,1 0 1,0 1-1,0-1 0,0 1 0,1 0 0,0 0 0,0 0 0,0 0 0,0 1 1,1-1-1,-2 10 0,2-9-136,0 1-1,1-1 1,0 0 0,0 0 0,1 0-1,-1 0 1,1 0 0,1 0 0,-1 0-1,1 0 1,0 0 0,0-1 0,1 1 0,0-1-1,0 1 1,4 5 0,1-2-94,-1-1 0,1-1 1,1 1-1,0-2 0,0 1 0,0-1 1,0 0-1,13 5 0,8 3-1128,0-1-1,56 16 1,-58-22-3031,45 5 0,-23-10-4178</inkml:trace>
</inkml:ink>
</file>

<file path=ppt/ink/ink9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32:11.54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48,'0'0'12654,"3"22"-10803,8 38-509,21 163 3743,-15 168-158,2 198-2498,58 233-1029,-18-284-703,-34-278-329,17 355 411,-36 271-112,15-318-467,-2-260-195,-17-283-62,-1-19-470,-1-9-246,-2-48-1346,4-21-2869,12-82 1,4 44-2185</inkml:trace>
</inkml:ink>
</file>

<file path=ppt/ink/ink9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32:13.04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1 459 768,'0'0'3421,"21"0"-2325,227-10 4016,120-34-4363,322-18-296,-447 46-33,223-38 83,-141 12 128,-200 30-274,451-57 142,-262 48-86,-94 12-319,-34-7-325,1083-56 3111,-903 75-1798,374-6 2342,-730 3-3052,28-3-559,-37 2 342,0 1 0,0 0 1,0-1-1,0 1 0,0-1 1,0 0-1,0 1 0,0-1 1,0 0-1,0 1 1,0-1-1,-1 0 0,1 0 1,0 0-1,0 0 0,-1 0 1,1 0-1,-1 0 0,1 0 1,-1 0-1,1 0 0,-1 0 1,0 0-1,1 0 0,-1 0 1,0 0-1,0 0 0,0-1 1,0-1-1,0 3-160,-28 2-8572,2 3 1192</inkml:trace>
</inkml:ink>
</file>

<file path=ppt/ink/ink9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32:14.51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42 660 288,'0'0'4845,"-8"10"-4010,-23 33 96,28-31 6460,14-7-4745,22-5-2642,-26 0 1011,243-12 497,327-57-1,-58 3-1530,795-81 46,-472 53 4,-24 3-212,579-67 123,-859 104 247,-427 38 16,3 0 1120,-40 12 6987,-109 1-8931,-3 6-3632,-4-1-5579,22-2 572</inkml:trace>
</inkml:ink>
</file>

<file path=ppt/ink/ink9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32:16.62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28 109 2881,'0'0'10845,"-5"-2"-8794,-17-8 9571,26 7-11500,1 0-1,0 1 1,0-1 0,0 1-1,0 0 1,0 1 0,1-1-1,-1 1 1,7 0 0,-3-1-37,90-20 587,157-13 0,-158 24-383,11 4 1029,-107 7-568,-4 0-444,-19 2-4668,10-2-5477</inkml:trace>
</inkml:ink>
</file>

<file path=ppt/ink/ink9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32:30.82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413 52 6435,'0'0'11744,"-17"-9"-10901,-53-25-221,68 32-573,-2 1 1,1 0-1,0 0 1,0 0-1,0 0 1,0 1 0,-1-1-1,1 1 1,0 0-1,0 0 1,-1 0-1,1 0 1,0 1-1,0-1 1,-1 1 0,1 0-1,0 0 1,0 0-1,0 0 1,0 1-1,0-1 1,0 1-1,0-1 1,1 1 0,-1 0-1,-3 3 1,-2 4 80,1-1 1,0 1 0,0 0 0,0 0 0,-7 15 0,8-13 45,-10 23 135,1 1 0,1 1-1,2 0 1,2 1 0,1 0-1,-4 39 1,7-44-207,-4 40 131,3 0 1,3 89 0,4-159-364,0 0-1,0 0 1,0 0 0,0 0 0,0 0 0,0 0 0,-1 0-1,1 0 1,-1 0 0,0 0 0,1-1 0,-1 1 0,0 0-1,0 0 1,0 0 0,0-1 0,0 1 0,-1-1-1,1 1 1,-3 2 0,-10 1-4625,-5-7-3537,0-3 1081</inkml:trace>
</inkml:ink>
</file>

<file path=ppt/ink/ink9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32:31.26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0 294 6563,'0'0'9396,"26"-13"-6893,87-43-556,-90 45-1413,1 1-1,0 2 0,0 0 1,0 1-1,1 2 0,0 0 1,0 2-1,1 1 0,34 1 0,-56 1-468,0 0 0,0 0 0,0 0-1,-1 0 1,1 1 0,0 0 0,0 0-1,-1 0 1,1 0 0,0 0 0,-1 1-1,1-1 1,-1 1 0,0 0-1,1 0 1,-1 1 0,0-1 0,4 5-1,-2-1 80,-1 1-1,0 0 1,-1 0-1,1 0 1,-1 0-1,0 0 1,-1 1-1,2 8 1,3 4 460,-5-23 34,-4-37 357,1 13-855,0 4 58,1 0-18,0 0-1,6-31 1,-5 47-174,0 0-1,1 0 1,0 1 0,1-1-1,-1 1 1,1-1 0,1 1-1,-1 0 1,1 0 0,0 0-1,0 1 1,6-6 0,6 7-715,22 6-4769,-25-2 2682,8 0-3033,5 0-3031</inkml:trace>
</inkml:ink>
</file>

<file path=ppt/ink/ink9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32:31.96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41 89 6739,'0'0'16765,"-7"20"-15023,-20 65-432,25-79-1102,1 0 0,0 0 0,0 0-1,0 1 1,0-1 0,1 9 0,1-13-173,-1 0 1,0 0 0,0-1-1,1 1 1,-1 0 0,1 0-1,0 0 1,0-1-1,-1 1 1,1 0 0,0-1-1,0 1 1,0-1 0,1 1-1,0 1 1,2-1-28,-1 0 0,1 0 0,-1-1 0,1 1 0,0-1 0,-1 0 0,1 0 0,0 0 0,0 0 0,0 0 0,0-1 0,0 0 0,0 0 0,5-1 0,-7 1-10,0 0 0,0 0 1,1 0-1,-1 0 0,0-1 0,0 0 0,0 1 0,0-1 0,0 0 1,0 0-1,0 0 0,-1 0 0,1 0 0,0 0 0,0 0 0,-1-1 0,1 1 1,-1-1-1,3-2 0,-1 0-25,-1 0 0,1 0 0,-1 0 0,0-1 0,0 1 0,0-1 0,-1 0 0,2-6 0,0-9-145,0-1 1,-2 0-1,0-23 1,-1 33 91,0 2 28,-4-48-151,4 55 194,0 0 0,-1 0 0,1 0 0,-1 0-1,0 0 1,1 0 0,-1 0 0,0 0-1,0 0 1,0 0 0,-1 0 0,1 1 0,0-1-1,-1 0 1,1 1 0,-1-1 0,1 1 0,-1 0-1,0 0 1,0-1 0,1 1 0,-4-1-1,4 2-299,15 2-8444,73 2 5432,-70-4 3508,1 0 0,-1 1 0,1 1 0,-1 0 0,0 2 0,0 0 0,25 9 0,-39-11 105,-1-1 0,1 1 0,0 0 0,-1 0 0,0 1 0,1-1 0,-1 1 0,0-1 0,0 1 0,-1-1 0,1 1 0,0 0 0,-1 0 0,0 0 0,0 0 0,0 0 0,0 0 0,0 0 0,0 0 0,-1 1 0,1-1 0,-1 0 0,0 0 0,-1 7 0,1-5 16,0 1-1,-1-1 0,0 1 1,0-1-1,0 0 0,0 1 0,-1-1 1,0 0-1,0 0 0,-1 0 1,1 0-1,-1 0 0,-6 8 0,17-43-168,4 17-226,1 0 0,1 1 0,0 0 0,0 1 0,1 1 0,0 0 0,1 2 0,0-1 0,34-11 0,-49 20 116,-1 0-1,1 1 0,-1-1 0,1 0 0,-1 0 0,1 1 1,-1-1-1,0 0 0,1 1 0,-1-1 0,1 0 1,-1 1-1,0-1 0,1 1 0,-1-1 0,0 0 0,0 1 1,1-1-1,-1 1 0,0-1 0,0 1 0,0-1 0,1 1 1,-1-1-1,0 1 0,0-1 0,0 1 0,0-1 0,0 1 1,0-1-1,0 1 0,0 0 0,0-1 0,0 1 0,-1 0 1,1 29 562,0-23-358,-1 9-798,1 21 2942,2-28-5611,17-37-15119</inkml:trace>
</inkml:ink>
</file>

<file path=ppt/ink/ink9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32:32.29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97 1 10501,'0'0'13112,"-5"20"-9729,-4 20-1536,-2-1 0,-24 56 1,27-73-1823,1 1 0,1-1 0,1 1 1,1 0-1,1 1 0,1-1 1,1 0-1,2 29 0,-1-51-23,1 1-72,-1 0 0,1 0-1,0 0 1,-1-1 0,1 1 0,0 0 0,0-1 0,0 1-1,1 0 1,-1-1 0,0 0 0,1 1 0,-1-1 0,0 0-1,1 0 1,0 1 0,-1-1 0,1 0 0,0-1 0,-1 1-1,1 0 1,0 0 0,0-1 0,0 1 0,0-1-1,-1 0 1,1 1 0,0-1 0,0 0 0,4 0 0,1 1-1252,1-1 1,0 0 0,0 0 0,-1 0 0,1-1-1,12-3 1,1-11-4132,-7-8-1761</inkml:trace>
</inkml:ink>
</file>

<file path=ppt/ink/ink9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32:32.50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3265,'0'0'22587,"156"16"-21163,-95-16-431,-14 0-721,-6 0-272,-14-2-112,-7 2-1025</inkml:trace>
</inkml:ink>
</file>

<file path=ppt/ink/ink9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32:35.46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1 129 6563,'0'0'10960,"8"4"-9544,-4-1-1172,0 0 0,0 0-1,0 0 1,-1 0 0,1 0-1,-1 1 1,0 0 0,0-1-1,0 1 1,0 0 0,-1 0-1,1 1 1,-1-1 0,0 1-1,-1-1 1,1 1 0,1 6-1,7 36 1669,2 4-304,-11-49-1372,-1-7-79,-4-30-100,1 15-60,-5-42-30,0-68 0,8 128 18,0-1 0,1 1 0,-1-1-1,1 1 1,0 0 0,0-1 0,0 1 0,0 0 0,0 0 0,0-1 0,1 1 0,-1 0 0,1 0 0,-1 0 0,1 1-1,0-1 1,0 0 0,0 1 0,0-1 0,0 1 0,0-1 0,0 1 0,0 0 0,1 0 0,-1 0 0,0 0 0,1 1-1,-1-1 1,4 0 0,-3 0 6,0 0 0,0 1 0,0-1 0,0 1 0,0 0 0,0 0 0,0 0 0,0 0 0,0 0 0,0 1 0,0-1 0,0 1 0,0 0 0,0 0 0,0 0 0,0 0 0,-1 1-1,1-1 1,0 1 0,-1 0 0,1-1 0,-1 1 0,4 3 0,11 31-947,-2-4-2875,-14-30 2989,0 0 1,0 0-1,0 0 1,1-1-1,-1 1 1,1-1-1,-1 1 1,1-1-1,-1 0 1,1 1-1,0-1 1,3 2-1,8 0-7586</inkml:trace>
</inkml:ink>
</file>

<file path=ppt/ink/ink9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32:35.85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75 5635,'0'0'14417,"23"8"-12558,74 26-629,-85-31-1047,0 1-1,0-2 0,1 0 0,-1 0 1,0-1-1,1-1 0,19-1 1,0 0-73,-30 1-106,0 0-1,-1 0 1,1 0-1,0 0 1,-1 0-1,1-1 1,-1 1-1,1 0 1,0-1-1,-1 0 1,1 1-1,-1-1 1,1 0-1,-1 1 1,1-1-1,-1 0 1,0 0-1,0 0 1,1 0-1,-1-1 1,0 1-1,0 0 1,0 0 0,0-1-1,0 1 1,0 0-1,0-1 1,-1 1-1,1-1 1,0 0-1,-1 1 1,0-1-1,1 1 1,-1-1-1,0 0 1,1 1-1,-1-1 1,0 0-1,-1-2 1,1 1 3,0-1-1,-1 1 1,0 0 0,0-1-1,1 1 1,-2 0 0,1 0-1,0 0 1,-1 0 0,1 0-1,-1 0 1,0 0 0,0 1 0,0-1-1,-1 1 1,1-1 0,0 1-1,-1 0 1,-4-3 0,0 1 11,-1 0 0,1 1 0,-1 0 1,0 0-1,0 1 0,0 0 0,0 0 1,0 1-1,0 0 0,0 0 0,-12 1 1,19 1 13,-1-1 0,1 1 0,0 0 0,0-1 1,-1 1-1,1 0 0,0 0 0,0 0 0,0 0 1,0-1-1,0 1 0,0 1 0,0-1 1,1 0-1,-1 0 0,0 0 0,0 0 0,1 1 1,-1-1-1,1 0 0,-1 1 0,1-1 1,0 0-1,0 1 0,-1-1 0,1 0 0,0 1 1,0 1-1,0 50 684,0-40-558,0-7-213,0 0 0,0-1 0,1 1 0,0 0 0,0-1 0,0 1 0,0-1 0,1 1 0,0-1 0,0 0 0,0 1 0,1-1 0,0-1 0,0 1 0,0 0 0,0-1 0,1 1 0,0-1 0,0 0 0,0 0 0,0 0 0,1-1 0,-1 0 0,1 0 0,0 0 0,0 0 0,0-1 0,7 3 0,-4-2-719,1 0 1,-1-1-1,1 0 1,0 0-1,0-1 1,0 0-1,10-1 0,38-4-8023,-12-3 1455</inkml:trace>
</inkml:ink>
</file>

<file path=ppt/ink/ink9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32:36.30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219 0 5747,'0'0'16626,"-23"9"-14513,4-3-1644,3-2-30,1 1-1,-1 1 1,1 1-1,0 0 1,1 1 0,-1 0-1,-25 21 1,37-26-343,0 1 0,0-1 1,1 1-1,-1 0 1,1 0-1,0 0 0,-1 0 1,2 0-1,-1 0 0,1 1 1,-1-1-1,1 1 1,0-1-1,1 1 0,-1-1 1,1 7-1,0-9-93,0 1 0,0-1 0,0 0 0,0 0 0,1 0 0,-1 0 0,1 0 0,0 0 0,-1 0 0,1 0 0,0 0 0,0 0 0,0 0-1,0-1 1,1 1 0,-1 0 0,0 0 0,1-1 0,-1 1 0,1-1 0,-1 0 0,1 1 0,0-1 0,0 0 0,0 0 0,-1 0 0,1 0 0,0 0 0,0-1 0,0 1 0,0-1 0,1 1 0,-1-1 0,0 0 0,2 1 0,3-1-60,-1 0 0,0 0 1,0 0-1,0-1 1,0 0-1,0 0 1,0-1-1,0 1 1,-1-1-1,1 0 1,0-1-1,-1 0 0,1 1 1,-1-2-1,0 1 1,0-1-1,0 1 1,-1-2-1,1 1 1,-1 0-1,0-1 1,0 1-1,-1-1 1,1 0-1,-1-1 0,0 1 1,-1-1-1,1 1 1,-1-1-1,2-8 1,-2-18 1791,-3 51-1229,1-14-539,1 0 0,-1 0 0,1 0 1,0 0-1,0 0 0,0-1 0,1 1 0,-1 0 1,1-1-1,0 1 0,1-1 0,-1 0 1,1 0-1,0 0 0,0 0 0,0 0 0,0 0 1,1-1-1,-1 0 0,1 1 0,0-1 0,0-1 1,9 6-1,-5-5-828,-1 1 0,1-1 0,0 0 0,0-1 0,14 3 0,-11-4-1608,-1 0 1,0-1-1,0 0 0,14-1 0,3-5-5961</inkml:trace>
</inkml:ink>
</file>

<file path=ppt/ink/ink9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32:36.61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1 116 5426,'0'0'17806,"8"15"-15677,-3-5-1939,4 3 361,-2 1 0,0 0 0,0 0 0,-2 1 0,0 0 0,0 0 0,-1 0 0,2 18 0,-6-32-479,-14-10 32,11 1-100,0-1 0,0 0 0,1 0 0,0 0-1,1 0 1,0 0 0,0 0 0,1 0 0,0-1 0,2-9 0,-1-7-15,-1 20 24,1 1 0,-1-1 0,2 1 0,-1-1 0,0 1 0,1 0 0,0 0-1,1-1 1,-1 1 0,1 0 0,0 1 0,0-1 0,0 1 0,1-1 0,-1 1 0,1 0 0,0 0 0,1 0 0,-1 1 0,0 0-1,1 0 1,0 0 0,0 0 0,0 1 0,0-1 0,10-2 0,0 0-309,1 0 1,0 0-1,21-2 0,40 2-5654,-55 5-296</inkml:trace>
</inkml:ink>
</file>

<file path=ppt/ink/ink9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32:38.32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0 179 1008,'0'0'14500,"7"-16"-12701,20-47-156,-20 47 3775,-7 37-2367,0-15-2109,0-16 30,0-1-871,0-1-1,1 1 1,0 0-1,1-1 1,6-19-1,-4 19 603,-7 33-533,3 45-1891,0-44-2422,0-1-4264,0-9-1728</inkml:trace>
</inkml:ink>
</file>

<file path=ppt/ink/ink9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32:38.46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0 0 5378</inkml:trace>
</inkml:ink>
</file>

<file path=ppt/ink/ink9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32:38.77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5378,'86'134'3962,"-60"-110"8764,-17-35-10538,-8 6-1997,0 1 0,0 0-1,0 0 1,1 0 0,0 0 0,0 0 0,0 0 0,0 0 0,0 1 0,1-1 0,0 1 0,-1-1 0,1 1-1,1 0 1,-1 0 0,0 0 0,7-4 0,-8 7 33,-2 1-177,0 1-1,0-1 1,0 0 0,0 1 0,0-1-1,-1 0 1,1 1 0,0-1-1,-1 0 1,1 0 0,-1 1-1,1-1 1,-1 0 0,1 0-1,-1 0 1,0 0 0,-1 2 0,-4 0 66,0-2 1,0 1 0,0-1-1,0 0 1,0 0 0,-1 0 0,1-1-1,0 0 1,0-1 0,-12-1 0,17 2-79,1 0 0,0 0 1,0 0-1,0 0 0,-1-1 1,1 1-1,0 0 0,0 0 1,0 0-1,-1 0 0,1 0 0,0 0 1,0 0-1,0-1 0,0 1 1,0 0-1,-1 0 0,1 0 1,0-1-1,0 1 0,0 0 1,0 0-1,0 0 0,0-1 1,0 1-1,0 0 0,0 0 0,-1 0 1,1-1-1,0 1 0,0 0 1,0 0-1,0 0 0,0-1 1,0 1-1,1 0 0,-1 0 1,0-1-1,0 1 0,0 0 1,0 0-1,0 0 0,0-1 0,11-3 217,14 1-507,-1 3-2372,0 0-6930,-11 0-1763</inkml:trace>
</inkml:ink>
</file>

<file path=ppt/ink/ink9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32:39.49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1 770 4114,'0'0'10858,"3"-18"-8948,68-241 3268,-57 210-5097,115-340 164,-103 335 102,-26 54-318,0 0-1,1 0 1,-1 0-1,1-1 1,-1 1-1,0 0 1,1 0-1,-1 0 1,1 0 0,-1 0-1,0 0 1,1 0-1,-1 0 1,1 0-1,-1 0 1,0 0-1,1 0 1,-1 0-1,0 1 1,1-1 0,-1 0-1,1 0 1,-1 0-1,0 1 1,1-1-1,-1 0 1,0 0-1,0 1 1,1-1-1,-1 0 1,0 0 0,1 1-1,-1-1 1,0 0-1,0 1 1,0-1-1,1 0 1,-1 1-1,0-1 1,0 1-1,0-1 1,0 0 0,0 1-1,0-1 1,0 1-1,0-1 1,0 0-1,0 1 1,0 0-1,5 38 1344,0 56 0,-5-64-933,1 0 1,2 0-1,1 0 1,8 30-1,-12-60-440,0-1 1,0 1-1,0-1 0,0 1 0,0-1 0,0 1 1,1-1-1,-1 0 0,0 1 0,0-1 0,1 1 0,-1-1 1,0 1-1,1-1 0,-1 0 0,0 1 0,1-1 1,-1 0-1,0 1 0,1-1 0,-1 0 0,1 0 0,-1 1 1,1-1-1,-1 0 0,1 0 0,-1 0 0,1 1 0,-1-1 1,1 0-1,-1 0 0,1 0 0,-1 0 0,1 0 1,-1 0-1,1 0 0,-1 0 0,1 0 0,-1-1 0,1 1 1,-1 0-1,1 0 0,-1 0 0,1 0 0,-1-1 0,1 1 1,-1 0-1,0-1 0,1 1 0,-1 0 0,1-1 1,-1 1-1,0 0 0,1-1 0,-1 1 0,1-1 0,21-26-30,-20 25 29,125-194-614,-115 181 1839,-9 30 704,-2-1-2028,4 20 567,1 0 0,13 43 0,5-17-5038,-21-58 3085,-1 1-962</inkml:trace>
</inkml:ink>
</file>

<file path=ppt/ink/ink9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32:39.71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11733,'0'0'18601,"82"32"-18297,-69-27-304,1-3-32,-7 0-400,-1-2-1233,8 0-1344,-7 0-1746,13-4-3008,0-14-2018</inkml:trace>
</inkml:ink>
</file>

<file path=ppt/ink/ink9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32:39.90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495 0 4018,'0'0'17720,"-122"115"-14503,82-63-655,-8 9-417,1 2-881,-1 5-640,1-5-367,6-4-241,14-5-16,0-7-273,0-10-719,14-10-657,6-11-1216,7-12-1633,13-18-12246</inkml:trace>
</inkml:ink>
</file>

<file path=ppt/ink/ink9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32:40.29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150 193 3730,'0'0'20703,"-12"23"-18596,-76 143 1172,80-150-3090,1 0 0,0 0 0,1 0 0,1 1-1,0 0 1,2 0 0,0 0 0,0 0 0,1 32 0,2-48-190,0-1 0,0 1 0,0-1 0,0 1 0,0 0 0,0-1 0,0 1-1,0 0 1,0-1 0,0 1 0,1-1 0,-1 1 0,0-1 0,1 1 0,-1 0 0,0-1 0,1 1 0,-1-1 0,0 1 0,1-1 0,-1 0 0,1 1 0,-1-1 0,1 1 0,-1-1 0,1 0 0,-1 1 0,1-1-1,-1 0 1,1 0 0,0 1 0,0-1 0,26-3-10,-19 0 11,0-1 0,0 0 0,0 0 0,11-8 0,3-6 37,26-18-193,-1-3-1,59-65 1,-95 92 124,-1-1 1,0 1-1,-1-1 1,0-1-1,-2 0 1,1 0 0,-1 0-1,-1-1 1,-1 0-1,0 0 1,-1-1-1,-1 1 1,0-1 0,1-24-1,-4 24 32,1 7 21,-1-1 0,-1 0 0,1 0-1,-2 0 1,-3-14 0,5 21-25,-1 1 1,0 0-1,0-1 1,0 1-1,-1 0 1,1 0-1,-1 0 1,1 0-1,-1 0 1,1 1-1,-1-1 1,0 0-1,0 1 0,0-1 1,0 1-1,0-1 1,0 1-1,0 0 1,-1 0-1,1 0 1,0 0-1,-1 1 1,1-1-1,0 1 1,-1-1-1,-4 1 0,0-1-381,-1 1-1,1 0 0,-1 0 0,1 1 1,-1 0-1,1 1 0,-1-1 0,1 1 1,0 1-1,-12 5 0,6-1-1465,0 0 0,1 2-1,0-1 1,-13 13 0,-4 8-6681</inkml:trace>
</inkml:ink>
</file>

<file path=ppt/ink/ink9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32:40.41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1 1 144</inkml:trace>
</inkml:ink>
</file>

<file path=ppt/ink/ink9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32:40.51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 1 144,'-14'113'10949,"28"-98"-6787,-7 1 1377,13 2-1730,0-2-1824,7 0-144,-6 2-656,-1-4-545,0 1-496,-6 1-144,-1-7-16,-13 0-224,7-4-801,0-3-1344</inkml:trace>
</inkml:ink>
</file>

<file path=ppt/ink/ink9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32:40.93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21 0 7363,'0'0'20119,"-4"15"-18364,0 1-1321,1-2 6,-1 1-1,2 0 0,0 0 1,0 21-1,3-34-425,-1-1 1,1 1-1,-1-1 1,1 1-1,0-1 1,-1 0-1,1 1 1,0-1-1,0 0 1,0 0-1,0 0 1,0 1-1,0-1 1,1 0-1,-1 0 1,0-1-1,0 1 1,1 0-1,-1 0 0,1-1 1,-1 1-1,0-1 1,1 1-1,-1-1 1,1 1-1,-1-1 1,1 0-1,0 0 1,-1 0-1,1 0 1,-1 0-1,4 0 1,2 0-32,1 0 0,-1-1 0,1 1 0,-1-1 1,0-1-1,10-2 0,3-6-222,0 0 1,-1-1-1,0-1 0,-1-1 0,0-1 0,-1 0 1,25-28-1,-38 35 2174,-6 25-1421,2-3-658,-1-10 134,1-1 0,0 0 0,0 1 0,0-1 0,1 0 0,0 0 0,2 8 0,9 1-2244,13-7-3277,-4-5-1819,5-1-2903</inkml:trace>
</inkml:ink>
</file>

<file path=ppt/ink/ink9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32:41.32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48 6307,'0'0'18881,"8"0"-18220,235 11 585,-244-11-1270,0 0 0,0-1 0,0 1 0,0-1-1,0 1 1,0-1 0,0 0 0,0 1 0,0-1 0,0 0 0,1 0-1,-1 1 1,0-1 0,1 0 0,-1 0 0,0 0 0,1 0 0,-1 0-1,1 0 1,-1 0 0,1 0 0,0 0 0,0 0 0,-1 0 0,1 0-1,0 0 1,0 0 0,0 0 0,0 0 0,0-1 0,0 1 0,0 0 0,0 0-1,1 0 1,-1 0 0,0 0 0,1 0 0,-1 0 0,1 0 0,-1 0-1,1 0 1,-1 0 0,1 0 0,0 1 0,-1-1 0,1 0 0,0 0-1,0 0 1,-1 1 0,1-1 0,0 0 0,0 1 0,0-1 0,0 1-1,0-1 1,0 1 0,0 0 0,0-1 0,0 1 0,0 0 0,0 0 0,2-1-1,-21-2 314,0 0-1,0 1 1,0 1-1,0 0 1,-1 2-1,-20 2 1,37-3-171,-1 1 1,1 0-1,-1 0 1,1-1-1,-1 1 1,1 1-1,0-1 0,-1 0 1,1 0-1,0 1 1,0 0-1,0-1 1,0 1-1,0 0 0,0 0 1,1 0-1,-1 0 1,0 0-1,1 0 1,0 1-1,-1-1 1,1 0-1,0 1 0,0-1 1,1 1-1,-1-1 1,0 1-1,1-1 1,0 1-1,-1 0 0,1-1 1,0 1-1,0 0 1,1-1-1,0 6 1,-1-3-304,1 1 0,0 0 1,0-1-1,1 1 1,-1-1-1,1 1 0,1-1 1,-1 0-1,1 0 1,0 0-1,0 0 0,0 0 1,0-1-1,1 1 0,8 6 1,-8-8-516,0-1-1,0 0 1,0 0 0,0 0-1,1 0 1,-1-1 0,1 0-1,5 2 1,38 0-9765,-7-3-1399</inkml:trace>
</inkml:ink>
</file>

<file path=ppt/ink/ink9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32:42.36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104 1 1617,'0'0'25553,"-11"19"-23835,-34 64-598,42-78-1013,1 0 0,0 0 0,0 0 0,0 0 0,1 0 0,0 0 0,0 0 0,0 1 0,1-1 0,-1 6 0,0 12 197,-1-4-188,1-9-104,-3-23-97,4-11-91,-1-6 18,1 30 177,-1-1-1,1 1 0,0 0 0,0 0 1,-1 0-1,1-1 0,0 1 0,0 0 1,-1 0-1,1 0 0,0 0 0,0-1 1,-1 1-1,1 0 0,0 0 0,-1 0 1,1 0-1,0 0 0,-1 0 0,1 0 1,0 0-1,0 0 0,-1 0 0,1 0 1,0 0-1,-1 0 0,1 0 0,0 1 1,0-1-1,-1 0 0,1 0 0,0 0 1,-1 0-1,1 0 0,0 1 0,0-1 1,-1 0-1,1 0 0,0 0 0,0 1 1,0-1-1,-1 0 0,1 0 0,0 1 1,0-1-1,0 0 0,0 0 0,0 1 1,0-1-1,-1 0 0,1 1 0,0-1 1,-8 17 507,7-15-492,1 3 4,22 2-35,-1 7-3,-19-12 0,-1-1 0,1 1 0,-1-1 0,1 0 0,0 1 0,0-1 0,-1 0 0,1 0 0,0 0 0,0 0 0,0-1 0,0 1 0,0 0 0,0-1 0,0 1 0,3-1 0,5 1-29,0-1-1,0-1 1,0 0 0,0 0-1,-1-1 1,1 0 0,0-1-1,-1 0 1,0-1 0,0 1-1,0-2 1,16-9-1,-22 10 39,1 1 0,-1-1 0,0 0-1,0 0 1,-1 0 0,1 0 0,3-9-1,9-13 16,-15 26-19,0 0 0,0-1 0,0 1 0,0-1-1,0 1 1,0 0 0,1-1 0,-1 1 0,0 0 0,0-1 0,0 1 0,1-1 0,-1 1 0,0 0 0,0 0 0,1-1 0,-1 1 0,0 0-1,1-1 1,-1 1 0,0 0 0,1 0 0,-1 0 0,0-1 0,1 1 0,-1 0 0,1 0 0,-1 0 0,0 0 0,1 0 0,-1 0-1,1 0 1,-1 0 0,0 0 0,1 0 0,-1 0 0,1 0 0,-1 0 0,1 0 0,0 18 127,-1-11-173,0-5 32,0 1 0,0 0 0,0 0 0,0-1 0,0 1 0,0 0 0,1 0 0,-1-1 0,1 1 0,0 0 0,0-1 0,0 1 0,0-1 0,1 1 0,-1-1 0,0 1 0,1-1 0,0 0 0,0 0 0,-1 0 0,1 0 0,0 0 0,1 0 0,-1-1-1,0 1 1,0-1 0,1 1 0,-1-1 0,1 0 0,-1 0 0,1 0 0,0 0 0,-1 0 0,1-1 0,0 1 0,0-1 0,-1 0 0,1 1 0,0-1 0,0-1 0,4 0 0,-6 2-645,1-1-1,-1 0 0,0 0 1,1-1-1,-1 1 0,0 0 1,1 0-1,-1-1 0,0 1 1,1-1-1,-1 1 0,0-1 1,0 1-1,0-1 0,1 0 1,-1 0-1,0 1 0,0-1 1,0 0-1,1-1 1,11-17-11616</inkml:trace>
</inkml:ink>
</file>

<file path=ppt/ink/ink9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32:42.72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 65 4194,'0'0'20076,"2"3"-19124,1-1-824,0 1-1,0-1 1,1 0 0,-1 0-1,0 0 1,1 0 0,-1-1-1,1 0 1,-1 1-1,1-1 1,0 0 0,0-1-1,-1 1 1,6 0 0,60-2 396,-68 0-527,0 0 0,0 1 1,0-1-1,0 0 0,0 0 0,0 0 1,0 1-1,0-1 0,0 0 1,0 0-1,-1-1 0,1 1 1,0 0-1,-1 0 0,1 0 1,-1 0-1,1-1 0,-1 1 0,1 0 1,-1 0-1,0-1 0,0 1 1,0 0-1,0-1 0,0 1 1,0 0-1,0-3 0,0 2 17,0 0 1,0-1-1,0 1 0,0 0 0,0-1 0,-1 1 1,1 0-1,-1 0 0,1-1 0,-1 1 1,0 0-1,0 0 0,0 0 0,0 0 0,-3-4 1,0 4 185,-1-1 1,0 1-1,1 0 1,-1 0-1,0 1 1,0-1-1,0 1 0,0 0 1,0 0-1,-1 1 1,1 0-1,0 0 1,-10 1-1,12-1-126,1 0-1,-1 0 0,0 1 1,1-1-1,-1 1 1,1 0-1,-1-1 1,1 1-1,-1 0 0,1 1 1,0-1-1,-1 0 1,1 1-1,0-1 0,0 1 1,0 0-1,0-1 1,0 1-1,0 0 1,0 0-1,1 1 0,-1-1 1,1 0-1,0 0 1,0 1-1,-1-1 1,1 1-1,-1 3 0,1 2-155,0 0 0,0 1 0,1-1-1,0 0 1,0 0 0,0 0 0,3 10 0,-2-15-255,0 0 1,0 0-1,0 0 1,1 0-1,-1-1 1,1 1-1,-1 0 1,1-1 0,0 1-1,0-1 1,0 1-1,0-1 1,1 0-1,-1 0 1,1 0-1,-1 0 1,1 0-1,0-1 1,0 1 0,-1-1-1,6 2 1,30 6-6153,3-6-1674</inkml:trace>
</inkml:ink>
</file>

<file path=ppt/ink/ink9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32:43.29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122 167 11301,'0'0'16768,"-13"23"-15680,-43 69-394,54-88-659,-1 1 1,1-1-1,0 1 0,0 0 1,0-1-1,0 1 0,1 0 0,0 0 1,0 0-1,1 0 0,-1 5 1,1-8-37,0 0 0,0-1 0,0 1 0,0-1 0,0 1 0,-1-1 0,1 1 0,-1-1 1,1 1-1,-1-1 0,1 1 0,-1-1 0,0 0 0,0 1 0,1-1 0,-1 0 0,0 1 0,0-1 0,-2 2 1,2-3-43,1 0 1,0 1 0,0-1 0,-1 0-1,1 1 1,0-1 0,0 0 0,-1 1-1,1-1 1,0 0 0,-1 0 0,1 1 0,-1-1-1,1 0 1,0 0 0,-1 0 0,1 0-1,-1 0 1,1 1 0,0-1 0,-1 0-1,1 0 1,-1 0 0,1 0 0,0 0 0,-1 0-1,1 0 1,-1 0 0,1 0 0,-1-1-1,1 1 1,0 0 0,-1 0 0,-6-15-818,5-26 84,2 38 678,1-13-54,1 0 0,0 0 0,1 1 0,0-1 0,1 1 0,1 0 0,1 0 0,0 1-1,1 0 1,0 0 0,1 0 0,1 1 0,0 0 0,1 0 0,0 1 0,18-16 0,-28 28 199,1-1 1,0 1-1,-1-1 1,1 1-1,-1-1 1,1 1-1,0-1 0,-1 1 1,1 0-1,0-1 1,0 1-1,-1 0 1,1 0-1,0-1 1,0 1-1,-1 0 0,1 0 1,0 0-1,0 0 1,-1 0-1,1 0 1,0 0-1,0 0 1,-1 1-1,1-1 1,0 0-1,0 0 0,-1 1 1,1-1-1,0 0 1,-1 1-1,1-1 1,0 1-1,-1-1 1,1 0-1,-1 1 0,1 0 1,0-1-1,-1 1 1,1-1-1,-1 1 1,0 0-1,1-1 1,0 2-1,14 37 1003,-10-26-671,1 1-267,0 0-1,2-1 1,-1 0 0,2 0-1,0-1 1,0 0-1,19 18 1,-24-26-129,0 0 1,1 0-1,-1-1 0,1 1 0,0-1 1,-1 0-1,2 0 0,-1 0 0,0-1 1,1 0-1,-1 0 0,1 0 0,-1-1 1,1 0-1,0 0 0,0 0 0,-1 0 1,1-1-1,0 0 0,0-1 0,0 1 1,-1-1-1,7-2 0,-9 2 17,0-1-1,-1 0 1,1 0 0,-1 0 0,1 0-1,-1 0 1,0 0 0,0 0-1,0-1 1,0 1 0,0-1-1,-1 0 1,1 0 0,-1 1-1,0-1 1,0 0 0,0 0-1,1-4 1,11-57 91,-8-100 785,-5 163-871,-13 59-7118,13-40 1164,0-3-3165</inkml:trace>
</inkml:ink>
</file>

<file path=ppt/ink/ink9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32:43.61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87 41 10885,'0'0'15925,"-14"9"-14829,-40 28-549,36-16-354,18-21-186,0 1 0,0-1 0,0 1 0,0-1 0,0 1 0,0-1 0,0 1 0,0-1 0,0 1 0,0-1 0,0 1 0,0-1 0,0 1 0,1-1 0,-1 1 0,0-1 0,0 0 0,1 1 0,-1-1 0,0 1 0,0-1 0,1 1 0,-1-1 0,0 0 0,1 1 0,0-1 0,1 2 12,0-1-1,0 0 0,0 0 1,0-1-1,0 1 0,0 0 1,1-1-1,-1 1 1,0-1-1,5 1 0,7-1-34,0-1 0,1 0 0,-1 0 0,28-8 0,-37 7 12,-1 1 0,1-1 0,-1 0 0,0 0 0,1 0 1,-1-1-1,0 1 0,0-1 0,-1 0 0,1-1 0,-1 1 1,1 0-1,-1-1 0,0 0 0,0 0 0,-1 0 0,1 0 1,-1 0-1,2-5 0,-3 8 5,0 0 0,-1-1 0,1 1 0,-1 0 0,1-1 1,-1 1-1,1 0 0,-1-1 0,0 1 0,0-1 0,0 1 0,0-1 0,0 1 0,0-1 1,0 1-1,0 0 0,-1-1 0,1 1 0,0-1 0,-1 1 0,1 0 0,-1-1 0,0 1 1,1 0-1,-1-1 0,0 1 0,0 0 0,0 0 0,0 0 0,0 0 0,0 0 0,0 0 0,0 0 1,0 0-1,0 0 0,-1 1 0,1-1 0,0 0 0,-1 1 0,1-1 0,0 1 0,-1-1 1,1 1-1,-1 0 0,1 0 0,-1-1 0,-1 1 0,0 0-344,0 0 0,0 0 0,0 0 0,0 0 0,0 1 0,0-1 0,0 1 0,0 0 0,-5 1 0,7-1-252,0-1-1,-1 1 0,1 0 0,0-1 1,0 1-1,-1 0 0,1 0 1,0 0-1,0 0 0,0 0 1,0 0-1,0 0 0,0 0 1,0 0-1,1 0 0,-1 1 1,0-1-1,0 3 0,-1 10-9683</inkml:trace>
</inkml:ink>
</file>

<file path=ppt/ink/ink9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32:44.11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197 466 12438,'0'0'16140,"-22"-2"-14568,-72-6-574,91 8-959,0 0 1,0 0 0,0 0-1,0 0 1,-1 0 0,1 1-1,0-1 1,0 1 0,0 0-1,0 0 1,0 0 0,1 0-1,-1 1 1,0-1 0,0 1 0,1-1-1,-1 1 1,1 0 0,-1 0-1,1 0 1,0 1 0,0-1-1,-2 3 1,2-1-26,0 0-1,0 1 1,1-1-1,0 1 1,-1-1-1,1 1 1,1-1 0,-1 1-1,1-1 1,0 8-1,3-11-31,0 0 0,1-1 0,-1 1-1,0-1 1,1 1 0,-1-1 0,0 0-1,7-1 1,-4 1-31,2-1-48,1 0 1,-1 0-1,1-1 0,-1 0 0,1-1 1,-1 0-1,0 0 0,0 0 0,-1-1 1,12-8-1,10-8-546,33-29-1,-39 30 421,17-14 140,-3-1-1,-1-2 1,-1-2 0,-2-1 0,-2-2 0,-2 0 0,-1-2 0,33-71 0,-61 114 155,0 0-1,0 0 1,0 0-1,0 0 1,-1 0-1,1 0 1,0 0-1,0 0 0,0 0 1,0 0-1,0 0 1,0 0-1,0 0 1,0 0-1,0 0 0,-1 0 1,1 0-1,0 0 1,0 0-1,0 0 1,0 0-1,0 0 0,0 0 1,0 0-1,0-1 1,0 1-1,0 0 1,0 0-1,-1 0 1,1 0-1,0 0 0,0 0 1,0 0-1,0 0 1,0 0-1,0 0 1,0 0-1,0 0 0,0-1 1,0 1-1,0 0 1,0 0-1,0 0 1,0 0-1,0 0 1,0 0-1,0 0 0,0 0 1,0 0-1,0-1 1,0 1-1,0 0 0,-14 11 540,-15 16-955,16-11 346,1 0-1,1 1 1,0 0-1,1 1 1,1 0-1,1 0 1,0 1-1,2 0 1,0 0-1,-3 22 1,1 12-72,2 1 1,2 84-1,8-121-2665,13-13-4399,3-4-1582</inkml:trace>
</inkml:ink>
</file>

<file path=ppt/ink/ink9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32:44.49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0 103 9989,'0'0'11439,"24"1"-10281,164 5 1350,-187-6-2484,0 0 0,0 0-1,0 0 1,0 0 0,0 0-1,0 0 1,0 0 0,0 0 0,0-1-1,0 1 1,0 0 0,0-1-1,0 1 1,0-1 0,0 1-1,0-1 1,0 1 0,0-1 0,0 0-1,-1 1 1,1-1 0,0 0-1,0 0 1,-1 0 0,1 1 0,-1-1-1,1 0 1,0 0 0,-1 0-1,0 0 1,1 0 0,-1 0-1,0 0 1,1 0 0,-1 0 0,0 0-1,0-1 1,0 1 0,0 0-1,0 0 1,0 0 0,0 0 0,0 0-1,0 0 1,-1 0 0,1 0-1,0 0 1,-1 0 0,1 0-1,-1 0 1,0-1 0,-1-3 111,0 1 0,0-1 0,0 1 0,-1 0 0,1 0 0,-1 0-1,0 1 1,0-1 0,-1 0 0,1 1 0,-7-5 0,2 4 74,1 1 1,-1 0-1,0 1 1,0 0-1,0 0 0,-1 0 1,1 1-1,0 0 0,-1 1 1,1 0-1,-14 2 0,20-2-152,-1 1 25,0-1-1,0 1 0,0 0 1,0 0-1,0 0 1,1 1-1,-1-1 0,0 1 1,1 0-1,-1-1 1,1 1-1,-1 0 0,1 1 1,0-1-1,0 0 1,0 1-1,0-1 0,0 1 1,1-1-1,-1 1 0,1 0 1,0 0-1,0 0 1,0-1-1,0 1 0,0 0 1,0 0-1,0 6 1,-1 2-98,1 0 1,-1 0-1,2 1 1,-1-1-1,2 0 1,2 20-1,1-19-10,0-1-1,0 0 1,2 0 0,-1-1 0,1 1-1,1-1 1,7 10 0,12 12-4243,-23-22-1860</inkml:trace>
</inkml:ink>
</file>

<file path=ppt/ink/ink9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32:45.32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46 5475,'0'0'18259,"6"-2"-16990,42-25 2541,-76 28-1669,15-6-1086,13 5-1042,0 0 0,-1-1 0,1 1 0,0 0 0,0 0 0,0-1 0,0 1-1,0 0 1,0 0 0,0-1 0,-1 1 0,1 0 0,0 0 0,0-1 0,0 1-1,0 0 1,0 0 0,0-1 0,0 1 0,0 0 0,0 0 0,1-1 0,-1 1 0,0 0-1,0 0 1,0-1 0,0 1 0,0 0 0,0 0 0,0 0 0,1-1 0,-1 1 0,0 0-1,0 0 1,0 0 0,0-1 0,1 1 0,-1 0 0,0 0 0,1 0 0,-1-1-13,0 1 1,0 0 0,0 0 0,1-1 0,-1 1 0,0 0 0,0 0 0,1 0 0,-1-1 0,0 1-1,1 0 1,-1 0 0,0 0 0,1 0 0,-1 0 0,0 0 0,1 0 0,-1 0 0,0 0 0,0 0-1,1 0 1,-1 0 0,0 0 0,1 0 0,-1 0 0,0 0 0,1 0 0,-1 0 0,0 0-1,1 0 1,-1 0 0,0 0 0,1 1 0,-1-1 0,0 0 0,0 0 0,1 0 0,-1 1 0,0-1-1,0 0 1,1 0 0,-1 1 0,0-1 0,0 0 0,0 0 0,0 1 0,1 0 0,4 10-346,2 11-2809,-1-1-4790,-5-8-1941</inkml:trace>
</inkml:ink>
</file>

<file path=ppt/ink/ink9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32:45.66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75 8948,'0'0'14441,"5"-4"-13315,85-67 3925,-88 103-2840,12-32-4243,25-1-7592,-13-3-524</inkml:trace>
</inkml:ink>
</file>

<file path=ppt/ink/ink9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32:46.28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1 740 3522,'0'0'18702,"11"-20"-17337,0 2-967,70-109 2193,73-79 377,89-130-2503,-238 328-452,-5 6 4,1 1 0,0-1 0,0 1 1,-1-1-1,1 1 0,1-1 0,-1 1 0,0-1 0,0 1 0,0 0 0,1 0 1,-1 0-1,1 0 0,-1 0 0,1 0 0,2-2 0,-3 19 533,-21 182 1352,20-190-1902,0 0 0,1 0 0,0 0 0,0 0 0,4 11 0,-5-18 0,1 0 0,-1 0 0,0 0 0,1 0 0,-1 0 0,1 0 0,-1 0 0,1-1 0,-1 1 0,1 0 0,0 0 0,-1 0 0,1 0 0,0-1 0,0 1 0,-1 0 0,1-1 0,0 1 0,0 0 0,0-1 0,0 1 0,0-1 0,0 0 0,0 1 0,0-1 0,0 0 0,0 0 0,0 1 0,0-1 0,0 0 0,0 0 0,1 0 0,-1 0 0,0 0 0,0-1 0,0 1 0,0 0 0,0 0 0,0-1 0,0 1 0,0-1 0,0 1 0,0-1 0,0 1 0,0-1 0,-1 1 0,1-1 0,0 0 0,0 1 0,0-1 0,-1 0 0,2-1 0,13-13 0,-1 0 0,0 0 0,17-26 0,-2 3-16,8-9-237,39-64-1,-81 201 777,2-72-523,-2 8 0,1-1 0,0 41 0,4-59 0,0 0 0,1 0 0,0 0 0,0 0 0,1 0 0,-1-1 0,2 1 0,-1 0 0,1-1 0,0 0 0,0 0 0,0 1 0,1-2 0,7 9 0,-5-5-59,7 4-2148,0-9-8528</inkml:trace>
</inkml:ink>
</file>

<file path=ppt/ink/ink9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32:46.52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12 16568,'0'0'14982,"95"18"-14805,-75-13-177,-6-3-48,-1 0-481,1-2-943,-1 0-1106,1 0-1119,-1-4-2194,1-14-2769,6 2 993</inkml:trace>
</inkml:ink>
</file>

<file path=ppt/ink/ink9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32:46.69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401 1 3698,'0'0'19155,"-16"25"-16623,-4 8-1699,-81 124 2733,-28 42-451,10 9-4848,118-207 1565,-10 22-1617,8-8-2358</inkml:trace>
</inkml:ink>
</file>

<file path=ppt/ink/ink9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32:47.09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143 156 13350,'0'0'15589,"-11"18"-13895,-4 5-1182,-11 17 237,-31 65 1,51-93-740,1 0 1,0 0-1,1 0 0,0 0 0,1 1 1,1-1-1,0 1 0,0 0 0,1 0 1,1-1-1,2 23 0,-1-33-10,0-1-1,-1 0 1,1 1-1,0-1 1,0 0 0,1 0-1,-1 0 1,0 0-1,0 0 1,0 0 0,1 0-1,-1 0 1,0 0-1,1-1 1,-1 1 0,1 0-1,-1-1 1,1 1-1,-1-1 1,1 0 0,-1 0-1,1 1 1,-1-1-1,1 0 1,0 0 0,2-1-1,45-4-223,-39 0 154,0 1 0,0-2 0,-1 1 0,0-1 1,0 0-1,0-1 0,-1 0 0,0-1 0,0 0 0,7-9 0,9-14-171,30-48 0,-46 62 238,0 1-1,-1-1 1,0 0-1,-2-1 1,0 1-1,-1-1 1,-1 0 0,0-1-1,-2 1 1,0 0-1,-1-1 1,-1 1-1,-5-34 1,6 50-6,0-1-1,-1 1 1,1-1 0,-1 1 0,0-1-1,1 1 1,-1 0 0,0-1 0,0 1-1,-1 0 1,1 0 0,0 0-1,-1 0 1,1 0 0,-1 0 0,0 0-1,0 0 1,1 0 0,-1 1 0,0-1-1,0 1 1,-1 0 0,1-1-1,0 1 1,0 0 0,-1 0 0,1 0-1,-1 1 1,1-1 0,0 1-1,-1-1 1,1 1 0,-1 0 0,0 0-1,1 0 1,-5 0 0,1 1-264,-1 1 0,1-1 0,-1 1 1,1 0-1,0 1 0,0-1 0,0 1 0,0 1 0,0-1 1,1 1-1,-1 0 0,-8 7 0,-51 60-7228,30-33-429,7-7-1709</inkml:trace>
</inkml:ink>
</file>

<file path=ppt/ink/ink9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32:47.34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10789,'0'0'13347,"20"7"-10308,149 47 1931,-158-50-4915,0 0 0,0 0 0,0 1 0,0 1 0,-1 0 0,19 14 0,-26-15-368,-3-1-4022</inkml:trace>
</inkml:ink>
</file>

<file path=ppt/ink/ink9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32:47.77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32 6867,'0'0'22197,"4"8"-20127,5 8-1276,-6-8-626,1-1 0,0 0 0,1 0 0,8 11 0,-11-16-168,0 0 0,0 0 0,1 0 0,-1 0 0,1 0 0,-1-1 0,1 1 0,0-1 0,-1 1 0,1-1-1,0 0 1,0 0 0,0 0 0,0-1 0,0 1 0,0-1 0,6 1 0,0-1 0,1-1 0,-1 0 0,0-1 0,0 1 0,0-2 0,0 1 0,0-1 0,0-1 0,-1 1 0,1-2 0,12-7 0,0-4 0,0-1 0,31-33 0,-52 49 0,9-4 0,-8 5 0,0-1 0,-1 1 0,1 0 0,-1 0 0,1 0 0,0 0 0,-1 0 0,1 1 0,0-1 0,-1 0 0,1 0 0,-1 0 0,1 0 0,0 1 0,-1-1 0,1 0 0,-1 1 0,1-1 0,-1 0 0,1 1 0,-1-1 0,1 0 0,-1 1 0,1-1 0,-1 1 0,0-1 0,1 1 0,-1-1 0,0 1 0,1 0 0,-1-1 0,0 1 0,0-1 0,1 2 0,6 23 0,-6-19 0,1-3-89,-1 0 0,0 0 0,1-1-1,0 1 1,0 0 0,-1-1 0,2 1 0,-1-1 0,0 1-1,0-1 1,5 3 0,19 2-8317,-11-7-1503</inkml:trace>
</inkml:ink>
</file>

<file path=ppt/ink/ink9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32:48.16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67 9668,'0'0'19223,"10"1"-17951,31 3-460,-14 0-721,0-1 0,0-1 0,0-1 0,30-4 0,-55 3-183,0-1 0,0 1 0,0-1-1,0 1 1,0-1 0,0 0 0,-1 0 0,1 0-1,0 0 1,0 0 0,-1 0 0,1-1-1,0 1 1,-1 0 0,1-1 0,-1 0-1,0 1 1,0-1 0,1 0 0,-1 1 0,0-1-1,0 0 1,-1 0 0,1 0 0,1-3-1,-2 4 63,0-1 0,0 1-1,0 0 1,0-1 0,-1 1-1,1-1 1,0 1-1,-1-1 1,1 1 0,-1 0-1,1-1 1,-1 1 0,1 0-1,-1-1 1,0 1-1,0 0 1,0 0 0,0 0-1,0 0 1,0 0 0,0 0-1,0 0 1,0 0 0,0 0-1,-1 0 1,1 1-1,0-1 1,0 0 0,-1 1-1,1-1 1,-1 1 0,1 0-1,0-1 1,-1 1-1,1 0 1,-3 0 0,-9-3 181,0 1 1,-1 1 0,1 0-1,-21 2 1,32-1-77,-1 0 0,0 0 0,1 0 0,-1 1 0,0-1 0,1 1 0,-1 0 0,1 0-1,-1-1 1,1 2 0,-1-1 0,1 0 0,-1 0 0,1 1 0,0 0 0,0-1 0,0 1 0,0 0 0,0 0 0,0 0 0,0 0 0,1 0 0,-1 0 0,1 1 0,0-1 0,-1 0 0,1 1 0,-1 2 0,1 0-113,0-1 0,0 0 0,1 0 1,-1 1-1,1-1 0,0 0 0,0 1 0,1-1 0,-1 1 1,1-1-1,0 0 0,0 0 0,0 1 0,0-1 1,1 0-1,0 0 0,4 7 0,-4-8-267,1-1 1,-1 1-1,1-1 0,-1 1 1,1-1-1,0 0 0,0 0 1,0 0-1,4 1 0,40 11-6460,-14-12-1031,1-1 254</inkml:trace>
</inkml:ink>
</file>

<file path=ppt/ink/ink9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32:48.56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31 10837,'0'0'17861,"5"-2"-15937,19-9-518,-23 11-1389,0 0 0,0-1 0,0 1-1,-1 0 1,1 0 0,0 0 0,0 0 0,0 0 0,0 0 0,0 0 0,0 0-1,0 0 1,0 0 0,0 0 0,0 1 0,0-1 0,0 0 0,0 1-1,-1-1 1,1 1 0,0-1 0,0 1 0,0-1 0,-1 1 0,1-1-1,0 1 1,0 0 0,-1-1 0,1 1 0,-1 0 0,1 0 0,-1 0 0,1-1-1,-1 1 1,1 0 0,-1 0 0,0 0 0,1 0 0,-1 1 0,1 1 47,2 0-61,-1-1-1,1 0 1,0 1-1,-1-1 1,1 0-1,0-1 1,0 1-1,0 0 1,0-1-1,0 0 1,1 0-1,-1 0 1,0 0-1,1 0 1,-1-1-1,0 1 1,1-1-1,-1 0 1,1 0-1,4-1 1,-1 1-76,0-1 0,0 0 1,-1 0-1,1-1 0,0 0 0,-1 0 0,0-1 1,1 0-1,7-5 0,-7 4-39,-4 3 121,0-1-1,0 1 1,0-1-1,0 0 1,-1 0-1,1 1 1,-1-2-1,0 1 1,1 0-1,-1 0 1,0-1-1,0 1 1,0-1 0,2-5-1,12 39 651,-15-28-790,1-1 0,0 0 0,-1 1 0,1-1 0,0 0 0,0 0 0,0 0 0,1 0 1,-1 0-1,0 0 0,5 2 0,-4-3-1069,0 1 0,0-1 0,1 0 1,-1 0-1,0 0 0,1-1 0,-1 1 1,1-1-1,3 1 0,14-1-8490</inkml:trace>
</inkml:ink>
</file>

<file path=ppt/ink/ink9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32:48.93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28 122 10725,'0'0'14217,"17"0"-13235,5 0-703,0 2 186,1-2 1,42-5-1,-62 5-457,0-1 0,0 0 0,0 0 0,0 0 0,0 0 0,-1 0 0,1-1 0,0 1 0,-1-1 0,1 0 0,-1 1 0,1-1 0,-1 0 0,0-1 0,0 1 0,0 0 0,0-1 0,0 1 0,2-5 0,-4 6-5,1-1 0,0 1-1,-1-1 1,1 0-1,-1 1 1,0-1 0,0 0-1,1 0 1,-1 1-1,0-1 1,0 0-1,-1 0 1,1 1 0,0-1-1,-1 0 1,1 0-1,-1 1 1,1-1 0,-1 0-1,0 1 1,1-1-1,-1 1 1,0-1 0,0 1-1,0-1 1,0 1-1,-1 0 1,1 0-1,0-1 1,-1 1 0,1 0-1,0 0 1,-3-1-1,-3-2 46,0 0-1,0 1 1,-1-1-1,1 1 0,-1 1 1,0 0-1,0 0 0,0 0 1,0 1-1,0 0 1,0 1-1,0 0 0,0 0 1,-16 2-1,21-1 13,-1 0 0,0 0 0,0 0 0,1 0 0,-1 0 0,1 1 0,-1-1 0,1 1 0,-1 0 0,1 0 0,0 0 0,0 1-1,0-1 1,0 1 0,0-1 0,1 1 0,-1 0 0,1 0 0,0 0 0,0 1 0,0-1 0,0 0 0,0 1 0,1-1 0,0 1 0,-1 0 0,1-1 0,1 1 0,-1 0 0,1 0 0,-1 0 0,1 4 0,0-3-142,0-1 1,0 1 0,1-1 0,-1 1 0,1-1-1,0 0 1,0 1 0,0-1 0,1 0 0,0 0-1,0 0 1,0 0 0,0 0 0,5 7 0,-3-7-350,0-1-1,1 1 1,-1-1 0,1 0 0,-1 0 0,1 0 0,0 0 0,0-1 0,1 0 0,-1 0 0,0-1 0,6 2 0,35 3-6591,1-6-3476</inkml:trace>
</inkml:ink>
</file>

<file path=ppt/ink/ink9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32:49.20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129 1 2993,'0'0'14009,"-11"22"-10049,4-8-3277,-13 24 1162,1 2 0,-25 80 0,44-119-1865,-10 28 420,10-29-447,0 1 1,0 0-1,0-1 0,0 1 1,0 0-1,0-1 1,0 1-1,-1 0 0,1-1 1,0 1-1,-1-1 0,1 1 1,0-1-1,-1 1 1,1 0-1,-1-1 0,1 1 1,-1-1-1,1 1 0,-1-1 1,1 0-1,-1 1 0,1-1 1,-1 0-1,0 1 1,1-1-1,-1 0 0,1 0 1,-1 1-1,0-1 0,1 0 1,-1 0-1,0 0 0,0 0 1,0 0-1,-1-24-3608,3 18 2623,0-9-365,1 1-1,0-1 1,1 1 0,1-1 0,0 1 0,1 0 0,1 1-1,0-1 1,1 1 0,0 0 0,1 1 0,11-14 0,8-11-1634</inkml:trace>
</inkml:ink>
</file>

<file path=ppt/ink/ink9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32:49.48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0 154 2305,'36'-17'3647,"-35"17"-3437,0 0-1,0 0 0,0-1 1,0 1-1,0 0 1,-1 0-1,1 1 1,0-1-1,0 0 1,0 0-1,0 0 1,0 0-1,-1 1 1,1-1-1,0 0 1,0 1-1,0-1 1,-1 1-1,1-1 1,0 1-1,-1-1 1,1 1-1,0 0 1,-1-1-1,1 1 1,-1 0-1,1-1 0,-1 1 1,1 0-1,-1-1 1,1 1-1,-1 0 1,0 0-1,0 0 1,1 0-1,-1 1 1,11 41 3388,-7-25-2104,-2-11-1116,1 1-1,1-1 1,-1 0-1,1 0 0,0 0 1,1-1-1,-1 1 1,1-1-1,1 0 1,-1 0-1,1-1 0,7 6 1,-5-5-244,1-1 0,-1 0 1,1-1-1,0 1 0,0-2 0,0 1 1,1-1-1,-1-1 0,1 0 0,0 0 1,0-1-1,-1 0 0,1 0 1,18-3-1,-24 2-109,0-1 1,-1-1-1,1 1 1,0 0-1,-1-1 1,1 0-1,-1 0 1,0 0-1,0 0 1,1 0-1,-2-1 0,1 1 1,0-1-1,0 0 1,-1 0-1,1 0 1,-1 0-1,2-4 1,4-6 130,0-1-1,-1 1 1,5-17 0,-5 12 45,9-23 623,-1-1 0,14-63 0,-28 80-506,-1 23-460,-2 19-1704,-13 10-811,-2 6-4896,10-15-1627</inkml:trace>
</inkml:ink>
</file>

<file path=ppt/ink/ink9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32:49.90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21 68 5683,'0'0'20860,"-2"3"-19836,-2 6-924,1 0 0,0 1 0,1-1 0,0 0 1,0 1-1,1 0 0,0-1 0,0 1 0,2 12 0,34-26-935,-8-10 816,0-1 0,-1-1 1,0-1-1,28-27 0,-50 42 95,-1 0 1,0 0-1,0-1 0,0 1 0,-1-1 0,1 0 0,-1 0 1,1 0-1,-1 0 0,0 0 0,0-1 0,0 1 1,-1-1-1,1 1 0,-1-1 0,0 0 0,0 1 0,0-1 1,0-5-1,-1 8 238,-2 2-319,0-1-1,0 1 0,1 0 0,-1-1 0,0 1 1,0 0-1,1 0 0,-1 0 0,0 1 0,1-1 1,-1 0-1,1 1 0,0-1 0,-1 1 0,1-1 1,0 1-1,0-1 0,0 1 0,0 0 0,0 0 1,0-1-1,0 1 0,0 2 0,-6 24-2539,9-4-5442,3-16-142</inkml:trace>
</inkml:ink>
</file>

<file path=ppt/ink/ink9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32:50.42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238 486 4994,'0'0'23243,"-20"-5"-20917,4 1-1867,-1-1-210,1 0 1,-1 2-1,-1 0 0,1 1 0,0 0 1,-33 3-1,47-1-249,1 1 0,-1-1 0,1 1 0,-1 0 0,1 0 0,0 0 0,0 0 0,-1 1 0,1-1 0,0 0 0,0 1 0,0 0 0,0-1 0,0 1 0,1 0 0,-1 0 0,0 0 0,1 0 0,0 0 0,-1 0 0,1 1 0,0-1 0,0 0 0,0 1 0,1-1 0,-1 1 0,0-1 0,1 1 0,0-1 0,-1 1 0,1-1 0,0 1 0,0-1 0,1 5 0,0-6 0,0 0 0,0 0 0,0-1 0,1 1 0,-1 0 0,0-1 0,0 1 0,1-1 0,-1 1 0,0-1 0,0 1 0,1-1 0,-1 0 0,0 0 0,1 0 0,-1 0 0,0 0 0,1 0 0,1 0 0,38 0 0,-35-1 0,5 0 0,0 0 0,0-1 1,0-1-1,0 0 0,0 0 0,-1-1 0,1-1 1,-1 1-1,0-2 0,0 1 0,-1-1 0,9-8 1,15-12-363,55-57 1,-13 10-542,-42 44 719,-1-2 0,-2-1 0,-2-1 0,41-62 1,-65 89 353,-1 0 1,0-1 0,0 0-1,0 1 1,-1-1 0,0 0 0,-1-1-1,2-11 1,-24 31 835,2 7-1006,2 0 0,0 2 0,1 0 0,1 0 0,1 2 0,1 0 0,1 0 0,1 1 0,2 1 0,0-1 0,1 2 0,1-1 0,2 1 0,1 0 0,0 0 0,2 0 0,2 29 0,-1-52-8,1 0-1,0 0 1,0 0-1,0 0 1,1 0-1,-1 0 1,0 0-1,1 0 1,0 0-1,0 0 1,0-1-1,0 1 1,0 0-1,1-1 1,-1 1-1,4 4 1,15 2-3066,14-9-5524,-14-1-1804</inkml:trace>
</inkml:ink>
</file>

<file path=ppt/ink/ink9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32:50.81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62 7411,'0'0'18155,"12"7"-16471,-4-2-1482,-1 1-38,1-2 1,-1 1-1,1-1 1,1 0-1,-1 0 1,0-1-1,1 0 1,0-1-1,0 0 1,11 1-1,-12-2-168,-1-1-1,1-1 0,-1 0 0,0 0 1,1 0-1,-1-1 0,0 0 1,0 0-1,0-1 0,10-4 0,-14 4-5,0 1-1,0 0 1,0-1-1,-1 1 0,1-1 1,-1 0-1,1 0 0,-1 0 1,0 0-1,0 0 1,0 0-1,-1-1 0,1 1 1,-1 0-1,0-1 1,0 0-1,0 1 0,0-1 1,-1 0-1,1 1 0,-1-1 1,0-6-1,-1 9 61,0 0 0,1 0 1,-1 0-1,0 0 0,0 0 0,0 0 0,0 0 0,0 0 0,0 0 0,0 1 0,0-1 0,0 0 0,0 1 0,0-1 1,-1 1-1,1-1 0,0 1 0,0 0 0,0-1 0,-1 1 0,1 0 0,0 0 0,-1 0 0,1 0 0,0 0 0,0 0 1,-1 0-1,1 1 0,-2-1 0,-45 7 1993,41-4-2035,0 0 1,1 1-1,-1 0 1,1 0 0,-1 1-1,1-1 1,1 1-1,-1 1 1,1-1-1,0 1 1,0 0-1,0 0 1,1 1-1,0-1 1,0 1-1,1 0 1,0 0 0,0 0-1,0 0 1,1 1-1,0-1 1,1 1-1,0-1 1,0 1-1,0-1 1,1 1-1,0 0 1,1 0-1,1 11 1,0-14-10,0 0 1,0 0-1,0 0 0,1-1 0,-1 1 1,1-1-1,0 1 0,0-1 1,1 0-1,-1 0 0,1-1 1,0 1-1,5 3 0,19 6-8206</inkml:trace>
</inkml:ink>
</file>

<file path=ppt/ink/ink9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32:52.19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0 278 2561,'0'0'5819,"15"0"-4859,9 0-520,105 0 2247,157-20 0,839-75 800,-984 92-3307,299-19-737,-406 16 574,44-13-1,31-6 93,47 11 256,216 7 1,-241 8-430,-107-2 411,-1-2 0,40-8 1,22-4 957,368-14 1203,-411 23-1598,-64 7 3728,-21-3-7476,1 0-1870,-4 2-2367</inkml:trace>
</inkml:ink>
</file>

<file path=ppt/ink/ink9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32:54.50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28 64 256,'0'0'7772,"0"-4"-6350,-5-12 752,-16 13 2807,19 3-4250,36 1-634,-27-2-85,540 4-289,660-8-617,7-31 1839,-687 33 262,-329 5 760,-3-3 4919,-196 2-6837,1 1 0,0-1 0,-1 0 1,1 0-1,-1 1 0,1-1 0,-1 0 0,0 0 0,0 0 0,0 1 0,1-1 1,-1 0-1,0 0 0,0 0 0,-2 1 0,2-2 6,-2 5-23,0 0 0,1-1 1,-1 1-1,1 0 1,0 0-1,0 0 1,1 0-1,-1 1 1,1-1-1,0 0 1,0 11-1,2 71 306,1-43-278,-15 299 1580,11-299-1339,2 0 0,2-1 1,1 1-1,2 0 0,3-1 0,23 78 0,-3-37-197,45 160-96,-67-202-8,-2-1 0,-2 1 0,-5 60 0,1-14 0,2 153 0,1-229 0,1-1 0,0 1 0,0-1 0,1 1 0,6 14 0,6 22 0,-3 14 0,-4 0 0,2 73 0,-10 130 0,-3-102 0,2-113 0,2 0 0,2-1 0,2 1 0,2-1 0,19 66 0,-20-97 0,60 209 0,-56-184 0,-3 1 0,-1 0 0,0 60 0,-6-31 0,-2-1 0,4 0 0,12 77 0,101 658 0,-114-802 0,31 198 0,-25-151 0,-2-16 0,-3-32 0,-2-16 0,0 10-12,0 0-1,0 0 1,-1 0 0,1 1-1,-1-1 1,1 0 0,-1 0 0,0 1-1,1-1 1,-1 0 0,0 1-1,0-1 1,-1 1 0,1-1-1,0 1 1,0-1 0,-1 1 0,1 0-1,-3-2 1,-34-19-3221,21 14 74,-24-18-5938</inkml:trace>
</inkml:ink>
</file>

<file path=ppt/ink/ink9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32:56.55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65 845 1185,'0'0'4217,"-3"-10"-3152,-5-38 741,5 4 4296,1 42-5961,0 1 0,0-1 0,0 1 0,0 0 0,0 0 0,0 0 1,0 0-1,-1 0 0,1 1 0,0-1 0,0 1 0,-1-1 0,1 1 1,-4 0-1,-8-4 1132,38 1-526,377-15 3550,-73 5-4103,53-8-114,284-19 61,-587 33-137,627-32-37,81 51 129,-650-19-109,249-45 0,-316 40-17,1195-151-1276,-936 126 181,-248 28 927,1789-172-791,-569 122 1697,-786 39 662,17-31 3054,-502 48-3290,1 1 1,54 4 0,-18 0-634,-21-2-299,22-1 481,-49 2 51,-16 0-227,-6 0 110,-40 12-2169,-45 19-1,33-11-5178,10-5-1809</inkml:trace>
</inkml:ink>
</file>

<file path=ppt/ink/ink9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32:57.43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68 5 448,'0'0'10469,"20"-5"-8916,-20 7-1569,0 7-32,-13-2-481,-1 4-799,-6-4-929,-1 0-544,1-5-865</inkml:trace>
</inkml:ink>
</file>

<file path=ppt/ink/ink9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32:58.87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143 8 1601,'-119'-6'1849,"96"5"5717,22 8-3558,8 23-1733,2-2-688,-2 2 0,6 38 1,-1 130 1089,-5-61-1750,73 528 1346,2 53-656,-78-661-1586,26 638 149,-29-625-116,2 0 0,3-1 0,25 109 0,-28-161-58,-3-14-7,0 1 0,1-1 0,-1 1 0,1-1 0,0 0 0,0 1 0,0-1-1,0 0 1,1 0 0,-1 0 0,1 0 0,3 5 0,-4-6-7,-1-2 256,1-4-246,1 1 0,-1-1 0,1 0 0,-1 1 0,1-1 0,0 1 0,0 0 0,1-1 0,-1 1 0,1 0 0,-1 1 0,1-1 0,0 0 0,0 1 0,0-1 0,1 1 0,3-2 0,65-34 26,44-3-40,3 5 1,132-22-1,207-12 50,6 31 22,-5 1-115,1486-176 42,-1186 157 29,411 15 37,-414-10 43,450-25 273,-1 52-100,-621 38 29,-55-13 1055,-529 0-1353,0 0 0,0 0 0,0 0 0,-1 0 0,1-1 0,0 1 0,0 0 0,0 0 0,0 0 0,-1-1 0,1 1 0,0 0 0,0 0 0,0 0 0,0-1 0,0 1 0,0 0 0,0 0 0,0-1 0,-1 1 0,1 0 0,0 0 0,0 0 0,0-1 0,0 1 0,0 0 0,0 0 0,1-1 0,-1 1 0,0 0 0,0 0 0,0-1 0,0 1 0,0 0 0,0 0 0,0 0 0,0-1 0,0 1 0,1 0 0,-1 0 0,0 0 0,0-1 0,0 1 0,0 0 0,1 0 0,-1 0 0,0 0 0,0-1 0,0 1 0,1 0 0,-1 0 0,0 0 0,0 0 0,1 0 0,-1 0 0,0 0 0,0 0 0,0 0 0,1 0 0,-1 0 0,0 0 0,0 0 0,1 0 0,-1 0 0,0 0 0,0 0 0,1 0 0,-1 0 0,-11-10 0,-60-16-3218,60 21 948,1 0 1,-1 0-1,1-1 0,-12-10 0,-6-11-8663</inkml:trace>
</inkml:ink>
</file>

<file path=ppt/ink/ink9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33:00.29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26 1008,'0'0'5667,"1"-4"-3938,3-4-844,8-4 4913,-11 12-5582,-1-1-1,1 1 0,-1 0 1,1 0-1,-1 0 0,1-1 1,-1 1-1,1 0 1,-1 0-1,1 0 0,-1 0 1,1 0-1,0 0 0,-1 0 1,1 0-1,-1 0 0,1 0 1,-1 0-1,1 1 0,-1-1 1,1 0-1,-1 0 0,1 0 1,-1 1-1,1-1 0,0 1 1,8 12 697,-3 10 134,-1 0 0,0 0-1,-2 0 1,-1 1 0,0 33 0,2 25 281,11 589 2055,-17-436-3423,2-154 40,14 319 0,-2-279 0,38 228 0,4-6 0,-49-319 0,1 0 0,0 0 0,2-1 0,20 41 0,-14-33 0,-6-13 0,-1 1 0,-1 0 0,0 0 0,-1 0 0,-1 1 0,-1 0 0,-1 0 0,-1-1 0,0 1 0,-5 37 0,-5-26 0,7-26 0,0 1 0,1-1 0,-1 1 0,1-1 0,0 1 0,0 8 0,1 272-83,0-285-68,0 1 0,0-1 0,0 0 0,-1 1 0,1-1-1,0 0 1,-1 1 0,1-1 0,-1 0 0,1 0 0,-1 1 0,0-1 0,1 0-1,-1 0 1,0 0 0,0 0 0,-1 1 0,1-1-752,-1 1 1,1-1-1,-1-1 1,1 1-1,-1 0 0,1 0 1,-1 0-1,1-1 1,-1 1-1,0-1 1,1 1-1,-1-1 0,-2 0 1,-9 1-12232</inkml:trace>
</inkml:ink>
</file>

<file path=ppt/ink/ink9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33:27.41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41 90 1873,'0'0'11797,"6"-15"-10007,16-44-330,-17 43 5902,-8 18-5900,-8 14-1626,3 7 578,1 1 1,1-1 0,1 1-1,-3 36 1,3 102 278,5-154-682,0-2 2,1 1 0,0-1 0,0 1-1,1-1 1,4 10 0,3 27-520,-29-67-11941,6 7 3791,8 11 4092</inkml:trace>
</inkml:ink>
</file>

<file path=ppt/ink/ink9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33:27.87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0 124 2417,'0'0'11259,"3"-7"-9178,-3 5-1858,0 0 1,1-1 0,-1 1-1,1 0 1,0 0-1,-1 0 1,1 0 0,0 0-1,0 0 1,1 0 0,-1 0-1,0 0 1,1 0 0,-1 0-1,1 1 1,-1-1 0,1 1-1,0-1 1,0 1 0,-1 0-1,1 0 1,0-1 0,0 1-1,0 0 1,1 1 0,-1-1-1,0 0 1,0 1 0,0-1-1,1 1 1,-1 0 0,0-1-1,0 1 1,1 0 0,1 1-1,20-5 391,-1 0 0,0-1 0,-1-2 0,24-9 0,-19 6-408,0 1 0,32-5-1,-54 13 1868,-7 3-2766,-2 3-4118,16-3-2896,18-2-1047</inkml:trace>
</inkml:ink>
</file>

<file path=ppt/ink/ink9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33:28.56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51 140 3762,'0'0'10791,"3"-2"-9513,3 1-850,-1 0 0,0 0 0,1 0 0,-1 1 1,1-1-1,-1 1 0,0 1 0,1-1 0,-1 1 0,1 0 0,8 2 0,39 5 964,-44-8-1348,0 0 0,0-1 0,0 0 0,0 0 0,0-1 0,12-3 1,-18 4-50,-1 0 0,0 0 1,1-1-1,-1 1 1,0 0-1,0-1 1,0 1-1,0-1 1,0 0-1,-1 0 0,1 1 1,0-1-1,-1 0 1,1-1-1,-1 1 1,0 0-1,0 0 1,0-1-1,0 1 0,0 0 1,0-1-1,0 1 1,-1-1-1,0 1 1,1-1-1,-1 1 1,0-6-1,0 6-28,1-1 0,-1 0 0,0 1 0,0-1 0,0 1 0,-1-1 0,1 0 0,0 1 0,-1-1 1,0 1-1,1-1 0,-1 1 0,0-1 0,-1 1 0,1-1 0,0 1 0,-1 0 0,1 0 0,-1 0 0,1 0 0,-1 0 0,0 0 0,0 0 0,0 0 0,0 1 0,0-1 0,-1 1 0,1 0 0,0-1 1,-1 1-1,1 0 0,-1 0 0,1 1 0,-1-1 0,1 0 0,-1 1 0,0 0 0,1-1 0,-4 1 0,-8-2 56,0 1 0,0-1 0,0 2-1,0 0 1,0 1 0,0 0 0,-20 5 0,29-4 71,0-1-1,0 1 1,0 0 0,0 0-1,0 1 1,1-1-1,-1 1 1,1 0 0,0 0-1,-1 1 1,1-1 0,1 1-1,-1 0 1,1 0 0,-1 0-1,1 0 1,0 1 0,1-1-1,-1 1 1,1 0 0,0 0-1,-2 8 1,1-3 27,0 0 0,1 0-1,1 0 1,-1 0 0,2 0 0,-1 0-1,2 1 1,-1-1 0,1 0 0,5 20-1,-4-25-279,0 0-1,0 0 1,0 0-1,0 0 1,1-1-1,0 1 1,0-1-1,0 1 1,0-1 0,1 0-1,0 0 1,0-1-1,0 1 1,0-1-1,0 0 1,1 0-1,0 0 1,-1-1-1,1 1 1,0-1-1,0 0 1,7 1-1,39 4-5469,0-10-3276,-17-8 2219</inkml:trace>
</inkml:ink>
</file>

<file path=ppt/ink/ink9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33:28.97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61 1281,'0'0'17378,"7"-4"-14942,-5 2-2288,0 1 35,0-1 0,0 1 0,0 0 0,0-1 0,0 1 0,0 0 0,1 1-1,-1-1 1,0 0 0,3 0 0,-3 1-94,-1 0 0,0 1 0,0-1 0,1 1 0,-1-1 0,0 0 0,0 1 0,0 0 0,0-1 0,0 1 0,0 0 0,0-1 0,0 1 0,0 0 0,0 0 0,0 0 0,0 0 0,0 0 0,-1 0 0,1 0 0,0 0 0,-1 0 0,1 0 0,-1 1 0,1-1 0,-1 0 0,0 0 0,1 2 0,2 4 165,0 1 1,0-1-1,1 0 0,0-1 1,0 1-1,1-1 1,0 1-1,11 9 0,-14-13-256,0-1-1,1 0 0,0-1 0,-1 1 0,1 0 1,0-1-1,0 1 0,0-1 0,0 0 1,0 0-1,0 0 0,0-1 0,0 1 0,0-1 1,0 1-1,0-1 0,1 0 0,-1 0 0,0-1 1,0 1-1,0 0 0,0-1 0,0 0 0,0 0 1,5-2-1,-3 0-65,-1 0 1,1 0 0,-1 0-1,0 0 1,0-1 0,-1 0-1,1 1 1,-1-2-1,5-6 1,28-49-448,-22 35 511,-8 6-118,-4 13 775,-2 13 2509,0-2-3146,0-1 0,0 0 1,0 1-1,1-1 0,0 0 1,-1 0-1,2 0 0,-1 1 1,0-1-1,1 0 0,0-1 1,0 1-1,0 0 0,0 0 1,1-1-1,-1 1 0,1-1 1,0 0-1,4 4 0,-2-4-452,0 0 0,0 0 0,1 0 0,0-1 0,-1 1 0,1-1 0,0 0 0,0-1-1,0 0 1,0 0 0,0 0 0,0-1 0,10 0 0,-16 0 409,35-1-4321,4-9-3587,0-10-2112</inkml:trace>
</inkml:ink>
</file>

<file path=ppt/ink/ink9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33:29.57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434 1 5747,'0'0'17042,"-18"1"-15577,-58 4-438,72-5-982,1 1 0,-1-1 1,0 1-1,1 0 0,-1 0 0,0 0 0,1 1 0,-1-1 1,1 1-1,0 0 0,-1 0 0,1 0 0,0 0 1,0 1-1,0-1 0,1 1 0,-1 0 0,1-1 1,-1 1-1,1 1 0,0-1 0,0 0 0,0 0 1,1 1-1,-1-1 0,1 1 0,0-1 0,-1 1 1,2 0-1,-1 0 0,0-1 0,1 1 0,0 7 1,0-11-52,1 1 0,-1-1 0,1 1 1,-1 0-1,1-1 0,-1 1 0,1-1 1,0 1-1,-1-1 0,1 0 0,0 1 1,-1-1-1,1 0 0,0 1 0,0-1 1,-1 0-1,1 0 0,0 0 0,0 1 1,-1-1-1,1 0 0,0 0 0,0 0 1,0 0-1,1-1 0,31 1-99,-24 0 74,-2 0-72,1 0 0,0 0 0,-1 0 0,1-1 0,-1 0 0,1-1 0,-1 0 0,0 0 0,0 0 0,0-1 0,0 0 0,0-1 0,0 1 0,12-10 0,-26 21 455,2 1-1,-1 0 1,2 0-1,-7 15 1,-17 31 444,-221 299 2261,241-343-3036,-66 95 201,67-92-193,-1 0 0,1 0 1,1 1-1,1-1 0,0 1 1,-3 19-1,7-33-31,1 0 1,0 0-1,0-1 0,0 1 0,0 0 0,0 0 0,0 0 0,0 0 1,0 0-1,0-1 0,0 1 0,0 0 0,1 0 0,-1 0 0,0 0 1,1-1-1,-1 1 0,0 0 0,1 0 0,-1-1 0,1 1 0,-1 0 1,1-1-1,0 1 0,-1 0 0,1-1 0,0 1 0,-1-1 1,1 1-1,0-1 0,0 0 0,1 1 0,1 0 3,1 0 0,-1 0 0,1-1 0,-1 1 0,1-1 0,-1 0 0,1 0-1,6-1 1,5-2 18,0 0-1,-1 0 1,20-9 0,26-14 70,-2-2 1,-1-4-1,-1-1 1,56-46 0,-103 72-1,0 0 1,-1-1-1,0 0 1,7-9-1,2-16-1422,-14 6-2920,-3 26 3924,0 0-1,0 0 1,0 0-1,-1 0 1,1 1 0,0-1-1,-1 0 1,1 0-1,0 0 1,-1 1-1,1-1 1,-1 0-1,1 1 1,-1-1-1,1 0 1,-1 1-1,0-1 1,1 1-1,-1-1 1,0 1-1,0-1 1,1 1-1,-3-1 1,-3-3-2419,-9-11-6299</inkml:trace>
</inkml:ink>
</file>

<file path=ppt/ink/ink9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33:29.97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93 9716,'0'0'16624,"9"5"-14479,-5-2-1898,1 0 0,-1-1 0,0 2 0,0-1 0,0 0 0,0 1 0,-1 0 0,1 0 0,-1 0 0,0 0 0,0 1 0,0-1 0,-1 1 0,1-1 0,-1 1 0,2 10 0,-3-14-251,0 1 0,0-1-1,-1 0 1,1 1-1,0-1 1,0 0 0,0 1-1,0-1 1,1 0 0,-1 0-1,0 0 1,0 0 0,1 0-1,-1 0 1,1 0-1,-1-1 1,0 1 0,1 0-1,0-1 1,-1 1 0,1-1-1,-1 1 1,1-1 0,0 0-1,-1 0 1,1 0-1,-1 0 1,1 0 0,0 0-1,-1 0 1,1-1 0,0 1-1,-1 0 1,1-1 0,-1 1-1,1-1 1,-1 0 0,2-1-1,5 0-160,-1-1 0,1 0 0,-1-1 0,0 0 0,-1 0-1,10-7 1,7-10-152,-1-1 0,-1-1 1,-1-1-1,21-32 0,-33 42 2648,-6 32-1669,-1-14-784,-1-1 1,1 1-1,0-1 1,0 0-1,0 0 1,1 0-1,-1 1 0,1-1 1,0 0-1,0-1 1,0 1-1,0 0 1,0-1-1,1 1 1,-1-1-1,1 1 0,-1-1 1,1 0-1,0 0 1,5 2-1,17 1-4723,5-9-3367,-15-4-1277</inkml:trace>
</inkml:ink>
</file>

<file path=ppt/ink/ink9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33:30.36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68 5074,'0'0'15495,"21"0"-13171,242 0 1144,-242-4-3490,-20 4 10,-1-1 1,0 1 0,0 0 0,1 0-1,-1-1 1,0 1 0,0 0 0,0 0-1,1-1 1,-1 1 0,0 0 0,0 0-1,0-1 1,0 1 0,0 0-1,0-1 1,0 1 0,0 0 0,0-1-1,0 1 1,1 0 0,-2-1 0,1 1-1,0 0 1,0-1 0,0 1 0,0 0-1,0-1 1,0 1 0,0 0 0,0 0-1,0-1 1,-1 1 0,0-2-36,-1 0-1,1 0 1,-1 0 0,0 0 0,0 0 0,0 1-1,0-1 1,0 1 0,0 0 0,0-1 0,-1 1-1,-4-1 1,-12-5 68,-1 0 0,0 2 0,-1 1 0,0 0 0,1 2 0,-1 0 0,-25 2 0,43 0 49,-1 1-1,1-1 0,0 1 0,0 0 0,0 0 1,0 1-1,0-1 0,0 1 0,0-1 1,0 1-1,0 0 0,1 0 0,-1 0 0,1 0 1,-1 1-1,1-1 0,0 1 0,0-1 1,0 1-1,0 0 0,0 0 0,1-1 0,-1 1 1,1 1-1,0-1 0,0 0 0,0 0 1,0 0-1,1 1 0,-1-1 0,1 5 0,-2 8 104,0 1 0,2 0 0,0 0-1,4 32 1,-3-47-205,-1 1-1,1 0 1,0 0 0,0-1 0,0 1-1,0-1 1,0 1 0,0-1-1,1 1 1,-1-1 0,1 0-1,0 1 1,0-1 0,0 0 0,0 0-1,0 0 1,4 2 0,0 0-397,-1-1 0,1-1 0,0 1 0,0-1 1,0 0-1,0 0 0,11 1 0,0 0-1772,0-2 0,0 0 0,1-1 0,-1-1 0,19-4 0,11-8-3695</inkml:trace>
</inkml:ink>
</file>

<file path=ppt/ink/ink9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33:30.95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68 3282,'0'0'18504,"3"-3"-16114,11-12-258,-14 14-2070,0 1 0,0 0 0,1 0 0,-1 0 0,0 0-1,0 0 1,0 0 0,1 0 0,-1 0 0,0 0 0,0 0 0,1 0 0,-1 0 0,0 0-1,0 0 1,0 0 0,1 0 0,-1 0 0,0 0 0,0 0 0,1 0 0,-1 0 0,0 0 0,0 0-1,0 0 1,1 0 0,-1 1 0,0-1 0,0 0 0,0 0 0,1 0 0,-1 0 0,0 0 0,0 1-1,0-1 1,0 0 0,0 0 0,0 0 0,1 1 0,-1-1 0,0 0 0,0 0 0,0 0-1,0 1 1,0-1 0,0 0 0,0 0 0,0 1 0,0-1 0,0 0 0,0 0 0,0 0 0,0 1-1,0-1 1,0 0 0,3 15 340,-3-14-199,1 5-114,0-1 0,0 0 0,1 1 0,0-1 0,0 0 0,0 0 0,0 0 0,1 0 0,0 0 0,0 0-1,0-1 1,0 0 0,7 7 0,-7-9-131,0 0-1,0-1 0,0 1 0,0-1 0,1 0 1,-1 1-1,0-1 0,0-1 0,1 1 1,-1-1-1,1 1 0,-1-1 0,0 0 1,1 0-1,-1 0 0,1-1 0,-1 1 1,0-1-1,1 0 0,-1 0 0,0 0 1,0 0-1,1 0 0,2-3 0,24-11-347,0-1-1,-1-2 1,-1 0-1,27-25 0,-39 23 3263,-10 37-1579,-4-13-1306,0-1 0,0 1 0,1 0 0,-1-1 0,1 1 0,0-1 0,0 0 0,0 0 0,0 0 0,0-1 0,1 1 0,-1-1 0,1 1 0,0-1 0,-1 0 0,1-1 0,0 1 0,0-1 0,1 1 0,-1-1 0,0 0 0,5 0 0,-5-1-181,-1 0 0,0 0 0,1-1 0,-1 1 0,1-1 0,-1 1 0,0-1 0,0 0 0,1-1 0,-1 1 0,0 0 0,3-3 0,-2 2-296,-1-1-1,0 0 1,0 0-1,0 1 0,0-2 1,0 1-1,0 0 0,-1-1 1,0 1-1,1-1 1,1-5-1,0 0-70,-2 7 643,-1 0-1,0-1 0,0 1 0,0-1 0,0 1 0,0-1 0,-1 1 1,1-1-1,-1-4 0,11 6 6692,11 5-5089,-13 22-3689,-4-6-6187</inkml:trace>
</inkml:ink>
</file>

<file path=ppt/ink/ink9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33:31.47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 73 2545,'0'0'5541,"-1"4"-4361,1-3-1025,0 0 0,-1-1 0,1 1-1,0 0 1,0-1 0,0 1 0,-1 0 0,1-1 0,0 1 0,0 0 0,0 0 0,0-1 0,0 1 0,0 0 0,0-1 0,1 1 0,-1 0 0,0 0 0,0-1 0,0 1 0,1 0 0,-1-1 0,0 1 0,1-1 0,-1 1 0,1 0 0,-1-1 0,0 1 0,1-1 0,-1 1 0,1-1 0,0 1 0,0 0 0,30 1 6576,-18-2-6561,13 1 1788,-11 0-1073,0-1 0,1-1 0,25-4 1,-38 5-855,0-1 1,1 0 0,-1 0-1,0 0 1,0 0 0,0-1-1,0 1 1,0-1 0,0 0-1,0 0 1,0 0 0,-1 0-1,1 0 1,-1 0 0,1-1-1,-1 0 1,0 1 0,0-1-1,0 0 1,0 0 0,2-6-1,-4 8-29,0 1-1,1-1 0,-1 0 0,0 0 0,0 0 1,0 0-1,0 0 0,0 0 0,0 1 0,0-1 1,0 0-1,0 0 0,0 0 0,0 0 0,-1 1 1,1-1-1,0 0 0,-1 0 0,1 0 0,-1 1 1,1-1-1,-1 0 0,1 0 0,-1 1 0,1-1 1,-1 0-1,-1 0 0,-28-14 5,-34 4 248,59 11-28,-1-1 0,0 2 0,0-1 1,0 1-1,1-1 0,-1 2 0,0-1 0,1 1 1,-1 0-1,1 0 0,0 0 0,-1 1 1,1-1-1,-8 7 0,10-6-150,-1 1 1,1-1-1,0 1 0,0 0 0,0 0 1,1 0-1,-1 0 0,1 0 0,0 0 1,0 1-1,0-1 0,1 1 0,0-1 1,0 1-1,0 0 0,0-1 0,1 1 1,0 9-1,0-12-76,0 1 0,0 0 0,1 0 0,-1-1 0,1 1 0,0 0 0,-1-1 0,1 1 0,1-1 0,-1 1 0,0-1 0,0 0 0,1 1 0,0-1 0,-1 0 0,1 0 0,0 0 0,0 0 0,0 0 0,0-1 0,0 1 0,1 0 0,-1-1 0,0 0 0,1 1 0,-1-1 0,1 0 0,0 0 0,4 1 0,8 1 0,0-1 0,-1 0 0,1 0 0,19-2 0,-22 1 0,32 0-1,66 0-3582,-79-3-877,48-7 0,-12-7 973</inkml:trace>
</inkml:ink>
</file>

<file path=ppt/ink/ink10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33:32.53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 1 4834,'0'0'15634,"0"7"-12953,0 192 6071,0-129-11771,0-1-8276,-14-83-5492</inkml:trace>
</inkml:ink>
</file>

<file path=ppt/ink/ink10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33:32.69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61 1857,'0'0'21706,"156"-34"-20089,-102 30-881,0 1-704,0-1-32,0 2-768,1-3-2482,-1-4-4161</inkml:trace>
</inkml:ink>
</file>

<file path=ppt/ink/ink10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33:33.50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355 485 12598,'0'0'6795,"-19"-6"-2943,-64-20-1549,75 24-2043,0 1 1,0 0 0,0 0 0,0 1-1,1 0 1,-1 0 0,0 1-1,0 0 1,0 1 0,0-1-1,1 1 1,-1 1 0,1 0 0,-1 0-1,1 0 1,0 1 0,-7 5-1,4-3-69,1 1 0,1 0-1,-1 1 1,1 0 0,0 0-1,1 1 1,0 0 0,1 0-1,-1 1 1,-4 11-1,8-15-144,0 1 0,1 0-1,-1 0 1,1 0-1,1 0 1,0 0-1,0 0 1,0 0 0,1 14-1,0-18-46,0-1 1,1 0-1,-1 1 0,0-1 0,1 0 0,0 1 1,-1-1-1,1 0 0,0 0 0,0 0 0,1 0 1,-1 0-1,0 0 0,1 0 0,-1 0 1,1 0-1,-1-1 0,1 1 0,0 0 0,0-1 1,0 0-1,0 1 0,0-1 0,0 0 0,0 0 1,0 0-1,0 0 0,0 0 0,1-1 0,-1 1 1,0-1-1,4 1 0,7-1-31,1 0 0,0 0 0,0-2 0,-1 0 0,1 0 0,-1-1 1,0-1-1,0 0 0,0-1 0,0 0 0,-1-1 0,0 0 0,0-1 0,13-10 0,13-12-525,-1-1 0,57-60 0,-41 28-309,-3-2 0,-2-2 0,-3-2 0,55-113 0,-99 178 914,3-3 80,-1 1-1,0-1 1,-1-1-1,1 1 0,-1 0 1,-1 0-1,1-1 1,0-7-1,-18 23 2797,5 2-2662,1 1 0,0 1 0,1 0-1,0 0 1,0 1 0,2 0 0,0 1 0,-8 22 0,2 0-261,1 2 1,-8 51-1,16-59-1,1 0 0,1 0 0,1 0 0,5 34 0,-4-62 0,0 0 0,1 0-1,-1-1 1,1 1 0,0 0 0,0-1-1,0 1 1,1-1 0,-1 1 0,0-1 0,1 1-1,0-1 1,-1 0 0,1 0 0,0 0-1,0 0 1,0 0 0,4 3 0,-1-3 1,-1 1 0,1-1 0,0 0 0,0 0 0,0 0 0,0 0 0,1-1 0,-1 0 0,8 0 0,-2 0-9,1-1-1,0 0 0,0-1 0,-1 0 1,1-1-1,0 0 0,-1-1 1,17-7-1,-12 3-291,-1-1 0,0 0 0,0-2 0,-1 0 0,0 0 0,-1-1 0,0-1 0,19-22 0,-25 25 176,0 0 0,0-1 0,-1 0-1,0 0 1,-1 0 0,0-1-1,-1 1 1,0-1 0,-1 0 0,0 0-1,0-1 1,-1 1 0,0-20 0,-2 30 129,0 0 1,0 0-1,0 1 1,0-1-1,0 0 1,-1 0-1,1 0 1,0 1 0,0-1-1,-1 0 1,1 0-1,-1 1 1,1-1-1,-1 0 1,1 1-1,-1-1 1,1 1-1,-1-1 1,0 0 0,1 1-1,-1-1 1,0 1-1,1 0 1,-1-1-1,0 1 1,0-1-1,1 1 1,-3 0-1,-31-3 407,25 4-260,1 0-1,0 0 1,0 1 0,0 1 0,0-1 0,-8 4 0,10-1-10,0-1 0,0 1 0,0 0 0,1 0 0,-1 0 0,1 1 0,1 0 1,-1 0-1,1 0 0,0 1 0,0 0 0,1-1 0,0 1 0,-3 8 0,5-12-162,0 0 0,0 1-1,0-1 1,1 0 0,-1 1 0,1-1 0,0 1-1,0-1 1,0 0 0,0 1 0,1-1 0,-1 1 0,1-1-1,0 0 1,0 0 0,0 1 0,0-1 0,1 0-1,-1 0 1,1 0 0,0 0 0,0 0 0,0-1-1,0 1 1,0 0 0,1-1 0,-1 0 0,1 1-1,-1-1 1,1 0 0,0-1 0,4 4 0,4-1-792,-1 1 0,0-2 0,1 1 0,0-1 1,0-1-1,0 0 0,17 1 0,47-2-9706,-17-3 289</inkml:trace>
</inkml:ink>
</file>

<file path=ppt/ink/ink10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33:34.03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330 21 12758,'0'0'8468,"-20"-3"-4512,3-1-3174,6 0-296,0 1-1,-1 1 1,1 0-1,-1 1 1,0 0-1,0 0 1,1 1-1,-1 1 1,0 0-1,-17 4 1,26-4-444,1-1 1,0 1-1,-1 0 0,1 0 0,0 0 1,0 0-1,0 0 0,0 1 1,0-1-1,0 0 0,0 1 0,1 0 1,-1-1-1,1 1 0,-1 0 0,1 0 1,-1 0-1,1 0 0,0 0 1,0 0-1,0 0 0,0 0 0,0 1 1,1-1-1,-1 0 0,0 1 1,1-1-1,0 0 0,0 1 0,0-1 1,0 0-1,0 1 0,0-1 1,0 0-1,1 1 0,1 3 0,-1-3-46,1 1 0,-1-1 0,1 0 0,0 0 0,0 0 0,0 0 0,1-1 0,-1 1 0,1-1-1,-1 1 1,1-1 0,0 0 0,0 0 0,0 0 0,0 0 0,0-1 0,1 1 0,-1-1 0,0 0-1,1 0 1,-1 0 0,1 0 0,-1-1 0,8 1 0,23-2 7,-25 0-120,0 0-1,0 1 1,1 0-1,-1 0 1,18 4-1,-26-2 116,0 0-1,0 1 1,0-1-1,0 0 0,0 1 1,0-1-1,0 0 0,-1 1 1,0-1-1,1 1 1,-1-1-1,0 1 0,0-1 1,0 1-1,0-1 1,-1 1-1,0 2 0,1 6 29,-1 0 37,0 1-1,-1 0 1,0-1-1,-1 1 1,0-1 0,0 0-1,-1 0 1,-8 15 0,-7 10 39,-27 35 0,14-21-147,-27 39 45,33-51 0,1 1 0,-28 58 0,53-96 0,-1 0 0,0 0 0,1 0 0,-1 0 0,0 1 0,1-1 0,-1 0 0,1 1 0,0-1 0,0 0 0,-1 1 0,1-1 0,0 0 0,0 1 0,0-1 0,0 1 0,0-1 0,1 0 0,-1 1 0,0-1 0,1 0 0,-1 1 0,1-1 0,-1 0 0,1 0 0,0 2 0,1-2 0,-1 0 0,1-1 0,0 1 0,-1 0 0,1-1 0,-1 1 0,1-1 0,0 0 0,0 0 0,-1 1 0,1-1 0,0 0 0,-1 0 0,1-1 0,0 1 0,-1 0 0,3-1 0,10-2 0,0-1 0,-1-1 0,23-11 0,-9 3 0,37-18 0,-1-2 0,107-78 0,-167 108 73,0 0 0,0 0 1,0 0-1,0 0 0,0-1 0,-1 0 0,5-7 0,-5-8-1626,-3 19 1153,1-1 0,-1 0 0,1 0 0,-1 0 1,1 0-1,-1 0 0,0 1 0,1-1 0,-1 0 1,0 0-1,0 1 0,0-1 0,0 1 1,0-1-1,1 1 0,-1-1 0,0 1 0,0-1 1,-2 1-1,-22-7-9461</inkml:trace>
</inkml:ink>
</file>

<file path=ppt/ink/ink10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33:34.48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23 2161,'0'0'29923,"2"11"-29317,1 20-532,-2-19-74,0 1 1,0 0-1,1-1 1,1 1-1,0-1 1,8 20-1,-10-30 0,1-1 0,-1 0 0,1 1 0,-1-1 1,1 0-1,0 0 0,-1 0 0,1 0 0,0 0 0,0 0 0,0 0 0,0-1 0,0 1 1,0-1-1,0 1 0,0-1 0,0 0 0,0 0 0,0 0 0,0 0 0,0 0 0,0 0 1,0 0-1,0-1 0,0 1 0,0-1 0,0 0 0,0 1 0,-1-1 0,1 0 0,0 0 1,2-2-1,7-2-12,-1-1 0,1-1 1,16-14-1,-11 8-72,8-6-356,-1-1 0,-1-1 1,27-33-1,-36 41 1348,-5 21 205,7 12-1248,-12-17 49,1 0-1,-1 0 1,0 0-1,1-1 1,0 1-1,-1-1 1,1 0-1,0 0 1,0 0-1,1 0 1,-1-1 0,0 0-1,0 1 1,8 0-1,5-2-4681,2-2-4195,-6-2-3830</inkml:trace>
</inkml:ink>
</file>

<file path=ppt/ink/ink10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33:34.82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68 12822,'0'0'8350,"19"-2"-4404,32-3-2438,-2 2-316,0-2-1,79-20 0,-108 14-1156,-32 4-244,-36 2-235,4 4 285,8-2 223,0 3 1,-55 6-1,89-6-11,-1 0-1,1 1 1,0 0 0,0-1-1,-1 1 1,1 0 0,0 0-1,0 1 1,0-1-1,0 0 1,0 1 0,0-1-1,0 1 1,1-1-1,-1 1 1,0 0 0,1 0-1,0 0 1,-1 0 0,1 0-1,0 0 1,0 0-1,0 0 1,0 0 0,0 1-1,1-1 1,-1 0-1,1 1 1,-1-1 0,1 0-1,0 1 1,0-1 0,0 1-1,0-1 1,0 0-1,1 1 1,-1-1 0,2 3-1,-1 2-44,0 0 0,1-1 0,0 1 0,1-1 0,-1 1 0,1-1 0,1 0 0,-1 0 0,1 0 0,0 0 0,9 9 0,-8-10-497,0-1 0,1 0 0,0 0 0,0-1 0,0 0 0,7 4 0,-6-5-896,0 0 1,-1 0-1,1-1 0,0 1 1,14-1-1,12 0-7155</inkml:trace>
</inkml:ink>
</file>

<file path=ppt/ink/ink10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33:35.28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51 14311,'0'0'18066,"0"8"-17695,0 0-367,0 0-1,1 0 0,0 0 1,0-1-1,5 15 1,-5-20-4,0 0-1,-1 1 1,1-1 0,0 0 0,1 0 0,-1 0 0,0 0 0,0 0 0,1 0 0,0-1 0,-1 1 0,1 0 0,0-1 0,-1 1 0,1-1 0,0 0 0,0 1 0,0-1 0,0 0-1,1 0 1,-1 0 0,0-1 0,0 1 0,1 0 0,-1-1 0,0 0 0,5 1 0,3-2-107,0 0 0,0 0-1,0-1 1,0 0 0,0 0 0,-1-2 0,1 1-1,-1-1 1,0 0 0,0-1 0,0 0-1,0 0 1,-1-1 0,0 0 0,7-8 0,12-5-274,19-16-454,-44 33 1007,0 0 1,0 1-1,0-1 0,-1 0 1,1 0-1,-1 0 1,1 0-1,-1-1 1,0 1-1,0 0 0,0-1 1,0 1-1,0 0 1,0-1-1,-1 1 1,1-4-1,-1 9-207,0 0 1,0 0-1,0 0 1,0 1-1,1-1 0,-1 0 1,1 0-1,0 0 0,-1 0 1,2 0-1,-1 0 1,0 0-1,0 0 0,1 0 1,0-1-1,0 1 0,-1 0 1,1-1-1,1 0 1,-1 1-1,0-1 0,1 0 1,-1 0-1,1 0 1,-1-1-1,1 1 0,0 0 1,0-1-1,0 0 0,0 0 1,0 0-1,0 0 1,0 0-1,0-1 0,0 1 1,0-1-1,1 0 0,-1 0 1,0 0-1,0 0 1,6-2-1,-7 2-538,-1-1 1,1 1-1,-1-1 0,0 1 1,1-1-1,-1 0 0,0 0 1,0 0-1,1 0 0,-1 0 0,0 0 1,0 0-1,0 0 0,0 0 1,0 0-1,-1-1 0,1 1 1,0 0-1,-1-1 0,1 1 1,0 0-1,-1-1 0,0 1 1,1-3-1,0 1-1115,6-15-9298</inkml:trace>
</inkml:ink>
</file>

<file path=ppt/ink/ink10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33:35.70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39 5026,'0'0'22667,"9"11"-21944,29 33-75,-36-42-623,0-1 0,-1 0 1,1 1-1,0-1 0,0 0 1,0 0-1,0 0 0,0 0 0,0 0 1,0-1-1,0 1 0,0-1 0,1 1 1,-1-1-1,0 0 0,0 0 0,0 0 1,1 0-1,-1 0 0,0 0 0,0-1 1,3 0-1,6 0 32,-1 0-77,0-1 1,-1 0 0,1 0 0,-1-1 0,1-1 0,-1 1 0,0-1-1,-1-1 1,1 0 0,-1 0 0,0 0 0,0-1 0,0-1 0,-1 1-1,0-1 1,8-10 0,-15 17 18,0 0 0,1 0 1,-1-1-1,0 1 0,0 0 0,0-1 0,1 1 0,-1 0 1,0-1-1,0 1 0,0 0 0,0-1 0,1 1 0,-1 0 1,0-1-1,0 1 0,0-1 0,0 1 0,0 0 0,0-1 1,0 1-1,0 0 0,0-1 0,0 1 0,0-1 0,-1 1 1,1 0-1,0-1 0,0 1 0,0 0 0,0-1 0,0 1 1,-1 0-1,1-1 0,-16-5-4,-24 4 57,36 2-33,-6 0 176,-1 0 0,1 1 0,0 0 0,0 0 0,-1 1 0,-10 4 0,17-5-101,1 0-1,0 1 1,0 0-1,0 0 1,0 0-1,0 0 0,0 0 1,0 1-1,1-1 1,-1 1-1,1-1 1,-1 1-1,1 0 0,0 0 1,0 0-1,1 1 1,-1-1-1,1 0 0,-1 1 1,0 5-1,-1-3-87,1 1 0,0 0 0,1 0 1,0 0-1,0 0 0,0 0 0,1 12 0,1-18-13,0 1-1,-1 0 1,1 0 0,0-1 0,0 1 0,0 0 0,0-1 0,0 1-1,0-1 1,0 1 0,1-1 0,-1 0 0,0 0 0,1 1-1,-1-1 1,1 0 0,0 0 0,-1 0 0,1-1 0,0 1 0,-1 0-1,1-1 1,0 1 0,0-1 0,0 1 0,0-1 0,-1 0-1,1 0 1,0 0 0,0 0 0,0 0 0,0 0 0,2-1 0,1 2-430,-1-1-1,1 0 1,0 0 0,-1 0 0,1-1 0,-1 0 0,1 0 0,-1 0 0,0 0 0,1 0 0,-1-1 0,0 0 0,0 0 0,0 0 0,0-1 0,0 1 0,0-1 0,-1 0 0,1 0 0,-1 0 0,4-5 0,33-35-8648</inkml:trace>
</inkml:ink>
</file>

<file path=ppt/ink/ink10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33:37.48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468 1 2817,'0'0'0,"-149"97"-144,81-36 80,0 2 48,7 5-880,0-1 864,0 1-1633</inkml:trace>
</inkml:ink>
</file>

<file path=ppt/ink/ink10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33:43.91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278 44 3314,'0'0'6130,"8"-7"-4942,24-22 290,-25 22 6010,-14 7-7344,0 0 0,0 0 1,1 1-1,-1 0 0,0 1 0,0 0 0,0 0 0,1 0 0,-1 1 0,1-1 0,0 2 0,-1-1 0,2 1 0,-1 0 0,0 0 0,1 0 0,0 1 0,0 0 1,0 0-1,-7 10 0,-14 13 419,1 2 1,1 1-1,-35 61 1,50-75-327,1 1 0,1 1 1,0-1-1,1 1 0,1 0 0,1 1 0,0-1 0,2 1 1,-1 26-1,3-28 25,1-1-1,0 0 1,1 1 0,1-1 0,0 0 0,7 17 0,-4-16-43,3 9 648,0-1-1,2 0 0,16 26 0,-26-49-866,1-1 0,-1 1 0,1-1 0,0 1 0,0-1 0,0 0 0,0 0 0,1 1 0,-1-1 0,1-1 0,-1 1 0,1 0 0,0-1 0,-1 1 0,1-1 0,0 0 0,0 0 0,3 1 0,-18-8-2405,-2-12-7457,13 3 1768</inkml:trace>
</inkml:ink>
</file>

<file path=ppt/ink/ink10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33:44.77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323 13 3410,'0'0'12218,"-3"-11"-7754,-7 10-3948,-1 1 1,1 0-1,0 1 0,-1 0 1,1 1-1,0 0 0,0 0 1,0 1-1,0 1 0,-16 7 1,3 1 60,2 0 0,-1 1 1,-33 29-1,49-37-557,1 0 0,0 0 0,0 1 0,0 0 0,1-1 1,0 1-1,0 1 0,1-1 0,0 1 0,0-1 0,0 1 0,1 0 0,0 0 0,0 0 0,0 0 0,1 0 0,0 13 0,1-18-27,-1 0 0,1 0 0,0 0-1,0 1 1,1-1 0,-1 0 0,0 0 0,1 0-1,-1 0 1,1 1 0,0-1 0,0 0-1,0 0 1,1 3 0,0-4-12,0 0-1,0 0 1,0 0 0,0 0-1,1 0 1,-1 0 0,0 0-1,0-1 1,1 1 0,-1-1-1,0 1 1,0-1 0,5 0 0,141 3-2147,-95-4 524,-53 1 1642,1 1 0,-1-1 0,1 0 0,-1 0 0,1 0 0,-1 0 0,1 1 0,-1-1 0,1 0-1,-1 0 1,1 1 0,-1-1 0,1 0 0,-1 1 0,0-1 0,1 1 0,-1-1 0,0 0 0,1 1-1,-1-1 1,0 1 0,1-1 0,-1 1 0,0-1 0,0 1 0,0-1 0,1 1 0,-1-1 0,0 1-1,0-1 1,0 1 0,0 0 0,0-1 0,0 1 0,0-1 0,0 1 0,0-1 0,0 1 0,0-1-1,-1 1 1,1-1 0,0 1 0,0-1 0,-1 1 0,1-1 0,0 1 0,0-1 0,-1 1 0,1-1-1,0 1 1,-1-1 0,0 1 0,-18 26 542,-1-9-437,0-2 1,-1-1-1,-1 0 1,-1-2-1,0 0 1,0-2-1,-1 0 1,-29 7-1,41-17-1753</inkml:trace>
</inkml:ink>
</file>

<file path=ppt/ink/ink10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33:45.08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183 1 10517,'0'0'11093,"-6"27"-8577,-81 342 4684,80-301-6707,6-54-497,0-1 1,0 1-1,-1 0 1,-7 21-1,9-34-221,0 0 0,-1 0 0,1 0-1,-1 0 1,1 0 0,-1-1 0,1 1-1,-1 0 1,0 0 0,1-1 0,-1 1-1,0 0 1,0-1 0,0 1 0,1-1 0,-1 1-1,0-1 1,0 1 0,0-1 0,0 0-1,0 1 1,0-1 0,0 0 0,0 0-1,0 0 1,0 0 0,-2 0 0,2 0-701,-1 0 0,0 0 0,1-1-1,-1 1 1,0 0 0,1-1 0,-1 0 0,1 1 0,-1-1 0,1 0 0,-1 0 0,1 0 0,-1 0-1,1 0 1,0 0 0,-2-2 0,-15-16-8713</inkml:trace>
</inkml:ink>
</file>

<file path=ppt/ink/ink10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33:45.61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62 9556,'0'0'13713,"25"0"-11960,187 0 2225,-36-9-2943,-176 34-784,0-19-233,-1 1 0,0 0 0,0-1 0,-1 1 0,-3 7 0,3-7-42,0-1 0,0 1-1,1 0 1,0 0 0,-1 9 0,2-16-110,23-4-601,-20 4 694,1-1 1,-1 1-1,0-1 1,1 0-1,-1 0 1,0 0-1,1 0 1,-1-1-1,0 1 1,0-1-1,0 0 1,3-2-1,25-24-261,0 0-1,48-61 1,-69 80 1733,-10 20 1290,-2 9-2868,1-16 104,1 0 1,1 0 0,-1 0-1,0 0 1,1 0 0,0 0-1,0 0 1,0 0 0,0 0-1,1-1 1,-1 1 0,1 0-1,0-1 1,0 1 0,0-1-1,1 0 1,-1 0 0,1 0-1,0 0 1,-1 0 0,6 3-1,-3-3-584,-1-1 0,1 0-1,0 0 1,-1 0-1,1 0 1,0-1 0,0 0-1,0 0 1,0-1 0,0 1-1,7-1 1,21 0-6224,1 0-4395</inkml:trace>
</inkml:ink>
</file>

<file path=ppt/ink/ink10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33:46.09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151 345 1665,'0'0'25195,"-17"15"-23906,-54 48-265,65-58-930,0 1-1,1-1 0,0 1 0,0 0 0,1 1 1,-1-1-1,1 1 0,1 0 0,-1 0 0,1 0 1,1 0-1,-1 1 0,1-1 0,-1 11 0,2-17-97,1 1 1,-1-1-1,1 1 0,0 0 0,-1-1 0,1 1 0,0 0 0,0-1 0,0 1 0,0-1 0,1 1 0,-1 0 0,0-1 1,1 1-1,-1-1 0,1 1 0,-1 0 0,1-1 0,0 0 0,0 1 0,1 1 0,-1-2-11,0-1-1,0 1 1,0-1-1,0 1 1,0-1-1,1 0 1,-1 0 0,0 1-1,0-1 1,1 0-1,-1 0 1,0 0-1,0 0 1,1 0-1,-1 0 1,0-1-1,0 1 1,0 0-1,1-1 1,1 0 0,6-3-123,-1 0 0,0 0 0,0-1 0,0 0 0,12-10 0,39-37-1698,94-107 0,-132 133 1575,-1-1 1,-1 0-1,-1-1 1,-2-1 0,-1-1-1,21-58 1,-34 79 291,1 1 1,-2 0-1,0-1 1,1-16-1,-2 25 22,0 0-1,0-1 1,0 1-1,0 0 1,-1-1 0,1 1-1,0 0 1,0-1 0,0 1-1,0 0 1,-1 0-1,1-1 1,0 1 0,0 0-1,-1 0 1,1-1 0,0 1-1,-1 0 1,1 0-1,0 0 1,0-1 0,-1 1-1,1 0 1,0 0-1,-1 0 1,1 0 0,0 0-1,-1 0 1,1 0 0,-1 0-1,1 0 1,0 0-1,-1 0 1,1 0 0,0 0-1,-1 0 1,1 0 0,0 0-1,-1 0 1,1 0-1,0 1 1,-1-1 0,1 0-1,0 0 1,0 0-1,-1 1 1,1-1 0,0 0-1,0 0 1,-1 1 0,1-1-1,0 0 1,0 0-1,-1 1 1,-18 14 785,3 3-157,1 2-1,0 0 1,2 1-1,0 0 0,-13 32 1,-43 120 310,67-166-1025,-5 13 34,2 1 0,0 0 0,1 1 0,1-1 0,1 1 0,1 33 0,1-54 0,0 0 1,0 0-1,0 0 0,0-1 1,0 1-1,0 0 1,1 0-1,-1-1 0,0 1 1,0 0-1,1-1 0,-1 1 1,0 0-1,1-1 1,-1 1-1,1 0 0,-1-1 1,1 1-1,-1-1 0,1 1 1,0-1-1,-1 1 0,1-1 1,-1 1-1,1-1 1,0 0-1,-1 1 0,1-1 1,0 0-1,1 1 0,29-2-2717,-26 0 1172,1 0-1,-1-1 0,1 1 0,-1-1 0,0-1 0,0 1 0,0-1 1,9-6-1,7-15-9465</inkml:trace>
</inkml:ink>
</file>

<file path=ppt/ink/ink10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33:46.87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35 18 11189,'0'0'12731,"19"10"-11842,63 31-460,-76-38-389,1 0-1,-1-1 0,1 0 1,0 0-1,0 0 0,0-1 1,0 0-1,0-1 1,0 1-1,0-1 0,0-1 1,0 1-1,8-3 0,-4 2-27,-10 0-8,1 1-1,-1 0 0,0-1 1,1 1-1,-1-1 1,1 1-1,-1-1 1,0 1-1,0-1 1,1 0-1,-1 0 0,0 0 1,0 0-1,0 0 1,0 0-1,0 0 1,0 0-1,0 0 0,0 0 1,-1 0-1,1-1 1,0 1-1,-1 0 1,1-1-1,-1 1 1,1 0-1,-1-1 0,1 1 1,-1-1-1,0 1 1,0-1-1,0 1 1,0-1-1,0 1 0,0 0 1,0-1-1,-1 1 1,1-1-1,0 1 1,-1-1-1,1 1 1,-1 0-1,1-1 0,-1 1 1,0 0-1,0 0 1,1 0-1,-1-1 1,0 1-1,0 0 0,0 0 1,0 0-1,-1 0 1,1 0-1,0 1 1,0-1-1,0 0 1,-3-1-1,-7-1 27,1 0 0,-1 0 0,0 1-1,0 0 1,0 1 0,0 0 0,0 1 0,0 0 0,0 1 0,0 0 0,0 0-1,1 2 1,-14 3 0,19-5 41,-1 1 0,1 0 1,0 0-1,1 1 0,-1-1 0,0 1 0,1 0 0,-1 0 0,1 1 0,0-1 1,0 1-1,0 0 0,1 0 0,-1 0 0,1 0 0,0 1 0,0-1 1,1 1-1,-1 0 0,1 0 0,0 0 0,0 0 0,1 0 0,-1 0 0,1 1 1,0-1-1,1 1 0,-1 6 0,1-9-70,0-1-1,-1 1 1,1 0-1,0 0 1,1 0-1,-1 0 1,1-1-1,-1 1 1,1 0-1,0 0 1,0-1-1,0 1 1,0 0-1,0-1 1,1 1-1,-1-1 1,1 1-1,-1-1 1,1 0-1,0 0 1,0 0-1,0 0 1,0 0-1,1 0 1,-1-1-1,0 1 1,1-1-1,-1 1 1,1-1-1,0 0 1,-1 0-1,1 0 1,0 0-1,0-1 1,-1 1-1,5 0 1,2 1-201,1-1 0,-1 0 0,1 0 1,-1-1-1,1 0 0,-1-1 0,1 0 1,-1 0-1,0-1 0,0 0 0,1-1 1,-1 0-1,-1 0 0,1-1 0,10-5 1,4-7-329,0 0 1,-1-1 0,35-37-1,-42 39 661,5-6-153,-14 14 70,0 1-1,0 0 1,0 0-1,1 1 1,8-6-1,-13 10 2299,-17 37 1840,-4 24-2249,18-56-1917,1-1 0,-1 0 1,0 0-1,1 1 1,0-1-1,0 1 0,0-1 1,0 0-1,1 1 0,-1-1 1,1 0-1,0 0 0,0 1 1,0-1-1,0 0 1,3 5-1,-2-6-24,0-1 0,1 0-1,-1 0 1,0 0 0,1 0 0,-1 0 0,1 0 0,-1-1-1,1 1 1,-1-1 0,1 0 0,0 0 0,-1 0 0,1 0 0,2 0-1,41-7-69,-29-3-102,0 0 0,0 0 1,-1-2-1,-1 0 0,23-22 0,-28 26 703,-10 16 535,-1 10-1203,0-15 90,1 0-1,0 0 1,0 0 0,0 0-1,1 0 1,-1 0 0,1 0-1,-1 0 1,1 0 0,0 0-1,0 0 1,1-1 0,-1 1-1,0 0 1,1-1 0,0 1-1,0-1 1,3 4-1,-2-3-510,1-1-1,0-1 0,0 1 0,0 0 0,0-1 0,0 0 0,0 0 0,0 0 0,1 0 0,-1-1 0,0 1 0,0-1 0,7-1 0,23 1-8493,5 0-2218</inkml:trace>
</inkml:ink>
</file>

<file path=ppt/ink/ink10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33:47.15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68 0 16311,'0'0'3034,"-9"21"1563,9-20-4535,-12 26 1209,1 1 1,2-1-1,1 2 1,1-1 0,-3 32-1,8 106-137,2-165-1134,1 0 0,-1 1 0,0-1 0,0 0 0,0 0 0,1 1 0,-1-1-1,1 0 1,-1 0 0,1 0 0,-1 0 0,1 0 0,0 0 0,-1 0 0,1 0 0,0 0 0,0 0 0,0 0 0,0 0 0,0 0-1,0-1 1,0 1 0,0 0 0,0-1 0,0 1 0,0-1 0,0 1 0,1-1 0,-1 0 0,0 1 0,0-1 0,0 0 0,1 0 0,-1 0-1,0 0 1,0 0 0,1 0 0,-1 0 0,0 0 0,0 0 0,1-1 0,-1 1 0,0 0 0,1-1 0,5-1-402,-1 1 0,0-1-1,0 0 1,0 0 0,0-1 0,-1 0 0,8-4 0,17-22-5534,-28 25 4395,1 0-1,-1 0 1,0-1-1,0 1 1,0-1 0,-1 1-1,2-5 1,3-20-9739</inkml:trace>
</inkml:ink>
</file>

<file path=ppt/ink/ink10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33:47.33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37 11365,'0'0'12566,"122"0"-11894,-75 0-416,-6 0-240,0-5-16,-1-1-1552,-6-6-2642,0-1-3602</inkml:trace>
</inkml:ink>
</file>

<file path=ppt/ink/ink10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33:47.69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10277,'0'0'14761,"20"12"-12237,0 0-1860,3 1 145,-1 1 0,0 1 0,28 26 0,-32-24-631,-1 0-1,0 1 1,-2 0-1,0 1 0,-1 1 1,-1 1-1,20 42 0,-26-46-187,-1 1 0,0 0-1,-1 0 1,-1 0-1,-1 1 1,-1 0 0,0-1-1,-1 1 1,-1 0-1,-5 35 1,3-46 10,0 0 0,0 0 0,-1-1 0,0 1 0,0-1 0,-1 1 0,0-1 0,0 0 0,-1 0 0,0-1 0,0 1 0,-1-1 0,1 0 0,-8 5 0,-1 0 0,0 0 0,-1-1 0,0 0 0,-1-1 0,-25 10 0,22-15-1486,3-4-8703,4 0-530</inkml:trace>
</inkml:ink>
</file>

<file path=ppt/ink/ink10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33:48.72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150 1 5170,'0'0'14223,"-1"15"-11990,0 3-1654,-2 0 0,1 0 0,-2-1 0,-1 1 0,-7 21-1,-74 198 2870,76-198-3309,2 1 0,1 0 0,2 0 1,0 50-1,5-86-226,0 0 0,1-1 0,-1 1 0,1 0 0,0-1 0,0 1 0,0 0 0,1-1 1,-1 1-1,1-1 0,0 0 0,0 0 0,0 1 0,0-1 0,1-1 0,-1 1 0,1 0 0,-1 0 0,1-1 1,0 0-1,0 1 0,0-1 0,1 0 0,-1-1 0,0 1 0,1 0 0,-1-1 0,1 0 0,6 2 0,0-1-869,0 0 0,1 0 0,-1-1 0,13 1 0,37-7-7517,-25-6-171</inkml:trace>
</inkml:ink>
</file>

<file path=ppt/ink/ink10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33:49.08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5923,'0'0'15521,"13"14"-13055,13 17-1462,-1 1 0,-1 1 0,-2 2 1,-1 0-1,-2 1 0,20 52 1,-33-67-856,-1 1 0,-1 0 1,0 0-1,-2 0 1,0 0-1,-2 1 0,-3 31 1,2-49-130,-1-1 1,1 1-1,-1 0 1,0-1 0,0 1-1,0-1 1,-1 0-1,0 1 1,0-1 0,0 0-1,0-1 1,0 1-1,-1-1 1,-5 5-1,2-2-594,-1 0-1,0-1 1,0 1-1,0-2 0,-1 1 1,-13 4-1</inkml:trace>
</inkml:ink>
</file>

<file path=ppt/ink/ink10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33:49.34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12 10757,'0'0'22010,"0"-11"-22010,0 20 0,0 7 0,0-3 0,0-1 0,0 1 0,0-2 0,0 1-1681,0-1-2129,0-2-2208,0 0-2626,0 0-785</inkml:trace>
</inkml:ink>
</file>

<file path=ppt/ink/ink10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33:49.52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3490,'0'163'5714,"0"-156"-191,0-1 351,0 3-1327,0-2-546,0-2-911,0 1-2562,6-3-528,-6 1 0,0-2 0,7 1 0</inkml:trace>
</inkml:ink>
</file>

<file path=ppt/ink/ink10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33:49.97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218 1 7828,'0'0'20113,"-6"-1"-17886,-1 1-2052,0 0 0,1 1-1,-1-1 1,0 1 0,0 1-1,1-1 1,-1 1 0,0 0-1,1 1 1,0-1 0,-1 1-1,1 0 1,1 1-1,-9 6 1,-1 0-179,1 1 0,0 0-1,1 1 1,-22 25 0,33-34 4,0-1 0,1 0 0,-1 0 0,1 1 0,0-1 0,-1 1 0,1 0 0,0-1 0,1 1 0,-1 0 0,0-1 0,1 5 0,0-6 0,0 0 0,0 0 0,0 0 0,0 0 0,0 0 0,1 0 0,-1 0 0,0 0 0,1 0 0,-1 0 0,1 0 0,-1 0 0,1 0 0,-1 0 0,1 0 0,0 0 0,0 0 0,-1-1 0,1 1 0,0 0 0,0-1 0,0 1 0,0 0 0,0-1 0,-1 1 0,1-1 0,0 1 0,0-1 0,1 0 0,-1 0 0,0 1 0,2-1 0,40 6-357,-23-4-275,0 1 1,27 7 0,-43-9 465,0 1-1,0-1 1,0 0 0,-1 1 0,1 0 0,-1 0 0,1 0-1,-1 0 1,0 0 0,0 1 0,0-1 0,0 1-1,0 0 1,0 0 0,-1 0 0,0 0 0,4 7 0,-5-8 159,0 0 1,-1 0 0,0 0 0,1 0-1,-1 0 1,0 0 0,0 0 0,0 0-1,0 0 1,-1 0 0,1 0 0,0 0-1,-1-1 1,1 1 0,-1 0-1,0 0 1,0 0 0,0 0 0,0-1-1,0 1 1,0 0 0,0-1 0,0 1-1,-1-1 1,1 0 0,-1 1 0,1-1-1,-3 2 1,-7 5 314,0 0 0,-1 0 0,-14 6-1,4-1 300,-64 56 829,85-68-1983,2-3 15,0-1 0,0 1 0,0-1 0,0 1 0,0 0 0,0-1 0,1 1 1,-1 0-1,1 0 0,-1 0 0,1 0 0,0 0 0,0 1 0,3-3 0,5-6-2316,17-27-6182</inkml:trace>
</inkml:ink>
</file>

<file path=ppt/ink/ink10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33:50.21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184 0 11237,'0'0'10376,"-5"23"-5411,-32 156 738,28-144-5449,-12 43-138,-17 137 0,38-215-180,0 9 238,-1-1 0,-1 1-1,1-1 1,-1 0 0,-4 11 0,5-17-374,0 0 0,0 0-1,0 0 1,0 0 0,0-1 0,-1 1 0,1-1 0,-1 1 0,1-1 0,-1 1 0,-2 1 0,-9 2-4442,-5-4-3330,6-3-1891</inkml:trace>
</inkml:ink>
</file>

<file path=ppt/ink/ink10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33:50.71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0 100 6979,'0'0'14700,"19"-7"-11384,18-4-1622,-1 1-1,75-9 0,-39 9-466,-42 5-904,43-1 0,-72 6-270,-1 23 217,0 67 157,4-90-546,0 1 1,-1 0 0,1-1 0,0 1 0,0-1 0,0 0-1,-1-1 1,1 1 0,4-1 0,2-4-103,-1 0 1,0-1 0,0 1-1,0-2 1,-1 1-1,0-1 1,0-1-1,10-12 1,14-11 211,-19 19 38,-11 9 134,1 0-1,0 0 0,0 1 1,0-1-1,0 1 1,1-1-1,-1 1 0,1 0 1,-1 0-1,1 1 1,0-1-1,0 1 1,0-1-1,0 1 0,7-1 1,-9 3-142,-1-1 1,1 1 0,-1 0-1,1-1 1,-1 1 0,0 0-1,0 0 1,1 0 0,-1 0-1,0 0 1,0 0 0,0 0-1,0 0 1,0 0-1,0 1 1,0-1 0,0 0-1,-1 1 1,1-1 0,0 0-1,-1 1 1,1-1 0,-1 1-1,0-1 1,1 4 0,1 0 31,-1-1-201,1 0 0,-1 0 1,1 0-1,0 0 0,1-1 0,-1 1 0,1 0 1,4 4-1,-5-7-577,1 1 0,0-1 0,-1 0 0,1 0 0,0 0 0,-1 0 0,1 0 0,0 0 0,0-1 0,0 0 0,0 1 0,0-1 0,5-1 0,19 1-8060</inkml:trace>
</inkml:ink>
</file>

<file path=ppt/ink/ink10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33:51.19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222 378 9941,'0'0'8945,"-21"4"-4588,-69 16-1425,83-18-2549,0 0 0,0 0 1,0 1-1,1-1 1,0 2-1,-1-1 0,1 1 1,0 0-1,1 0 1,-1 0-1,1 1 0,0 0 1,0 0-1,0 0 1,1 1-1,-5 7 0,8-12-381,0 0 0,0 1-1,0-1 1,1 1-1,-1-1 1,1 1 0,-1-1-1,1 1 1,-1-1 0,1 1-1,0 0 1,0-1-1,0 1 1,0 0 0,0-1-1,0 1 1,0-1 0,1 1-1,-1 0 1,0-1-1,1 1 1,0-1 0,-1 1-1,1-1 1,0 1 0,-1-1-1,1 0 1,0 1-1,0-1 1,0 0 0,0 0-1,1 1 1,-1-1 0,0 0-1,0 0 1,1 0-1,-1-1 1,1 1 0,-1 0-1,0 0 1,1-1 0,-1 1-1,1-1 1,0 1-1,-1-1 1,1 0 0,-1 0-1,1 0 1,2 0 0,8 2-4,1-1 1,-1-1 0,1 0-1,23-4 1,-21-1-33,-1 0 0,1 0 0,-1-1 0,-1-1 0,1-1 0,-1 0 0,0 0 0,19-18 0,-11 10-290,-2 0-174,0 0-1,-1-1 1,-1-1-1,-1-1 1,0 0-1,-1-1 1,23-43-1,-24 34 153,-1 1 0,-1-1 0,-1-1 0,-2 0 0,10-56 0,-19 85 494,0 0-1,1 1 1,-1-1-1,0 0 0,0 1 1,0-1-1,0 0 1,0 1-1,0-1 1,0 0-1,0 1 0,0-1 1,0 0-1,0 1 1,0-1-1,0 1 0,0-1 1,-1 0-1,1 1 1,0-1-1,-1 1 1,1-1-1,0 0 0,-1 1 1,0-1-1,-11 7 1391,-14 24-463,9-1-1054,2 0-1,0 1 1,2 1 0,1 0-1,2 1 1,1 0 0,2 1-1,1 0 1,1 0 0,2 0-1,1 51 1,2-82-29,0 1-1,1-1 1,-1 0 0,0 1-1,1-1 1,-1 0 0,1 1-1,0-1 1,0 0 0,0 0-1,0 0 1,0 0 0,0 0-1,1 0 1,-1 0-1,0 0 1,1-1 0,0 1-1,-1 0 1,1-1 0,0 1-1,0-1 1,0 0 0,0 0-1,0 1 1,4 0 0,16 3-3951,2-8-5685,-11-2-203</inkml:trace>
</inkml:ink>
</file>

<file path=ppt/ink/ink10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33:51.94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47 65 2577,'0'0'19940,"23"0"-18555,110-1-166,-130 1-1201,-1-1 0,0 0-1,1 0 1,-1 0 0,0 0 0,0 0 0,0 0 0,1-1 0,-1 1-1,0-1 1,-1 1 0,1-1 0,2-2 0,-4 4-16,1-1 1,-1 1 0,1-1-1,-1 0 1,1 1 0,-1-1-1,1 1 1,-1-1 0,0 0-1,1 1 1,-1-1-1,0 0 1,1 1 0,-1-1-1,0 0 1,0 1 0,0-1-1,0 0 1,0 0-1,0 1 1,0-1 0,0 0-1,0 0 1,0 1 0,0-1-1,0 0 1,-1 1 0,1-1-1,0 0 1,0 1-1,-1-1 1,1 0 0,-1 1-1,1-1 1,0 0 0,-1 1-1,1-1 1,-1 1-1,1-1 1,-1 1 0,0-1-1,1 1 1,-1 0 0,1-1-1,-1 1 1,0-1-1,1 1 1,-1 0 0,0 0-1,0 0 1,0-1 0,-8-2 105,-1 0 0,1 1 1,-1 0-1,0 0 0,0 1 0,1 0 1,-1 1-1,-11 1 0,16-1 40,0 0 0,-1 1-1,1 0 1,0 0 0,0 0 0,0 1-1,1-1 1,-1 1 0,0 1 0,0-1-1,1 1 1,0-1 0,-1 1-1,1 0 1,0 1 0,0-1 0,-3 5-1,1 0-2,1 1 0,1-1-1,-1 1 1,1 0 0,1 0 0,0 0-1,0 1 1,1-1 0,-2 11-1,3-16-140,1 0 0,-1 0 0,1 0-1,0 0 1,0 0 0,0 0 0,0 0-1,1 0 1,0 0 0,0 0-1,0 0 1,0 0 0,0 0 0,1-1-1,0 1 1,-1 0 0,1-1 0,1 1-1,-1-1 1,1 0 0,-1 0 0,1 0-1,5 5 1,0-5-246,-1 0-1,1-1 1,0 0 0,0 0-1,0-1 1,1 0-1,-1 0 1,0-1 0,0 0-1,0 0 1,1-1 0,-1 0-1,0-1 1,0 1-1,0-2 1,0 1 0,0-1-1,-1 0 1,9-5-1,-4-1-156,0-1 0,0 0-1,-1 0 1,-1-1-1,0 0 1,12-19-1,23-41 1572,-46 88 6993,2 29-7845,1-12-244,-2-33-76,0 0 0,1 0 0,-1 0 0,1 0 0,0-1 0,-1 1 0,1 0 0,0 0 0,0 0 0,-1 0 0,1-1 0,0 1 0,0 0 0,0-1 0,0 1 0,0-1 0,0 1 0,0-1 0,0 1 0,0-1 0,0 0 0,0 1 0,0-1 0,0 0 0,0 0 0,1 0 0,-1 0 0,0 0 0,0 0 0,0 0 0,0 0 0,2-1 0,2 1 0,1 0 0,-1-1 0,1 1 0,-1-1 0,1-1 0,6-2 0,-2-1 0,0-1 0,-1 0 0,0-1 0,-1 0 0,10-11 0,36-25 0,-54 42 0,0 1 0,1 0 0,-1 0 0,0 0 0,1-1 0,-1 1 0,0 0 0,1 0 0,-1 0 0,0 0 0,1 0 0,-1 0 0,1 0 0,-1 0 0,0 0 0,1 0 0,-1 0 0,0 0 0,1 0 0,-1 0 0,1 0 0,-1 0 0,0 0 0,1 1 0,-1-1 0,0 0 0,1 0 0,-1 0 0,0 1 0,1-1 0,-1 0 0,0 0 0,0 1 0,1-1 0,-1 0 0,0 1 0,0-1 0,0 0 0,1 0 0,-1 1 0,0-1 0,0 1 0,0-1 0,0 0 0,0 1 0,0-1 0,1 0 0,-1 1 0,0-1 0,0 1 0,2 32 0,-2-30 0,0 1 0,0-1 0,0 1 0,1-1 0,-1 1 0,1 0 0,0-1 0,2 7 0,10 0-1550,5-9-5720,-13-1 5194,20 0-8430</inkml:trace>
</inkml:ink>
</file>

<file path=ppt/ink/ink10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33:52.22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42 1 17192,'0'0'13214,"-5"22"-11138,4-15-2005,-7 32 1,2 0-1,-2 60 0,-4 60-71,11-91 0,1-68 0,1 1 0,0-1 0,-1 1 0,1-1 0,-1 1 0,1-1 0,0 1 0,-1-1 0,1 0 0,0 1 0,0-1 0,-1 0 0,1 0 0,0 1 0,0-1 0,-1 0 0,1 0 0,0 0 0,0 0 0,0 0 0,-1 0 0,1 0 0,0 0 0,0 0 0,0-1 0,0 1 0,0 0 0,5-1-216,-1 1 0,1-1 0,-1 0 1,1-1-1,-1 0 0,0 1 0,0-1 0,0-1 0,0 1 1,0-1-1,6-5 0,47-41-9874,-30 18-104</inkml:trace>
</inkml:ink>
</file>

<file path=ppt/ink/ink10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33:52.41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21 11365,'0'0'8676,"156"9"-5362,-95-9-1794,-7 0-959,-7 0-561,-13 0-369,-7-12-2800,-13-6-5171</inkml:trace>
</inkml:ink>
</file>

<file path=ppt/ink/ink10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35:24.29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33 53 4914,'0'0'11696,"3"-11"-10490,-2 8-1550,11-32 2857,-8 32-352,-5 29-1150,-9 47 118,3-18-590,-2 70 0,9-116-573,0 1 1,-1-1-1,0 1 1,-1-1-1,0 1 1,0-1-1,-1 0 1,-5 13-1,1-8-1783</inkml:trace>
</inkml:ink>
</file>

<file path=ppt/ink/ink10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35:24.76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0 126 4834,'0'0'10362,"5"-3"-9140,26-17 159,1 1-1,0 1 1,2 2 0,0 1-1,61-17 1,-94 32-1349,-1-1 0,1 1 0,-1 0-1,1-1 1,0 1 0,-1 0 0,1 0 0,-1 0 0,1 0-1,0 0 1,-1 0 0,1 0 0,0 0 0,-1 0 0,1 0-1,-1 0 1,1 0 0,0 0 0,-1 0 0,1 0 0,0 1-1,-1-1 1,1 0 0,-1 1 0,1-1 0,-1 0 0,1 1 0,-1-1-1,1 0 1,-1 1 0,1-1 0,-1 1 0,1-1 0,-1 1-1,0-1 1,1 1 0,-1 0 0,-3 24-3259,0-6-4625,3-9-66</inkml:trace>
</inkml:ink>
</file>

<file path=ppt/ink/ink10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35:25.44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47 12 3314,'0'0'10057,"0"-11"-5913,-1 32-2996,0 1 0,-8 30 0,-5-3-1430,12-44-372,1-1-1,-1 0 0,-1 0 1,1 0-1,-1 0 1,-5 7-1</inkml:trace>
</inkml:ink>
</file>

<file path=ppt/ink/ink10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35:25.66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21 0 8788,'0'0'10549,"-20"64"-10517,20-55-32,0 2-240,0-4-1569,14-3-2417,-8 1-2881</inkml:trace>
</inkml:ink>
</file>

<file path=ppt/ink/ink10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35:26.26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217 10 1569,'-1'-2'15379,"1"1"-15310,-1 1 0,1-1 0,-1 1 0,1-1 0,-1 1 0,1-1 0,-1 1 0,1 0 0,-1-1-1,1 1 1,-1 0 0,0-1 0,1 1 0,-1 0 0,0 0 0,1-1 0,-1 1 0,0 0 0,1 0 0,-1 0 0,-1 0-1,-4 1 267,-1 0 0,1 1-1,-1 0 1,1 0-1,0 1 1,0 0-1,0 0 1,0 0-1,1 0 1,-8 6-1,5-3-139,0 0 0,1 1-1,-1-1 1,1 1-1,0 1 1,-7 10 0,13-17-212,1 0 0,-1 0 0,1 0 0,-1 0 1,1 0-1,0 0 0,-1 1 0,1-1 0,0 0 0,0 0 0,0 0 1,0 0-1,0 1 0,0-1 0,0 0 0,0 0 0,0 0 1,1 0-1,-1 1 0,0-1 0,1 0 0,-1 0 0,1 0 0,-1 0 1,1 0-1,0 0 0,-1 0 0,1 0 0,0 0 0,0 0 1,0 0-1,0-1 0,-1 1 0,1 0 0,0-1 0,0 1 0,0 0 1,2 0-1,51 21-993,-35-16 655,-18-6 336,0 0 1,0 1 0,0-1-1,0 1 1,0-1 0,0 1-1,0 0 1,0-1 0,0 1-1,0 0 1,0-1 0,0 1 0,0 0-1,-1 0 1,1 0 0,0 0-1,0 0 1,-1 0 0,1 0-1,-1 0 1,1 0 0,-1 0-1,0 0 1,1 0 0,-1 2 0,0-1 43,0 0 0,-1-1 0,1 1 0,-1 0 0,0-1 0,1 1 1,-1-1-1,0 1 0,0-1 0,0 1 0,0-1 0,0 0 1,0 1-1,0-1 0,-3 2 0,-6 5 342,-1 0-1,0-1 1,-18 10-1,25-15-283,-5 3 264,0 0-1,-1 0 1,0-1 0,0 0 0,0-1 0,0 0 0,-15 2-1,23-5 183,29 0-8410,-13 0 2550,-1 0-1781</inkml:trace>
</inkml:ink>
</file>

<file path=ppt/ink/ink10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35:27.38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69 0 6067,'0'0'12816,"0"8"-9662,-2 18-2490,-1-1 1,-1 0 0,-1 0 0,-1-1-1,-12 29 1,-11 50-283,27-55-386,3-29-99,-1-18 96,0 0 0,0-1 0,1 1 0,-1-1 0,0 1 0,0-1 0,1 1 0,-1 0 0,0-1 0,1 1 0,-1-1 0,1 0 0,-1 1 0,1-1 0,-1 1 0,1-1 0,-1 0 0,1 1 0,-1-1 0,1 0 0,-1 1 0,1-1 0,-1 0-1,1 0 1,0 0 0,-1 1 0,1-1 0,-1 0 0,1 0 0,0 0 0,0 0 0,27 1-13,-21-2-7,17 0-210,0-2 0,0 0 0,-1-2 1,1 0-1,-1-2 0,0 0 0,0-2 0,41-22 0,-61 26-1082</inkml:trace>
</inkml:ink>
</file>

<file path=ppt/ink/ink10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35:27.67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41 3185,'0'0'13108,"6"-2"-11921,26-8 258,1 2 1,64-9-1,-23 13-6552</inkml:trace>
</inkml:ink>
</file>

<file path=ppt/ink/ink10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35:27.90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1 100 320,'0'0'14903,"135"-56"-14023,-101 44-864,-7 3-16,0 0-1776,0 3-2899,-6-1-3744</inkml:trace>
</inkml:ink>
</file>

<file path=ppt/ink/ink10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35:28.53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75 1921,'0'0'19387,"5"4"-18090,46 53 2433,-51-56-3741,1 0 0,0-1 1,0 1-1,-1-1 0,1 1 1,0-1-1,0 1 0,0-1 1,0 1-1,0-1 0,0 0 1,0 1-1,0-1 0,0 0 1,0 0-1,0 0 0,0 0 1,0 0-1,0 0 0,0 0 1,0 0-1,0 0 0,0-1 1,0 1-1,0 0 0,-1 0 1,1-1-1,2 0 0,19-16-325,-18 14 277,14-14-55,2 1-1,0 0 0,1 2 1,0 1-1,45-21 0,-65 36 276,0-1-1,0 1 1,1 0-1,-1 0 1,0 0-1,0 0 1,-1 0-1,1 0 1,0 0 0,-1 0-1,1 0 1,-1 0-1,0 0 1,0 0-1,1 0 1,-2 3-1,7 19 262,-6-22-418,1-1 0,0 0 0,0 1 0,-1-1-1,1 0 1,0 0 0,0 0 0,0 0 0,1 1 0,-1-2 0,0 1 0,0 0 0,0 0 0,1 0 0,-1 0 0,0-1 0,1 1 0,-1-1-1,1 1 1,-1-1 0,1 0 0,-1 1 0,1-1 0,-1 0 0,1 0 0,-1 0 0,1 0 0,-1 0 0,1 0 0,-1-1 0,1 1-1,-1 0 1,1-1 0,-1 1 0,1-1 0,-1 0 0,0 1 0,2-2 0,5-2-10,-1 0 1,-1-1-1,1 0 1,-1 0-1,9-8 1,-9 7-25,-3 2 166,0 1 1,0-1-1,0 1 0,0 0 0,1 0 0,0 0 0,-1 1 0,1-1 0,0 1 0,0 0 0,1 0 0,-1 0 0,0 1 0,0-1 0,1 1 1,-1 0-1,1 0 0,-1 1 0,6-1 0,-7 2-150,0 1 1,-1-1-1,1 0 1,-1 1 0,1 0-1,-1-1 1,0 1-1,1 0 1,-1 0-1,0 0 1,3 4-1,24 20-2199,-21-23 757,0 0 1,0-1-1,0 0 0,15 2 0,17-2-7509,0-2-2249</inkml:trace>
</inkml:ink>
</file>

<file path=ppt/ink/ink10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35:29.09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109 188 12054,'0'0'11335,"-10"22"-9427,-32 74-721,37-80-889,0 0 1,1 0-1,0 0 0,2 0 1,0 0-1,0 29 0,-3 18-102,1-23-213,-3 14-281,-3-20-2669,8-45-9651,-2-50 7458,5 32 4569,2 0 0,1 1 1,2-1-1,0 1 0,2 1 1,21-52-1,5 4 1584,50-78 1,-77 141 121,1 0 0,0 0 0,13-15 0,-19 25-609,0 0-1,0 0 1,0 0-1,1 0 1,-1 0-1,0 0 1,1 1-1,0-1 1,-1 1-1,1-1 1,0 1-1,-1 0 1,1 0-1,0 1 1,0-1 0,0 0-1,0 1 1,0 0-1,0 0 1,0 0-1,0 0 1,3 0-1,-4 1-288,-1 0 1,0 0-1,1-1 0,-1 1 0,0 0 0,0 0 1,0 0-1,1 0 0,-1 1 0,0-1 0,-1 0 1,1 0-1,0 1 0,0-1 0,0 0 0,-1 1 1,1-1-1,-1 1 0,1-1 0,0 3 0,5 30 1454,-5 96 1923,-1-129-3573,0 0-1,-1 1 1,1-1 0,-1 0 0,1 1-1,-1-1 1,0 0 0,0 0-1,1 0 1,-1 0 0,0 0 0,0 0-1,0 0 1,0 0 0,0 0-1,0 0 1,-1 0 0,1 0-1,0-1 1,0 1 0,-1-1 0,1 1-1,0-1 1,-1 1 0,1-1-1,0 0 1,-1 1 0,1-1-1,-1 0 1,1 0 0,0 0 0,-3 0-1,-56-1 3,48 0 2,10 1-128,-1-1-1,1 1 1,0 0-1,0-1 1,-1 1-1,1-1 0,0 0 1,0 0-1,0 0 1,0 0-1,0 0 1,0 0-1,0-1 1,0 1-1,0 0 1,1-1-1,-1 0 1,0 1-1,-1-3 1,3 3-305,-1 0-1,0 0 1,1-1 0,0 1 0,-1 0-1,1 0 1,-1 0 0,1-1 0,0 1 0,0 0-1,0 0 1,0-1 0,0 1 0,0 0-1,0-2 1,1 1-465,-1 0 0,1 0 0,0 1 0,-1-1-1,1 0 1,0 1 0,0-1 0,0 0 0,0 1-1,1-1 1,-1 1 0,3-3 0,20-17-9377</inkml:trace>
</inkml:ink>
</file>

<file path=ppt/ink/ink10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35:29.40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118 0 11973,'0'0'12494,"-7"27"-8772,-3 10-2695,0-3 50,2 0 0,-5 45 0,5-33-905,-18 56 1,-6 33-198,31-134 26,1 1-1,-1 0 1,1-1 0,-1 1-1,1 0 1,0-1 0,0 1-1,0 0 1,0 0 0,0-1 0,0 1-1,0 0 1,1 0 0,-1-1-1,1 1 1,-1 0 0,1-1-1,0 1 1,-1-1 0,1 1-1,0-1 1,0 1 0,0-1-1,0 0 1,0 1 0,0-1-1,2 2 1,1-2-72,0 0 0,1 0 0,-1 0 0,0 0 0,0-1 0,0 0 0,1 0 0,-1 0 0,6-1 0,-3 1-150,2 0-508,-1-1 0,0 0 1,0-1-1,0 0 0,0 0 0,0-1 1,-1 0-1,11-5 0,28-24-9365,-25 12 14</inkml:trace>
</inkml:ink>
</file>

<file path=ppt/ink/ink10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35:29.62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3778,'0'0'21690,"136"0"-20730,-89 0-624,-6 0-272,0 0-64,-8 0-272,1 0-1088,0 0-1154,-7 0-2192,0 0-4626</inkml:trace>
</inkml:ink>
</file>

<file path=ppt/ink/ink10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35:29.84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8100,'0'0'20249,"81"45"-18520,-67-43-993,6 3-528,0-5-160,-13 0-32,7 2-32,-8-2-704</inkml:trace>
</inkml:ink>
</file>

<file path=ppt/ink/ink10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35:30.52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461 42 3618,'0'0'15612,"2"-8"-9939,2-7-3681,-2 2-1251,-2 13-705,0 0 0,0-1 0,1 1 0,-1 0 0,0 0 0,0-1-1,0 1 1,0 0 0,0 0 0,0 0 0,0-1 0,0 1 0,0 0-1,1 0 1,-1 0 0,0-1 0,0 1 0,0 0 0,0 0 0,1 0-1,-1 0 1,0-1 0,0 1 0,0 0 0,1 0 0,-1 0 0,0 0 0,0 0-1,1 0 1,-1 0 0,0 0 0,0 0 0,1 0 0,-1 0 0,0 0-1,0 0 1,1 0 0,-1 0 0,0 0 0,0 0 0,1 0 0,-1 0 0,0 0-1,0 0 1,0 0 0,1 0 0,-1 0 0,0 0 0,0 1 0,0-1-1,1 0 1,-1 0 0,0 0 0,0 0 0,0 1 0,1-1 0,-1 0-1,0 0 1,0 0 0,0 1 0,0-1 0,0 0 0,0 0 0,0 0 0,1 1-1,-1-1 1,0 0 0,3 9 203,-1 1 0,0-1 0,0 0 0,-1 1 0,0-1 1,0 0-1,-1 1 0,-1-1 0,-1 14 0,1 9 3,1-11-226,0 23 11,-8 66 0,6-95-37,-1 1 1,-1-1 0,-1 0-1,0 0 1,-1 0 0,0-1-1,-16 26 1,11-25-6,0-1 0,-1 0 0,0-1 0,-1-1 0,-1 1 0,0-2 0,-22 14 0,8-7-7,-1-2 0,0-2 0,-39 14 0,61-25-72,-1 0 1,0 0 0,1-1-1,-1-1 1,0 1-1,0-1 1,0-1-1,-11 0 1,16 0 50,0-1-1,0 1 1,0-1 0,1 0-1,-1 0 1,0 0 0,1 0 0,-1-1-1,1 1 1,0-1 0,-1 0 0,1 1-1,0-1 1,0 0 0,0 0-1,0 0 1,0-1 0,1 1 0,-1 0-1,1-1 1,-1 1 0,1-1-1,0 1 1,0-1 0,-2-5 0,-10-47-4221,13 52 3381,0-1 0,0 1-1,0 0 1,0-1 0,1 1 0,-1 0 0,1 0 0,0 0 0,0-1 0,0 1 0,0 0 0,1 0 0,-1 0 0,1 0 0,2-2 0,15-18-8980</inkml:trace>
</inkml:ink>
</file>

<file path=ppt/ink/ink10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35:31.19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285 21 4386,'0'0'13275,"3"-4"-11332,5-10-693,-17 12-184,-36 21 649,19-3-953,1 1 0,0 1 1,1 1-1,-34 36 0,49-45-586,0 0 0,1 1-1,1 0 1,0 0 0,0 1 0,1 0-1,0 0 1,1 0 0,1 1 0,0-1 0,1 1-1,0 0 1,-1 17 0,3-21-186,1-1 1,-1 0-1,2 1 1,-1-1-1,1 1 0,1-1 1,0 0-1,0 0 0,0 0 1,1 0-1,0 0 1,1 0-1,-1-1 0,2 0 1,-1 1-1,1-2 0,0 1 1,0 0-1,1-1 1,0 0-1,0 0 0,0-1 1,1 0-1,0 0 0,0 0 1,0-1-1,10 4 1,-9-4-580,0-1 0,1 0 0,-1 0 0,1-1 0,0-1 0,-1 1 0,1-1 0,0-1 0,16 0 0,-14-1-1060,-1 0 0,1 0 0,0-1 0,13-5 0,17-11-7019</inkml:trace>
</inkml:ink>
</file>

<file path=ppt/ink/ink10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35:31.66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122 31 4226,'0'0'13369,"-3"-5"-12022,-1 1-1140,-3-10 1074,7 14-1225,0-1 0,0 1 0,0 0 0,1-1 0,-1 1 0,0-1 0,1 1 0,-1-1 0,0 1 0,1 0 0,-1-1 0,1 1 0,-1 0 0,0 0 1,1-1-1,-1 1 0,1 0 0,-1 0 0,1-1 0,-1 1 0,1 0 0,-1 0 0,1 0 0,-1 0 0,1 0 0,-1 0 0,1 0 0,-1 0 0,1 0 0,-1 0 0,1 0 0,-1 0 0,1 0 1,0 1-1,3 0 139,0 0 1,-1 0 0,1 0 0,0 0 0,-1 1 0,1 0 0,-1 0-1,0 0 1,0 0 0,0 0 0,0 0 0,0 1 0,0 0-1,0 0 1,-1-1 0,0 1 0,1 1 0,-1-1 0,0 0 0,-1 0-1,1 1 1,1 5 0,5 7 409,-1 1-1,-1 0 1,6 25 0,-8-22-338,-1 0 0,0 0 0,-2 0 0,0 0 0,-1 0 0,-3 22 0,2-33-207,-1 1 1,0-1-1,0 0 1,-1 1-1,0-1 1,-1-1 0,0 1-1,0 0 1,-1-1-1,0 0 1,0 0-1,-1 0 1,0-1-1,-12 12 1,-8 1 108,0-1 0,-1-1-1,-42 20 1,56-35-182,12-3-233,16 0-5877,24-7-5151,-18-2 1109</inkml:trace>
</inkml:ink>
</file>

<file path=ppt/ink/ink10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35:32.70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8228,'0'0'17368,"14"3"-15912,-7 6-831,-1-5-529,8 5-96,-14-4-48,7 1-817,-7 6-960,0-6-1584,0 3-2690</inkml:trace>
</inkml:ink>
</file>

<file path=ppt/ink/ink10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35:33.18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12 10229,'0'0'22538,"7"-12"-22538,-7 15 0,0 8 0,0 0-1185,0-2-2224,0-2-2882</inkml:trace>
</inkml:ink>
</file>

<file path=ppt/ink/ink10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35:34.16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96 1 4914,'0'0'13326,"-6"17"-10794,-3 14-1359,1 0 0,2 0 0,1 1-1,-2 45 1,7-33-26,-1-11-413,1 0 0,2 0-1,10 55 1,-9-73-665,-1 0 1,0 1-1,-1 27 1,-3-42-74,1-1 1,-1 1 0,1-1 0,-1 0 0,1 1-1,-1-1 1,1 0 0,-1 0 0,1 0 0,-1 0 0,1 0-1,-1 0 1,1 0 0,-1-1 0,1 1 0,-1 0 0,1-1-1,0 1 1,-1-1 0,-1-1 0,2 0-36,0-1 1,0 1-1,0 0 1,1-1-1,-1 1 1,1-1-1,-1 0 1,1 1-1,0-1 1,0 1-1,0-1 0,1 1 1,-1-1-1,0 1 1,1-1-1,0 1 1,0-1-1,0 1 1,0-1-1,2-3 1,0 3-34,-1-1-1,1 2 1,0-1 0,0 0 0,1 0 0,-1 1-1,0 0 1,1 0 0,-1 0 0,1 0 0,7-2-1,5-1-214,-1 1-1,1 1 0,0 0 1,0 2-1,23-1 0,-36 2 271,0 0 1,0 1-1,0-1 0,0 1 0,0 0 0,0-1 0,0 1 1,0 1-1,0-1 0,0 0 0,-1 1 0,1-1 0,0 1 1,-1 0-1,0 0 0,1 0 0,-1 0 0,0 0 0,0 1 0,0-1 1,0 1-1,0-1 0,1 4 0,-1-2 11,0 1 1,0-1-1,0 1 0,-1 0 0,0-1 0,0 1 1,0 0-1,0 0 0,-1 0 0,1 0 0,-1 0 1,-1-1-1,1 1 0,-2 5 0,1-7 9,-1 1-1,0-1 0,0 0 1,0 0-1,0 0 0,0-1 0,-1 1 1,1 0-1,-1-1 0,0 0 1,1 0-1,-1 1 0,0-2 1,-1 1-1,1 0 0,0-1 0,0 1 1,-6 1-1,-65 19 208,47-16 127,1-1-1,-1-2 1,-41 0 0,60-9-590,8 5-138,0 1 0,0-1 0,1 0 0,-1 1 0,0-1 0,0 1 0,0-1 0,0 0 0,1 1 0,-1-1 0,0 0 0,0 1 0,1-1 1,-1 1-1,0-1 0,1 1 0,-1-1 0,1 1 0,-1-1 0,1 1 0,-1-1 0,1 1 0,-1 0 0,1-1 0,0 1 0,11-5-6431</inkml:trace>
</inkml:ink>
</file>

<file path=ppt/ink/ink10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35:34.61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157 61 9172,'0'0'11067,"-19"1"-8914,-60 6-454,76-7-1588,0 0 0,1 1 1,-1 0-1,1-1 0,-1 1 0,1 0 1,-1 0-1,1 1 0,0-1 0,0 0 1,-1 1-1,1-1 0,0 1 0,0 0 0,0 0 1,1 0-1,-1 0 0,0 0 0,1 0 1,-1 0-1,1 0 0,0 1 0,0-1 0,-2 5 1,1 0 36,1 1 1,-1-1 0,1 1 0,1-1-1,0 16 1,0-14-66,0-7-84,1 0 0,-1 1 0,1-1 0,-1 1 0,1-1 0,0 0 0,0 1 0,0-1 0,0 0 0,0 0 0,0 0 0,1 1-1,-1-2 1,1 1 0,0 0 0,-1 0 0,1 0 0,0-1 0,0 1 0,0-1 0,0 1 0,0-1 0,1 0 0,-1 0 0,0 0 0,0 0-1,1 0 1,-1-1 0,1 1 0,2 0 0,2 0-189,0 0 0,0 0 0,1 0 0,-1-1 0,0 0 0,0-1-1,0 1 1,0-1 0,12-4 0,-16 4 110,0-1-1,0 0 0,0 0 1,0 0-1,-1-1 1,0 1-1,1-1 0,-1 1 1,0-1-1,0 0 0,0 0 1,0 0-1,-1 0 1,1 0-1,-1 0 0,0 0 1,0 0-1,0-1 0,0 1 1,-1 0-1,1-7 1,1 1 9,-1-1 1,-1 1 0,1-1 0,-2 0 0,1 1-1,-4-17 1,2 21 91,0-1-1,0 1 1,-1-1 0,0 1-1,0 0 1,0 0 0,0 0-1,-1 1 1,-7-8-1,9 10-125,0 0 0,0 0 0,0 0 0,0 0-1,0 1 1,-1-1 0,1 1 0,-1 0 0,1-1-1,-1 1 1,1 0 0,-1 1 0,0-1 0,1 0 0,-1 1-1,0-1 1,1 1 0,-1 0 0,0 0 0,0 0-1,0 0 1,1 1 0,-4 0 0,5-1-218,1 0 0,-1 1 0,1-1 0,-1 0 0,1 1 0,0-1 0,-1 0 0,1 1 0,-1-1 0,1 1 0,0-1 0,-1 0 0,1 1 0,0-1 0,0 1 0,-1-1 0,1 1 0,0-1 0,0 1 0,0-1 0,0 1 0,0 0 0,0-1 0,0 1 0,0-1 0,0 1 0,0-1 0,0 2 0</inkml:trace>
</inkml:ink>
</file>

<file path=ppt/ink/ink10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35:35.02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159 1 9957,'0'0'14257,"-22"13"-13025,-66 41-325,84-52-849,1 0 0,0 1 0,-1-1 0,1 1 0,0 0 0,0 0-1,0 0 1,1 0 0,-1 0 0,1 1 0,0-1 0,0 1-1,0 0 1,0 0 0,1 0 0,-1-1 0,1 1 0,0 1 0,0-1-1,0 0 1,1 0 0,0 0 0,-1 0 0,1 0 0,1 1 0,0 5-1,0 7 3,-1-16-59,0 1 0,0-1 0,0 1 0,1 0-1,-1-1 1,0 1 0,1-1 0,-1 1 0,1-1-1,0 1 1,0-1 0,-1 0 0,1 1-1,0-1 1,0 0 0,0 1 0,0-1 0,0 0-1,1 0 1,-1 0 0,0 0 0,3 1-1,0 0-11,0 0-1,0 0 0,0 0 0,0-1 0,1 0 0,-1 0 0,1 0 0,5 0 0,0 0-76,0-1-1,0 0 1,-1-1-1,1 0 0,0-1 1,0 0-1,12-4 1,-16 4 44,0-1-1,-1 0 1,1 0 0,-1 0 0,0-1 0,0 0-1,-1 1 1,1-2 0,-1 1 0,0-1 0,0 1-1,0-1 1,0 0 0,-1-1 0,0 1 0,0 0-1,-1-1 1,1 0 0,-1 0 0,0 1 0,-1-1-1,1 0 1,-1-1 0,-1 1 0,1 0 0,-1 0-1,0 0 1,0 0 0,-1-7 0,0 11 18,0 0 1,0 0-1,0-1 1,0 1-1,0 0 1,-1 0-1,1 0 0,0 0 1,-1 1-1,0-1 1,1 0-1,-1 1 1,0-1-1,0 1 0,0-1 1,0 1-1,0 0 1,0 0-1,0 0 1,0 0-1,-1 0 1,1 0-1,0 1 0,-1-1 1,1 1-1,-3-1 1,-10-1-489,0 1 1,-31 0-1,32 1 82,-2 4-2742,8 0-1825,4-1 1386</inkml:trace>
</inkml:ink>
</file>

<file path=ppt/ink/ink10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35:35.32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89 0 14086,'0'0'3375,"-9"22"1361,-7 15-2634,1 2-1,2 0 1,2 0 0,-12 78 0,21 58-2043,3-98-57,-1-76-135,0 0 0,0 0-1,0-1 1,0 1 0,0 0 0,1 0-1,-1 0 1,0 0 0,1-1 0,-1 1-1,0 0 1,1 0 0,-1 0 0,1-1-1,-1 1 1,1 0 0,0-1 0,-1 1-1,1 0 1,-1-1 0,1 1 0,0-1-1,0 1 1,-1-1 0,1 0 0,0 1-1,0-1 1,0 0 0,-1 1 0,3-1-1,-1 1-856,0-1-1,0 0 0,1 0 0,-1 0 0,0 0 0,0 0 1,1 0-1,-1 0 0,0-1 0,0 1 0,4-2 0,8-8-8968</inkml:trace>
</inkml:ink>
</file>

<file path=ppt/ink/ink10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35:35.76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46 11557,'0'0'13729,"24"12"-12774,79 36-392,-96-45-531,1 0 0,-1-1 0,1 0 1,0 0-1,0-1 0,0 0 0,0-1 0,0 1 0,15-3 0,0 1 5,-10 1-30,0-1 0,0 0 0,0-1 1,-1-1-1,16-4 0,-24 6-18,1-1 0,-1 1 0,1-1 0,-1 0 0,0 0 0,0-1 0,0 0 0,0 1 0,0-1 0,0 0 0,-1-1 0,0 1 0,1-1 0,-1 1 0,-1-1 0,1 0 0,2-5 0,-4 8 9,0 0 1,-1 0-1,1-1 0,-1 1 0,1 0 1,-1 0-1,0-1 0,0 1 0,1 0 0,-1 0 1,0-1-1,0 1 0,0 0 0,0-1 1,0 1-1,-1 0 0,1 0 0,0-1 1,-1 1-1,1 0 0,-1 0 0,1-1 1,-1 1-1,1 0 0,-1 0 0,0 0 1,0 0-1,1 0 0,-1 0 0,0 0 1,0 0-1,0 0 0,0 0 0,0 1 1,0-1-1,0 0 0,-1 1 0,1-1 1,0 1-1,0-1 0,0 1 0,-1 0 1,1-1-1,0 1 0,0 0 0,-1 0 1,-1 0-1,-10-2 6,-1 1-1,1 0 1,-26 3 0,18-1 12,9-1 154,0 0 1,0 1-1,0 1 1,0 0 0,0 0-1,1 1 1,-1 1-1,1 0 1,-16 7 0,23-8-33,-1-1 1,1 1 0,0 0-1,0 1 1,0-1 0,0 1-1,0 0 1,1 0 0,0 0-1,0 0 1,0 0 0,0 1 0,1-1-1,-1 1 1,1 0 0,0 0-1,1 0 1,-1 0 0,1 0-1,0 0 1,0 0 0,1 0-1,0 10 1,-1 0-112,1-9 2,0 1 1,0-1-1,0 0 1,1 0-1,-1 0 0,2 1 1,-1-1-1,3 6 1,-3-10-79,0 0-1,1 0 1,0 1 0,0-1 0,-1 0 0,1-1 0,0 1 0,1 0 0,-1-1 0,0 1-1,0-1 1,1 1 0,-1-1 0,1 0 0,-1 0 0,1 0 0,-1-1 0,1 1 0,-1-1 0,1 1-1,0-1 1,5 0 0,17 3-1874,0-2-1,29-2 1,-42 0-9,-1 0 0,0-1 0,0-1-1,16-5 1,25-15-7480</inkml:trace>
</inkml:ink>
</file>

<file path=ppt/ink/ink10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35:36.21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255 4 5250,'0'0'13609,"-24"0"-9711,-76-3-897,94 3-2661,0-1-1,0 2 0,0-1 0,0 1 1,0 0-1,1 0 0,-1 0 0,0 1 1,1 0-1,-1 0 0,1 1 0,-1-1 1,1 1-1,0 0 0,0 1 0,0-1 1,1 1-1,-5 4 0,6-5-313,1 1-1,0-1 1,-1 1-1,1-1 1,1 1 0,-1 0-1,0 0 1,1 0-1,0 0 1,0 0 0,0 0-1,0 0 1,1 0-1,-1 1 1,1-1-1,0 0 1,1 0 0,-1 1-1,1-1 1,0 0-1,1 6 1,-1-8-26,0-1 0,0 0 0,0 0 0,0 0 0,0 1 0,0-1 0,0 0 0,0 0 0,0-1 0,1 1 0,-1 0 0,0 0 0,1-1 0,-1 1 0,0 0 0,1-1 0,-1 0 0,1 1 0,-1-1 0,1 0 0,-1 1 0,1-1 0,2 0 0,43 0 0,-33-1 0,-8 1-55,-1-1-1,1 0 1,-1 0-1,0 0 1,1-1 0,-1 0-1,0 0 1,0 0-1,0-1 1,-1 1 0,1-1-1,0 0 1,-1-1-1,7-6 1,-4 4-85,-1 0-1,0-1 1,-1 1 0,0-2-1,0 1 1,0 0-1,-1-1 1,6-12 0,-11 26 395,1-1 0,0 1 0,0 0 1,0-1-1,1 1 0,0-1 0,0 1 1,0 0-1,1-1 0,4 10 0,-4-10-550,0-1-1,1 1 0,-1-1 0,1 0 1,0 0-1,0 0 0,6 6 1,-7-8-272,0-1 0,0 1-1,0-1 1,1 1 0,-1-1 0,0 1 0,1-1 0,-1 0 0,1 0 0,0-1 0,-1 1 0,1 0 0,0-1 0,-1 0 0,5 1 0,7-1-8264,0 0-4268</inkml:trace>
</inkml:ink>
</file>

<file path=ppt/ink/ink10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35:36.73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59 9444,'0'0'14994,"21"1"-13348,69 3-197,-83-3-1201,-1 0 1,0 0 0,0 0 0,0 1-1,0-1 1,-1 1 0,1 1 0,0-1-1,-1 1 1,0 0 0,9 7 0,-11-8-177,-1 0 0,0 0 1,1 0-1,-1 1 0,-1-1 1,1 1-1,0 0 0,0-1 1,-1 1-1,0 0 0,1 0 1,-1 0-1,0 0 0,-1 0 1,1 0-1,0 0 0,-1 0 1,0 4-1,0-6-43,0 0 0,0-1 0,0 1 0,0 0 0,-1 0 0,1-1 1,0 1-1,0 0 0,-1-1 0,1 1 0,-1 0 0,1-1 0,-1 1 0,1 0 0,-1-1 0,1 1 0,-1-1 0,1 1 1,-1-1-1,0 1 0,-1 0 0,0-3 217,11-9-257,11-7-111,1 0 0,0 2 0,1 0-1,1 2 1,1 0 0,0 2 0,0 0 0,45-14 0,-32 21 428,-36 6-283,0-1 1,0 0-1,-1 0 0,1 1 1,0-1-1,0 1 0,0-1 1,0 1-1,-1-1 0,1 1 1,0-1-1,-1 1 0,1-1 1,0 1-1,-1 0 0,1 0 1,-1-1-1,1 1 0,-1 0 1,1 0-1,-1 0 0,0-1 0,1 1 1,-1 0-1,0 0 0,0 0 1,1 0-1,-1 0 0,0 0 1,0-1-1,0 1 0,0 0 1,-1 2-1,2 22-23,-1-13 0,1 1 0,-2 0 0,0-1 0,-4 21 0,3-21-222,-3 0 278,-4-9-2614,-6-3-3527,-3 0-1946</inkml:trace>
</inkml:ink>
</file>

<file path=ppt/ink/ink10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49:25.29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221 62 2145,'0'0'14201,"0"-12"-12939,0-27-436,0 28 2625,-2 21-3306,0-1 0,-1 0 1,0 0-1,-1 0 0,0 0 1,0-1-1,-1 0 1,0 1-1,-1-2 0,0 1 1,-10 10-1,-12 20 93,-8 14-110,20-30-114,1 0 0,1 1 0,1 0-1,-19 48 1,31-70-17,0 1 0,0-1 0,1 1 0,-1-1-1,1 1 1,-1 0 0,1-1 0,-1 1 0,1 0-1,0 0 1,0-1 0,0 1 0,0 0 0,0 0-1,0-1 1,0 1 0,1 0 0,-1-1 0,1 1-1,-1 0 1,1-1 0,0 1 0,-1 0 0,1-1 0,0 1-1,0-1 1,0 0 0,0 1 0,0-1 0,1 0-1,-1 1 1,0-1 0,1 0 0,-1 0 0,1 0-1,-1 0 1,1-1 0,-1 1 0,3 1 0,5 0 26,1-1 0,-1 0 0,1 0 0,-1-1 0,1 0 0,11-1 0,7 0 82,2-1 45,-1-1 0,0-1 0,49-14 0,-42 8-115,66-7 0,-98 17-773,8-1 1631</inkml:trace>
</inkml:ink>
</file>

<file path=ppt/ink/ink10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49:25.74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1 120 3057,'0'0'8916,"3"-5"-7376,0 2-1261,0 0 0,1 0 0,-1 0 0,1 0 1,0 1-1,-1 0 0,1 0 0,0 0 0,1 0 0,-1 0 0,0 1 1,7-2-1,67-11 2206,-26 5-1740,-9-1-374,231-41-296,-286 63-8442,-16 5 5155,-5-1-1257</inkml:trace>
</inkml:ink>
</file>

<file path=ppt/ink/ink10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49:26.01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89 192,'0'0'18008,"135"-47"-16727,-101 35-273,0 3-479,0 2-145,-7 3-320,-7-1-64,0 3-16,1 0-448,-15 2-1441,8 0-1393,-7 0-1888,0 0-1617</inkml:trace>
</inkml:ink>
</file>

<file path=ppt/ink/ink10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49:26.82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66 3426,'0'0'11079,"9"-2"-9531,27-7-128,-11 7 58,-25 2-1433,1 0 1,-1 0-1,1 0 1,-1 0-1,1 0 1,-1 1-1,1-1 0,-1 0 1,0 0-1,1 0 1,-1 0-1,1 0 0,-1 0 1,1 1-1,-1-1 1,0 0-1,1 0 0,-1 1 1,0-1-1,1 0 1,-1 1-1,0-1 0,1 0 1,-1 1-1,0-1 1,0 0-1,1 1 0,-1-1 1,0 1-1,0-1 1,0 0-1,0 1 0,1 0 1,-1 60 597,36-77-571,-6 1-69,0 1 0,57-18 0,-76 29 675,1 1 0,0 0 0,20 0 0,-31 7-109,-2-4-566,1-1-1,0 1 1,0-1-1,-1 1 1,1-1-1,0 1 1,0-1 0,0 0-1,0 1 1,0-1-1,0 1 1,0 0-1,-1-1 1,2 1 0,-1-1-1,0 1 1,0-1-1,0 1 1,0-1-1,0 1 1,0-1-1,0 0 1,1 1 0,-1-1-1,0 1 1,0-1-1,1 1 1,-1-1-1,0 0 1,1 1 0,-1-1-1,0 1 1,1-1-1,-1 0 1,1 0-1,-1 1 1,0-1-1,1 0 1,-1 0 0,1 1-1,-1-1 1,1 0-1,-1 0 1,1 0-1,-1 0 1,1 0-1,-1 1 1,1-1 0,-1 0-1,1 0 1,-1-1-1,1 1 1,-1 0-1,1 0 1,-1 0 0,1 0-1,0-1 1,23-1-16,1-1 1,-1-1 0,-1-1 0,1-1 0,39-17 0,-18 7 42,-45 48 2223,1 2-4631,-1-33 2158,0 0 0,0 0 0,0 0 0,0 0 0,1 0 0,-1-1 0,0 1 0,0 0 0,1 0 0,-1 0 0,0 0 0,1-1 0,-1 1 0,1 0 0,-1 0 0,1-1 0,0 1 0,-1 0 0,1-1 1,0 1-1,-1-1 0,1 1 0,0-1 0,0 1 0,17 4-6327,7-4-1070</inkml:trace>
</inkml:ink>
</file>

<file path=ppt/ink/ink10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49:27.12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183 1 8180,'0'0'12915,"0"20"-11400,1 4-1096,0-12-250,-1 1-1,0-1 0,-1 0 1,0 0-1,-1 0 1,0 0-1,-8 22 0,-16 45 28,-47 98 0,17-73-4845,49-97 3419,2-4-1343,3-17-11086</inkml:trace>
</inkml:ink>
</file>

<file path=ppt/ink/ink10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49:27.43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68 1 6099,'0'0'11613,"12"5"-10479,39 21-62,-48-24-968,-1 0 0,0 1-1,0-1 1,0 0 0,0 1-1,0 0 1,0-1-1,-1 1 1,1 0 0,-1 0-1,0 0 1,1 0-1,-2 0 1,1 0 0,0 0-1,0 4 1,-1-5-21,1 0 1,-1 0-1,0 0 0,1 0 0,-1 0 1,0 0-1,0 0 0,-1 0 0,1 0 1,0 1-1,-1-1 0,1 0 1,-1 0-1,0 0 0,0-1 0,0 1 1,0 0-1,0 0 0,0 0 1,0-1-1,-2 3 0,-10 3 104,0 0 0,-1-1 0,0-1-1,0 0 1,-19 4 0,-12 4-158,44-13-77,17-25-6890,13-1 1375,-14 13 2628,13-16-3362</inkml:trace>
</inkml:ink>
</file>

<file path=ppt/ink/ink10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49:27.77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170 1 8196,'0'0'9612,"-9"19"-6781,-18 38-1481,-86 198 4015,108-236-5332,0 1 1,1-1-1,1 1 1,1 0 0,0 0-1,3 27 1,-1-45-105,1-1 0,0 1 0,0-1 1,0 1-1,0-1 0,0 0 0,0 1 1,0-1-1,0 0 0,1 0 0,-1 0 1,0 0-1,1 0 0,-1 0 0,0 0 1,1-1-1,0 1 0,-1 0 0,1-1 1,-1 1-1,1-1 0,0 0 0,-1 1 1,1-1-1,-1 0 0,1 0 0,0 0 1,-1 0-1,3-1 0,3 2-816,0-1-1,0 0 1,0 0-1,0-1 1,0 0 0,10-3-1,4-10-4221,-1-5-1737</inkml:trace>
</inkml:ink>
</file>

<file path=ppt/ink/ink10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49:28.02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23 4802,'0'0'15415,"47"-22"-14374,-33 22-433,-1 0-288,1 6-192,-1 3-128,8 0-16,-8 0-112,1-2-832,6 0-1073,0-5-1425,7-2-2705,-6 0-2385</inkml:trace>
</inkml:ink>
</file>

<file path=ppt/ink/ink10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49:28.29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6563,'0'0'12758,"48"13"-12006,-41-8-368,6 1-224,-13-1-128,14-1-32,-8 3-32,-6-2-400,7-1-1040,0 3-1570</inkml:trace>
</inkml:ink>
</file>

<file path=ppt/ink/ink10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49:28.72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631 1 5026,'0'0'13705,"-7"11"-12592,-24 43-549,2 1-1,-26 72 1,32-45-549,4 0-1,-12 129 1,28-185-13,1-5-3,-2 0 1,0 0-1,-1 0 1,-1-1-1,-1 0 1,-1 0-1,-20 36 1,23-48 45,0 0 1,-1-1-1,1 0 0,-2 0 1,1-1-1,-1 0 1,0 0-1,0 0 0,0-1 1,-1 0-1,0-1 1,0 1-1,0-1 0,-1-1 1,1 0-1,-1 0 1,0-1-1,0 0 1,0 0-1,-16 0 0,19-1 13,-7 0 248,0-1 0,0 0-1,1 0 1,-16-3-1,24 2-239,0-1 0,0 1 0,0 0 0,0-1 0,0 0 0,0 0 0,0 0 0,1 0 0,-1-1 0,1 0 0,0 1 0,-1-1 0,1 0 0,1-1 0,-1 1 0,-3-5 0,-1-3-4,1 0 1,0-1-1,0 0 0,2-1 0,-1 1 0,-4-25 0,4-12-3079,17 49-8767,-4 0 5026</inkml:trace>
</inkml:ink>
</file>

<file path=ppt/ink/ink10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49:34.76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360 196 1024,'0'0'16315,"0"-6"-15526,-4-12-442,-6 17-7,-25 27 326,15-8-346,14-13-211,-139 121 1627,126-107-1605,0 1-1,1 1 0,1 0 1,-27 47-1,41-62-150,0 0 0,0 1-1,0-1 1,1 1 0,0 0 0,0 0-1,1 0 1,-1 0 0,1 12-1,1-18 8,0-1 1,0 1-1,0-1 0,0 1 0,1-1 0,-1 1 0,0 0 0,0-1 0,1 1 0,-1-1 0,0 0 0,1 1 0,-1-1 0,0 1 0,1-1 0,-1 1 0,1-1 0,-1 0 0,1 1 0,-1-1 0,0 0 0,1 1 0,0-1 0,-1 0 0,1 0 0,-1 0 0,1 1 0,-1-1 1,2 0-1,26 1-128,28-12 132,-26-4 40,0-1 1,-1-2 0,0-1-1,-2-1 1,0-1 0,-2-2 0,0 0-1,42-53 1,-52 56 110,-1 1-1,0-2 1,-1 0-1,-2-1 1,0 0 0,-1 0-1,-1-1 1,-1 0-1,-2-1 1,0 0 0,-1 0-1,3-48 1,-9 71-135,1 1-1,0-1 1,-1 1 0,1-1-1,0 1 1,-1-1 0,1 1-1,-1 0 1,1-1 0,-1 1-1,1 0 1,-1-1 0,1 1-1,-1 0 1,1-1 0,-1 1-1,1 0 1,-1 0 0,1 0-1,-1 0 1,0-1 0,1 1 0,-1 0-1,1 0 1,-1 0 0,0 0-1,1 0 1,-1 0 0,1 1-1,-1-1 1,0 0 0,1 0-1,-1 0 1,1 0 0,-1 1-1,1-1 1,-1 0 0,1 1-1,-1-1 1,0 1 0,-26 11-377,9 1-1120,1 1 0,0 1 0,1 1 0,-16 19 0,-2 2-4762,0-3-1056</inkml:trace>
</inkml:ink>
</file>

<file path=ppt/ink/ink10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49:35.03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9332,'0'0'14023,"18"22"-12740,5 8-940,11 13 389,48 49-1,-18-34-718,-35-37-2512,-22-19-3467,6-7-1184,-5-12-1483</inkml:trace>
</inkml:ink>
</file>

<file path=ppt/ink/ink10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49:35.45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0 944,'0'0'22011,"2"13"-20360,10 66 187,-11-77-1840,-1 0 0,1 0 0,0-1 0,-1 1 0,1 0 0,0-1 0,0 1 0,0 0 0,0-1 0,1 1 0,-1-1 0,0 0 0,1 1 0,-1-1 0,1 0 0,-1 0 0,1 0 0,-1 0 0,1 0 0,0 0 0,0 0 0,-1-1 0,1 1 0,0-1 0,0 1 0,0-1 0,0 0 0,-1 1-1,1-1 1,0 0 0,0 0 0,0-1 0,0 1 0,0 0 0,0 0 0,0-1 0,-1 0 0,1 1 0,0-1 0,3-1 0,9-4-173,0 0 0,-1 0 0,24-16 1,-32 19 190,14-10 36,-1-1-1,-1-1 0,16-17 1,-33 50 3408,16 26-2918,-9-28-577,-6-13-336,0-1 0,0 0 0,0 0 1,1 1-1,-1-1 0,1 0 0,0 0 0,0 0 0,0-1 1,0 1-1,0 0 0,0-1 0,0 1 0,0-1 0,4 2 1,21 4-11791,-19-7 4582</inkml:trace>
</inkml:ink>
</file>

<file path=ppt/ink/ink10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49:35.86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37 8132,'0'0'12397,"9"4"-11343,11 3-687,-1 0-1,2-1 0,-1-1 1,1-2-1,38 4 1,-56-7-370,0 0 0,0 1 0,0-1 0,-1-1 1,1 1-1,0 0 0,0-1 0,0 1 1,0-1-1,-1 0 0,1 0 0,3-1 1,-5 0-18,1 0 0,-1-1 0,0 1 0,-1 0 0,1 0 0,0-1 0,-1 1 0,1 0 0,-1-1 0,0 1 0,1-1 0,-1 1 1,0 0-1,-1-1 0,1-2 0,-1 4 20,1-1 1,0 1 0,-1 0 0,1-1-1,-1 1 1,1 0 0,-1 0-1,0-1 1,1 1 0,-1 0 0,0 0-1,0 0 1,0 0 0,0 0-1,0 0 1,0 0 0,0 0-1,0 0 1,-1 1 0,1-1 0,0 0-1,0 1 1,-1-1 0,1 1-1,0-1 1,-1 1 0,1 0 0,0-1-1,-1 1 1,1 0 0,-3 0-1,-52-2 378,45 2-181,9 0-157,1 0-1,-1 1 0,0-1 0,0 1 0,1-1 1,-1 1-1,0-1 0,0 1 0,1 0 0,-1 0 1,1 0-1,-1 0 0,1 0 0,-1 0 0,1 0 1,0 1-1,-1-1 0,1 0 0,0 1 0,0-1 1,0 1-1,0-1 0,0 1 0,1 0 0,-1-1 1,0 1-1,1 0 0,-1-1 0,1 1 0,-1 0 1,1 3-1,-2 8-30,1 0 0,0 0 0,2 19 0,-1-15-158,1-14-18,-1-1 1,0 0-1,0 0 0,1 0 1,0 1-1,-1-1 0,1 0 1,0 0-1,0 0 0,0 0 0,0 0 1,0 0-1,1 0 0,-1-1 1,0 1-1,1 0 0,-1-1 0,1 1 1,0-1-1,0 0 0,-1 1 1,1-1-1,0 0 0,0 0 0,0 0 1,0 0-1,0 0 0,3 0 1,5 2-1430,0-1 1,0 0 0,0-1-1,19 1 1,11-1-3893</inkml:trace>
</inkml:ink>
</file>

<file path=ppt/ink/ink10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49:36.28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21 4834,'0'0'19246,"4"7"-14003,14 20-5358,-14-26-129,0 1-1,0-1 1,0 0 0,0 0 0,0 0-1,0-1 1,0 1 0,1-1 0,-1 0-1,0 0 1,0-1 0,7 0 0,-6-1 254,0 1 0,0-1 0,-1 0 0,1 0 1,-1 0-1,1 0 0,-1-1 0,0 0 1,0 0-1,0 0 0,0 0 0,-1-1 1,1 0-1,-1 1 0,0-1 0,4-6 1,-7 9 130,0 1-1,0 0 1,1-1 0,-1 1 0,0-1 0,0 1 0,1 0 0,-1-1 0,0 1 0,0 0-1,1-1 1,-1 1 0,0 0 0,1 0 0,-1-1 0,0 1 0,1 0 0,-1 0 0,1 0-1,-1-1 1,0 1 0,1 0 0,-1 0 0,1 0 0,-1 0 0,1 0 0,-1 0-1,0 0 1,1 0 0,-1 0 0,1 0 0,-1 0 0,1 0 0,-1 0 0,0 0 0,1 0-1,0 1 1,15 14 380,-14-13-804,0 0-1,-1 0 1,1 0-1,0 0 0,0 0 1,1-1-1,-1 1 1,0 0-1,0-1 1,1 0-1,-1 0 1,1 1-1,2-1 1,7 1-2816,0-1 1,0-1-1,0-1 1,19-2-1,-3-6-6719</inkml:trace>
</inkml:ink>
</file>

<file path=ppt/ink/ink10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49:36.72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48 6979,'0'0'15485,"0"9"-14328,0-7-1117,0 1-1,0-1 0,0 1 1,0-1-1,0 1 0,0-1 1,1 1-1,-1-1 0,1 1 1,0-1-1,0 0 0,0 0 1,0 1-1,0-1 0,0 0 1,1 0-1,-1 0 0,1 0 1,-1 0-1,1 0 0,0-1 1,-1 1-1,1 0 0,0-1 0,0 1 1,0-1-1,1 0 0,-1 0 1,0 0-1,0 0 0,1 0 1,-1 0-1,0-1 0,1 1 1,-1-1-1,1 1 0,-1-1 1,1 0-1,-1 0 0,1 0 1,4-1-1,-5 1-29,19 0-54,0-1 0,0 0-1,31-7 1,-46 7 11,0 0 0,-1-1-1,1 0 1,-1 0 0,0-1 0,0 1-1,0-1 1,0 0 0,0-1-1,0 1 1,-1-1 0,1 0 0,-1 0-1,0 0 1,-1 0 0,1-1 0,5-9-1,-8 14 96,-1-1-1,1 0 1,0 0-1,-1 0 1,1 0-1,0 0 1,-1 0-1,1 0 0,-1 0 1,0 0-1,1 0 1,-1 0-1,0 0 1,1 0-1,-1 0 1,0-1-1,0 1 1,0 0-1,0 0 1,0 0-1,0 0 1,-1 0-1,1-1 1,0 1-1,0 0 0,-1 0 1,1 0-1,-1 0 1,1 0-1,-1 0 1,1 0-1,-1 0 1,0 0-1,1 0 1,-1 1-1,0-1 1,0 0-1,0 0 1,0 1-1,0-1 1,0 0-1,0 1 0,0-1 1,0 1-1,0-1 1,0 1-1,0-1 1,0 1-1,0 0 1,0 0-1,0 0 1,0-1-1,-1 1 1,0 0-1,-3 0 164,-1 0-1,1 0 1,0 0-1,-1 1 1,1 0-1,0 0 1,0 0-1,0 0 1,0 1-1,0 0 1,-5 3-1,3-2-140,1 1 0,0 0 0,0 1 0,1-1 0,-1 1 0,1 0 0,0 1 0,1-1 0,-1 1 0,1 0 0,0 0 0,0 0 1,1 1-1,0-1 0,0 1 0,0 0 0,1 0 0,0 0 0,1 0 0,-1 0 0,1 0 0,1 0 0,-1 1 0,1-1 0,2 15 0,-1-21-84,-1 1 0,1 0 1,0-1-1,0 1 0,0-1 0,0 0 0,0 1 1,0-1-1,0 0 0,1 1 0,-1-1 0,0 0 1,1 0-1,-1 0 0,1 0 0,-1 0 0,1 0 1,-1-1-1,1 1 0,0-1 0,-1 1 0,1-1 1,3 1-1,45 6-79,-45-7 49,165 3-4873,-146-4 1291,-1-2-1,40-9 0,0-10-9355</inkml:trace>
</inkml:ink>
</file>

<file path=ppt/ink/ink10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49:38.18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35 192,'0'0'3500,"27"-27"4096,-24 19 308,-1 14-5110,0 5-3469,-5 34 2092,-8 54 1,5-53-773,-2 57 0,8 143-552,0-256-7777,0-16 3328,0 21 2315,0-22-4109</inkml:trace>
</inkml:ink>
</file>

<file path=ppt/ink/ink10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49:39.16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169 197 4738,'0'0'8609,"3"-7"-7677,7-24-89,-9 30-757,1-1 1,0 1 0,-1 0 0,1 0-1,0 0 1,0 0 0,0 0-1,0 0 1,0 1 0,0-1 0,0 1-1,0-1 1,0 1 0,0 0 0,0-1-1,0 1 1,0 0 0,0 1-1,1-1 1,-1 0 0,0 1 0,2 0-1,5-1 259,308-14 3067,158-15-2523,4 0-870,204-45 3099,-671 72-1595,-16 2 785,2 0-2181,-1 1 0,1 0 0,0 0 0,0 0 1,-1 0-1,1 0 0,0 0 0,0 0 0,0 1 0,-3 2 0,-7 10 41,1 1-1,0 0 0,1 0 0,1 1 0,1 1 0,0-1 0,-6 19 0,-33 131 334,36-123-436,-6 37-32,4 1 0,4 0 1,1 139-1,8-220 60,-15-29-159,12 25 19,-1 1 1,1 0-1,-1 0 1,0 0-1,0 0 1,0 1-1,0-1 1,0 1-1,-1 0 1,1 0-1,-1 1 1,1-1-1,-1 1 1,0 0-1,-6 0 1,-78-4-565,73 5 530,-640 21-1639,279 17 1384,-296 20 437,588-57 633,84-1-481,35-13-138,13 7 293,-18 3-1732,-11-1-3280,-12-3-4400,-4-5 541</inkml:trace>
</inkml:ink>
</file>

<file path=ppt/ink/ink10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49:39.94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326 278 1585,'0'0'10898,"9"-11"-8844,28-35-167,-34 42-1593,-1 0 0,0 0 0,0 0 1,0 0-1,0-1 0,-1 1 1,1-1-1,-1 1 0,0 0 1,-1-1-1,1 0 0,-1 1 1,0-1-1,0 1 0,0-1 0,-2-8 1,0-10 389,2 18-626,0 0-1,-1 0 0,0 0 0,0 1 0,0-1 0,0 0 0,0 1 0,-1-1 0,0 1 0,0-1 0,0 1 1,-1 0-1,0 0 0,1 0 0,-1 0 0,0 1 0,-1-1 0,1 1 0,-1 0 0,0-1 0,1 2 0,-1-1 0,-1 0 1,1 1-1,0 0 0,0 0 0,-1 0 0,1 0 0,-1 1 0,-7-2 0,5 2-52,1 0-1,0 0 1,0 1-1,0 0 1,-1 0-1,1 0 1,0 1-1,0-1 1,0 2-1,0-1 1,0 1-1,0 0 1,0 0-1,0 0 1,1 1-1,-1 0 1,1 0 0,0 0-1,-1 1 1,2 0-1,-1 0 1,0 0-1,-6 9 1,2-1 43,2 1 0,-1 1 0,2-1 0,-1 1 1,2 1-1,0-1 0,1 1 0,0 0 0,-1 17 0,-1 23 383,0 66-1,4-48 15,0 189 508,3-145-1514,-1-116-34,-1-1-602,-1-1 785,1 0-1,-1 1 1,1-1-1,-1 0 0,1 0 1,0 1-1,-1-1 1,1 0-1,0 0 0,0-1 1,-1 1-1,1 0 0,0 0 1,0-1-1,0 1 1,0-2-1,-21-33-5514,13 20 2273,-11-17-3824</inkml:trace>
</inkml:ink>
</file>

<file path=ppt/ink/ink10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49:40.16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48 2417,'0'0'15031,"162"-20"-13270,-114 13-80,-1 0-657,1 0-544,-14 3-304,-1 2-176,-19 2 0,0 0-592,-8 0-1121</inkml:trace>
</inkml:ink>
</file>

<file path=ppt/ink/ink10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49:40.55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2 166 7155,'0'0'15143,"4"21"-13451,24 99 378,-27-119-2031,-1 0 0,0-1 0,1 1 0,-1 0 0,0-1 0,1 1-1,-1 0 1,0-1 0,0 1 0,0 0 0,1 0 0,-1-1 0,0 1 0,0 0 0,0-1 0,0 1 0,0 0 0,-1 0 0,1-1 0,0 1-1,0 0 1,0 0 0,-1-1 0,1 1 0,0 0 0,-1-1 0,1 1 0,0-1 0,-1 1 0,1 0 0,-1-1 0,0 1 0,0-1-32,0-1 1,0 0 0,1 0 0,-1 1 0,0-1 0,0 0-1,1 0 1,-1 0 0,0 0 0,1 0 0,-1 0-1,1 0 1,-1 0 0,1 0 0,0 0 0,-1 0 0,1-1-1,0 1 1,0 0 0,0 0 0,0-2 0,-7-38 42,2 10 93,-2-58 0,5 60-126,2-36-20,0 62-21,1 1 0,-1-1 1,1 1-1,-1-1 0,1 1 0,0-1 0,0 1 0,0 0 0,0 0 0,0-1 0,0 1 0,1 0 0,-1 0 0,1 0 0,0 0 0,-1 0 0,1 1 0,0-1 0,0 0 0,4-1 1,2 1-887,0 1 0,1 0 0,-1 1 1,1 0-1,-1 0 0,1 1 0,-1 0 1,13 3-1,40 11-9655,-28-6 3858</inkml:trace>
</inkml:ink>
</file>

<file path=ppt/ink/ink10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49:41.30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133 52 7796,'0'0'14011,"-20"17"-11962,-63 56-456,81-71-1524,-1 0 1,1 1-1,-1-1 0,1 1 1,0 0-1,0 0 1,0-1-1,0 1 0,1 0 1,-1 1-1,1-1 0,0 0 1,-1 0-1,2 1 0,-1-1 1,0 0-1,1 1 1,-1-1-1,1 1 0,0-1 1,0 1-1,0-1 0,1 0 1,-1 1-1,1-1 0,1 4 1,0 0-38,-1-4-24,0-1 0,0 0-1,1 0 1,-1 0 0,0 0 0,1 0 0,0-1 0,0 1-1,-1 0 1,1-1 0,0 1 0,0-1 0,0 0 0,1 0-1,-1 1 1,0-1 0,0-1 0,1 1 0,-1 0 0,0-1-1,1 1 1,-1-1 0,1 1 0,-1-1 0,5 0 0,1 0 6,1 1 0,-1-1 1,1-1-1,-1 1 0,1-1 1,12-4-1,-15 2-54,-1 0 0,1 0 0,-1-1 0,0 1 0,0-1 0,0-1 0,-1 1 0,1-1 0,-1 1 0,0-1 0,0-1 0,-1 1 0,0 0 0,0-1 0,0 0 0,0 1 0,-1-1 0,0 0 0,0-1 0,-1 1-1,0 0 1,1-11 0,-1 12 23,0 0 0,0-1 0,-1 1 0,0-1 0,0 1 0,0-1 0,0 1-1,-1-1 1,0 1 0,0-1 0,-1 1 0,0 0 0,0 0 0,0-1-1,0 2 1,-1-1 0,0 0 0,0 0 0,0 1 0,0-1 0,-1 1 0,0 0-1,0 0 1,0 1 0,-8-7 0,11 9-17,0 1 1,0-1-1,0 1 1,0-1-1,0 1 0,0-1 1,0 1-1,0 0 0,0 0 1,0-1-1,-1 1 0,1 0 1,0 0-1,0 0 1,0 0-1,0 0 0,0 0 1,0 1-1,0-1 0,0 0 1,0 0-1,-2 1 0,2 0-113,1 0-1,-1-1 1,1 1-1,-1 0 0,1 0 1,-1-1-1,1 1 1,-1 0-1,1 0 0,0 0 1,-1 0-1,1-1 1,0 1-1,0 0 0,0 0 1,0 0-1,-1 0 0,1 0 1,0 0-1,1 0 1,-1 0-1,0 2-132,0-1 0,1 1 0,-1-1 0,1 0 0,-1 1 0,1-1 0,0 0 0,0 0 0,0 0 0,0 0 0,1 0 0,-1 0 0,0 0 0,1 0 0,0 0 1,-1 0-1,1-1 0,0 1 0,3 2 0,11 1-1397,0-1 0,1 0 0,0-1 0,-1-1 0,1 0 0,18-1 0,26 3-643,-2 8 5208,-58-12-2354,0 1 0,0 0 1,0 0-1,0 0 0,0 0 0,0 0 0,0 0 0,0 0 1,0 0-1,0 0 0,0 0 0,-1 0 0,1 0 0,-1 1 0,1-1 1,-1 0-1,1 0 0,-1 1 0,1-1 0,-1 0 0,0 1 0,0-1 1,0 3-1,-1 40 6855,0-28-5620,1-15-1646,12-3-225,0 1 11,0-2 0,-1 0 0,1 0 0,-1-1 0,0 0 0,0-1-1,18-10 1,19-8-529,-35 17 504,-8 4 206,0-1 0,0 1 0,0 0 0,0 1 0,0 0-1,0-1 1,0 2 0,10-2 0,-14 6 183,-1 0-1,0 0 1,1 0-1,0 0 1,-1 0-1,2 0 1,1 6-1,-1-8-496,0-1 0,0 1 1,0-1-1,0 0 0,0 0 0,0 1 0,0-2 1,0 1-1,1 0 0,-1 0 0,0-1 1,0 1-1,1-1 0,-1 1 0,0-1 0,1 0 1,-1 0-1,1 0 0,3-1 0,0 1-1216,0-1-1,0 0 0,0 0 0,0 0 0,0-1 0,11-4 1,10-14-5612</inkml:trace>
</inkml:ink>
</file>

<file path=ppt/ink/ink10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49:41.57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83 1 10117,'0'0'12269,"-7"20"-9105,-39 136 1598,37-122-4149,2 2 1,2-1 0,-2 46 0,5-59-826,3 25 635,-1-46-524,0 0-1,1 0 1,-1 0 0,0 1 0,1-1 0,-1 0 0,1 0 0,-1 0 0,1 0-1,0 0 1,-1 0 0,1 0 0,0-1 0,0 1 0,0 0 0,0 0-1,0 0 1,0-1 0,0 1 0,0-1 0,0 1 0,0 0 0,0-1-1,0 0 1,0 1 0,0-1 0,0 0 0,0 0 0,1 1 0,-1-1 0,0 0-1,2 0 1,0 0-127,33-4-5365,-34 4 5038,-1-1 0,1 1 1,-1-1-1,0 0 0,1 1 1,-1-1-1,1 0 0,-1 0 1,0 0-1,0 0 0,0 0 1,1 0-1,-1-1 0,0 1 1,0 0-1,-1 0 1,1-1-1,0 1 0,0-1 1,0-2-1,2-16-8815</inkml:trace>
</inkml:ink>
</file>

<file path=ppt/ink/ink10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49:41.75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11749,'0'0'11926,"135"9"-10998,-80-9-416,-1 0-512,-7 0-336,-6 0-1713,-7 0-2545,-14 0-6579</inkml:trace>
</inkml:ink>
</file>

<file path=ppt/ink/ink10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49:47.35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95 109 5491,'0'0'11367,"5"-3"-10075,-3 1-1027,1 0 0,0 1 0,-1-1 1,1 1-1,0 0 0,0 0 0,0 0 0,0 0 1,0 1-1,0-1 0,5 1 0,-7 0-194,0 0 0,0 0-1,1 0 1,-1 1 0,0-1-1,0 1 1,0-1-1,0 1 1,0-1 0,0 1-1,0 0 1,0-1 0,0 1-1,0 0 1,0 0-1,0 0 1,-1-1 0,1 1-1,0 0 1,0 0 0,-1 0-1,1 0 1,-1 1 0,1-1-1,-1 0 1,0 0-1,1 0 1,-1 0 0,0 0-1,0 1 1,1-1 0,-1 0-1,0 0 1,0 0-1,0 1 1,-1-1 0,1 2-1,0-2-11,-1 0 0,1 0 1,0 0-1,0 0 0,-1 0 0,1 0 0,-1 0 0,1 0 0,-1 0 0,1 0 0,-1 0 0,0 0 0,1-1 0,-1 1 0,0 0 0,0 0 0,0-1 0,1 1 0,-1 0 1,0-1-1,0 1 0,0-1 0,0 1 0,0-1 0,0 1 0,0-1 0,0 0 0,0 0 0,0 0 0,0 1 0,-1-1 0,1 0 0,0 0 0,0 0 0,0 0 0,0-1 1,0 1-1,0 0 0,0 0 0,0-1 0,-1 0 0,-2 1-16,1-1 0,0 1 0,0-1 0,-1 0 0,1-1 0,0 1 0,0 0 0,0-1 1,0 0-1,1 0 0,-1 1 0,0-2 0,1 1 0,-4-3 0,3 0 24,1 0 1,-1 0-1,1 0 0,0-1 0,0 1 0,0-1 0,1 1 1,0-1-1,0 1 0,0-1 0,1 0 0,0 1 1,0-1-1,0 0 0,2-8 0,0 13-67,0-1 0,-1 1 0,1-1-1,0 1 1,0 0 0,0 0 0,0 0-1,0 0 1,0 0 0,0 0 0,1 1 0,-1-1-1,0 1 1,0-1 0,0 1 0,1 0-1,3 0 1,-2-1-2,0 1 0,0-1 0,0 1 0,0 0 0,0 1 0,1-1 0,-1 1 0,0 0 0,4 1 0,-6 0 8,0-1-1,-1 1 1,1 0-1,0 0 1,-1 0-1,0 0 1,1 0-1,-1 1 1,0-1-1,0 0 1,0 1-1,0-1 1,-1 0-1,1 1 0,-1-1 1,1 5-1,1 45 472,-2-39-172,-1-12-277,0 0 0,0 0-1,0 0 1,0 1-1,0-1 1,0 0 0,0 0-1,0 0 1,0-1 0,0 1-1,0 0 1,-1 0-1,1-1 1,0 1 0,0 0-1,-1-1 1,1 0 0,-1 1-1,1-1 1,0 0-1,-1 1 1,1-1 0,-1 0-1,1 0 1,-1 0-1,-1-1 1,-44 0 125,44-1-145,0 1-1,1-1 1,-1 0-1,0 0 1,0 0-1,1-1 1,0 1-1,-1 0 0,1-1 1,0 0-1,0 1 1,0-1-1,0 0 1,1 0-1,-1 0 1,1 0-1,0 0 1,0-1-1,0 1 0,0 0 1,1 0-1,-1-1 1,1 1-1,0 0 1,0-4-1,-1 5-8,1-1 0,0 1 0,0 0-1,0 0 1,0 0 0,0 0 0,0 0-1,0 0 1,1-1 0,-1 1 0,1 0 0,-1 0-1,1 0 1,0 0 0,0 0 0,0 1 0,0-1-1,0 0 1,0 0 0,1 0 0,-1 1-1,1-1 1,-1 1 0,1-1 0,-1 1 0,1 0-1,0 0 1,0-1 0,0 1 0,-1 0 0,1 1-1,0-1 1,0 0 0,0 0 0,1 1-1,-1 0 1,0-1 0,0 1 0,0 0 0,3 0-1,-2 1 1,-1 0 0,1 0-1,0 1 1,-1-1-1,0 1 1,1 0-1,-1-1 1,0 1-1,0 0 1,0 0 0,0 1-1,0-1 1,0 0-1,-1 1 1,1-1-1,-1 1 1,0-1-1,0 1 1,2 4-1,1 3 12,0 0 0,-1 1-1,0-1 1,2 12-1,-4-14 19,0-1-1,0 0 1,-1 0 0,0 1-1,0-1 1,0 0 0,-1 1-1,-2 8 1,1-14 10,1 0-1,0 0 1,0 0-1,-1 0 1,1 0-1,-1-1 1,1 1-1,-1 0 1,0-1-1,0 1 1,0-1-1,1 0 1,-1 1-1,-1-1 1,1 0-1,0 0 1,0-1-1,0 1 1,0 0-1,-1-1 1,1 1-1,0-1 1,-1 0-1,1 1 1,0-1-1,-1-1 1,1 1-1,-3 0 1,2 0 1,-1 0 0,1 0 1,0-1-1,-1 1 1,1-1-1,0 1 0,-1-1 1,1 0-1,0 0 0,0-1 1,0 1-1,0-1 1,0 1-1,0-1 0,0 0 1,1 0-1,-1 0 0,1-1 1,-1 1-1,1 0 1,0-1-1,0 0 0,0 1 1,0-1-1,0 0 0,1 0 1,-1 0-1,1 0 1,0 0-1,0-1 0,0 1 1,0-4-1,-2-1-39,0 0 0,1 0 0,0 0 0,1 0 0,-2-17 0,5 24-1,0 1 1,0-1-1,0 1 0,0 0 0,0-1 1,0 1-1,0 0 0,0 0 1,0 0-1,0 0 0,0 1 0,0-1 1,0 1-1,3 0 0,-3 1-124,0 0-1,-1-1 0,1 1 1,-1 0-1,1 1 1,-1-1-1,1 0 0,-1 0 1,0 0-1,0 1 0,0-1 1,-1 1-1,1-1 1,0 1-1,-1 2 0,3 42-6464,-4-36 3948,1 24-7331</inkml:trace>
</inkml:ink>
</file>

<file path=ppt/ink/ink10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49:49.63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35 720,'0'0'5955,"8"-1"-5707,38-7-501,-44 30-266,3-2 12443,-5-19-11724,-1 0 0,1 0 1,0-1-1,0 1 0,-1 0 0,1 0 0,0 0 1,-1 0-1,1 0 0,-1-1 0,1 1 1,-1 0-1,1 0 0,-1-1 0,0 1 0,1 0 1,-1-1-1,0 1 0,1-1 0,-1 1 1,0-1-1,0 1 0,0-1 0,0 1 0,1-1 1,-1 0-1,0 1 0,0-1 0,-1 0 1,-13 9 1924,16-12-2119,0 0 1,0-1 0,-1 1 0,1-1-1,-1 1 1,0-1 0,0 1 0,0-1-1,-1-5 1,1 5-4,-1 1 0,1-1 0,0 0 0,0 1 0,1-1 0,-1 1 0,1-1 0,1-5 0,-1 8-4,-1 0 1,1 0-1,0-1 1,0 1-1,0 0 1,0 0-1,0 0 1,1 0-1,-1 0 1,0 0-1,0 1 1,1-1-1,-1 0 0,0 1 1,1-1-1,-1 1 1,0-1-1,1 1 1,-1 0-1,1-1 1,-1 1-1,1 0 1,-1 0-1,1 0 1,-1 0-1,3 1 1,-3-2 22,1 1 1,-1 0 0,1 0 0,0 0 0,-1 0-1,1 0 1,-1 0 0,1 1 0,0-1-1,-1 1 1,1-1 0,-1 1 0,1-1 0,-1 1-1,1 0 1,-1 0 0,0-1 0,1 1-1,-1 0 1,2 2 0,-2 0 298,1 0-1,-2 0 1,1 0-1,0 1 1,0-1-1,-1 0 1,0 0 0,1 0-1,-1 0 1,-1 5-1,-26 4-178,-5 48-6477,17-27 1168,-6 7-3759</inkml:trace>
</inkml:ink>
</file>

<file path=ppt/ink/ink10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49:42.83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4834,'0'0'13022,"7"1"-11370,-5-1-1554,-1 0 1,1 0-1,0 1 1,0-1-1,-1 1 1,1-1-1,-1 1 1,1 0-1,0 0 1,-1-1 0,1 1-1,-1 0 1,0 0-1,1 1 1,-1-1-1,0 0 1,0 0-1,1 1 1,-1-1-1,0 0 1,0 1-1,-1-1 1,2 2 0,0 4 183,-1-1 1,1 0-1,-1 1 1,-1-1 0,1 1-1,-1 10 1,0-13-177,-14 423 4297,7-202-5082,7-196 64,0-27 513,0-1 1,0 0 0,0 0 0,0 1-1,0-1 1,0 0 0,0 1-1,1-1 1,-1 0 0,0 0 0,1 1-1,-1-1 1,1 0 0,-1 0-1,1 0 1,0 0 0,-1 0 0,2 2-1,-1-3-55,0 0 0,-1 1-1,1-1 1,-1 0 0,1 0 0,0 0-1,-1 0 1,1 0 0,0 0-1,-1 0 1,1 0 0,0 0 0,-1 0-1,1 0 1,-1 0 0,1 0-1,0 0 1,-1-1 0,1 1 0,-1 0-1,1 0 1,0-1 0,-1 1 0,1-1-1,0 1 1,2-3-770,1 0 0,-1 0 0,0 0 0,0 0 0,0-1 0,0 1 0,-1-1 0,1 0-1,2-5 1,14-32-6468</inkml:trace>
</inkml:ink>
</file>

<file path=ppt/ink/ink10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49:43.59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0 179 3009,'0'0'9351,"11"-6"-8115,-2 2-936,0 0 0,0 1 1,0 0-1,0 0 1,0 1-1,1 0 1,-1 0-1,1 1 1,0 0-1,-1 1 0,1 0 1,10 2-1,174 16 3962,101-19-2467,-272 0-1675,808-87 670,-235 13-857,-539 73 2460,-56 41 1262,-2-16-3081,-2-1 1,0 1 0,-12 37-1,-3 26-554,9 12-20,4 134 0,5-161 0,2-45 0,1 1 0,1 0 0,1-1 0,14 39 0,-9-30 0,7 44 0,-16-78-26,-1 0-1,0 0 1,1 0-1,-1 0 1,0 0-1,1 0 1,-1 0-1,0 0 1,0 0-1,0 0 1,0 1-1,0-1 1,0 0-1,0 0 1,0 0-1,-1 0 1,1 0-1,0 0 1,-1 0-1,1 0 1,-1 0-1,1 0 1,-1 0 0,1 0-1,-1 0 1,1 0-1,-1-1 1,0 1-1,0 0 1,1 0-1,-1-1 1,0 1-1,-1 0 1,-1-1-119,0 0-1,0 0 1,0-1 0,-1 1 0,1-1 0,0 0 0,0 0 0,0 0 0,-4-2-1,-4-2 164,-20-5-611,-1 2 1,0 1-1,0 1 1,-47-2-1,-134 5-927,124 4 1104,-612 34-8,-82 67 2964,746-101-2391,34-1-569,11 0-738,-5 0 776,4 0-331,-1-1 1,1 0 0,-1 0 0,1 0 0,11-5 0,28-16-7069,-16 2-1298</inkml:trace>
</inkml:ink>
</file>

<file path=ppt/ink/ink10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49:44.45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0 154 560,'0'0'8516,"3"-3"-7635,-1-1-919,7-9 3311,3 6 3323,-11 13-2878,0 12-3175,-1-14 62,13 44 1696,-10-38-1950,0 0 0,-1 0 0,0 0-1,1 18 1,-2-4-5,2-27-67,0-41-306,-2 23-329,0 1 1,1-1-1,1 1 1,1 0-1,1 0 1,1 0-1,13-30 1,-19 49 312,0 0 0,1 0 1,-1 0-1,1 0 0,-1 1 1,1-1-1,-1 0 0,1 0 0,-1 0 1,1 1-1,0-1 0,-1 0 1,1 0-1,0 1 0,0-1 1,-1 1-1,1-1 0,0 1 0,0-1 1,0 1-1,0-1 0,0 1 1,0 0-1,0-1 0,0 1 0,0 0 1,0 0-1,0 0 0,0 0 1,0 0-1,0 0 0,0 0 1,0 0-1,0 0 0,0 1 0,-1-1 1,1 0-1,2 1 0,35 27 1,-17-11-14,-10-12 13,-1-1 0,1 1 0,0-2 0,1 0 0,-1 0 0,0-1 0,18 1 0,-4-1-141,-1-2 0,43-4 0,-61 3 159,1 0 0,-1 0 0,1-1 0,-1 0 0,0 0 1,0-1-1,0 0 0,10-6 0,-13 8 31,-1-1 1,1 0-1,-1 0 1,1 0-1,-1-1 1,0 1-1,0 0 1,0-1-1,-1 1 1,1-1-1,0 0 1,-1 0-1,0 1 1,0-1-1,0 0 0,0 0 1,0 0-1,0 0 1,-1 0-1,1-7 1,-1 9 43,-1 0 0,1-1 0,0 1 0,-1 0 0,1-1 0,-1 1 0,0 0 0,1 0 0,-1 0 0,0 0 0,0-1 0,0 1 0,0 0 0,0 0 0,0 1 0,0-1 0,0 0 0,0 0 0,0 0 0,0 1 0,0-1 0,-1 1 0,1-1 0,0 1 0,-1-1 0,1 1 0,0 0 0,-1-1 0,1 1 0,0 0 0,-3 0 0,-52-2 1091,43 3-689,9-1-283,-1-1 0,0 2-1,1-1 1,-1 1-1,0-1 1,1 1 0,-1 0-1,1 1 1,-1-1-1,1 1 1,-1 0 0,1 0-1,-6 4 1,8-3-103,-1-1 0,1 1 1,0 0-1,0 0 0,0 0 0,0 0 0,0 0 0,1 0 1,-1 0-1,1 1 0,0-1 0,0 1 0,0-1 1,0 0-1,1 1 0,-1 0 0,1-1 0,0 1 1,1 3-1,-1 1-111,1 1 0,0-1 0,1 0 0,-1 1 0,2-1 0,-1 0 0,1 0 0,1-1 0,-1 1 0,1-1 0,0 1 0,1-1 0,0 0 0,0-1 0,1 1 0,-1-1 0,1 0 0,1-1 0,-1 1 0,1-1 0,9 5 0,-10-6-429,2 1 0,-1-1 0,0-1 1,1 0-1,0 0 0,0 0 0,-1-1 0,1 0 1,1-1-1,9 1 0,49-3-6373,-20-6-692</inkml:trace>
</inkml:ink>
</file>

<file path=ppt/ink/ink10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49:44.82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163 0 5715,'0'0'9433,"-19"5"-4556,-62 18-1003,77-22-3614,1 0-1,-1 1 1,1-1 0,-1 1-1,1-1 1,0 1-1,0 0 1,0 0 0,0 1-1,0-1 1,0 0 0,0 1-1,1 0 1,-1 0 0,1 0-1,-4 6 1,4-4 20,1 1 0,-1-1-1,1 0 1,0 1 0,1-1 0,-1 1 0,1 0 0,1 5 0,-1-2-285,0-8 7,0 1-1,1-1 0,-1 1 0,1-1 1,0 1-1,0-1 0,-1 1 0,1-1 1,0 1-1,0-1 0,0 0 0,0 0 1,0 1-1,1-1 0,-1 0 0,0 0 1,1 0-1,-1 0 0,0-1 0,1 1 1,-1 0-1,1-1 0,-1 1 0,1 0 0,-1-1 1,1 0-1,0 1 0,-1-1 0,1 0 1,0 0-1,-1 0 0,4 0 0,59-2-484,-62 2 429,9-3-247,-1 0 0,0 0-1,0-1 1,0 0 0,0-1 0,0 0-1,-1-1 1,0 0 0,0 0 0,-1-1-1,1 0 1,9-12 0,-17 19 372,-1-1 0,1 1 0,0-1 1,-1 1-1,1-1 0,-1 1 0,1-1 1,-1 0-1,1 1 0,-1-1 0,0 0 1,1 1-1,-1-1 0,0 0 0,1 1 1,-1-1-1,0 0 0,0 0 0,0 1 1,0-1-1,0 0 0,0 0 0,0 0 1,0 1-1,0-1 0,0 0 0,0 0 0,0 1 1,-1-1-1,1 0 0,0 0 0,-1 1 1,1-2-1,-7 5 2107,4 16-2029,3-15-168,0 1 1,1 0 0,-1-1 0,1 1 0,0-1-1,1 0 1,-1 1 0,1-1 0,0 0-1,0 0 1,0 1 0,0-2 0,1 1 0,0 0-1,-1 0 1,1-1 0,1 0 0,-1 1 0,0-1-1,1-1 1,5 5 0,-2-3-597,-1 0 0,1-1 0,0 0 0,0 0 1,9 2-1,38 2-8296,-32-7 721</inkml:trace>
</inkml:ink>
</file>

<file path=ppt/ink/ink10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49:45.18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62 217 11925,'0'0'14146,"-2"17"-13223,-9 73 341,3-98-981,3 2-280,0-1 0,1 0 1,0 0-1,0-1 0,1 1 0,0-1 0,0 1 0,0-1 0,1 0 1,1 0-1,-1 0 0,1-1 0,0-10 0,1 13-13,0 0 0,1 0 0,0 0-1,0 0 1,0 0 0,0 0 0,1 0 0,0 0 0,1 1-1,-1-1 1,1 0 0,0 1 0,0 0 0,1 0-1,-1 0 1,1 0 0,0 1 0,9-9 0,-1 3-102,1 1 1,-1 0-1,2 1 1,-1 0-1,1 1 1,0 0 0,1 2-1,-1-1 1,1 2-1,0 0 1,1 0-1,16 0 1,-32 4 46,1 0 0,-1 0 0,0 0 0,1 0 0,-1 0 0,0 0 0,1 0 0,-1 0 0,1 0 0,-1 0 0,0 0 0,1 0 0,-1 1 0,0-1 0,1 0 0,-1 0 0,0 0 0,1 1 0,-1-1 0,0 0 0,0 0 0,1 1 0,-1-1 0,0 0 0,0 0 0,0 1 0,1-1 0,-1 0 0,0 1 0,0-1 0,0 1 0,0-1-1,0 0 1,0 1 0,1-1 0,-1 0 0,0 1 0,-5 18-1847,-13 14-3579,-8-3-4503</inkml:trace>
</inkml:ink>
</file>

<file path=ppt/ink/ink10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49:46.01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25 30 7507,'0'0'12150,"6"-1"-10933,-4 1-1053,0-1 1,0 1 0,0 0 0,0-1 0,0 1 0,0 0 0,0 0-1,1 1 1,-1-1 0,0 0 0,0 1 0,0-1 0,0 1 0,0 0-1,3 1 1,-4 0 17,1 0-1,-1-1 0,0 1 1,0 0-1,0 0 0,0 0 0,0 0 1,0 0-1,0 0 0,-1 0 1,1 0-1,-1 1 0,0-1 1,1 0-1,-1 0 0,0 0 1,0 1-1,-1 2 0,1-4-155,0-1-1,-1 1 0,1-1 0,0 1 1,-1-1-1,1 1 0,0-1 0,-1 1 0,1-1 1,-1 1-1,1-1 0,-1 1 0,1-1 1,-1 0-1,1 1 0,-1-1 0,1 0 1,-1 1-1,1-1 0,-1 0 0,0 0 0,1 0 1,-1 1-1,1-1 0,-1 0 0,0 0 1,1 0-1,-1 0 0,1 0 0,-1 0 1,0 0-1,1 0 0,-1-1 0,0 1 0,1 0 1,-1 0-1,1 0 0,-1-1 0,0 1 1,1 0-1,-1 0 0,1-1 0,-1 1 1,0-1-1,-27-16 728,27 15-693,0 1 0,0 0-1,1 0 1,-1-1 0,0 1-1,1-1 1,-1 1 0,0-1-1,1 1 1,0-1 0,-1 1-1,1-1 1,0 1 0,0-1-1,0 1 1,0-1 0,0 1-1,0-1 1,0 1 0,1-1-1,-1 1 1,0-1 0,1 1-1,1-4 1,-1 3-40,1 1-1,0-1 1,0 0 0,-1 1 0,1 0-1,0-1 1,0 1 0,0 0-1,1 0 1,-1 0 0,0 0 0,0 0-1,1 0 1,3 0 0,5-1-29,0 1 1,0 0 0,0 0-1,1 1 1,-1 1-1,12 1 1,-23-2 15,1 0 0,-1 0-1,1 0 1,-1 1 0,1-1 0,-1 0-1,1 0 1,-1 0 0,0 1 0,1-1 0,-1 0-1,1 1 1,-1-1 0,0 0 0,1 1-1,-1-1 1,0 0 0,1 1 0,-1-1 0,0 0-1,0 1 1,1-1 0,-1 1 0,0-1 0,0 1-1,0-1 1,1 1 0,-1-1 0,0 1-1,0-1 1,0 1 0,0-1 0,0 1 0,0-1-1,0 1 1,0-1 0,0 1 0,0-1-1,-1 1 1,1-1 0,0 0 0,0 1 0,0-1-1,-1 1 1,1-1 0,0 1 0,0-1-1,-1 0 1,1 1 0,0-1 0,-1 1 0,-19 19 587,9-15-454,-1-2 0,0 0 0,0 0 0,-1-1 0,1 0 0,0-1 0,-1-1 0,-13-1 0,21 1-154,5 0 14,0 0 0,0 0 0,0 0 0,0 0 0,0 0 0,0-1 0,1 1 0,-1 0 0,0 0 0,0 0 0,0 0 0,0-1 0,0 1 0,0 0 0,0 0 0,0 0 0,0 0 0,0-1 0,0 1 0,0 0 0,0 0 0,0 0 0,0-1 0,0 1 0,0 0 0,0 0 0,0 0 0,0-1 0,0 1 0,0 0 0,0 0 0,0 0 0,-1 0 0,1-1 0,0 1 0,0 0 0,0 0 0,0 0 0,0 0 0,0 0 0,-1 0 0,1-1 0,0 1 0,0 0 0,0 0 0,0 0 0,-1 0 0,1 0 0,0 0 0,0 0 0,0 0 0,0 0 0,-1 0 0,1 0 0,0 0 0,0 0 0,0 0 0,-1 0 0,1 0 0,0 0 0,0 0 0,-1 0 0,13-8 0,38 5-862,-41 3-1328</inkml:trace>
</inkml:ink>
</file>

<file path=ppt/ink/ink10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49:48.65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55 125 3986,'0'0'9754,"7"-4"-8135,20-13 48,-20 13 3421,-7 5-4865,-1 1 0,1-1 0,0 0 0,-1 0-1,1 0 1,0 0 0,-1 0 0,1 0 0,-1 0 0,0 0 0,1 0 0,-1 0-1,0 0 1,0 0 0,0 0 0,1-1 0,-1 1 0,0 0 0,0-1-1,0 1 1,0 0 0,0-1 0,0 1 0,0-1 0,-1 0 0,1 1 0,0-1-1,0 0 1,0 1 0,-2-1 0,-39 3 2534,42-46-2525,1 40-234,-1 0 0,1 0-1,0 0 1,0 0 0,0 0 0,0 0-1,1 1 1,-1-1 0,1 0 0,0 1-1,0-1 1,0 1 0,0-1 0,0 1 0,0 0-1,1 0 1,-1 0 0,1 0 0,-1 0-1,1 1 1,0-1 0,0 1 0,0 0-1,0-1 1,4 0 0,18-11-55,-23 12 23,-1 2 34,0-1 1,-1 1-1,1 0 1,0-1 0,-1 1-1,1 0 1,-1 0 0,1-1-1,-1 1 1,0 0 0,1 0-1,-1 0 1,0 0-1,0-1 1,0 1 0,1 0-1,-1 0 1,0 0 0,0 0-1,0 0 1,0 0 0,0 0-1,-1 0 1,1 1-1,-3 23 105,1-22-74,-1 0 1,1 0 0,-1 0 0,0 0 0,1-1-1,-1 1 1,0-1 0,0 0 0,-1 0 0,1 0-1,0 0 1,-7 2 0,9-3-22,0-1 0,0 1-1,0 0 1,-1-1 0,1 1 0,0-1-1,0 0 1,0 1 0,0-1 0,-1 0-1,1 1 1,0-1 0,0 0 0,-1 0-1,1 0 1,0 0 0,0 0 0,-1-1 0,1 1-1,0 0 1,0 0 0,0-1 0,-1 1-1,1-1 1,0 1 0,0-1 0,0 1-1,0-1 1,0 0 0,0 0 0,0 1-1,0-1 1,0 0 0,0 0 0,1 0-1,-1 0 1,-1-2 0,1-1-10,-1-1 0,1 1 0,1 0 0,-1-1 0,1 1 0,-1 0 0,1-1 0,1 1 0,-1-1 0,2-6 0,-1 9 0,-1 1 0,1-1 0,0 0 0,0 1 0,0-1 0,0 1 0,0 0 0,0-1 0,1 1 0,-1 0 0,0 0 0,1 0 0,-1-1 0,1 2 0,-1-1 0,1 0 0,-1 0 0,1 0 0,0 1 0,-1-1 0,1 1 0,0-1 0,0 1 0,-1 0 0,1-1 0,0 1 0,0 0 0,-1 0 0,4 1 0,-4-1 0,0 1 0,0-1 0,0 1 0,0 0 0,0-1 0,-1 1 0,1 0 0,0-1 0,0 1 0,0 0 0,-1 0 0,1 0 0,0 0 0,-1 0 0,1 0 0,-1 0 0,1 0 0,-1 0 0,1 0 0,-1 0 0,0 0 0,0 0 0,1 0 0,-1 0 0,0 2 0,4 31 0,-4-33 0,-1-1 0,1 1 0,0-1 0,-1 0 0,1 1 0,-1-1 0,1 1 0,0-1 0,-1 0 0,1 1 0,-1-1 0,1 0 0,-1 0 0,1 1 0,-1-1 0,0 0 0,1 0 0,-1 0 0,1 0 0,-1 0 0,1 0 0,-1 0 0,1 0 0,-1 0 0,0 0 0,1 0 0,-1 0 0,1 0 0,-1 0 0,1 0 0,-2-1 0,-20-3 0,20 4 0,-8-1-438,-5-1-2375,5-4-3388,-2-6-1027</inkml:trace>
</inkml:ink>
</file>

<file path=ppt/ink/ink10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49:50.81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62 147 3922,'0'0'12163,"33"-5"-6113,-31-2-4754,-2 6-1216,0 1 0,1-1 1,-1 0-1,0 0 0,0 0 0,0 0 0,1 0 0,-1 0 0,0 1 0,1-1 0,-1 0 1,1 0-1,-1 0 0,1 1 0,-1-1 0,1 0 0,-1 1 0,1-1 0,0 1 0,-1-1 0,1 0 1,0 1-1,0-1 0,-1 1 0,1 0 0,0-1 0,0 1 0,0 0 0,-1-1 0,1 1 1,0 0-1,0 0 0,0 0 0,0 0 0,0 0 0,0 0 0,0 0 0,-1 0 0,1 0 1,0 0-1,0 0 0,0 1 0,0-1 0,0 0 0,0 0 0,-1 1 0,1-1 0,1 2 1,-1-1-77,0 0 1,0 0-1,0 0 1,0 1-1,0-1 1,0 1 0,0-1-1,-1 1 1,1-1-1,-1 1 1,1-1 0,-1 1-1,1-1 1,-1 1-1,0-1 1,0 1 0,0 0-1,0-1 1,0 1-1,0 0 1,0-1-1,0 1 1,-1-1 0,0 3-1,1-2 25,-1 1 0,1-1 0,-1 0 1,1 0-1,-1 0 0,0 0 0,0 0 0,0 0 0,0 0 0,0 0 0,0-1 0,0 1 0,-1 0 0,1-1 0,0 1 1,-1-1-1,0 1 0,1-1 0,-4 2 0,-1-1 9,-1 0 1,1 0 0,-1-1-1,0 0 1,0 0 0,0-1-1,1 1 1,-15-3 0,20 2-27,-1 0 1,0-1-1,0 1 1,0-1-1,0 1 1,0-1-1,0 0 1,1 0-1,-1 0 1,0 0-1,1 0 1,-1 0 0,1-1-1,-1 1 1,1 0-1,0-1 1,-1 1-1,1-1 1,0 1-1,0-1 1,0 0-1,0 1 1,0-1-1,0 0 1,1 0-1,-1 0 1,1 0-1,-1 0 1,1 1-1,0-1 1,-1 0 0,1 0-1,0-3 1,0-1 19,0 0 1,0 0 0,0 0-1,1-1 1,0 1 0,0 0-1,1 1 1,-1-1 0,1 0-1,1 0 1,-1 1 0,1-1-1,0 1 1,0 0 0,0 0-1,1 0 1,0 0 0,0 0-1,0 1 1,0 0 0,1 0 0,0 0-1,0 0 1,0 1 0,0 0-1,0 0 1,7-3 0,-9 5-29,0-1 0,0 0 0,0 1 0,0 0 0,0-1 0,0 1 0,0 0 0,0 1 0,0-1 0,1 0 1,-1 1-1,0 0 0,0 0 0,1 0 0,3 1 0,-5 0 1,-1 1 1,1-1-1,-1 1 0,0 0 0,0-1 1,1 1-1,-1 0 0,0 0 0,0 0 1,-1 0-1,1 0 0,0 0 1,-1 0-1,1 0 0,-1 0 0,0 0 1,0 0-1,1 0 0,-1 0 1,-1 1-1,1-1 0,-1 4 0,1 4 12,1-5 58,-1-1-1,0 1 1,0-1 0,-1 1-1,1-1 1,-1 1-1,0-1 1,0 1 0,-2 4-1,1-7 14,1 0 0,-1-1 0,1 1 0,-1-1 0,0 1 0,0-1 0,1 0 0,-1 0 0,0 0 0,0 0-1,0 0 1,0 0 0,0-1 0,0 1 0,-1 0 0,1-1 0,0 0 0,0 0 0,0 1 0,0-1 0,-1 0 0,-3-1 0,4 1-86,0-1 0,1 1 1,-1-1-1,0 1 1,0-1-1,1 1 1,-1-1-1,0 0 0,1 0 1,-1 0-1,1 0 1,-1 0-1,1 0 1,0 0-1,-1 0 0,1-1 1,0 1-1,0-1 1,0 1-1,0-1 0,0 1 1,0-1-1,-1-1 1,0-1-4,1 0 1,-1-1-1,0 1 1,1 0-1,0-1 1,0 1-1,0-1 1,1-6-1,0 11 1,0-1 0,0 1 0,0-1 0,0 1 0,1 0 0,-1-1 0,0 1 0,0 0 0,1 0 0,-1-1 0,0 1 0,1 0 1,-1 0-1,0-1 0,1 1 0,-1 0 0,0 0 0,1 0 0,-1-1 0,0 1 0,1 0 0,-1 0 0,0 0 0,1 0 0,-1 0 0,1 0 0,-1 0 0,0 0 0,1 0 0,-1 0 0,1 0 0,-1 0 0,0 0 0,1 0 0,-1 0 0,0 1 0,1-1 0,-1 0 1,1 0-1,-1 0 0,0 0 0,1 1 0,-1-1 0,0 0 0,0 0 0,1 1 0,-1 0 0,17 10-23,-16-11-476,6 15-316,-7-10-2454,-13-3-11320</inkml:trace>
</inkml:ink>
</file>

<file path=ppt/ink/ink10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49:38.18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35 192,'0'0'3500,"27"-27"4096,-24 19 308,-1 14-5110,0 5-3469,-5 34 2092,-8 54 1,5-53-773,-2 57 0,8 143-552,0-256-7777,0-16 3328,0 21 2315,0-22-4109</inkml:trace>
</inkml:ink>
</file>

<file path=ppt/ink/ink10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49:39.16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169 197 4738,'0'0'8609,"3"-7"-7677,7-24-89,-9 30-757,1-1 1,0 1 0,-1 0 0,1 0-1,0 0 1,0 0 0,0 0-1,0 0 1,0 1 0,0-1 0,0 1-1,0-1 1,0 1 0,0 0 0,0-1-1,0 1 1,0 0 0,0 1-1,1-1 1,-1 0 0,0 1 0,2 0-1,5-1 259,308-14 3067,158-15-2523,4 0-870,204-45 3099,-671 72-1595,-16 2 785,2 0-2181,-1 1 0,1 0 0,0 0 0,0 0 1,-1 0-1,1 0 0,0 0 0,0 0 0,0 1 0,-3 2 0,-7 10 41,1 1-1,0 0 0,1 0 0,1 1 0,1 1 0,0-1 0,-6 19 0,-33 131 334,36-123-436,-6 37-32,4 1 0,4 0 1,1 139-1,8-220 60,-15-29-159,12 25 19,-1 1 1,1 0-1,-1 0 1,0 0-1,0 0 1,0 1-1,0-1 1,0 1-1,-1 0 1,1 0-1,-1 1 1,1-1-1,-1 1 1,0 0-1,-6 0 1,-78-4-565,73 5 530,-640 21-1639,279 17 1384,-296 20 437,588-57 633,84-1-481,35-13-138,13 7 293,-18 3-1732,-11-1-3280,-12-3-4400,-4-5 541</inkml:trace>
</inkml:ink>
</file>

<file path=ppt/ink/ink10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49:39.94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326 278 1585,'0'0'10898,"9"-11"-8844,28-35-167,-34 42-1593,-1 0 0,0 0 0,0 0 1,0 0-1,0-1 0,-1 1 1,1-1-1,-1 1 0,0 0 1,-1-1-1,1 0 0,-1 1 1,0-1-1,0 1 0,0-1 0,-2-8 1,0-10 389,2 18-626,0 0-1,-1 0 0,0 0 0,0 1 0,0-1 0,0 0 0,0 1 0,-1-1 0,0 1 0,0-1 0,0 1 1,-1 0-1,0 0 0,1 0 0,-1 0 0,0 1 0,-1-1 0,1 1 0,-1 0 0,0-1 0,1 2 0,-1-1 0,-1 0 1,1 1-1,0 0 0,0 0 0,-1 0 0,1 0 0,-1 1 0,-7-2 0,5 2-52,1 0-1,0 0 1,0 1-1,0 0 1,-1 0-1,1 0 1,0 1-1,0-1 1,0 2-1,0-1 1,0 1-1,0 0 1,0 0-1,0 0 1,1 1-1,-1 0 1,1 0 0,0 0-1,-1 1 1,2 0-1,-1 0 1,0 0-1,-6 9 1,2-1 43,2 1 0,-1 1 0,2-1 0,-1 1 1,2 1-1,0-1 0,1 1 0,0 0 0,-1 17 0,-1 23 383,0 66-1,4-48 15,0 189 508,3-145-1514,-1-116-34,-1-1-602,-1-1 785,1 0-1,-1 1 1,1-1-1,-1 0 0,1 0 1,0 1-1,-1-1 1,1 0-1,0 0 0,0-1 1,-1 1-1,1 0 0,0 0 1,0-1-1,0 1 1,0-2-1,-21-33-5514,13 20 2273,-11-17-3824</inkml:trace>
</inkml:ink>
</file>

<file path=ppt/ink/ink10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49:40.16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48 2417,'0'0'15031,"162"-20"-13270,-114 13-80,-1 0-657,1 0-544,-14 3-304,-1 2-176,-19 2 0,0 0-592,-8 0-1121</inkml:trace>
</inkml:ink>
</file>

<file path=ppt/ink/ink10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49:40.55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2 166 7155,'0'0'15143,"4"21"-13451,24 99 378,-27-119-2031,-1 0 0,0-1 0,1 1 0,-1 0 0,0-1 0,1 1-1,-1 0 1,0-1 0,0 1 0,0 0 0,1 0 0,-1-1 0,0 1 0,0 0 0,0-1 0,0 1 0,0 0 0,-1 0 0,1-1 0,0 1-1,0 0 1,0 0 0,-1-1 0,1 1 0,0 0 0,-1-1 0,1 1 0,0-1 0,-1 1 0,1 0 0,-1-1 0,0 1 0,0-1-32,0-1 1,0 0 0,1 0 0,-1 1 0,0-1 0,0 0-1,1 0 1,-1 0 0,0 0 0,1 0 0,-1 0-1,1 0 1,-1 0 0,1 0 0,0 0 0,-1 0 0,1-1-1,0 1 1,0 0 0,0 0 0,0-2 0,-7-38 42,2 10 93,-2-58 0,5 60-126,2-36-20,0 62-21,1 1 0,-1-1 1,1 1-1,-1-1 0,1 1 0,0-1 0,0 1 0,0 0 0,0 0 0,0-1 0,0 1 0,1 0 0,-1 0 0,1 0 0,0 0 0,-1 0 0,1 1 0,0-1 0,0 0 0,4-1 1,2 1-887,0 1 0,1 0 0,-1 1 1,1 0-1,-1 0 0,1 1 0,-1 0 1,13 3-1,40 11-9655,-28-6 3858</inkml:trace>
</inkml:ink>
</file>

<file path=ppt/ink/ink10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49:41.30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133 52 7796,'0'0'14011,"-20"17"-11962,-63 56-456,81-71-1524,-1 0 1,1 1-1,-1-1 0,1 1 1,0 0-1,0 0 1,0-1-1,0 1 0,1 0 1,-1 1-1,1-1 0,0 0 1,-1 0-1,2 1 0,-1-1 1,0 0-1,1 1 1,-1-1-1,1 1 0,0-1 1,0 1-1,0-1 0,1 0 1,-1 1-1,1-1 0,1 4 1,0 0-38,-1-4-24,0-1 0,0 0-1,1 0 1,-1 0 0,0 0 0,1 0 0,0-1 0,0 1-1,-1 0 1,1-1 0,0 1 0,0-1 0,0 0 0,1 0-1,-1 1 1,0-1 0,0-1 0,1 1 0,-1 0 0,0-1-1,1 1 1,-1-1 0,1 1 0,-1-1 0,5 0 0,1 0 6,1 1 0,-1-1 1,1-1-1,-1 1 0,1-1 1,12-4-1,-15 2-54,-1 0 0,1 0 0,-1-1 0,0 1 0,0-1 0,0-1 0,-1 1 0,1-1 0,-1 1 0,0-1 0,0-1 0,-1 1 0,0 0 0,0-1 0,0 0 0,0 1 0,-1-1 0,0 0 0,0-1 0,-1 1-1,0 0 1,1-11 0,-1 12 23,0 0 0,0-1 0,-1 1 0,0-1 0,0 1 0,0-1 0,0 1-1,-1-1 1,0 1 0,0-1 0,-1 1 0,0 0 0,0 0 0,0-1-1,0 2 1,-1-1 0,0 0 0,0 0 0,0 1 0,0-1 0,-1 1 0,0 0-1,0 0 1,0 1 0,-8-7 0,11 9-17,0 1 1,0-1-1,0 1 1,0-1-1,0 1 0,0-1 1,0 1-1,0 0 0,0 0 1,0-1-1,-1 1 0,1 0 1,0 0-1,0 0 1,0 0-1,0 0 0,0 0 1,0 1-1,0-1 0,0 0 1,0 0-1,-2 1 0,2 0-113,1 0-1,-1-1 1,1 1-1,-1 0 0,1 0 1,-1-1-1,1 1 1,-1 0-1,1 0 0,0 0 1,-1 0-1,1-1 1,0 1-1,0 0 0,0 0 1,0 0-1,-1 0 0,1 0 1,0 0-1,1 0 1,-1 0-1,0 2-132,0-1 0,1 1 0,-1-1 0,1 0 0,-1 1 0,1-1 0,0 0 0,0 0 0,0 0 0,0 0 0,1 0 0,-1 0 0,0 0 0,1 0 0,0 0 1,-1 0-1,1-1 0,0 1 0,3 2 0,11 1-1397,0-1 0,1 0 0,0-1 0,-1-1 0,1 0 0,18-1 0,26 3-643,-2 8 5208,-58-12-2354,0 1 0,0 0 1,0 0-1,0 0 0,0 0 0,0 0 0,0 0 0,0 0 1,0 0-1,0 0 0,0 0 0,-1 0 0,1 0 0,-1 1 0,1-1 1,-1 0-1,1 0 0,-1 1 0,1-1 0,-1 0 0,0 1 0,0-1 1,0 3-1,-1 40 6855,0-28-5620,1-15-1646,12-3-225,0 1 11,0-2 0,-1 0 0,1 0 0,-1-1 0,0 0 0,0-1-1,18-10 1,19-8-529,-35 17 504,-8 4 206,0-1 0,0 1 0,0 0 0,0 1 0,0 0-1,0-1 1,0 2 0,10-2 0,-14 6 183,-1 0-1,0 0 1,1 0-1,0 0 1,-1 0-1,2 0 1,1 6-1,-1-8-496,0-1 0,0 1 1,0-1-1,0 0 0,0 0 0,0 1 0,0-2 1,0 1-1,1 0 0,-1 0 0,0-1 1,0 1-1,1-1 0,-1 1 0,0-1 0,1 0 1,-1 0-1,1 0 0,3-1 0,0 1-1216,0-1-1,0 0 0,0 0 0,0 0 0,0-1 0,11-4 1,10-14-5612</inkml:trace>
</inkml:ink>
</file>

<file path=ppt/ink/ink10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49:41.57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83 1 10117,'0'0'12269,"-7"20"-9105,-39 136 1598,37-122-4149,2 2 1,2-1 0,-2 46 0,5-59-826,3 25 635,-1-46-524,0 0-1,1 0 1,-1 0 0,0 1 0,1-1 0,-1 0 0,1 0 0,-1 0 0,1 0-1,0 0 1,-1 0 0,1 0 0,0-1 0,0 1 0,0 0 0,0 0-1,0 0 1,0-1 0,0 1 0,0-1 0,0 1 0,0 0 0,0-1-1,0 0 1,0 1 0,0-1 0,0 0 0,0 0 0,1 1 0,-1-1 0,0 0-1,2 0 1,0 0-127,33-4-5365,-34 4 5038,-1-1 0,1 1 1,-1-1-1,0 0 0,1 1 1,-1-1-1,1 0 0,-1 0 1,0 0-1,0 0 0,0 0 1,1 0-1,-1-1 0,0 1 1,0 0-1,-1 0 1,1-1-1,0 1 0,0-1 1,0-2-1,2-16-8815</inkml:trace>
</inkml:ink>
</file>

<file path=ppt/ink/ink10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49:41.75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11749,'0'0'11926,"135"9"-10998,-80-9-416,-1 0-512,-7 0-336,-6 0-1713,-7 0-2545,-14 0-6579</inkml:trace>
</inkml:ink>
</file>

<file path=ppt/ink/ink10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49:42.83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4834,'0'0'13022,"7"1"-11370,-5-1-1554,-1 0 1,1 0-1,0 1 1,0-1-1,-1 1 1,1-1-1,-1 1 1,1 0-1,0 0 1,-1-1 0,1 1-1,-1 0 1,0 0-1,1 1 1,-1-1-1,0 0 1,0 0-1,1 1 1,-1-1-1,0 0 1,0 1-1,-1-1 1,2 2 0,0 4 183,-1-1 1,1 0-1,-1 1 1,-1-1 0,1 1-1,-1 10 1,0-13-177,-14 423 4297,7-202-5082,7-196 64,0-27 513,0-1 1,0 0 0,0 0 0,0 1-1,0-1 1,0 0 0,0 1-1,1-1 1,-1 0 0,0 0 0,1 1-1,-1-1 1,1 0 0,-1 0-1,1 0 1,0 0 0,-1 0 0,2 2-1,-1-3-55,0 0 0,-1 1-1,1-1 1,-1 0 0,1 0 0,0 0-1,-1 0 1,1 0 0,0 0-1,-1 0 1,1 0 0,0 0 0,-1 0-1,1 0 1,-1 0 0,1 0-1,0 0 1,-1-1 0,1 1 0,-1 0-1,1 0 1,0-1 0,-1 1 0,1-1-1,0 1 1,2-3-770,1 0 0,-1 0 0,0 0 0,0 0 0,0-1 0,0 1 0,-1-1 0,1 0-1,2-5 1,14-32-6468</inkml:trace>
</inkml:ink>
</file>

<file path=ppt/ink/ink10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49:43.59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0 179 3009,'0'0'9351,"11"-6"-8115,-2 2-936,0 0 0,0 1 1,0 0-1,0 0 1,0 1-1,1 0 1,-1 0-1,1 1 1,0 0-1,-1 1 0,1 0 1,10 2-1,174 16 3962,101-19-2467,-272 0-1675,808-87 670,-235 13-857,-539 73 2460,-56 41 1262,-2-16-3081,-2-1 1,0 1 0,-12 37-1,-3 26-554,9 12-20,4 134 0,5-161 0,2-45 0,1 1 0,1 0 0,1-1 0,14 39 0,-9-30 0,7 44 0,-16-78-26,-1 0-1,0 0 1,1 0-1,-1 0 1,0 0-1,1 0 1,-1 0-1,0 0 1,0 0-1,0 0 1,0 1-1,0-1 1,0 0-1,0 0 1,0 0-1,-1 0 1,1 0-1,0 0 1,-1 0-1,1 0 1,-1 0-1,1 0 1,-1 0 0,1 0-1,-1 0 1,1 0-1,-1-1 1,0 1-1,0 0 1,1 0-1,-1-1 1,0 1-1,-1 0 1,-1-1-119,0 0-1,0 0 1,0-1 0,-1 1 0,1-1 0,0 0 0,0 0 0,0 0 0,-4-2-1,-4-2 164,-20-5-611,-1 2 1,0 1-1,0 1 1,-47-2-1,-134 5-927,124 4 1104,-612 34-8,-82 67 2964,746-101-2391,34-1-569,11 0-738,-5 0 776,4 0-331,-1-1 1,1 0 0,-1 0 0,1 0 0,11-5 0,28-16-7069,-16 2-1298</inkml:trace>
</inkml:ink>
</file>

<file path=ppt/ink/ink10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49:44.45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0 154 560,'0'0'8516,"3"-3"-7635,-1-1-919,7-9 3311,3 6 3323,-11 13-2878,0 12-3175,-1-14 62,13 44 1696,-10-38-1950,0 0 0,-1 0 0,0 0-1,1 18 1,-2-4-5,2-27-67,0-41-306,-2 23-329,0 1 1,1-1-1,1 1 1,1 0-1,1 0 1,1 0-1,13-30 1,-19 49 312,0 0 0,1 0 1,-1 0-1,1 0 0,-1 1 1,1-1-1,-1 0 0,1 0 0,-1 0 1,1 1-1,0-1 0,-1 0 1,1 0-1,0 1 0,0-1 1,-1 1-1,1-1 0,0 1 0,0-1 1,0 1-1,0-1 0,0 1 1,0 0-1,0-1 0,0 1 0,0 0 1,0 0-1,0 0 0,0 0 1,0 0-1,0 0 0,0 0 1,0 0-1,0 0 0,0 1 0,-1-1 1,1 0-1,2 1 0,35 27 1,-17-11-14,-10-12 13,-1-1 0,1 1 0,0-2 0,1 0 0,-1 0 0,0-1 0,18 1 0,-4-1-141,-1-2 0,43-4 0,-61 3 159,1 0 0,-1 0 0,1-1 0,-1 0 0,0 0 1,0-1-1,0 0 0,10-6 0,-13 8 31,-1-1 1,1 0-1,-1 0 1,1 0-1,-1-1 1,0 1-1,0 0 1,0-1-1,-1 1 1,1-1-1,0 0 1,-1 0-1,0 1 1,0-1-1,0 0 0,0 0 1,0 0-1,0 0 1,-1 0-1,1-7 1,-1 9 43,-1 0 0,1-1 0,0 1 0,-1 0 0,1-1 0,-1 1 0,0 0 0,1 0 0,-1 0 0,0 0 0,0-1 0,0 1 0,0 0 0,0 0 0,0 1 0,0-1 0,0 0 0,0 0 0,0 0 0,0 1 0,0-1 0,-1 1 0,1-1 0,0 1 0,-1-1 0,1 1 0,0 0 0,-1-1 0,1 1 0,0 0 0,-3 0 0,-52-2 1091,43 3-689,9-1-283,-1-1 0,0 2-1,1-1 1,-1 1-1,0-1 1,1 1 0,-1 0-1,1 1 1,-1-1-1,1 1 1,-1 0 0,1 0-1,-6 4 1,8-3-103,-1-1 0,1 1 1,0 0-1,0 0 0,0 0 0,0 0 0,0 0 0,1 0 1,-1 0-1,1 1 0,0-1 0,0 1 0,0-1 1,0 0-1,1 1 0,-1 0 0,1-1 0,0 1 1,1 3-1,-1 1-111,1 1 0,0-1 0,1 0 0,-1 1 0,2-1 0,-1 0 0,1 0 0,1-1 0,-1 1 0,1-1 0,0 1 0,1-1 0,0 0 0,0-1 0,1 1 0,-1-1 0,1 0 0,1-1 0,-1 1 0,1-1 0,9 5 0,-10-6-429,2 1 0,-1-1 0,0-1 1,1 0-1,0 0 0,0 0 0,-1-1 0,1 0 1,1-1-1,9 1 0,49-3-6373,-20-6-692</inkml:trace>
</inkml:ink>
</file>

<file path=ppt/ink/ink10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49:44.82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163 0 5715,'0'0'9433,"-19"5"-4556,-62 18-1003,77-22-3614,1 0-1,-1 1 1,1-1 0,-1 1-1,1-1 1,0 1-1,0 0 1,0 0 0,0 1-1,0-1 1,0 0 0,0 1-1,1 0 1,-1 0 0,1 0-1,-4 6 1,4-4 20,1 1 0,-1-1-1,1 0 1,0 1 0,1-1 0,-1 1 0,1 0 0,1 5 0,-1-2-285,0-8 7,0 1-1,1-1 0,-1 1 0,1-1 1,0 1-1,0-1 0,-1 1 0,1-1 1,0 1-1,0-1 0,0 0 0,0 0 1,0 1-1,1-1 0,-1 0 0,0 0 1,1 0-1,-1 0 0,0-1 0,1 1 1,-1 0-1,1-1 0,-1 1 0,1 0 0,-1-1 1,1 0-1,0 1 0,-1-1 0,1 0 1,0 0-1,-1 0 0,4 0 0,59-2-484,-62 2 429,9-3-247,-1 0 0,0 0-1,0-1 1,0 0 0,0-1 0,0 0-1,-1-1 1,0 0 0,0 0 0,-1-1-1,1 0 1,9-12 0,-17 19 372,-1-1 0,1 1 0,0-1 1,-1 1-1,1-1 0,-1 1 0,1-1 1,-1 0-1,1 1 0,-1-1 0,0 0 1,1 1-1,-1-1 0,0 0 0,1 1 1,-1-1-1,0 0 0,0 0 0,0 1 1,0-1-1,0 0 0,0 0 0,0 0 1,0 1-1,0-1 0,0 0 0,0 0 0,0 1 1,-1-1-1,1 0 0,0 0 0,-1 1 1,1-2-1,-7 5 2107,4 16-2029,3-15-168,0 1 1,1 0 0,-1-1 0,1 1 0,0-1-1,1 0 1,-1 1 0,1-1 0,0 0-1,0 0 1,0 1 0,0-2 0,1 1 0,0 0-1,-1 0 1,1-1 0,1 0 0,-1 1 0,0-1-1,1-1 1,5 5 0,-2-3-597,-1 0 0,1-1 0,0 0 0,0 0 1,9 2-1,38 2-8296,-32-7 721</inkml:trace>
</inkml:ink>
</file>

<file path=ppt/ink/ink1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49:45.18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62 217 11925,'0'0'14146,"-2"17"-13223,-9 73 341,3-98-981,3 2-280,0-1 0,1 0 1,0 0-1,0-1 0,1 1 0,0-1 0,0 1 0,0-1 0,1 0 1,1 0-1,-1 0 0,1-1 0,0-10 0,1 13-13,0 0 0,1 0 0,0 0-1,0 0 1,0 0 0,0 0 0,1 0 0,0 0 0,1 1-1,-1-1 1,1 0 0,0 1 0,0 0 0,1 0-1,-1 0 1,1 0 0,0 1 0,9-9 0,-1 3-102,1 1 1,-1 0-1,2 1 1,-1 0-1,1 1 1,0 0 0,1 2-1,-1-1 1,1 2-1,0 0 1,1 0-1,16 0 1,-32 4 46,1 0 0,-1 0 0,0 0 0,1 0 0,-1 0 0,0 0 0,1 0 0,-1 0 0,1 0 0,-1 0 0,0 0 0,1 0 0,-1 1 0,0-1 0,1 0 0,-1 0 0,0 0 0,1 1 0,-1-1 0,0 0 0,0 0 0,1 1 0,-1-1 0,0 0 0,0 0 0,0 1 0,1-1 0,-1 0 0,0 1 0,0-1 0,0 1 0,0-1-1,0 0 1,0 1 0,1-1 0,-1 0 0,0 1 0,-5 18-1847,-13 14-3579,-8-3-4503</inkml:trace>
</inkml:ink>
</file>

<file path=ppt/ink/ink1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51:43.44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0 771 2193,'0'0'4311,"30"-10"-2905,403-63-1397,-224 31-4,2235-243 587,-271 153 294,266-17-809,2113 79 398,-2079 86-346,-1602-18-53,1515-18 575,-269 17-538,-1944 3-92,1266 40 1392,-1133-28-1068,348 7-250,232 9 93,715 20-176,346 17-32,187-21-618,-1777-57 662,161-2-16,623 51 422,-268 16 2462,-837-49-2291,-1 0 0,-1 3 1,1 0-1,38 14 0,-68-20-542,-42 1-846,15 0-963,1-1-1,-1-1 1,-27-5 0,-36-20-6675</inkml:trace>
</inkml:ink>
</file>

<file path=ppt/ink/ink1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51:44.72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0 591 5651,'0'0'10388,"11"-23"-9550,37-72-134,-29 60-209,1 0 0,2 1 0,33-37 0,-13 16-407,0-5-90,-25 33-25,1 1 0,1 1-1,1 1 1,1 0 0,32-26 0,-53 49 19,1 1 0,-1-1 0,1 1 1,0-1-1,-1 1 0,1-1 1,0 1-1,0-1 0,-1 1 0,1 0 1,0-1-1,0 1 0,0 0 0,-1 0 1,1-1-1,0 1 0,0 0 1,0 0-1,0 0 0,-1 0 0,1 0 1,0 0-1,0 0 0,0 1 0,0-1 1,0 0-1,-1 0 0,1 1 1,0-1-1,0 0 0,-1 1 0,1-1 1,0 1-1,0-1 0,-1 1 0,1-1 1,0 1-1,-1-1 0,1 1 1,-1 0-1,1-1 0,-1 1 0,1 0 1,-1 0-1,0-1 0,1 1 0,-1 0 1,0 0-1,1 0 0,-1-1 1,0 1-1,0 0 0,0 0 0,0 0 1,0 0-1,0 0 0,0-1 0,0 1 1,0 0-1,0 0 0,-1 1 1,1 0 0,7 22 58,1 1-1,0-1 1,14 25 0,-18-40-19,1 0 0,0 0 0,0-1 0,1 0 0,0 0 0,1 0 0,0-1 0,0 0 0,0 0 0,16 9 0,-20-14-9,0-1 0,0 0 0,0 1-1,0-2 1,1 1 0,-1 0 0,0-1 0,1 1 0,-1-1-1,0 0 1,1 0 0,-1 0 0,0 0 0,1-1 0,-1 0 0,0 1-1,0-1 1,1 0 0,-1-1 0,0 1 0,0 0 0,0-1 0,0 0-1,-1 0 1,1 0 0,4-4 0,6-5 64,0-1 1,-1-1-1,18-25 0,-22 29-61,9-14 482,1 2 0,32-31 0,-49 52-469,-1 0 0,0 0 1,0 0-1,0 0 0,0 0 0,0 0 1,1 0-1,-1 0 0,0 0 1,0 0-1,0 0 0,0 0 1,0 0-1,1 0 0,-1 0 0,0 0 1,0 0-1,0 0 0,0 0 1,0 0-1,1 0 0,-1 0 0,0 0 1,0 0-1,0 0 0,0 0 1,0 0-1,0 0 0,1 0 0,-1 0 1,0 1-1,0-1 0,0 0 1,0 0-1,0 0 0,0 0 0,0 0 1,1 0-1,-1 0 0,0 1 1,0-1-1,0 0 0,0 0 0,0 0 1,0 0-1,0 0 0,0 1 1,0-1-1,0 0 0,0 0 0,0 0 1,3 16 454,-2 22-695,-1-34 445,-3 91 754,1-33-702,8 81 0,-6-141-414,0 1 0,0-1-1,1 0 1,-1 0 0,1 0 0,-1 0 0,1 0 0,0 0 0,0 0 0,0-1 0,0 1 0,0 0 0,0 0 0,1-1 0,-1 1 0,1 0-1,-1-1 1,1 0 0,-1 1 0,1-1 0,0 0 0,0 0 0,-1 0 0,1 0 0,0 0 0,0 0 0,0 0 0,3 0 0,-2-1-415,1 1 0,0-1 0,-1 0 0,1 0 0,-1 0 1,1 0-1,-1-1 0,1 0 0,-1 0 0,1 0 0,-1 0 1,1 0-1,-1 0 0,0-1 0,6-3 0,19-22-6521</inkml:trace>
</inkml:ink>
</file>

<file path=ppt/ink/ink1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51:45.00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1 192,'0'0'18814,"25"8"-17357,5 3-1054,131 39 1365,-140-43-1607,39 7-2747,-58-14 1644,1 1 0,-1-1 0,1-1 0,0 1 0,-1 0 0,1 0 0,0-1 0,-1 0 0,1 1 0,-1-1 0,5-2 0,6-9-4986</inkml:trace>
</inkml:ink>
</file>

<file path=ppt/ink/ink1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51:45.25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373 0 3474,'0'0'12208,"-8"24"-9380,-28 80-601,28-85-1909,-1-1 0,-1 0 0,-1 0 0,0-1 0,-1-1 0,-1 0 0,-1 0 0,-16 14 0,-3 5-173,-18 15-482,36-36-1339,0 0-1,1 1 1,-22 31-1,3 2-6577,19-33 2304</inkml:trace>
</inkml:ink>
</file>

<file path=ppt/ink/ink1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51:45.79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515 89 6339,'0'0'9895,"3"-5"-8998,5-11-245,-13 10-15,0 7-571,0-1-1,1 1 1,-1 0-1,0 0 1,1 1 0,-1-1-1,-5 4 1,-50 20 669,-97 57 1,127-63-495,0 0 0,2 3 0,0 0 0,-44 48 0,64-61-228,0 1 0,1 0 1,0 0-1,1 1 0,0-1 1,1 1-1,0 1 0,0-1 1,2 1-1,-1 0 0,1 0 1,1 0-1,0 0 0,1 0 1,0 16-1,1-25-18,0 0 0,0-1 0,1 1 0,-1 0 0,1 0 0,-1-1 0,1 1 0,0-1 0,0 1 0,0-1 0,0 1 0,1-1 0,-1 1 0,1-1 1,-1 0-1,1 0 0,0 0 0,3 4 0,-1-3-4,0-1 1,1 1-1,-1-1 0,1 1 1,-1-1-1,1-1 1,0 1-1,-1-1 1,10 2-1,9 0-16,0-2 0,0 0 0,38-5 0,-42 3 22,2-2-62,-1 0-1,1-1 1,-1-1 0,0 0-1,0-2 1,0-1-1,-1 0 1,0-1-1,-1-1 1,0-1 0,-1-1-1,0 0 1,0-1-1,-2-1 1,21-21 0,-23 20 86,-1 0 1,0 0-1,-1-1 1,-1-1-1,0 0 1,-1 0-1,-1 0 1,-1-1 0,-1-1-1,0 1 1,-1-1-1,-1 0 1,-1 0-1,0 0 1,-2-1-1,-1-33 1,-1 48 38,0-1 0,0 1 1,0-1-1,-1 1 0,1 0 1,-1 0-1,-1 0 0,1 0 0,-1 0 1,0 0-1,0 1 0,0-1 1,-1 1-1,1 0 0,-7-6 1,7 8-141,-1-1 1,1 1-1,0 0 1,0 0-1,-1 0 1,0 0 0,1 0-1,-1 1 1,0 0-1,0 0 1,1 0 0,-1 0-1,0 0 1,0 1-1,0 0 1,0 0 0,0 0-1,0 0 1,0 0-1,0 1 1,0 0 0,-4 1-1,5 0-377,0 0-1,0 0 1,0 0 0,1 0-1,-1 1 1,1-1-1,0 1 1,-1 0 0,1 0-1,1 0 1,-1 0-1,0 0 1,1 0 0,-1 0-1,-1 5 1,-2 4-1699,-9 15-2824</inkml:trace>
</inkml:ink>
</file>

<file path=ppt/ink/ink1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51:46.04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7491,'0'0'14199,"136"131"-13655,-102-99-288,-7-3-224,-7-6-32,1-5 0,-15-5-512,8-6-1393,-1-7-1280,-6 0-2514,13 0-1568</inkml:trace>
</inkml:ink>
</file>

<file path=ppt/ink/ink1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51:46.45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8052,'0'0'11810,"1"10"-10465,1 4-978,0 0-1,1 0 0,1-1 1,0 0-1,10 24 1,-13-34-367,0-1 1,0 0-1,1 1 0,-1-1 1,0 0-1,1 0 0,-1 0 1,1 0-1,0 0 0,-1 0 1,1 0-1,0-1 0,0 1 1,0-1-1,1 1 0,-1-1 1,0 0-1,0 0 0,1 0 1,-1 0-1,1 0 0,-1-1 1,1 1-1,-1-1 0,1 1 1,-1-1-1,1 0 0,-1 0 1,1 0-1,-1 0 0,1-1 1,-1 1-1,1-1 0,-1 1 1,1-1-1,-1 0 0,1 0 1,-1 0-1,0 0 0,0-1 1,1 1-1,-1 0 0,0-1 1,0 0-1,3-3 0,30-20-606,-19 14 409,0 0 0,-1-1 1,-1 0-1,23-26 0,-37 41 517,0 0-1,0 0 0,0-1 1,0 1-1,1 0 0,-1 0 0,1 0 1,-1 0-1,1 0 0,0-1 1,0 1-1,1 0 0,1 3 1,21 40-487,-19-37-357,10 15-31,-8-20-3056,2-5-3430</inkml:trace>
</inkml:ink>
</file>

<file path=ppt/ink/ink1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51:46.82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65 2801,'0'0'11688,"18"6"-11071,58 16-428,-71-20-174,0-1 0,0 0 0,1 0-1,-1 0 1,0 0 0,0-1 0,9-1 0,-4 1 7,-8-30 48,-2 27-52,-1 0 0,1 1-1,-1-1 1,0 0 0,0 0 0,0 1 0,0-1 0,0 0 0,-1 1 0,1-1-1,-1 1 1,0 0 0,1-1 0,-1 1 0,0 0 0,-1 0 0,1 0 0,0 0-1,0 1 1,-1-1 0,1 1 0,-1-1 0,1 1 0,-1 0 0,0 0 0,1 0-1,-5-1 1,-2 0 410,1 0 1,0 0-1,-1 0 0,1 1 0,-1 1 0,1-1 0,-1 1 1,-12 2-1,20-1-414,0-1 0,1 1 1,-1 0-1,1-1 0,-1 1 0,1 0 1,-1-1-1,1 1 0,-1 0 0,1 0 1,-1 0-1,1 0 0,0-1 1,0 1-1,-1 0 0,1 0 0,0 0 1,0 0-1,0 0 0,0 0 0,0 0 1,0 1-1,1 31 70,-1-23 45,0-1-122,0-1-1,1 0 1,0 0-1,0 0 1,1 0-1,0 0 0,0 0 1,1-1-1,0 1 1,0-1-1,9 14 1,-9-16-345,1 0 0,0 0 1,1-1-1,-1 0 1,1 1-1,0-1 0,0-1 1,0 1-1,0-1 1,8 4-1,22 3-3864,5-8-1494</inkml:trace>
</inkml:ink>
</file>

<file path=ppt/ink/ink1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51:47.23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4562,'0'0'16015,"0"18"-13891,0-9-1531,0 2-233,0-1 1,0 1-1,1 0 1,3 13 0,-3-22-363,-1 0 0,1-1 1,-1 1-1,1 0 1,0 0-1,-1-1 0,1 1 1,0 0-1,0-1 0,0 1 1,0-1-1,1 1 0,-1-1 1,0 1-1,1-1 1,-1 0-1,1 0 0,-1 0 1,1 0-1,-1 0 0,1 0 1,0 0-1,-1 0 1,1-1-1,0 1 0,0-1 1,0 1-1,0-1 0,-1 0 1,4 1-1,-2-2-8,0 0 0,0 0-1,-1 0 1,1-1 0,0 1 0,-1-1-1,1 1 1,-1-1 0,0 0-1,1 0 1,-1 0 0,0 0 0,0 0-1,2-4 1,34-43-11,-28 34 76,-10 14 33,1 1-1,-1 0 1,0 0-1,0-1 1,0 1-1,0 0 1,1-1-1,-1 1 0,0 0 1,0 0-1,1 0 1,-1-1-1,0 1 1,0 0-1,1 0 1,-1 0-1,0 0 1,1-1-1,-1 1 1,0 0-1,0 0 1,1 0-1,-1 0 1,0 0-1,1 0 1,-1 0-1,0 0 1,1 0-1,-1 0 1,0 0-1,1 0 1,-1 0-1,0 0 1,1 0-1,-1 0 1,0 0-1,1 1 1,-1-1-1,0 0 1,0 0-1,1 0 1,-1 0-1,0 1 1,0-1-1,1 0 1,-1 0-1,0 1 1,1-1-1,11 22-437,-11-19-270,0-1 0,0 1-1,0 0 1,0-1 0,0 0-1,1 1 1,-1-1 0,1 0-1,-1 0 1,1 0 0,0 0-1,0 0 1,0 0 0,0 0-1,0-1 1,5 3 0,11-3-5706,2-1-1536</inkml:trace>
</inkml:ink>
</file>

<file path=ppt/ink/ink1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51:47.63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35 84 2849,'0'0'12726,"4"3"-11917,13 12 510,25 17 409,-40-31-1700,0 0 0,1 0 1,-1 0-1,1 0 0,-1 0 1,1-1-1,-1 1 0,1-1 1,0 0-1,-1 0 0,1 0 1,0 0-1,-1 0 0,1 0 1,-1-1-1,1 1 0,0-1 1,3-2-1,-3 2-20,-1-1 1,1-1-1,-1 1 0,0 0 0,0 0 0,0-1 0,-1 1 1,1-1-1,-1 0 0,1 1 0,-1-1 0,0 0 1,0 0-1,0 0 0,0 0 0,0 0 0,-1 0 1,1 0-1,-1-5 0,1 5 24,-1 0 0,0 0 0,1 0 0,-1 0 0,0 0 0,-1 0 0,1 0 0,0 0 0,-1 0 0,0 0 0,1 0-1,-1 0 1,0 1 0,-1-1 0,1 0 0,0 0 0,-1 1 0,0-1 0,-3-4 0,-2 4 298,1 0 0,-1 1-1,0 0 1,1 0 0,-1 1-1,0-1 1,0 1 0,-1 1-1,1-1 1,0 1 0,0 1-1,0-1 1,-9 3 0,14-2-214,-1 0 1,1 0-1,0 0 0,0 0 1,0 1-1,0-1 1,0 1-1,0-1 1,1 1-1,-1 0 1,0 0-1,1 0 1,-1 0-1,1 0 1,0 0-1,0 0 0,0 0 1,0 0-1,0 0 1,-1 3-1,-12 49 629,11-38-567,1 0 0,0 0 0,1 1 0,2 24 0,-1-35-263,1-1-1,0 1 0,0 0 1,1-1-1,0 1 0,-1 0 1,2-1-1,-1 0 1,1 1-1,0-1 0,0 0 1,0-1-1,1 1 0,-1 0 1,9 7-1,2-2-1363,0 0 0,0-1 0,0 0 0,1-1 0,28 10 0,30 4-7678</inkml:trace>
</inkml:ink>
</file>

<file path=ppt/ink/ink1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51:48.46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68 0 544,'0'0'753,"-48"50"-1330,35-45 113,6-1 208</inkml:trace>
</inkml:ink>
</file>

<file path=ppt/ink/ink1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51:49.20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0 629 1024,'1'11'24633,"9"-38"-24661,1 0-1,1 1 0,1 0 1,2 1-1,33-44 1,-16 21-396,-22 32 229,87-123-1884,-79 116 1473,0 0 1,2 2 0,40-33 0,-54 49 578,-12 35-72,-3-8 360,2 0-1,1 1 0,0-1 0,2 1 1,1 0-1,0 1 0,2-1 0,1 27 1,0-49-245,1 1 0,-1 0 0,1 0 1,-1 0-1,1-1 0,-1 1 0,1 0 0,0 0 1,0-1-1,0 1 0,0-1 0,0 1 0,0-1 1,0 1-1,1-1 0,-1 0 0,1 1 0,-1-1 1,1 0-1,-1 0 0,1 0 0,-1 0 0,1 0 1,0-1-1,-1 1 0,1 0 0,0-1 1,0 1-1,0-1 0,0 0 0,-1 1 0,1-1 1,0 0-1,0 0 0,0 0 0,0-1 0,0 1 1,0 0-1,2-1 0,2-1 4,1 1-1,0-1 1,-1 0 0,1-1 0,-1 0-1,1 0 1,-1 0 0,0-1 0,8-6-1,173-171-520,-6 6-211,-153 155 1246,-28 20-513,0 0 1,1 0-1,-1 0 1,0 0-1,0 0 1,0 0-1,1 0 1,-1 0 0,0 0-1,0 1 1,0-1-1,0 0 1,0 0-1,1 0 1,-1 0 0,0 1-1,0-1 1,0 0-1,0 0 1,0 0-1,0 0 1,0 1-1,0-1 1,1 0 0,-1 0-1,0 0 1,0 1-1,0-1 1,0 0-1,0 0 1,0 0-1,0 1 1,0-1 0,0 0-1,0 0 1,0 0-1,-1 1 1,1-1-1,0 0 1,0 0 0,0 0-1,0 0 1,0 1-1,0-1 1,0 0-1,0 0 1,-1 0-1,1 0 1,0 1 0,0-1-1,0 0 1,0 0-1,-1 0 1,1 0-1,0 0 1,0 0-1,0 0 1,0 0 0,-1 1-1,1-1 1,-36 51 1528,34-48-1644,-19 26 540,2 0-1,0 1 1,2 1-1,2 1 0,-22 63 1,30-69-1056,0 0 0,2 1 0,1-1 1,-1 51-1,5-76 433,0 0 0,0 0 0,0 0 1,0 0-1,0 0 0,0-1 0,0 1 0,0 0 0,1 0 1,-1 0-1,0 0 0,1 0 0,-1 0 0,1 0 0,-1 0 1,1-1-1,-1 1 0,1 0 0,-1 0 0,1-1 0,0 1 1,-1 0-1,1-1 0,0 1 0,0-1 0,0 1 0,0 0 1,30 3-8458,1-4-653</inkml:trace>
</inkml:ink>
</file>

<file path=ppt/ink/ink11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51:49.68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182 0 9508,'0'0'11550,"-12"7"-10790,2-2-660,-3 2 105,0 0-1,0 0 1,0 2 0,1-1 0,0 2 0,-18 18 0,-23 35-165,99-65-1499,-36-2 1318,0 0 0,-1-1 0,1-1 0,-1 1 0,0-2 0,0 1 0,-1-1 0,0 0 0,0-1 0,-1 0 0,0 0 0,0-1-1,10-17 1,-18 26 216,1 1 0,0-1 0,0 0 0,0 0 0,0 0-1,-1 0 1,1 0 0,0 0 0,0 0 0,0 0 0,-1 0-1,1 0 1,0 0 0,0 0 0,0 0 0,0 0-1,-1 0 1,1 0 0,0 0 0,0 0 0,0-1 0,0 1-1,-1 0 1,1 0 0,0 0 0,0 0 0,0 0-1,0 0 1,0 0 0,0 0 0,-1-1 0,1 1 0,0 0-1,0 0 1,0 0 0,0 0 0,0-1 0,0 1 0,0 0-1,0 0 1,0 0 0,0 0 0,0-1 0,0 1-1,0 0 1,0 0 0,0 0 0,0 0 0,0-1 0,0 1-1,0 0 1,0 0 0,0 0 0,0 0 0,0-1-1,0 1 1,0 0 0,-14 8 606,10-3-484,1 0-1,-1 0 0,1 0 0,0 0 0,0 0 0,0 1 0,1 0 0,0-1 0,0 1 0,0 0 0,-1 7 0,1 5-129,-1 0 0,2 28 0,1-44-168,0 0 1,0-1-1,1 1 1,-1 0-1,0 0 1,1 0 0,0-1-1,-1 1 1,1 0-1,0-1 1,0 1-1,0-1 1,0 1-1,0-1 1,0 1 0,1-1-1,-1 0 1,0 1-1,1-1 1,-1 0-1,1 0 1,-1 0-1,1 0 1,0 0 0,-1 0-1,1-1 1,0 1-1,-1-1 1,4 1-1,5 2-1346,0-1 0,0-1-1,0 0 1,10 0-1,-15-1 435,30 0-8005</inkml:trace>
</inkml:ink>
</file>

<file path=ppt/ink/ink11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51:49.91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109 1 2289,'0'0'25036,"-102"92"-24748,95-78-256,7-5 16,0-2-48,0-3-641,21-13-8371,6-22 640</inkml:trace>
</inkml:ink>
</file>

<file path=ppt/ink/ink11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51:50.07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150 1 7700,'0'0'14102,"-109"124"-14102,89-83-352,6 2-1649,8-5-2385,6-6-3282</inkml:trace>
</inkml:ink>
</file>

<file path=ppt/ink/ink11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51:50.57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47 6307,'0'0'17053,"11"-7"-16183,32-22-110,-42 28-733,1 0 0,0 0 0,0 0-1,0 0 1,0 0 0,0 0 0,0 0 0,0 0 0,0 1-1,0-1 1,0 1 0,0-1 0,0 1 0,0 0-1,1 0 1,-1 0 0,0 0 0,0 1 0,0-1 0,0 0-1,0 1 1,1 0 0,2 1 0,-3-1-27,-1 0 0,0 1 1,1-1-1,-1 1 0,0-1 0,0 1 0,0 0 1,0-1-1,0 1 0,0 0 0,0 0 0,-1 0 1,1 0-1,-1 0 0,1 0 0,-1 0 1,0 0-1,1-1 0,-1 1 0,-1 3 0,1 3 49,-1 1 0,0-1-1,-1 0 1,0 0-1,-1 0 1,1 0 0,-1 0-1,-1 0 1,0-1-1,0 0 1,0 1 0,-1-1-1,-7 8 1,4-7 169,7-7 36,7-4-91,-1 0-158,46-27-51,-31 17-129,0 1 1,1 0 0,1 2 0,-1 0-1,2 1 1,-1 2 0,39-9-1,-61 16 225,1 0-1,-1 0 1,0 0-1,1 0 1,-1 0-1,0 0 1,0 0-1,1 0 1,-1 1-1,0-1 1,1 0-1,-1 0 1,0 0-1,0 0 0,1 0 1,-1 0-1,0 1 1,0-1-1,1 0 1,-1 0-1,0 0 1,0 1-1,0-1 1,1 0-1,-1 0 1,0 1-1,0-1 1,0 0-1,0 0 1,0 1-1,1-1 1,-1 0-1,0 0 0,0 1 1,0-1-1,0 0 1,0 1-1,-2 17 1304,-9 19 554,10-36-1748,-5 19 459,-15 28-1465,5-30-2730,-8-10-3425,3-7 2488</inkml:trace>
</inkml:ink>
</file>

<file path=ppt/ink/ink11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51:55.91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34 1 2625,'0'0'6024,"2"3"-4869,1 17-310,0 0 0,-1 0 0,-1 0-1,0 0 1,-2 0 0,0 0 0,-7 29 0,1 23 830,3 4-643,-19 179 1244,22-214-2063,1-40-426,0-27-6382,1 1 2244,4-6-871</inkml:trace>
</inkml:ink>
</file>

<file path=ppt/ink/ink11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51:57.04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311 90 2689,'0'0'4562,"6"0"-741,29-2-1922,226-1 1602,127-12-3355,-107 6-98,189-14 126,-305-2 958,-92 12 110,-77 13 748,2 0-1920,-1 0 0,1 0 0,-1 0 0,0 1 0,1-1 0,-1 0 0,1 1 0,-1 0 0,1 0 0,0 0 0,-1 0 0,1 0 1,0 0-1,-1 0 0,1 1 0,0-1 0,0 1 0,0-1 0,-3 5 0,-6 11 173,0 0 1,1 0-1,1 1 0,1 0 0,1 1 1,0 0-1,-5 28 0,-18 147 631,13-64-490,13-104-349,-17 74 104,20-93-123,0 0 0,0 1 1,0-1-1,1 0 1,1 12-1,0 0 195,-1-18 723,-14-26-582,10 22-366,0 1 0,0-1 0,-1 1 0,1 0 0,-1 1 0,1-1 0,-1 1 0,0 0 0,0 0 1,-9 0-1,-59 0-439,42 1 123,-648 2-1653,234 38 1956,-14 1 438,433-41-322,40-3 9,30-7 108,-12-1 85,15-5-2575,-25 1-5763,-14 2-306</inkml:trace>
</inkml:ink>
</file>

<file path=ppt/ink/ink11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51:57.70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58 4034,'0'0'10511,"8"-7"-9355,-3 2-966,0 0 1,1 0 0,0 1 0,0 0-1,1 0 1,-1 1 0,1 0 0,-1 0-1,1 0 1,0 1 0,0 0 0,0 0-1,1 1 1,-1 0 0,10-1 0,-4 2 21,-6-1-55,1 0-1,0 1 0,-1 0 0,1 1 1,0 0-1,0 0 0,9 3 0,-14-3-113,-1 1 0,0-1 0,1 1 0,-1-1 0,0 1 0,0 0-1,0 0 1,0 0 0,0 0 0,0 0 0,-1 0 0,1 1 0,-1-1 0,1 1-1,-1-1 1,0 1 0,0-1 0,0 1 0,-1 0 0,1 0 0,0-1 0,-1 1-1,0 5 1,1-1 54,0-1 0,0 1 1,-1-1-1,0 1 0,-1-1 0,1 1 0,-1-1 0,-1 1 0,1-1 0,-1 1 0,0-1 0,0 0 0,-1 0 0,0 0 0,-6 9 0,2-6 7,0-1 0,-1 0-1,0 0 1,0-1 0,-1 0 0,0-1-1,0 1 1,-17 7 0,18-9-67,-1-1 1,0 1-1,0-2 0,-1 1 1,1-1-1,-1-1 0,1 0 1,-17 2-1,24-4-285,4-22-13969,9 3 9305</inkml:trace>
</inkml:ink>
</file>

<file path=ppt/ink/ink11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51:58.03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196 2 3185,'0'0'13879,"-5"-1"-12302,-2 0-1321,1 1 0,0 0 0,0 1 0,0-1 0,0 1 1,0 0-1,0 1 0,1-1 0,-1 1 0,0 1 0,1-1 1,-1 1-1,1 0 0,0 0 0,0 0 0,-8 8 1,5-6-28,1 0 1,0 1-1,0 0 1,1 0-1,0 0 1,0 1 0,0 0-1,1 1 1,0-1-1,0 1 1,1 0-1,-3 8 1,5-12-161,1 1 0,0-1 0,0 0 0,0 1 0,1-1 0,-1 1 0,1-1 0,0 1 1,0-1-1,1 0 0,0 1 0,-1-1 0,1 1 0,1-1 0,-1 0 0,1 0 0,-1 0 0,4 5 0,-2-5-29,1 0 0,0 0 0,0 0 0,0-1-1,0 1 1,1-1 0,-1 0 0,1 0 0,0 0 0,0-1 0,0 0-1,0 0 1,11 3 0,65 12 81,-47-16-2744</inkml:trace>
</inkml:ink>
</file>

<file path=ppt/ink/ink11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51:59.00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0 462 512,'0'0'4971,"6"-5"-4062,2 0-386,1 1 0,0 0-1,0 0 1,0 1 0,0 0-1,1 1 1,0-1 0,-1 2-1,1 0 1,15-1 0,83-13 769,183-52 0,-98 18-1158,598-96 262,-155 34 1113,-614 106-1123,0 2 784,0-2 1,37-14 0,-52 14 1052,-10 4 627,3 1-2836,-1 0-1,1 1 0,-1-1 0,1 0 1,-1 0-1,1 1 0,0-1 1,-1 0-1,1 0 0,-1 1 0,1-1 1,0 0-1,-1 1 0,1-1 1,0 1-1,-1-1 0,1 0 0,0 1 1,0-1-1,-1 1 0,1-1 0,0 1 1,0-1-1,0 1 0,0-1 1,-1 1-1,1-1 0,0 1 0,0-1 1,0 2-1,-4 4-931</inkml:trace>
</inkml:ink>
</file>

<file path=ppt/ink/ink11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51:59.53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 1 3025,'0'0'7220,"-3"4"-5998,3-4-1061,-1 1 0,1 0 0,-1-1 0,1 1 0,0 0 0,-1 0 0,1 0 0,0-1 0,-1 1 0,1 0 0,0 0 0,0 0 0,0 0 0,0-1 1,0 1-1,0 0 0,0 0 0,0 0 0,0 0 0,0 0 0,0-1 0,1 1 0,-1 0 0,0 0 0,1 0 0,-1-1 0,0 1 0,1 0 0,-1 0 0,1-1 1,-1 1-1,1 0 0,0-1 0,-1 1 0,2 0 0,2 2 345,0-1 1,1 1-1,-1-1 0,1 0 1,0 0-1,8 2 1,58 12 398,0-3 0,1-2 1,0-4-1,93-3 1,-163-4-212,-5 4 133,-64 31 17,-83 50 785,136-75-1742,0 1 1,0 0-1,1 0 0,1 1 0,0 1 1,1 0-1,-18 26 0,11-20-6279</inkml:trace>
</inkml:ink>
</file>

<file path=ppt/ink/ink11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52:01.21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84 91 208,'0'0'1363,"3"-8"-842,2 1-280,-4 4-133,1 1 1,-1-1 0,1 1-1,-1-1 1,0 0-1,0 1 1,0-1 0,0 0-1,-1 0 1,1 0 0,-1-6-1,4-8 2851,-1-2 4476,11 223-570,-28 371-1719,16-332-4375,-5 269 635,-4-426-1125,-4-1 0,-43 162 0,42-196-107,2 0-1,-4 98 1,13 108 96,3-124-234,4 23 31,-6-156-149,0 0 0,0 0 0,0 0 0,0 0 0,0 1-1,0-1 1,0 0 0,-1 0 0,1 0 0,0 0 0,0 0 0,0 1 0,0-1 0,0 0-1,0 0 1,0 0 0,0 0 0,0 1 0,0-1 0,0 0 0,0 0 0,0 0 0,0 0 0,0 1-1,0-1 1,0 0 0,0 0 0,0 0 0,0 0 0,0 1 0,0-1 0,0 0 0,0 0-1,0 0 1,1 0 0,-1 1 0,0-1 0,0 0 0,0 0 0,0 0 0,0 0 0,0 0 0,0 0-1,1 0 1,-1 1 0,0-1 0,0 0 0,0 0 0,0 0 0,1 0 0,-1 0 0,0 0-1,0 0 1,0 0 0,0 0 0,1 0 0,-1 0 0,0 0 0,0 0 0,0 0 0,0 0 0,1 0-1,-1 0 1,0 0 0,9-15-4279,6-25-4424,-9 10 2035</inkml:trace>
</inkml:ink>
</file>

<file path=ppt/ink/ink11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52:02.44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1 370 2801,'0'0'5859,"35"0"-622,126-7-273,82-17-3920,-44 3-844,477-57 224,-53 5-79,1057-51-300,-1559 121-42,-66 4 18,0-3-1,91-15 0,-145 17 82,1 0 1,-1 0-1,0-1 1,1 1-1,-1 0 0,1-1 1,-1 1-1,0-1 0,1 0 1,-1 1-1,0-1 1,0 0-1,1 0 0,-1 0 1,0 0-1,0 0 1,0 0-1,1-2 0,-2 3-74,-1-1 1,1 0-1,-1 1 0,1-1 0,-1 1 0,0-1 0,1 1 0,-1-1 0,0 1 0,0-1 0,1 1 0,-1-1 0,0 1 0,0 0 1,0 0-1,1-1 0,-1 1 0,0 0 0,0 0 0,0 0 0,0 0 0,0 0 0,1 0 0,-1 0 0,0 0 0,0 1 1,0-1-1,0 0 0,1 0 0,-1 1 0,-1 0 0,-92 23-7578,48-15 1374</inkml:trace>
</inkml:ink>
</file>

<file path=ppt/ink/ink11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52:03.39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223 49 1297,'0'0'9561,"9"-8"-7979,27-24-34,-35 32-1472,-1 0 0,0 0 0,0 0 0,0 0 0,0 0 1,0 0-1,1 0 0,-1 0 0,0-1 0,0 1 0,0 0 0,0 0 1,0 0-1,0 0 0,0 0 0,1 0 0,-1 0 0,0-1 0,0 1 1,0 0-1,0 0 0,0 0 0,0 0 0,0 0 0,0-1 0,0 1 1,0 0-1,0 0 0,0 0 0,0 0 0,0-1 0,0 1 0,0 0 1,0 0-1,0 0 0,0 0 0,0 0 0,0-1 0,0 1 0,0 0 0,0 0 1,0 0-1,0 0 0,-1 0 0,1-1 0,0 1 0,0 0 0,0 0 1,0 0-1,0 0 0,0 0 0,0 0 0,-1 0 0,-11-2 820,-17 6-773,3 5 233,1 1-1,0 2 1,1 0-1,0 2 1,1 1 0,-41 33-1,62-46-348,1-1 0,-1 0 0,1 0 0,0 1 1,0-1-1,0 1 0,0-1 0,0 1 0,0 0 0,0-1 0,0 1 0,0 0 0,1 0 0,-1-1 0,1 1 0,-1 2 0,1-3-5,0 0-1,1 0 1,-1 0-1,0-1 1,1 1 0,-1 0-1,0 0 1,1-1-1,-1 1 1,1 0-1,-1 0 1,1-1-1,-1 1 1,1-1 0,0 1-1,-1 0 1,1-1-1,0 1 1,-1-1-1,1 1 1,0-1-1,0 0 1,0 1 0,0-1-1,9 3-2,0-1-1,0 0 0,0 0 1,18-1-1,-2 2 30,-20-2-24,5 0 1,0 1 0,0 1 1,18 6-1,-27-8-6,0 0-1,0 0 1,0 0-1,0 0 0,0 0 1,-1 0-1,1 0 1,0 1-1,-1-1 1,1 0-1,-1 1 1,1 0-1,-1-1 1,0 1-1,0 0 1,0 0-1,0-1 1,0 1-1,0 0 1,0 0-1,0 0 1,-1 0-1,1 0 1,-1 0-1,0 1 0,1 1 1,-2 0 18,0-1 1,0 1-1,0 0 1,-1 0-1,1-1 0,-1 1 1,0-1-1,0 0 1,0 1-1,0-1 0,-1 0 1,1 0-1,-1 0 0,0-1 1,0 1-1,0-1 1,0 1-1,0-1 0,-1 0 1,1 0-1,0-1 1,-1 1-1,-7 2 0,-7 3 267,0-1-1,0-1 0,-30 6 0,47-11-329,0 0 1,0 0-1,0 0 0,0 0 1,0 0-1,0 0 0,0 0 1,0 0-1,0-1 0,0 1 1,0 0-1,0-1 0,0 1 1,0 0-1,1-1 0,-1 1 1,0-1-1,0 0 0,0 1 1,1-1-1,-1 1 0,0-1 1,1 0-1,-1 0 0,0 0 1,1 1-1,-1-1 0,1 0 1,0 0-1,-1 0 0,1 0 1,0 0-1,-1 0 0,1 0 1,0 0-1,0 0 0,0 0 1,0 1-1,0-3 0,-1-1-946,1-1 0,0 1 0,0 0-1,1-1 1,-1 1 0,1 0 0,0 0-1,2-8 1,9-5-4640</inkml:trace>
</inkml:ink>
</file>

<file path=ppt/ink/ink11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52:03.65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130 1 3394,'0'0'12221,"-7"23"-8472,5-18-3545,-48 203 5653,47-178-4976,3 57 0,1-40-621,-1-46-382,0 0 0,-1 1 0,1-1 0,0 0 0,0 0 0,0 0 0,-1 0 0,1 0 0,0 0 0,-1 0 0,1-1 0,-1 1 0,1 0 0,-1 0 0,0 0 0,1 0 0,-1 0 0,-1 0 0,1 0-253,0 0-1,0 0 0,-1-1 1,1 1-1,0 0 0,-1-1 1,1 0-1,-1 1 0,1-1 0,-1 1 1,1-1-1,-1 0 0,1 0 1,-1 0-1,1 0 0,-1 0 1,1 0-1,0-1 0,-1 1 1,1 0-1,-1-1 0,1 1 1,-1-1-1,1 1 0,0-1 0,-1 0 1,1 0-1,0 1 0,0-1 1,0 0-1,-3-2 0,-9-17-6328</inkml:trace>
</inkml:ink>
</file>

<file path=ppt/ink/ink11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52:04.15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8 4626,'0'0'12395,"25"0"-10426,186 0 1539,-172 0-2874,-10 1-407,-1-1-1,33-5 0,-60 5-225,-1 1-1,1-1 1,-1 1-1,1-1 1,0 1 0,-1-1-1,1 1 1,-1 0 0,0-1-1,1 1 1,-1 0 0,1-1-1,-1 1 1,0 0-1,0-1 1,1 1 0,-1 0-1,0 0 1,0 0 0,0-1-1,0 1 1,0 0 0,0 0-1,0-1 1,0 1-1,0 0 1,0 0 0,0 0-1,-1-1 1,1 2 0,0-1 0,-7 106-1778,40-111-79,-24-3 1657,1 0 0,-1 0 1,-1-1-1,1-1 0,-1 1 1,-1-1-1,13-20 0,1 1 231,-18 25-90,10-12 2298,-5 22 1134,4 10-3832,-8-13 284,0-1 1,0 1-1,0 0 1,0-1 0,0 0-1,1 0 1,0 0-1,-1-1 1,1 1-1,0-1 1,0 0-1,9 2 1,41 1-7446,-22-5 317</inkml:trace>
</inkml:ink>
</file>

<file path=ppt/ink/ink11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52:05.23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151 257 8116,'0'0'12587,"-19"2"-11125,-61 11-307,78-13-1109,0 0-1,0 0 1,0 0 0,-1 1-1,1-1 1,0 1 0,0 0-1,0-1 1,0 1 0,0 0-1,0 0 1,0 0 0,0 1-1,0-1 1,0 0 0,1 1-1,-1-1 1,0 1 0,1 0-1,0-1 1,-1 1 0,1 0 0,0 0-1,0 0 1,0 0 0,0 0-1,0 0 1,0 0 0,1 0-1,-1 0 1,1 1 0,-1-1-1,1 0 1,0 0 0,0 1-1,0-1 1,0 0 0,1 4-1,-1 0-14,43-5-21,-33-3-78,0 1-1,0-2 0,0 1 1,0-1-1,-1-1 0,1 0 1,-1 0-1,0-1 1,0 0-1,11-9 0,16-13-824,32-32 0,-55 47 590,8-6-130,1 0 73,-1-1 0,-1-1 0,-1-1 0,0 0 0,22-36 0,-41 56 424,1 1 0,0-1 0,-1 0 1,1 0-1,-1 1 0,1-1 0,-1 0 0,0 0 0,1 0 0,-1 0 0,0 1 1,1-1-1,-1 0 0,0 0 0,0 0 0,0 0 0,0 0 0,0 0 0,0 0 1,0 0-1,-1-1 0,-13 5 1773,-23 23-443,25-15-1197,2 1 0,0 0-1,0 1 1,1 0 0,1 0-1,0 1 1,1 0 0,1 1 0,0-1-1,1 1 1,0 0 0,1 1 0,1-1-1,0 1 1,1-1 0,1 1-1,1 0 1,1 23 0,0-36-220,0 0 1,0 0 0,0 1-1,0-1 1,0 0-1,0 0 1,1 0-1,0-1 1,-1 1-1,1 0 1,0 0-1,1-1 1,-1 1 0,0-1-1,1 0 1,-1 0-1,1 0 1,0 0-1,-1 0 1,1 0-1,0-1 1,0 0-1,0 1 1,1-1 0,-1 0-1,0 0 1,0-1-1,0 1 1,1-1-1,-1 1 1,0-1-1,4-1 1,0 2-158,-1-1 0,1-1 1,-1 1-1,0-1 0,0 0 0,1-1 0,-1 1 1,0-1-1,0-1 0,0 1 0,-1-1 0,1 0 1,0 0-1,-1-1 0,10-7 0,-12 7 26,0 0-1,1-1 0,-1 1 1,-1-1-1,1 0 0,-1 1 1,1-1-1,-1-1 1,-1 1-1,1 0 0,-1 0 1,0 0-1,0-1 1,0-5-1,-1 8 146,0 0-1,0 0 1,0-1 0,0 1 0,-1 0-1,1 0 1,-1 0 0,0 0 0,0 0-1,0 1 1,0-1 0,-1 0 0,1 0-1,-1 1 1,1-1 0,-1 1 0,0-1-1,0 1 1,0 0 0,0-1 0,-1 1-1,1 0 1,0 1 0,-6-4 0,1 2 94,0 0 0,0 1 0,0 0 0,0 1 0,-1-1 0,1 2 0,0-1 1,-1 1-1,-7 0 0,14 0-69,0 1 0,0-1 0,0 1 0,0-1 0,0 1 0,1-1 0,-1 1 0,0 0 0,0-1 1,0 1-1,1 0 0,-1 0 0,0 0 0,1-1 0,-1 1 0,1 0 0,-1 0 0,1 0 0,0 0 0,-1 0 0,1 0 0,0 0 0,-1 0 1,1 0-1,0 0 0,0 0 0,0 0 0,0 0 0,0 0 0,0 2 0,1 42 421,-1-34-257,0-7-181,-1-1 0,1 0 0,0 1 0,0-1 0,0 0-1,1 1 1,-1-1 0,1 0 0,-1 0 0,1 1 0,0-1 0,0 0 0,1 0 0,-1 0 0,1 0 0,-1 0 0,1-1-1,0 1 1,0 0 0,0-1 0,1 1 0,-1-1 0,1 0 0,-1 0 0,1 0 0,0 0 0,-1 0 0,1-1 0,0 1-1,0-1 1,0 1 0,0-1 0,1 0 0,-1-1 0,0 1 0,4 0 0,6 1-508,1 0 0,0-1-1,-1 0 1,1-1 0,0-1 0,-1 0 0,1-1 0,-1-1-1,1 0 1,-1 0 0,0-2 0,0 1 0,-1-2 0,1 0-1,-1 0 1,0-1 0,-1 0 0,0-1 0,20-18 0,-1-12 2356,-20 24 828,-12 28 5453,3 13-6553,-1-25-1603,0 0 0,0 0 0,0 0 0,0 0 0,0 0 0,1 0 0,-1 0 0,1 0 0,-1 0 0,1 0 0,0 0 0,0 0 0,0 0 0,0 0 0,0-1 1,0 1-1,0-1 0,1 1 0,-1 0 0,3 1 0,2-2-113,1-1 0,-1 1 0,0-1 0,1-1 0,-1 1 0,0-1 0,1 0 0,-1-1 1,0 0-1,0 0 0,0 0 0,0 0 0,0-1 0,-1 0 0,1 0 0,-1-1 0,1 1 0,-1-1 0,-1 0 0,1-1 0,0 1 1,-1-1-1,0 0 0,0 0 0,-1 0 0,1-1 0,2-6 0,-3 18 3886,-4 19-4132,1-6-2958,29-19-10183,-4-8 4651</inkml:trace>
</inkml:ink>
</file>

<file path=ppt/ink/ink11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52:05.46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55 1 12694,'0'0'12005,"-54"117"-9716,54-79-336,0 3-288,0-5-657,0 0-655,7-2-209,-1-7-128,1-4 0,0-7-16,-7-5-432,0-7-577,0 1-752,7-5-5922,-1-14 111</inkml:trace>
</inkml:ink>
</file>

<file path=ppt/ink/ink11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52:05.65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10853,'0'0'10213,"129"0"-8068,-75 0-1361,-6 0-576,-15 2-208,-5 0-144,-22 3-1777</inkml:trace>
</inkml:ink>
</file>

<file path=ppt/ink/ink11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52:06.32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5 2385,'0'0'20297,"13"-5"-19208,-6 5-641,0 2-256,-7 7-160,0 0-16,0 0-16,0 0-480,0 3-1329,0-3-1312,-7 0-2082,0-2-2304</inkml:trace>
</inkml:ink>
</file>

<file path=ppt/ink/ink11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52:06.60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5923,'0'0'14905,"4"19"-10316,0-6-7969,-3-11 2113,3 9-8362</inkml:trace>
</inkml:ink>
</file>

<file path=ppt/ink/ink11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52:07.63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0 263 720,'0'0'6201,"20"-2"-5374,164-27 768,-102 17-578,269-35 570,-12 7-1231,202-15-352,-214 15 380,-67 4 1425,-236 35 709,-40 2-8419,-3-1-926</inkml:trace>
</inkml:ink>
</file>

<file path=ppt/ink/ink11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52:08.95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0 397 592,'0'0'6291,"4"1"-4749,42 2 900,1-1 0,76-8 1,97-24-1280,-2 0-67,586-43 19,451-26 374,-592 36-1548,-212 15 40,-448 48 126,-1 0-8,1 0 1,-1 0-1,0 0 0,1 0 0,-1-1 1,0 1-1,0-1 0,1 1 1,-1-1-1,0 0 0,0 0 0,0 0 1,3-2 909,16-10 3588,65-3-4400,-112 12-1618,-22 1-2016,36 3 1906,-23-1-7538,15-7 455</inkml:trace>
</inkml:ink>
</file>

<file path=ppt/ink/ink11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52:10.29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246 9 704,'0'0'6203,"7"-9"1539,-6 10-7544,0 0-1,0-1 0,-1 1 1,1 0-1,0 0 0,-1 0 1,1-1-1,-1 1 0,1 0 1,-1 0-1,0 0 0,1 0 0,-1 0 1,0 0-1,1 0 0,-1 0 1,0 0-1,0 0 0,0 0 1,0 0-1,0 0 0,0 0 1,0 0-1,-1 0 0,1 0 1,0 0-1,-1 0 0,1 0 1,0 0-1,-1 0 0,0 1 0,-11 38 1506,-10 15-971,3 1 0,2 1 0,3 1 0,-9 74 1,11-11 671,3 128 1,8-213-1290,-2 0 1,-1 0-1,-2-1 0,-2 0 1,-1 0-1,-1-1 0,-2 0 1,-21 42-1,25-59-71,2 0 0,0 0 0,1 1 0,1-1-1,1 1 1,-2 29 0,5 115 418,2-79-385,-9 436 723,7-482-748,-1 25 175,3-1 0,10 65 1,-4-63-121,-1 118 0,-3-26-108,0 156 1,-6-166 0,-5-35 0,7-78 44,0-30-693,0-19-1550,-4-4-2139,-12-5-2238</inkml:trace>
</inkml:ink>
</file>

<file path=ppt/ink/ink11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52:12.22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1281,'0'0'3484,"0"19"1953,1 144 3733,2 2-5582,0 167 171,-3-214-1729,2-119-2028,1 1 0,-1-1 0,1 1 0,-1-1 0,0 0-1,1 1 1,-1-1 0,0-1 0,4-1 0,17-9-9,0 2 1,0 0 0,1 2-1,0 0 1,1 2-1,40-6 1,-9 1 0,122-28-67,242-23-1,1076-69-3290,-1386 120 3265,321-34-42,-62-20 79,96-10 167,-414 68 216,70-18 0,-74 14 610,0 1-1,54-3 0,87 0 1338,-235 13-230,9 6-3768,16-2-4782,0-6-5794,9-4 3259</inkml:trace>
</inkml:ink>
</file>

<file path=ppt/ink/ink11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52:12.50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55 0 2465,'0'0'14935,"0"66"-12870,7-55-608,-7 0-769,0-4-480,0 0-208,0 2-16,-7-5-1233,-13 3-1664,-14-2-3266</inkml:trace>
</inkml:ink>
</file>

<file path=ppt/ink/ink11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52:13.60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2913,'0'0'12118,"1"3"-10419,4 14-562,-1 0-1,0 0 1,-2 1-1,0-1 1,0 22-1,-2-38-1485,1-18-7006,5-5 2566,1 0-584</inkml:trace>
</inkml:ink>
</file>

<file path=ppt/ink/ink11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52:13.82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4114,'0'0'13014,"20"32"-11221,-20-21-705,0-2-207,0-2-609,0 0-272,0 0-16,0-3-1089,0 3-912,0 2-1584,0 2-2850</inkml:trace>
</inkml:ink>
</file>

<file path=ppt/ink/ink11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52:14.36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340 3 3954,'0'0'15415,"-20"0"-13761,4 0-1251,9-1-248,-1 0 0,0 1 1,0 0-1,1 0 1,-1 1-1,0 0 1,1 1-1,-1 0 1,1 0-1,-1 0 1,1 1-1,0 0 1,0 0-1,-8 6 1,-5 6 311,0 0 0,2 1 0,0 0 0,-29 36 1,40-43-422,0 0 1,1 0 0,0 1 0,1-1-1,0 1 1,0 0 0,1 1 0,1-1-1,-1 1 1,2-1 0,0 1 0,0 0-1,0 12 1,2-20-56,-1 6 6,1 1-1,1-1 1,0 1 0,0-1 0,0 0-1,4 12 1,-3-18-115,-1-1 1,0 1-1,1-1 1,0 1-1,-1-1 0,1 1 1,0-1-1,0 0 1,1 0-1,-1 0 0,0 0 1,1 0-1,-1-1 1,1 1-1,-1-1 0,1 1 1,0-1-1,-1 0 1,1 0-1,0 0 0,0-1 1,0 1-1,5 0 1,46 3-5473,-20-5-888,-29 1 5187,24-2-7851</inkml:trace>
</inkml:ink>
</file>

<file path=ppt/ink/ink11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52:14.58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21 1 7459,'0'0'16808,"-20"70"-16648,20-61-160,0-5-96,0 1-976</inkml:trace>
</inkml:ink>
</file>

<file path=ppt/ink/ink11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52:14.73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 0 9284,'0'0'9092,"-6"118"-10692,-1-91-2594,7-5-2257</inkml:trace>
</inkml:ink>
</file>

<file path=ppt/ink/ink11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52:15.14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8180,'0'0'14492,"2"9"-13228,-1-1-1102,1-1 1,0 1-1,0-1 0,0 0 1,7 14-1,-8-19-164,0 0 0,1 0 0,-1 0-1,0 0 1,1 0 0,-1-1 0,1 1-1,0-1 1,0 1 0,-1-1 0,1 1 0,0-1-1,0 0 1,0 0 0,0 0 0,1 0-1,-1 0 1,0 0 0,0-1 0,1 1-1,-1-1 1,0 1 0,4-1 0,-1 0-305,1 0-1,-1-1 1,0 1 0,0-1 0,-1 0 0,1-1-1,0 1 1,0-1 0,0 0 0,-1 0 0,1 0-1,6-5 1,-1-2-398,1 0 0,-1 0 0,11-15 0,-9 11 708,0 2 1796,-9 18 1963,3 14-3675,19 6-3189,0-17-2886,0-6-1029</inkml:trace>
</inkml:ink>
</file>

<file path=ppt/ink/ink11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52:15.63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132 383 10453,'0'0'13473,"-18"-1"-12540,-56-3-284,72 4-627,1 0 0,0-1-1,-1 1 1,1 0 0,-1 0 0,1 0 0,0 0 0,-1 0 0,1 1 0,0-1 0,-1 0 0,1 1 0,0-1 0,-1 1 0,1-1 0,0 1-1,0-1 1,-1 1 0,1 0 0,0 0 0,0 0 0,0-1 0,0 1 0,0 0 0,0 0 0,0 1 0,1-1 0,-1 0 0,0 0-1,0 0 1,1 0 0,-1 1 0,1-1 0,-1 0 0,1 1 0,0-1 0,-1 2 0,1-2-18,0 0 1,0 0-1,0 1 0,1-1 1,-1 0-1,0 0 0,0 0 1,1 0-1,-1 0 1,1 0-1,-1 0 0,1 0 1,-1 0-1,1 0 0,0 0 1,-1 0-1,1 0 1,0 0-1,0 0 0,0 0 1,0-1-1,0 1 0,0 0 1,0-1-1,0 1 1,0-1-1,0 1 0,0-1 1,0 1-1,0-1 0,0 0 1,0 0-1,2 1 0,-2-1-3,5 0-38,0 1 0,0-1 0,0-1-1,0 1 1,0-1 0,-1 0 0,1 0 0,0 0-1,0-1 1,-1 0 0,1 0 0,-1-1-1,0 1 1,9-7 0,-13 9 26,53-40-1587,55-53 0,-94 78 1193,-1 0 0,0-1 0,-1 0 0,-1-1 0,-1 0 1,0-1-1,-1-1 0,8-20 0,-11 22 477,-3 7 228,-1 1 1,1-1-1,-1 1 0,-1-1 1,0 0-1,1-18 0,-12 29 3080,3 4-3095,0 0 1,0 0-1,0 0 0,1 1 0,-1 0 0,2 0 0,-1 1 1,1-1-1,-1 1 0,2 0 0,-1 0 0,1 0 0,0 1 1,1-1-1,0 1 0,0-1 0,-1 13 0,-3 18 362,3-1 0,1 52 0,2-71-600,0-14-129,0 0 0,0 0 0,1 0 0,-1 0 0,1 0 1,0 0-1,0 0 0,0-1 0,0 1 0,1 0 0,-1 0 0,1-1 0,0 1 1,0-1-1,1 0 0,-1 0 0,1 1 0,-1-2 0,5 5 0,17 5-3835,7-7-3841,-16-5-504</inkml:trace>
</inkml:ink>
</file>

<file path=ppt/ink/ink11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52:15.83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2801,'0'0'24219,"68"23"-23578,-48-17-545,-6-3-96,-1-1-240,1 0-1153,-8-2-848,8 0-1489,-7 0-1392,6 0-3058</inkml:trace>
</inkml:ink>
</file>

<file path=ppt/ink/ink11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52:16.18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393 1 6323,'0'0'16968,"-7"23"-15666,-80 290 1579,79-280-2881,-2 1 0,-2-1 0,-26 53 0,36-84-5,1 1 0,0-1 0,0 0 0,-1 0 0,1 0 0,-1 0 0,0 0 0,1 0 0,-1 0 0,0 0 0,0-1 0,0 1 0,0-1 0,0 0 0,-1 1 0,1-1 0,0 0 0,-1 0 0,1 0 0,-1-1 0,1 1 0,-1-1 1,1 1-1,-1-1 0,1 0 0,-1 0 0,1 0 0,-1 0 0,0 0 0,1-1 0,-1 1 0,1-1 0,-1 0 0,1 1 0,-5-4 0,0 1 17,-1-1 0,1-1 1,0 1-1,0-1 0,1-1 1,0 1-1,0-1 0,0 0 1,-8-12-1,3 3-32,0-1 1,2 0-1,0 0 0,0-1 1,-8-26-1,15 34-583,0 1 0,0-1 0,1 0 1,-1-15-1,3 23 231,-1-1 1,1 0-1,-1 1 0,1-1 1,0 1-1,-1-1 1,1 1-1,0 0 0,0-1 1,0 1-1,0 0 1,1-1-1,-1 1 1,0 0-1,0 0 0,1 0 1,-1 0-1,1 0 1,-1 1-1,1-1 0,-1 0 1,4 0-1,2-3-1763,19-12-4810</inkml:trace>
</inkml:ink>
</file>

<file path=ppt/ink/ink11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52:16.52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 1 8740,'0'0'14908,"0"6"-12934,1 9-1129,-1 35 1243,0-47-2149,0 0 0,0 0 0,-1 0 0,1 0 0,-1-1 0,0 1 0,0 0 0,0 0 0,0 0 0,0-1 0,-1 1 0,-2 4 0,2-4-773</inkml:trace>
</inkml:ink>
</file>

<file path=ppt/ink/ink11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52:16.69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68 1 8260,'0'0'17832,"7"27"-17240,-14-11-560,0 2-32,-6 0-560,6 5-1617,-13-3-2177,0 2-5378</inkml:trace>
</inkml:ink>
</file>

<file path=ppt/ink/ink11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52:18.39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28 11 4290,'0'0'10509,"2"-3"-8973,5-5 1513,-5 11-892,-8 25 106,-19 42-1544,17-43-685,8-21-4312</inkml:trace>
</inkml:ink>
</file>

<file path=ppt/ink/ink11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52:18.62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21 1 6051,'0'0'15959,"-20"63"-14598,20-49-881,0 1-288,0-1-192,0 0 0,0-3-480,0 0-1409,0 3-1505,0-3-3265,0-2-2177</inkml:trace>
</inkml:ink>
</file>

<file path=ppt/ink/ink11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52:19.72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3 5635,'0'0'13371,"7"-1"-11498,-5 1-1761,0-1 0,0 1 0,0 0 0,-1-1 0,1 1 0,0 0 0,0 0 0,0 0 0,0 1 0,-1-1 0,1 0 0,0 1 0,0-1 0,0 1 0,-1 0 0,1-1 0,0 1 0,-1 0 0,1 0 0,-1 0 0,1 0 0,1 2 0,-1 0 112,-1 0 1,1 1-1,-1-1 0,1 0 1,-1 1-1,0 0 1,-1-1-1,1 1 0,0 0 1,-1-1-1,0 1 0,0 0 1,0 4-1,0 3-111,0 16-126,-6-16-4137</inkml:trace>
</inkml:ink>
</file>

<file path=ppt/ink/ink11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52:19.92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28 1 2881,'0'0'19353,"-27"68"-17960,27-59-753,0-3-352,0 1-272,0-2-16,0 1-784,7 1-1633,-7-2-2049</inkml:trace>
</inkml:ink>
</file>

<file path=ppt/ink/ink11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52:41.89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115 0 7571,'0'0'12411,"-12"16"-11397,6-7-913,-8 7 382,2 0 1,0 1-1,1 1 1,1 0-1,-14 35 1,12 7 552,10-19-3105,24-46-10366,-3-12 4818</inkml:trace>
</inkml:ink>
</file>

<file path=ppt/ink/ink11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52:42.13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28 1 10101,'0'0'12859,"0"11"-11603,0 0-995,1 2-26,-1-1 0,-1 1 0,0 0 0,-4 22 0,-2-8-645,-6 17-5818,12-40 3202</inkml:trace>
</inkml:ink>
</file>

<file path=ppt/ink/ink11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52:42.38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41 0 8948,'0'0'16103,"-34"120"-15222,34-102-545,0 0-192,-7-4-144,7 1-32,0-1-160,0-3-480,0-2-1249,0 0-1393</inkml:trace>
</inkml:ink>
</file>

<file path=ppt/ink/ink11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52:42.61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27 1 2817,'0'0'22186,"-6"67"-21049,-1-51-625,0 0-336,7 0-176,-7-1-64,7 1-432,0-4-592,0-6-1826,0-1-2064</inkml:trace>
</inkml:ink>
</file>

<file path=ppt/ink/ink11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52:42.85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41 1 9332,'0'0'14039,"-41"117"-12695,41-96-911,0-6-433,0-3 0,0-1-401,0-4-1391,0-3-770,27-4-13541</inkml:trace>
</inkml:ink>
</file>

<file path=ppt/ink/ink11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52:43.08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66 1 5491,'0'0'19320,"-5"16"-17348,-9 29-599,-21 45-1,33-87 900,-2 6-2241,-2 6-8136,38-31-15205</inkml:trace>
</inkml:ink>
</file>

<file path=ppt/ink/ink11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52:43.33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116 0 9444,'0'0'15992,"-81"136"-14071,74-111-353,0-5-735,0-2-657,7-2-176,-6-5 0,6-2-112,0 0-705,0-2-607,0-5-561,-7 0-432</inkml:trace>
</inkml:ink>
</file>

<file path=ppt/ink/ink11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52:43.61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81 0 5907,'0'0'19192,"-13"136"-16774,-1-103-433,8-3-337,-8-8-751,0-1-497,14-6-320,0-3-80,-6-1-48,6-4-336,0 0-769,0-3-1184,-7 1-1457,0-3-2400</inkml:trace>
</inkml:ink>
</file>

<file path=ppt/ink/ink11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53:04.716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14 25 1713,'4'-6'1577,"10"-12"13921,-12 29-8041,-1 7-7877,0 56 1949,0-15 123,-11 114-1,-8 14-720,17-62-3500,-2-133-1976,-1-8 2332,4-13-2763,0-8-1968</inkml:trace>
</inkml:ink>
</file>

<file path=ppt/ink/ink11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53:05.987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1 231 3105,'0'0'4168,"7"-1"-3918,49-5 3359,91 2-1,23-1-1354,607-69 609,-224 9-2653,59-5-38,-393 65 2526,-167 5-431,-51 11 1825,-1 16-3330,0-24-665,-1 14-56,-1-1 0,0 1 0,-1-1 1,-1 0-1,-8 22 0,5-16-26,0 0 1,-2 25 0,-5 97 309,7 182 1,7-249-94,10 3-52,-6-61-99,-1 0-1,1 28 0,-4-47 51,-13-18-110,1 11-87,0 1 0,0 0 0,-1 1 0,0 0-1,0 1 1,0 0 0,-20-2 0,-101-7-328,96 10 277,-619-30-2587,245 14 1980,8-14 666,-194-6 1962,577 42-1351,21-3-528,-1 0 0,1 1 0,-1-1 1,1 0-1,-1 1 0,1-1 0,-1 1 0,1-1 0,0 1 0,-1-1 1,1 1-1,0-1 0,-1 1 0,1 0 0,0-1 0,0 1 1,-1-1-1,1 1 0,0 0 0,0-1 0,0 1 0,0 0 1,0-1-1,0 1 0,0-1 0,0 2 702,20-2-756,-4 1-377,18-2-4550,-33 1 4463,1 0 0,-1-1 0,0 1 0,1-1 0,-1 1 0,0-1 0,0 1 0,1-1 0,-1 0 0,0 0 0,0 1 0,0-1 0,0 0 0,0 0 1,0 0-1,0 0 0,0 0 0,0 0 0,-1-1 0,2 0 0,6-21-8738</inkml:trace>
</inkml:ink>
</file>

<file path=ppt/ink/ink11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53:06.530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102 1 4002,'0'0'12544,"-5"22"-10532,-17 98 3262,-12 223 1,33-325-5357,0 0 1,-7 33-1,1-23-2840,-2-3-3839,8-22 5251,-6 1-7064,0-4 1736</inkml:trace>
</inkml:ink>
</file>

<file path=ppt/ink/ink11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53:06.997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1 123 8788,'0'0'13286,"21"0"-11771,33 2 165,102 18-1,-109-13-1222,1-2 0,94-4-1,-71-2-401,-68 1-48,-1 0 0,0 0 0,1 0 0,-1 0 0,1 0 0,-1-1 0,0 1 0,1-1 0,-1 0 0,0 1 0,1-1 0,-1 0 0,0 0 0,0-1 0,0 1 0,0 0 0,0-1 0,0 1 0,0-1 0,-1 0 0,1 0 0,0 1 0,1-4 0,-2 2 3,0 0 0,1 0 0,-2-1 0,1 1 0,0 0 0,-1 0 0,1-1 0,-1 1 0,0-1 0,0 1 0,-1 0 0,1-1 1,0 1-1,-1 0 0,0 0 0,-2-5 0,1 4-11,0 0 0,0 0 0,0 0 0,-1 0 1,1 1-1,-1-1 0,0 1 0,0 0 0,-1 0 1,1 0-1,-1 0 0,1 0 0,-1 1 0,0 0 0,0 0 1,0 0-1,-5-2 0,3 1-1,-1 1 0,0 0 1,0 0-1,0 0 0,0 1 0,0 0 0,0 0 1,-1 1-1,1 0 0,-8 1 0,13 0 11,0 0-1,1 0 1,-1 0 0,0 0-1,1 1 1,0-1 0,-1 0-1,1 1 1,0-1 0,-1 1-1,1-1 1,0 1 0,0 0-1,0-1 1,1 1 0,-1 0-1,0 0 1,1 0 0,-1-1-1,1 1 1,0 0 0,-1 2-1,-7 50 232,8-50-209,-1 8 78,0 0 1,1 0-1,0 0 1,1 0 0,1 0-1,0-1 1,0 1-1,1 0 1,8 17-1,-9-24-197,0 0 0,1 0 0,0 0 0,0-1 0,0 1 0,1-1 0,-1 0 0,1 0 0,0 0 0,0-1 0,0 0 0,1 1 0,-1-1 0,1-1 0,0 1 0,0-1 0,0 1 0,0-1 0,0-1 0,0 1 0,0-1 0,1 0 0,-1 0 0,7 0 0,-7-1-269,56 2-4815,-21-6-2849,-6-9-2341</inkml:trace>
</inkml:ink>
</file>

<file path=ppt/ink/ink11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53:07.577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0 6227,'0'0'18787,"3"17"-17421,13 51-144,-15-66-1196,-1 1 0,1-1 0,0 0 0,0 0-1,0 0 1,0 1 0,0-1 0,0 0 0,1-1 0,-1 1 0,1 0 0,-1 0-1,1 0 1,0-1 0,0 1 0,0-1 0,-1 0 0,1 1 0,1-1 0,-1 0 0,0 0-1,0 0 1,0 0 0,0-1 0,1 1 0,-1-1 0,0 1 0,1-1 0,-1 0-1,0 0 1,1 0 0,-1 0 0,0 0 0,1 0 0,-1-1 0,0 1 0,1-1 0,-1 0-1,0 1 1,0-1 0,0 0 0,1-1 0,-1 1 0,0 0 0,0 0 0,1-3 0,84-96-1785,-86 100 1832,-1 0-1,0-1 1,0 1-1,1-1 1,-1 1-1,0 0 1,1-1-1,-1 1 1,0 0-1,1 0 1,-1-1 0,0 1-1,1 0 1,-1 0-1,1 0 1,-1-1-1,0 1 1,1 0-1,-1 0 1,1 0-1,-1 0 1,1 0-1,-1 0 1,1 0-1,-1 0 1,1 0-1,-1 0 1,0 0-1,1 0 1,-1 0-1,1 0 1,-1 0-1,1 1 1,-1-1-1,0 0 1,1 0-1,-1 0 1,1 1-1,10 18 584,4 7-255,-10-22-430,0 0 0,0-1 0,0 1 0,0-1 0,1 0 0,-1-1 0,1 1 0,0-1 0,0-1 1,0 1-1,0-1 0,0 0 0,0 0 0,0 0 0,0-1 0,0 0 0,0 0 0,0-1 0,0 0 0,1 0 0,-1 0 0,-1-1 0,1 1 0,0-1 1,0-1-1,-1 1 0,1-1 0,-1 0 0,0-1 0,0 1 0,9-8 0,-14 10 48,0 1 0,1-1-1,-1 1 1,1 0 0,-1-1-1,0 1 1,1 0 0,-1-1 0,1 1-1,-1 0 1,1-1 0,-1 1 0,1 0-1,-1 0 1,1 0 0,0 0 0,-1-1-1,1 1 1,-1 0 0,1 0 0,-1 0-1,1 0 1,-1 0 0,1 0-1,0 0 1,-1 1 0,1-1 0,-1 0-1,1 0 1,-1 0 0,1 0 0,-1 1-1,1-1 1,-1 0 0,1 1 0,-1-1-1,1 0 1,-1 1 0,0-1 0,1 0-1,-1 1 1,1-1 0,-1 1-1,0-1 1,1 1 0,-1-1 0,0 1-1,0-1 1,0 1 0,1 0 0,16 39 1466,-10-22-1178,-5-15-441,0 0-1,0 0 1,0-1-1,0 1 1,0 0-1,0-1 1,1 0 0,-1 1-1,1-1 1,0 0-1,0-1 1,0 1-1,0 0 1,0-1 0,0 0-1,0 1 1,0-1-1,0 0 1,1-1 0,-1 1-1,4 0 1,5 0-1081,1 0 1,-1-1 0,0 0 0,18-4 0,11-5-6198</inkml:trace>
</inkml:ink>
</file>

<file path=ppt/ink/ink11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53:07.841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20 0 16263,'0'0'10293,"-13"136"-7668,13-103-1440,0 1-401,-7-2-480,7-5-304,0 0 0,0-7-160,0-1-752,0-8-401,0-2-736,0-2-320,0-5-1248</inkml:trace>
</inkml:ink>
</file>

<file path=ppt/ink/ink11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53:08.182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58 7491,'0'0'12027,"23"-10"-10261,71-29-856,-90 37-822,0 1 0,0-1 0,0 1 0,0 1 0,0-1 0,0 0 0,0 1 0,0 0 0,0 0 0,0 0 0,0 0 0,4 1 0,-6 0-36,0 0 1,0-1 0,0 1 0,-1 0 0,1 0 0,-1 0-1,1 0 1,0 0 0,-1 1 0,0-1 0,1 0 0,-1 1 0,0-1-1,0 1 1,0-1 0,1 1 0,-2-1 0,2 3 0,1 4 145,-1 0 1,0 0 0,-1 0 0,0 0 0,0 0-1,-1 1 1,0-1 0,-1 9 0,1-1 221,0-11-306,0-1 0,0 1 1,-1-1-1,1 1 0,-1-1 0,0 0 0,0 1 1,0-1-1,-1 0 0,0 0 0,0 0 1,0 0-1,0 0 0,0 0 0,-1-1 1,0 1-1,-3 3 0,1-3 14,-1 0 1,1 0-1,-1 0 1,0-1-1,0 0 0,-1 0 1,1 0-1,0-1 0,-1 0 1,-12 2-1,0-1 60,0-1-1,-32-1 1,39-1-273,11 0-676,1-8-9331,0-4 5431</inkml:trace>
</inkml:ink>
</file>

<file path=ppt/ink/ink11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54:03.24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2635 7 48,'0'0'4295,"13"-6"6257,-12 25-8434,0-16-2084,-1-1-1,1 1 1,-1 0-1,0-1 0,0 1 1,0 0-1,0-1 1,0 1-1,-1 0 0,1-1 1,-1 1-1,0 0 1,0-1-1,0 1 1,0-1-1,-2 4 0,-2 0 90,1-1 0,0 1-1,0-1 1,0 1-1,1 1 1,0-1 0,-3 9-1,-14 24 114,2-11 15,1 1 0,2 0-1,1 1 1,-18 61 0,-7 5 523,24-64-526,-19 66 0,16-40-95,-30 70-1,25-72-16,-18 68-1,-25 83-74,11-36-13,-27 108 22,41-162-54,-100 305 26,45-135 161,51-169-91,15-18-55,-55 124 0,45-129 16,-37 141-1,-11 46-13,21-77-33,-32 101 0,69-217-6,-45 112 20,-40 110 69,65-183 52,-23 72 102,41-94-179,-4-2 0,-5-1 1,-58 103-1,81-167 26,-22 70 0,17-45-66,-92 198 129,-42 32 793,52-119-673,41-73-143,37-64 25,21-30-120,-1 0 0,2 1-1,-1 0 1,1 0-1,0 1 1,-3 10-1,5-13 97,0 1 0,0-1 0,-1 0-1,1 0 1,-8 9 0,5-10 23,0 0 0,0 1 1,1 0-1,0 0 0,0 0 0,1 0 1,-5 12-1,-4 5 8,-7 35 13,18-54-1722,-6 13-6230,5-15 3684,1-9 1314,2-13-1769,0-7-39</inkml:trace>
</inkml:ink>
</file>

<file path=ppt/ink/ink11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54:03.99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2 208,'0'-2'22762,"1"4"-24917,8 24 3793,11 43-1,4 16 58,-10-39-1153,-10-33-314,0 0-1,0 0 0,11 19 0,4 12-110,-16-34-68,1-1 1,0 1-1,1-1 0,6 9 0,-11-45-1152,1 4-3363,-1 3-6241,0 9 3194</inkml:trace>
</inkml:ink>
</file>

<file path=ppt/ink/ink11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54:04.93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543 0 912,'0'0'14604,"-8"12"-10935,-34 8-1349,-41 27 0,-95 75-829,154-103-1341,12-10 216,0 0 1,0-1-1,0 0 0,-1 0 0,-25 9 0,32-14-267,-1 0 0,0 0 0,1 1 0,0 0 0,0 0 0,0 1 0,0 0-1,1 0 1,0 0 0,-6 7 0,-25 22 1468,34-20 601,3 5-6657</inkml:trace>
</inkml:ink>
</file>

<file path=ppt/ink/ink11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54:17.05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42 1088,'0'0'7567,"4"-7"-5630,14-20 10,-13 20 4021,-5 48-3391,0 103-1261,-9-135-5137,-3-4-6189,6-5 3186</inkml:trace>
</inkml:ink>
</file>

<file path=ppt/ink/ink11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54:17.20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1 1 3057</inkml:trace>
</inkml:ink>
</file>

<file path=ppt/ink/ink11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54:17.63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166 168 3057,'42'-130'2193,"-41"129"-2110,-1 0 0,1 1 1,-1-1-1,0 0 0,1 0 0,-1 1 0,0-1 0,0 0 0,0 0 0,0 0 0,0 1 0,0-1 0,0 0 0,0 0 0,0 0 0,0 1 0,0-1 0,0 0 0,0 0 0,-1 0 0,1 1 0,0-1 0,-1 0 0,1 0 0,0 1 0,-1-1 0,1 0 1,-1 1-1,1-1 0,-1 1 0,1-1 0,-1 0 0,0 1 0,1-1 0,-1 1 0,0 0 0,1-1 0,-1 1 0,0-1 0,0 1 0,1 0 0,-1 0 0,0-1 0,0 1 0,0 0 0,1 0 0,-1 0 0,0 0 0,0 0 0,-1 0 0,-29 7 2237,23-3-2018,1 1 0,0-1-1,1 1 1,-1 0-1,1 1 1,0-1-1,0 1 1,0 1 0,1-1-1,0 1 1,-5 9-1,-6 12 772,-19 46 0,29-62-838,2-2-153,0 0-1,1 1 0,0 0 0,0 0 0,1 0 0,0 13 0,1-20-76,1 0-1,0 1 1,0-1 0,0 0-1,1 0 1,0 0 0,-1 0 0,1 0-1,1 0 1,-1 0 0,0 0-1,1 0 1,0 0 0,0 0 0,0-1-1,1 1 1,-1-1 0,1 0-1,3 4 1,3-1 9,0 0-1,0 0 1,1-1-1,0 0 1,0-1-1,0 0 1,0 0-1,1-1 1,-1-1-1,1 0 1,14 1-1,17 0 111,68-5-1,-76 1-36,-28 0-23,0 1-1,1-1 1,-1 0-1,0 0 1,0-1-1,1 1 1,-1-1-1,0-1 1,-1 1-1,1-1 1,0 0-1,-1-1 1,0 1-1,1-1 1,6-7-1,-6 4 106,0 0 0,0 0-1,-1-1 1,0 0 0,0 0 0,-1-1-1,0 1 1,0-1 0,3-14-1,0-12 510,-1-1 0,-1 0 0,-2 0 0,-2-47-1,-1 74-566,0 6-79,-1 1 1,1 0-1,0-1 0,-1 1 1,1 0-1,-1 0 0,1 0 0,-1 0 1,0-1-1,0 1 0,0 0 1,0 0-1,-1 0 0,1 1 0,0-1 1,-1 0-1,1 0 0,-1 1 0,0-1 1,1 1-1,-1-1 0,0 1 1,0 0-1,0 0 0,0 0 0,0 0 1,0 0-1,0 0 0,-1 1 1,1-1-1,0 1 0,0-1 0,-1 1 1,-2 0-1,2 0-645,0 0 0,-1 0 0,1 0 0,0 0 0,-1 1 0,1 0 0,0 0 0,0 0 0,-5 2 1,-11 4-5220,-1-3-2884</inkml:trace>
</inkml:ink>
</file>

<file path=ppt/ink/ink11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54:23.04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212 83 1201,'0'0'12117,"-2"-12"-4495,-10 14-7460,0 1 0,0 0 0,0 1 0,0 0 0,1 1 0,-1 0 0,1 0 0,1 1-1,-1 1 1,1 0 0,0 1 0,0-1 0,1 2 0,0-1 0,-7 11 0,11-12-143,1 1 1,0 0-1,1 0 1,0 0-1,0 0 1,1 1-1,0-1 1,0 0-1,0 14 0,2 84 32,1-54 8,0-47-51,-1 0 0,1 0 0,-1 0-1,1 0 1,1-1 0,-1 1 0,1 0 0,0-1 0,0 1 0,0-1 0,0 0-1,1 0 1,0 0 0,0 0 0,0 0 0,0 0 0,1-1 0,-1 1 0,1-1-1,0 0 1,0 0 0,0-1 0,6 4 0,0-1 7,0-1 0,0 0 0,1 0 0,-1-1 0,1 0 0,0-1 0,0 0 0,0-1 0,14 0 0,5 0 8,0-2 0,-1-1 0,1-2 1,42-10-1,-63 12-16,1-1 1,-1-1-1,1 0 1,-1 0-1,0-1 1,-1 0-1,1-1 1,-1 1-1,0-2 1,0 1-1,-1-1 1,0 0-1,0-1 1,-1 1-1,0-2 1,0 1-1,5-10 1,-2 0-5,-1-1 1,-1 0 0,-1 0-1,0 0 1,-1-1 0,2-27 0,-1-121 798,-6 132-281,0 33-483,0 1-1,-1 0 0,1 0 1,0 0-1,-1-1 0,0 1 1,0 0-1,1 0 0,-1 0 1,0 0-1,-1 0 0,1 0 1,0 0-1,-1 1 0,1-1 1,-1 0-1,1 1 0,-1-1 1,0 1-1,1-1 0,-1 1 0,0 0 1,0 0-1,0 0 0,0 0 1,0 0-1,0 0 0,-1 1 1,1-1-1,0 1 0,0-1 1,-5 1-1,-10-2 39,0 1 1,0 0-1,-26 3 1,12 0-94,-89-2-20,118 0-59,-6 13-11880,3-2 4698</inkml:trace>
</inkml:ink>
</file>

<file path=ppt/ink/ink11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54:23.78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10 176,'1'-1'17486,"1"-1"-14571,10-4-1762,89 6 442,-100 0-1586,0 0 0,0 1-1,0-1 1,0 0 0,0 1-1,0-1 1,0 1 0,0-1-1,0 1 1,0-1-1,0 1 1,0 0 0,0-1-1,-1 1 1,1 0 0,0 0-1,-1 0 1,1 0 0,0-1-1,-1 1 1,1 0 0,-1 0-1,1 0 1,-1 0 0,0 0-1,1 0 1,-1 0 0,0 1-1,0-1 1,0 0-1,0 0 1,0 0 0,0 0-1,0 0 1,0 0 0,0 0-1,0 0 1,-1 0 0,1 0-1,-1 2 1,0 1 25,1-1 1,-1 1-1,0 0 0,0-1 0,-1 1 1,1 0-1,-1-1 0,1 0 0,-1 1 1,0-1-1,-4 4 0,-15 13 460,1 1-1,-26 35 1,47-56-410,-1 1 0,1 0 0,0 0 0,0-1 1,0 1-1,-1-1 0,1 1 0,0 0 0,0-1 1,0 0-1,0 1 0,0-1 0,0 0 0,0 1 0,0-1 1,0 0-1,0 0 0,0 0 0,0 0 0,0 0 1,0 0-1,0 0 0,0 0 0,2 0 0,32 1 368,-24-1-1189,16-3 3025,-20-7-4823,-5-9-7412</inkml:trace>
</inkml:ink>
</file>

<file path=ppt/ink/ink11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53:43.45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1793 1333 2449,'0'0'13622,"-5"-21"-5693,-17 14-7563,0-1-1,1-2 1,0 0-1,1-1 1,0-1-1,-26-21 1,-81-57-165,-29-24-13,12-20-140,121 112-41,-2 2 0,0 0 0,-2 2 0,-39-22 0,31 20 5,2-1-1,-43-35 1,8-5-16,-51-46 31,-168-117 0,16 35-107,240 168 79,-65-39 114,90 57 1640,11 6 731,5 3-5187,-5-4-2442</inkml:trace>
</inkml:ink>
</file>

<file path=ppt/ink/ink11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53:44.48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305 53 1056,'0'0'4888,"0"6"-4368,0 20-106,-1 0 16761,-7-26-15522,3 0-3431,-9-2 1963,0 0-1,0-1 0,0-1 0,1-1 1,-1 0-1,1 0 0,0-1 0,0-1 1,-20-14-1,-34-16 190,61 35-346,0-1-1,0 1 1,0 1 0,0-1-1,0 1 1,0 0-1,-1 0 1,-12 1-1,18 0 166,34 27 1277,-28-18-1303,0 0 1,0 1-1,-1 0 1,0 0-1,-1 0 1,0 0-1,3 18 1,13 40 767,-7-39-416,-7-15-217,0-1-1,1-1 0,0 1 0,10 13 0,-3-18-18,-13-8-373,0 0 0,1 1-1,-1-1 1,0 0 0,0 0 0,1 0 0,-1 1 0,0-1 0,0 0 0,1 0 0,-1 0 0,0 0 0,0 0 0,1 1 0,-1-1 0,0 0 0,1 0 0,-1 0 0,0 0 0,1 0 0,-1 0 0,0 0 0,1 0 0,-1 0 0,0 0 0,0 0 0,1 0 0,-1-1 0,0 1 0,1 0 0,-1 0 0,0 0 0,0 0 0,1 0 0,-1-1 0,0 1 0,0 0 0,1 0 0,-1 0 0,0-1 0,0 1 0,0 0 0,1 0 0,-1-1 0,0 1 0,0 0 0,0-1 0,0 1 0,0 0 0,1 0 0,-1-1 0,0 1 0,0-1 0,0-16-5430,0-9-3228</inkml:trace>
</inkml:ink>
</file>

<file path=ppt/ink/ink11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53:45.65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1 122 944,'0'0'3519,"1"6"-2505,4 16 93,-4-16 3551,-1-14-377,0-25-1993,0-44 1374,0 45-1433,0 26-891,0 10 197,4 94 1067,21 118 0,-15-140-2017,3 82-395,-9 221 1,-6-192-169,2-176-22,-1 4 0,1 0 0,0 0 0,1 0 0,1 0 0,1 0 0,0 0 0,8 24 0,4-112-221,2-100-7540,-14 55-5133,-3 49 1099</inkml:trace>
</inkml:ink>
</file>

<file path=ppt/ink/ink11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53:47.95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19 194 0,'0'0'3247,"-19"7"7411,24-5-10251,-1 0 0,1 0 0,0 0 1,0-1-1,0 1 0,0-1 0,0-1 0,1 1 0,-1-1 0,0 1 1,7-2-1,2 2-24,128 4 1166,273-26 0,23-6-574,-138 10-603,707-31 336,-575 31-74,335-43 129,-275 32-504,-280 26 5140,-216 6-5371,1 0-1,-1 0 0,1 1 1,0-1-1,0 1 1,0 0-1,0 0 0,1 0 1,-2 6-1,4-11-26,-11 28 169,2 0 1,0 1-1,3 0 0,0 0 0,-3 46 0,8 153-78,3-113-95,-1-8 3,-8 229 0,5-137 0,3-112 0,13-14 0,-14-73 0,0 0 0,0 0 0,0 0 0,0 1 0,0-1 0,0 0 0,0 0 0,0 0 0,0 0 0,0 0 0,0 1 0,0-1 0,0 0 0,0 0 0,1 0 0,-1 0 0,0 0 0,0 0 0,0 0 0,0 0 0,0 1 0,0-1 0,0 0 0,1 0 0,-1 0 0,0 0 0,0 0 0,0 0 0,0 0 0,0 0 0,1 0 0,-1 0 0,0 0 0,0 0 0,0 0 0,0 0 0,0 0 0,1 0 0,-1 0 0,0 0 0,0 0 0,0 0 0,0 0 0,0 0 0,1 0 0,-1 0 0,0 0 0,0 0 0,0 0 0,0-1 0,0 1 0,0 0 0,1 0 0,-1 0 0,0 0 0,0 0 0,0 0 0,0 0 0,0-1 0,0 1 0,0 0 0,0 0 0,0 0 0,0 0 0,0 0 0,1-1 0,-2-1 0,1 0 0,0-1 0,0 1 0,-1 0 0,1 0 0,-1-1 0,0 1 0,0 0 0,0 0 0,0 0 0,0 0 0,0 0 0,0 0 0,-1 0 0,1 1 0,-1-1 0,1 0 0,-3-1 0,-1-1 0,0 0 0,0 1 0,0 0 0,-1 0 0,1 0 0,-12-3 0,-10-1 0,1 1 0,-40-4 0,47 7 0,-142-11-394,-220 9 1,229 6 156,-744-7-289,119 6 174,543 8 383,-74 1-137,-11 7 37,74-2-41,219-13 75,-4-1 34,0 1 1,0 1 0,0 2-1,-47 12 1,47-8 12,-1-1 1,-52 5-1,11-3 2,25-4 175,51-5-186,-1 0-1,0 0 1,1 0 0,-1 0-1,0 0 1,0 1 0,1 0-1,-1 0 1,0 0 0,0 0-1,0 0 1,0 0 0,0 1-1,4 2 1,-3-3-731,-1 1 0,1-1 0,0-1 0,0 1 0,0-1 0,-1 1-1,1-1 1,0 0 0,0 0 0,0-1 0,5 0 0,5-1-2423,24 1-4818</inkml:trace>
</inkml:ink>
</file>

<file path=ppt/ink/ink11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53:49.22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19 0 1953,'0'0'14753,"-2"9"-13245,-11 63 7637,10 5-4623,12 86-3553,0 0-1052,-9-74 83,20 163 0,-7-159 0,1 168 0,-13-253 0,0 0 0,0 1 0,0-1 0,5 14 0,-3-12 0,-1 0 0,0 0 0,0 0 0,0 19 0,-1-27 0,5-2 0,-1 0-208</inkml:trace>
</inkml:ink>
</file>

<file path=ppt/ink/ink11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54:33.39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6 697 96,'0'0'5085,"-5"19"5017,4-14-9327,11-3-647,0-1 0,0 0 0,0 0 0,0-1 0,16-3-1,7 2 26,14-2-96,0-1-1,49-12 0,11-2-27,135-12 67,1067-143-355,-149 25 304,-1020 131 17,172-22-67,750-62 21,347 13 461,-1408 88-475,587-45 1533,-296 24-4,-87 3-915,-205 18-495,1 0-1,0 0 1,0 0-1,0-1 1,0 1-1,0 0 1,0 0-1,0 1 1,0-1-1,0 0 0,0 0 1,-1 0-1,1 1 1,0-1-1,0 0 1,0 1-1,0-1 1,-1 1-1,1-1 1,0 1-1,0-1 0,-1 1 1,1-1-1,0 1 1,-1 0-1,1-1 1,0 2-1,2 28 4162,-3-16-4808,-2 41 1002,-2-1 0,-2 0 1,-22 90-1,-22-6-253,4-10 184,41-103 53,1 2 1,1-1 0,1 33 0,2-17-2976,1-35 84,-1-25-486,-2-33-9987,-3 27 2489</inkml:trace>
</inkml:ink>
</file>

<file path=ppt/ink/ink11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54:33.97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 6 5138,'-6'-6'17958,"6"8"-17735,1 0 1,0 0-1,-1 0 1,1 0-1,0 0 1,1 0-1,-1 0 1,0 0-1,0 0 1,1-1-1,-1 1 1,1-1-1,-1 1 1,1-1-1,3 3 1,35 23 1159,-29-20-1142,62 37 750,31 22-219,-94-58-580,1 1 0,-1 0 0,-1 0 0,0 1 0,0 1 1,13 19-1,-18-24-1604,5 2 4857,-4-6-3836,0-2-4250</inkml:trace>
</inkml:ink>
</file>

<file path=ppt/ink/ink11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54:34.37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407 2 7684,'0'0'12045,"-12"-1"-11002,6 1-831,-1 0 1,0 0-1,1 0 0,-1 1 0,0 0 1,1 1-1,-1-1 0,1 1 0,-1 1 1,1-1-1,0 1 0,0 0 0,0 0 1,0 1-1,1-1 0,-1 1 0,-4 5 1,-199 187 6947,196-183-6860,9-9-228,-1 1-1,1-1 1,-1-1 0,0 1-1,0-1 1,0 1-1,0-1 1,-12 4 0,16-7-497,4-6-2021,21-29-4757,-10 9-726</inkml:trace>
</inkml:ink>
</file>

<file path=ppt/ink/ink11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54:35.50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28 6611,'0'0'9482,"3"-1"-8210,13-5-566,0 1 0,0 1 0,0 0 0,1 2 0,-1-1-1,20 1 1,-33 2-695,0 0-1,0 0 1,-1 0 0,1 0-1,0 1 1,0-1-1,0 1 1,-1 0 0,1 0-1,0 0 1,-1 0-1,1 0 1,-1 0 0,1 1-1,-1-1 1,0 1 0,4 3-1,-4-2-2,0 0 0,0 0 0,0 0 0,-1 0 0,1 1 0,-1-1-1,0 0 1,0 1 0,-1-1 0,1 0 0,0 1 0,-1-1 0,0 1 0,0 5 0,0-5 19,1 0 1,-1 1-1,0-1 0,0 0 1,0 0-1,0 1 1,-1-1-1,0 0 0,0 0 1,0 0-1,0 0 1,-1 0-1,1 0 0,-1 0 1,0 0-1,0 0 1,-1-1-1,1 1 0,-1-1 1,1 0-1,-7 6 1,3-2 85,5-6-108,1 0 0,-1 0 1,0 0-1,1 0 0,-1 0 1,0 0-1,0 0 0,0 0 0,0 0 1,0-1-1,1 1 0,-1 0 0,-1-1 1,1 1-1,0-1 0,0 1 1,0-1-1,0 1 0,0-1 0,0 0 1,-2 1-1,2-1-24,48 1-1323,-45 0 1321,-1 0 0,1 0 0,0 0 0,-1 0 0,1 0 0,-1 0 0,0 1 0,1-1 0,-1 0-1,0 1 1,0-1 0,0 1 0,0-1 0,0 1 0,0 0 0,-1-1 0,1 1 0,0 0 0,-1 0 0,1 0-1,-1-1 1,1 4 0,1 47-149,-2-42 142,0-8 68,0 0-1,-1 1 0,1-1 0,-1 0 1,0 0-1,0 1 0,0-1 0,0 0 1,0 0-1,0 0 0,0 0 1,-1 0-1,1 0 0,-1-1 0,1 1 1,-1 0-1,0-1 0,0 1 0,0-1 1,0 1-1,0-1 0,0 0 0,0 0 1,0 0-1,0 0 0,0 0 0,-1-1 1,1 1-1,0-1 0,-1 1 0,-4-1 1,-10 2 476,-1 0 1,0-1 0,-22-2-1,19 0-496,-26 1-3002,46-13-6926,1 1 996</inkml:trace>
</inkml:ink>
</file>

<file path=ppt/ink/ink11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54:36.68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221 48 1425,'0'0'6381,"-7"-15"-853,-1 15-5210,0 2 0,0-1-1,0 1 1,0 0 0,0 1-1,0 0 1,1 0 0,-1 1 0,1 0-1,0 0 1,0 1 0,-8 7-1,3-3 24,1 0-1,0 1 0,1 1 1,0 0-1,1 0 0,-9 15 0,15-18-287,0 0-1,0 0 0,1 0 0,0 1 0,0-1 1,1 0-1,0 1 0,1 11 0,-3 19 36,1-27 25,0 0-1,1 0 1,1 0 0,0 0-1,0 0 1,5 20 0,-4-26-43,1 0 1,0-1 0,0 1-1,0 0 1,1 0 0,0-1-1,0 0 1,1 1 0,-1-1-1,1 0 1,0-1 0,0 1-1,1-1 1,6 5 0,7 5 171,1-2 0,1 0 0,0-2 0,1 0 0,0-1 1,0-1-1,34 8 0,-42-12-215,0-1 0,0 0 0,0-1 0,0 0 0,0-1 0,1-1 0,-1 0 1,1 0-1,-1-2 0,0 1 0,0-2 0,0 0 0,0 0 0,0-1 0,-1-1 0,1 0 0,-1-1 1,18-11-1,-25 14-15,0 1 0,0-1 1,-1 0-1,1-1 0,-1 1 1,0-1-1,0 0 1,0 0-1,0 0 0,-1 0 1,0-1-1,1 1 0,-2-1 1,1 0-1,0 0 0,-1 0 1,0 0-1,2-9 0,27-91 32,1-3 23,-29 97 17,-1-1 1,-1 1-1,0-1 1,-1 1 0,0-1-1,-1 0 1,-2-17-1,1 23-64,0 0 0,0 0 0,0 1 0,-1-1 0,0 0-1,0 1 1,-1 0 0,1 0 0,-1 0 0,0 0 0,0 0-1,-1 1 1,1 0 0,-1 0 0,0 0 0,0 0 0,0 1-1,-1 0 1,1 0 0,-1 0 0,0 1 0,0 0 0,-7-2-1,-9-2 368,0 2-1,-1 0 0,1 1 0,-44 1 0,65 2 745,1 1-1358,1 0-41,-1 0 1,1 0-1,-1 0 0,1-1 0,-1 1 1,1 0-1,-1-1 0,1 1 0,-1 0 0,1-1 1,0 1-1,-1-1 0,1 1 0,0-1 1,0 1-1,0-1 0,-1 0 0,2 1 1,5 0-4277,0-1-2937</inkml:trace>
</inkml:ink>
</file>

<file path=ppt/ink/ink11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54:45.87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1130 2609,'0'0'5227,"15"-1"290,5 0-3874,453-24 716,49 5-2256,60-6 4,501-37-96,-826 49-8,84-1-3,-69-4 0,-71 2 2,767-64 46,257-48 2329,-1043 119-1885,-89 6 212,140-23 0,-149 15-198,0 4 0,164 5-1,-135 4-504,-100-2 124,-1 0-1,0-1 1,0-1-1,14-4 1,45-8 199,96 10-241,27-2 21,-133 5 3972,-60 2-3502,-20-23 629,16 8-1179,0 1-1,1-1 0,0 0 0,2 0 1,0 0-1,3-28 0,-1 28-9,-1 0 0,-1-1-1,0 1 1,-1 0 0,-1 0-1,-6-28 1,1 18-49,1-1 0,1-1 0,1 1 0,1 0-1,1-32 1,2 45-3,-2 0-1,0 0 0,0 0 1,-1 1-1,-1-1 0,0 0 0,-11-22 1,15 34 38,-1 1 1,1-1-1,0 1 0,0-1 1,0 1-1,0-1 1,0 1-1,0 0 1,-1-1-1,1 1 0,0-1 1,0 1-1,-1 0 1,1-1-1,0 1 0,-1 0 1,1-1-1,0 1 1,-1 0-1,1-1 1,-1 1-1,1 0 0,0 0 1,-1-1-1,1 1 1,-1 0-1,1 0 0,-1 0 1,1 0-1,-1 0 1,1 0-1,0 0 0,-1 0 1,1 0-1,-1 0 1,1 0-1,-1 0 1,1 0-1,-2 0 0,-8 21 37,6-12-34,-97 211 186,96-210-183,0-1 0,-1 0 1,0 0-1,0-1 0,-1 0 0,0 0 0,-1 0 0,-8 7 0,-5 5-13,20-19-9,4-2-1,0 1 19,0-1-1,0 0 1,0 0-1,0 0 1,0 0-1,0 0 1,0-1-1,0 1 1,-1-1-1,1 0 1,-1 0-1,1 0 1,-1 0-1,0 0 1,5-5-1,36-47-130,-37 46 67,56-91-816,-44 68 441,38-50-1,-48 70 289,8-5 641,-12 43 382,-4-20-790,1-1 0,0 1 0,0 0 1,1 0-1,0 0 0,0-1 0,0 1 0,1-1 1,0 0-1,1 0 0,-1 0 0,1 0 0,9 10 0,-4-5 79,2-1-1,-1 0 1,1 0-1,1-1 1,23 14-1,24 2 439,-46-21-525,0 1 1,0 1-1,23 13 1,-35-17-306,-10-2-6875,-1 1 3520,-5 0-1047,-12-1-7514</inkml:trace>
</inkml:ink>
</file>

<file path=ppt/ink/ink11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54:48.39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106 44 400,'0'0'5896,"1"-6"-4853,2-5-2658,3-10 8469,-2 15 476,-6 25-5204,-1-5-2052,-1-1 0,-1 0 0,0 0 0,-1 0 0,0 0 0,-1-1 0,-14 21 0,10-18-61,1 1 1,1 0-1,-11 29 1,15-32-8,4-11-13,0-1 1,1 1 0,-1 0-1,0 0 1,1 0-1,-1 0 1,1 0 0,0 0-1,0-1 1,-1 1 0,1 0-1,1 4 1,0-5 4,0 0 0,0 0 0,0 0 0,0 0 0,0-1 0,1 1 0,-1 0 0,0-1 0,0 1 0,1-1 0,-1 1 0,0-1 0,1 1 0,-1-1 0,1 0 0,-1 0 0,0 0 0,1 0 0,-1 0 0,1 0 0,-1 0 0,2-1 0,61 2 70,-28 1 19,-1-1 1,1-3-1,-1 0 0,0-2 1,54-14-1,-88 18 391,-30 0-8153,11 0-1594,11 0 3931</inkml:trace>
</inkml:ink>
</file>

<file path=ppt/ink/ink11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54:48.69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82 0 3105,'0'0'13124,"-8"15"-11483,2-5-1421,-3 7 352,0 0 0,1 0 0,0 0 0,2 1 0,-9 36 0,4 48-78,10-80-4315,0 1-4081</inkml:trace>
</inkml:ink>
</file>

<file path=ppt/ink/ink11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54:49.83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322 1 288,'0'0'6448,"-11"2"-5252,1 0-712,0 1 1,0 0-1,0 1 1,1 0-1,-1 0 1,1 1 0,-13 9-1,-9 8 2317,-45 46 0,56-47-2269,1 0 0,-30 46 0,45-60-464,0 1 0,1-1-1,0 1 1,0 0 0,1 0 0,0 0 0,1 1 0,-1-1-1,1 9 1,0 2 647,1 1 0,5 35 0,-3-49-564,0 1 0,0-1 1,1 1-1,0-1 0,0 0 1,1 0-1,-1-1 0,1 1 1,0-1-1,1 1 0,-1-1 1,1-1-1,6 6 0,6 4 155,1 0 0,34 20 0,-27-24-217,-1 0 0,1-2 0,0-1 1,1 0-1,51 4 0,-36-4 109,7-2 28,0-2-1,57-3 0,-43-1-138,-60 1-74,-1 0-1,1 0 1,0 0-1,-1-1 0,1 1 1,-1-1-1,1 1 1,-1-1-1,1 1 0,-1-1 1,0 0-1,1 0 1,-1 0-1,0 0 0,1 0 1,-1 0-1,0 0 1,0 0-1,0 0 0,1-3 1,1 0-2,0 0 0,-1 0 0,0-1 0,0 1 0,-1-1 1,3-8-1,-1-4-7,0 0 0,-2 0 0,0-18 0,-1-121 420,-1 148-413,0 0 0,-1 0-1,0 0 1,0 0 0,-1 0-1,0 1 1,0-1 0,-9-12-1,1 1 30,-1 1-1,-17-19 0,9 12-31,14 17 191,-1 0 0,0 0 1,0 0-1,-12-9 0,15 15-115,-1-1 0,1 1 0,0 0 0,-1 0 0,0 0 0,1 0 0,-1 1 1,0 0-1,0 0 0,0 0 0,0 1 0,-8 0 0,6 0-20,4-1-35,-1 1 0,1 0 0,-1 0 0,1 0 0,-1 0 0,1 1 0,-1-1 0,1 1 0,0 0 0,-1 0 0,1 0 0,0 0 0,0 1 0,0 0 0,0-1 0,-5 4 0,8-5-159,1 0 0,-1 0 0,1 0 0,-1 0 0,1 0 0,-1 0 0,0 0 0,1 0 0,-1 0 0,1 0 0,-1 0 0,1 0 0,-1 1-1,0-1 1,1 0 0,-1 0 0,1 0 0,-1 0 0,0 1 0,1-1 0,-1 0 0,1 1 0,-1-1 0,0 0 0,0 0 0,1 1 0,-1-1 0,0 1-1,0-1 1,1 0 0,-1 1 0,0-1 0,0 0 0,0 1 0,1-1 0,-1 1 0,0-1 0,0 1 0,0 0 0,8 17-7725</inkml:trace>
</inkml:ink>
</file>

<file path=ppt/ink/ink11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55:51.414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0 14 4674,'0'0'7107,"4"-3"-6330,12-8 2008,-15 30 779,-1 3-3873,0 41 1376,-2 37 266,23 183-1,-21-282-1326,0 1 2,0 1 0,1-1 0,-1 0 0,1 0 0,-1 0 0,1 0 0,-1 0 0,1 0 0,0 0 0,0 0 0,0 0 0,0 0 0,1-1 0,1 4 0,-1-4 157,10-41-5500,2-4-5561,-13 20 4506</inkml:trace>
</inkml:ink>
</file>

<file path=ppt/ink/ink11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55:52.466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46 54 2353,'0'0'4503,"14"-9"-621,381 2 3351,195-20-7214,-420 19 399,-6 5 335,-163 4-613,0-1 0,-1 1 0,1-1 0,0 1 0,-1-1 0,1 1 0,-1 0 0,1-1 0,-1 1 0,1 0 0,-1 0 0,0-1 0,1 1 0,-1 0 0,0 0 0,1 0 0,-1 0 0,0-1 0,0 1 0,0 0 0,0 0 0,0 0 0,0 0 0,0 0 0,0 1 0,-1 33 1812,1-27-1598,-1-1-261,0-1-1,-1 1 0,1 0 0,-1 0 1,-1-1-1,1 1 0,-5 6 0,-9 27 56,1 23 35,2 1-1,-6 96 0,14-108 20,-17 87-1,22-138-177,0 0-1,0 0 1,0-1-1,0 1 1,0 0 0,-1 0-1,1 0 1,0 0-1,0-1 1,-1 1 0,1 0-1,0 0 1,-1 0-1,1-1 1,0 1 0,-1 0-1,0 0 1,1-1-1,-1 1 1,1-1 0,-1 1-1,0 0 1,1-1-1,-1 1 1,0-1 0,1 1-1,-1-1 1,0 0-1,0 1 1,1-1 0,-1 0-1,0 0 1,0 1-1,0-1 1,0 0 0,1 0-1,-1 0 1,0 0-1,0 0 1,0 0 0,0 0-1,0 0 1,1 0-1,-1-1 1,0 1 0,0 0-1,0-1 1,0 1-1,1 0 1,-1-1 0,0 1-1,1-1 1,-2 0-1,-18-5-203,-17 1-46,0 2 1,1 1-1,-68 6 1,-107 27-18,106-14 193,-109 11 635,-266 1 1,501-28-994,48-1 187,-39-8-4297,-28 8 3800,-1-1 1,1 0-1,-1 1 1,1-1-1,-1 0 1,0 0 0,1 0-1,-1 0 1,0-1-1,0 1 1,0 0-1,0 0 1,0-1 0,1 0-1,5-14-9113</inkml:trace>
</inkml:ink>
</file>

<file path=ppt/ink/ink11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55:53.308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298 1 2673,'0'0'16266,"-15"3"-13971,-22 15-537,-59 38 0,83-48-1539,9-6-200,0 0 1,1 0-1,0 0 1,-1 0-1,1 0 1,0 1-1,0 0 1,0-1-1,0 1 1,1 0-1,-1 0 1,1 1-1,0-1 1,0 1-1,0-1 1,0 1-1,0-1 1,1 1-1,0 0 1,0 0-1,0 0 1,-1 5-1,5-6-20,0 1 0,-1-1-1,1 0 1,1 0 0,-1 0 0,0 0-1,1-1 1,-1 0 0,1 1 0,0-1 0,5 2-1,8 7-2,16 10-18,-25-17-58,0 0 1,-1 1-1,0 0 1,10 10-1,-14-12 69,-1 0 0,0-1 1,0 1-1,-1 0 0,1 0 0,0 0 1,-1 0-1,0 0 0,0 0 0,0 1 1,0-1-1,0 0 0,-1 1 1,1-1-1,-1 7 0,-1-8 13,1-1 1,-1 1-1,0 0 1,0-1-1,0 1 0,0-1 1,0 0-1,0 1 0,0-1 1,0 0-1,-1 0 1,1 1-1,0-1 0,-1 0 1,1 0-1,-1-1 0,1 1 1,-1 0-1,1 0 1,-1-1-1,0 1 0,1-1 1,-4 1-1,-47 12 91,43-11-43,-4 1 95,-14 3 397,1 0 0,-1-2 0,-29 0 0,55-4 971,15-3-1253,-5 4-2200,-5 5-5323,-6 9 257,-9 2-3412</inkml:trace>
</inkml:ink>
</file>

<file path=ppt/ink/ink11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55:57.898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1 1 2145,'0'0'8404,"0"36"-5712,3-19-2633,1 0 0,0 0 0,2 0 0,0-1 0,0 0 0,13 22 0,11 14 212,2-2-1,63 77 0,-36-52 1363,-38-42-1098,-1 0 0,-1 1 1,19 52-1,-20-43 365,42 71 0,-12-39-191,16 27 554,141 173 1,-146-205-1106,-4 2 0,-3 3 0,48 91 0,32 41 291,-61-102-394,20 23 62,-49-73 113,49 88-1,-59-91-41,-21-34-73,0 1-1,16 35 0,-5 0-12,3 0-1,2-2 0,47 66 0,116 132-89,-188-247-13,10 13 2,0 0 0,1-1 1,1-1-1,0 0 0,1-1 0,0-1 1,1 0-1,34 19 0,-46-29 31,0 0 0,0 0 0,-1 0 0,1 0 0,-1 1 0,1-1 0,-1 1 1,0 0-1,0 0 0,0 1 0,0-1 0,0 0 0,-1 1 0,0 0 0,3 4 0,0 4 254,-1 0 0,0 0-1,4 23 1,-7-25-158,1 0-1,1-1 1,0 1-1,0 0 1,1-1-1,0 1 1,10 16-1,50 66 296,-40-54-418,2-2 0,50 55 0,-13-31 40,50 54-13,-53-38 326,-56-70-313,1 2 46,0-1 0,1 0 0,0 0 0,1 0 0,-1-1 0,9 7 0,-14-13 240,-28-12-14238,13 4 5135</inkml:trace>
</inkml:ink>
</file>

<file path=ppt/ink/ink11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55:58.877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0 0 1569,'0'0'7734,"13"1"-2866,15 3-1746,28 53 2119,-50-49-5040,1 0-1,0 0 1,1 0-1,-1-1 1,2 0-1,-1 0 1,1-1 0,0 0-1,0-1 1,0 0-1,1 0 1,0-1-1,0-1 1,13 4-1,-16-6-175,0 1 0,0 0 0,0 0 0,-1 0 0,1 0 0,-1 1 0,1 0 0,-1 1 0,0 0 0,0 0 0,-1 0 0,1 0 0,-1 1 0,0 0 0,0 0 0,5 6 0,59 78 383,-62-81-357,0 0 0,1 0 1,0-1-1,0 0 0,0 0 0,1-1 1,0 0-1,0-1 0,1 0 0,15 7 1,33 19 1243,-53-27-1120,0 0 0,-1 0 0,0 0 0,0 1 0,0 0-1,5 8 1,-7-9-128,-1-1 0,1 0 0,1 1-1,-1-1 1,0 0 0,1 0 0,0-1 0,-1 1-1,1 0 1,0-1 0,0 0 0,1 1-1,-1-1 1,0-1 0,1 1 0,-1 0 0,1-1-1,6 2 1,1-3-1864,-16-5-3730,-6-4 2715,-4-4-3694,-4-1-2217</inkml:trace>
</inkml:ink>
</file>

<file path=ppt/ink/ink11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55:59.727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25 1 3330,'0'0'8593,"-5"4"-7142,3-2-1204,1-1 0,-1 1 0,1-1 1,-1 1-1,1 0 0,-1-1 0,1 1 0,0 0 0,0 0 0,0 0 0,0 0 1,0 0-1,1 0 0,-1 0 0,1 0 0,-1 0 0,1 1 0,0-1 0,-1 0 1,1 0-1,0 0 0,1 0 0,-1 1 0,0-1 0,1 0 0,-1 0 0,1 0 1,-1 0-1,1 0 0,0 0 0,0 0 0,0 0 0,0 0 0,2 2 0,1 7 353,0 1 1,-1 0-1,-1 0 0,0 0 0,0 1 0,-1-1 0,-1 0 0,-1 16 0,3 37 637,5-8-662,2-1 1,18 59-1,-15-88-356,-10-25-182,0 1 0,0 1 0,-1-1 0,0 0 1,1 0-1,-1 0 0,0 1 0,-1-1 0,1 0 0,0 1 0,-1 4 1,7 90 749,-4-54-625,-3-42-149,0 0 1,0 0 0,0 0-1,0-1 1,1 1 0,-1 0-1,1 0 1,-1 0 0,1 0-1,0-1 1,0 1-1,0 0 1,0 0 0,0-1-1,0 1 1,0-1 0,1 1-1,-1-1 1,2 2-1,11-3 1056,-9 0-7212,-16 0-7642</inkml:trace>
</inkml:ink>
</file>

<file path=ppt/ink/ink11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56:33.321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231 1 6307,'0'0'8022,"-4"19"-5479,-12 53-326,-4-1 0,-3-1 0,-36 77 0,44-117-1772,-13 27 354,-22 62 0,46-105-788,0 1-1,1-1 0,1 1 0,1 0 1,-1 24-1,3-38-19,-1 1 0,0 0 0,1-1 0,0 1 0,-1 0 0,1-1 0,0 1 0,0-1 0,0 1 0,0-1 0,0 0 0,0 1 0,0-1 0,0 0 0,1 1 0,-1-1 0,0 0 0,1 0 0,-1 0 0,1-1 0,-1 1 0,1 0 0,-1 0 0,1-1 0,0 1 0,-1-1 0,1 1 0,0-1 0,-1 0 0,1 0 0,2 0 0,65 4-1549,-56-4 637,14 0-1079,7 0-2079,-2-1-3747,-17-1 1487</inkml:trace>
</inkml:ink>
</file>

<file path=ppt/ink/ink11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56:33.527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0 50 7187,'0'0'11638,"129"-50"-11446,-95 50-192,6 0-48,8 0-1105,-7 0-1936,-1 2-2306,-13 1-1680</inkml:trace>
</inkml:ink>
</file>

<file path=ppt/ink/ink11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56:33.916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0 39 5090,'0'0'10064,"19"5"-8923,20 3-301,0-2-1,67 2 1,-85-6-720,-14-2-107,1 1 0,0-1 0,-1 0 0,1 0 0,9-3 0,-16 3 1,0 0 1,1-1-1,-1 1 1,0 0 0,0-1-1,0 1 1,0-1-1,0 0 1,0 1 0,-1-1-1,1 0 1,0 1-1,0-1 1,0 0 0,0 0-1,-1 0 1,1 0-1,0 0 1,-1 0 0,1 0-1,-1 0 1,1 0 0,-1 0-1,0 0 1,1 0-1,-1 0 1,0 0 0,0 0-1,0 0 1,0-1-1,0 1 1,0 0 0,0 0-1,0 0 1,0 0-1,0 0 1,-1 0 0,1 0-1,0-1 1,-1 1-1,0-1 1,0 0 30,0 1 0,0-1 0,0 0 1,0 1-1,0-1 0,-1 1 0,1-1 0,-1 1 0,1 0 1,-1 0-1,1-1 0,-1 1 0,0 0 0,1 0 0,-1 1 1,0-1-1,0 0 0,0 1 0,0-1 0,0 1 0,1-1 1,-1 1-1,-3 0 0,-55-2 836,45 2-560,4 0-194,2-1 100,1 1-1,-1 1 1,0-1-1,-13 4 0,20-3-181,0-1 0,1 0-1,-1 1 1,1 0 0,-1-1 0,1 1-1,-1 0 1,1 0 0,-1 0-1,1-1 1,0 2 0,-1-1-1,1 0 1,0 0 0,0 0-1,0 1 1,0-1 0,0 0-1,0 1 1,0-1 0,0 1-1,1-1 1,-1 1 0,0-1-1,1 1 1,0 0 0,-1-1-1,1 1 1,0 0 0,0 2-1,-1 5-16,1-1-1,1 0 0,0 1 1,0-1-1,0 0 0,1 0 1,0 0-1,1 0 1,5 11-1,-5-14-226,0-1 0,0 1 1,0-1-1,1 0 0,0 0 0,-1-1 1,2 1-1,-1-1 0,0 0 0,1 0 0,-1 0 1,1-1-1,0 1 0,0-1 0,0 0 1,8 1-1,-2 0-1751,1 0-1,0-1 1,0-1 0,22 0 0,12-1-5779</inkml:trace>
</inkml:ink>
</file>

<file path=ppt/ink/ink11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56:34.538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7 1 8356,'0'0'13027,"-1"12"-12069,-5 120 699,11-131-1745,-1 0 1,1-1-1,0 1 1,-1-1-1,1 0 1,0 0 0,0-1-1,6-1 1,-7 0-34,0 0 1,0 0-1,0-1 1,-1 0 0,1 1-1,0-1 1,-1-1-1,0 1 1,0-1 0,0 1-1,0-1 1,3-6-1,-3 5 127,1 1-1,-1-1 0,1 1 0,0 0 0,0 0 1,5-4-1,-8 10 238,1 1 1,-1 0-1,0-1 1,0 1-1,0 0 1,0-1-1,0 1 1,0 0 0,0 5-1,3 9-184,-2-15-59,0 0 0,-1-1 0,1 1 0,0-1 1,0 0-1,0 0 0,0 1 0,0-1 0,0 0 0,0-1 0,0 1 0,0 0 0,0 0 0,0-1 0,1 0 0,-1 1 0,0-1 0,1 0 0,-1 0 0,0 0 0,0 0 0,3-1 0,4 1-38,-1-1 0,0 0 0,0-1 0,0 1 1,10-5-1,-11 3 9,0-1 1,-1-1 0,1 1 0,-1-1 0,0 0 0,0-1 0,8-9 0,27-22 6143,-41 39-6167,-1 1-1,1-1 0,0 0 1,0 1-1,0-1 0,0 1 0,0-1 1,1 1-1,-1-1 0,1 1 1,-1-1-1,1 0 0,0 1 1,0-1-1,0 0 0,0 0 1,0 0-1,1 0 0,-1 0 1,1 0-1,-1 0 0,1 0 0,0 0 1,0-1-1,0 1 0,0-1 1,0 1-1,0-1 0,0 0 1,0 0-1,0 0 0,1 0 1,-1 0-1,0 0 0,1-1 0,-1 1 1,1-1-1,-1 1 0,4-1 1,68 3-7565,-28-3 595</inkml:trace>
</inkml:ink>
</file>

<file path=ppt/ink/ink12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56:34.788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244 1 9236,'0'0'10170,"-15"23"-6384,-46 79-702,55-90-2787,0 1 0,1 0 0,0 0 0,0 1 0,2-1 0,0 1 0,0 0 0,0 16 0,-3 12 202,1-11-580,-50 241 291,0-97-6510,54-173 5976,-4 15-2494,3-6-2932</inkml:trace>
</inkml:ink>
</file>

<file path=ppt/ink/ink12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56:35.119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147 0 10757,'0'0'10133,"22"6"-8621,67 23-298,-86-27-1134,1 0-1,-1-1 0,1 1 1,-1 0-1,0 1 1,0-1-1,0 1 1,0-1-1,0 1 0,-1 0 1,1 0-1,-1 0 1,0 0-1,0 1 1,0-1-1,0 1 0,0-1 1,1 6-1,-1 0 32,0 0 0,-1 0-1,0 1 1,0-1-1,-1 13 1,-1-10-3,1-10-67,-1-1 0,1 1-1,-1 0 1,0 0 0,0 0-1,0 0 1,0-1 0,0 1-1,0 0 1,-1-1 0,1 1 0,0-1-1,-1 0 1,1 1 0,-1-1-1,0 0 1,1 0 0,-1 0-1,0 0 1,0 0 0,1 0-1,-1 0 1,0-1 0,0 1-1,0-1 1,0 1 0,-3-1 0,-62 9 951,20-6-600,-73-6 0,118 2-425,-1 1-1,1-1 0,0 0 1,0 0-1,0 0 1,0 0-1,0 0 1,0 0-1,0 0 0,0-1 1,0 1-1,0-1 1,1 1-1,-1-1 1,1 0-1,-3-3 0,4 4-130,-1 1-1,1-1 0,-1 0 0,1 0 1,-1 0-1,1 0 0,0-1 0,-1 1 1,1 0-1,0 0 0,0 0 0,0 0 1,0 0-1,0 0 0,0 0 0,0 0 0,0 0 1,1 0-1,-1 0 0,0 0 0,0-1 1,1 1-1,-1 0 0,1 0 0,-1 1 1,1-1-1,-1 0 0,1 0 0,0 0 1,0 0-1,-1 0 0,1 1 0,0-1 1,0 0-1,0 1 0,0-1 0,-1 0 0,1 1 1,0-1-1,2 0 0,38-12-6635,6 3-2989</inkml:trace>
</inkml:ink>
</file>

<file path=ppt/ink/ink12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56:35.352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1 44 11477,'0'0'21290,"13"2"-21290,-6-2 0,0 0 0,7 0-1329,6-11-2672,0-3-2194,1-6-5411</inkml:trace>
</inkml:ink>
</file>

<file path=ppt/ink/ink12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56:35.763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278 0 17352,'0'0'13598,"-23"4"-12515,-3-2-711,15-2-326,0 1-1,0 0 0,0 1 0,0 1 0,0-1 1,1 2-1,-21 8 0,29-11-45,0-1 1,0 1-1,0 0 1,0 0-1,0 0 0,0 0 1,0 0-1,0 0 1,0 0-1,1 1 0,-1-1 1,0 1-1,1 0 1,-1-1-1,1 1 1,0 0-1,-1 0 0,1 0 1,0 0-1,0 0 1,0 0-1,0 0 0,1 0 1,-1 0-1,1 0 1,-1 0-1,1 0 0,0 1 1,-1-1-1,1 0 1,0 0-1,1 1 0,-1-1 1,0 0-1,2 4 1,1 2-9,0-1 1,1-1 0,0 1-1,0 0 1,1-1 0,0 0-1,0 0 1,0-1 0,7 6-1,13 25-702,-25-35 708,1 0 1,0 0-1,-1 0 0,1 0 1,-1 0-1,0 0 1,1 0-1,-1 1 0,0-1 1,0 0-1,0 0 0,1 0 1,-1 1-1,0-1 1,-1 0-1,1 0 0,0 0 1,0 1-1,0-1 0,-1 0 1,1 0-1,-1 0 1,1 0-1,-1 0 0,1 1 1,-1-1-1,0 0 0,1 0 1,-1 0-1,0-1 1,0 1-1,0 0 0,-1 1 1,-14 6 29,-1-1 1,1 0-1,-1-1 1,-1-1 0,1-1-1,-31 4 1,44-7-1123,11-16-9639,27-5 2937,7-6-2099</inkml:trace>
</inkml:ink>
</file>

<file path=ppt/ink/ink12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56:36.137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0 28 4274,'0'0'22773,"8"2"-21290,25 8-900,1-2 0,0-2 0,45 4 0,-64-10-544,-10 1-35,0-1-1,0 0 0,0 0 1,0-1-1,0 1 1,0-1-1,7-2 1,-11 2-10,0 1 1,-1-1 0,1 0 0,0 0-1,0 1 1,0-1 0,0 0 0,-1 0-1,1 0 1,-1 0 0,1 0 0,0 0-1,-1 0 1,0 0 0,1 0 0,-1 0-1,1-1 1,-1 1 0,0 0 0,0 0-1,0 0 1,0 0 0,0 0-1,0-1 1,0 1 0,0 0 0,0 0-1,-1 0 1,1 0 0,0 0 0,-1 0-1,1-1 1,-1 1 0,1 0 0,-1 0-1,0-1 1,0 1 3,0-1 0,0 1 0,0-1 1,0 1-1,0 0 0,0-1 0,-1 1 0,1 0 0,0 0 0,-1 0 0,1 0 0,0 0 0,-1 1 1,1-1-1,-1 0 0,0 0 0,1 1 0,-1-1 0,0 1 0,1 0 0,-1-1 0,0 1 1,1 0-1,-1 0 0,0 0 0,1 0 0,-1 1 0,0-1 0,1 0 0,-3 1 0,1-1 24,1 1 0,-1-1-1,1 1 1,-1 0-1,1 0 1,-1 0 0,1 0-1,0 0 1,-1 0-1,1 1 1,0-1 0,0 1-1,0-1 1,0 1 0,0 0-1,0 0 1,1 0-1,-1 0 1,-1 2 0,1 2-17,0 0 1,0 0 0,0 0 0,1 0 0,0 0 0,0 0-1,1 0 1,-1 0 0,1 0 0,1 0 0,-1 1 0,1-1 0,3 11-1,-3-14-189,0 0-1,1 0 0,-1 0 0,1 0 1,0 0-1,0 0 0,0-1 0,0 1 1,0-1-1,1 1 0,-1-1 0,1 0 1,-1 0-1,1 0 0,0 0 1,0 0-1,0-1 0,0 1 0,0-1 1,0 0-1,0 0 0,1 0 0,-1 0 1,0-1-1,1 1 0,4-1 0,56 0-7101,-20-13-1859,-4-9-81</inkml:trace>
</inkml:ink>
</file>

<file path=ppt/ink/ink12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56:36.415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190 1 15383,'0'0'10375,"-13"24"-7336,-102 175 790,104-180-3741,4-8-83,0 0 0,1 1 1,1-1-1,0 1 0,0 0 1,1 1-1,1-1 0,0 1 1,-2 22-1,6-34-62,-1 0-1,1 1 1,0-1 0,0 0-1,0 0 1,0 0 0,1 0-1,-1 0 1,0 0 0,0 0 0,1 0-1,-1 0 1,0 0 0,1-1-1,-1 1 1,1-1 0,-1 1-1,1-1 1,-1 1 0,1-1-1,-1 0 1,1 0 0,-1 0-1,1 0 1,2 0 0,50 2-2930,-49-2 2555,13 1-1121,-11-1-10,0 0 1,0 0 0,0 0-1,0-1 1,13-2-1,8-14-9332</inkml:trace>
</inkml:ink>
</file>

<file path=ppt/ink/ink12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56:36.603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0 0 8340,'0'0'15607,"136"5"-15511,-82-1-96,0-2-1217,7-2-2080,-7 0-2930,-6 0-2737</inkml:trace>
</inkml:ink>
</file>

<file path=ppt/ink/ink12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56:36.825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122 1 4594,'0'0'23243,"-88"144"-21530,74-112-577,8-1-704,-1 1-304,0-7-128,7-7 0,0-2-528,0-7-753,0-5-1136,0-15-13590</inkml:trace>
</inkml:ink>
</file>

<file path=ppt/ink/ink12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56:37.183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1 0 13654,'0'0'11587,"28"23"-10661,7 6-657,-9-6-72,1-1-1,2-2 0,0-1 1,34 17-1,-18-13-24,71 42 133,-103-57-294,-1 1 0,-1 0-1,0 1 1,0 0 0,0 0-1,14 21 1,-23-29-16,0 0 0,-1 0 0,1 0 0,-1 0-1,0 0 1,0 0 0,1 0 0,-1 0 0,0 0 0,-1 1 0,1-1-1,0 0 1,-1 1 0,1-1 0,-1 0 0,0 1 0,0-1 0,0 1-1,0-1 1,0 0 0,0 1 0,-1-1 0,1 1 0,-1-1 0,0 0 0,0 1-1,1-1 1,-1 0 0,-1 0 0,1 0 0,0 0 0,0 0 0,-1 0-1,0 0 1,1 0 0,-1 0 0,0-1 0,0 1 0,1-1 0,-1 1-1,0-1 1,-1 0 0,1 0 0,0 0 0,-3 1 0,-14 6 122,1-2 0,-1 0 0,0-2 0,-32 5 0,30-6 105,-131 18 1462,84-13-2389,2 1-4687,125-24-7149,-14 4 2411</inkml:trace>
</inkml:ink>
</file>

<file path=ppt/ink/ink12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56:37.636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183 0 11957,'0'0'17384,"-21"1"-16071,-69 6-422,87-7-859,-1 1 1,1-1-1,0 1 0,0-1 1,0 1-1,0 0 0,0 0 0,1 0 1,-1 1-1,0-1 0,0 1 1,1 0-1,-1-1 0,1 1 0,-1 0 1,1 0-1,0 1 0,0-1 1,0 0-1,0 1 0,0-1 1,0 1-1,-1 3 0,1 0-33,0 1 0,1-1 0,0 1 0,0-1 0,0 1 0,0 0 0,2 9 0,-1-14 2,0-1-16,0 0-1,0 0 0,1-1 0,-1 1 0,1 0 0,-1 0 0,1 0 1,-1-1-1,1 1 0,-1 0 0,1 0 0,0-1 0,-1 1 0,1-1 1,0 1-1,0-1 0,-1 1 0,1-1 0,0 1 0,0-1 0,0 1 1,0-1-1,0 0 0,0 0 0,-1 1 0,1-1 0,0 0 0,0 0 1,0 0-1,0 0 0,1 0 0,39 0-637,-31 0 367,1 0 166,0 0-1,-1-1 1,1-1-1,0 1 1,-1-2-1,1 1 0,-1-2 1,0 1-1,0-1 1,0-1-1,0 0 0,-1 0 1,0-1-1,9-7 1,-16 20 678,-1 1-1,1-1 1,0 1 0,0-1 0,7 12 0,-5-8-197,-3-8-638,0 0 1,0 0-1,0-1 0,1 1 1,-1 0-1,1-1 0,0 1 1,0-1-1,0 0 0,0 1 1,0-1-1,0 0 0,0 0 1,1 0-1,-1-1 0,1 1 1,-1-1-1,1 1 0,4 1 1,-1-2-626,0 1-1,0-1 1,0-1 0,0 1-1,0-1 1,0 0 0,0 0 0,0 0-1,6-2 1,21-6-7240</inkml:trace>
</inkml:ink>
</file>

<file path=ppt/ink/ink12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56:37.883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163 0 2993,'0'0'26570,"-13"25"-24809,-44 83-553,49-90-1153,0 1 0,0 1 0,2-1-1,-4 24 1,-2 3-94,6-25-150,-3 6-1614,2 0 0,0 0 0,-4 56 0</inkml:trace>
</inkml:ink>
</file>

<file path=ppt/ink/ink12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56:38.429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0 0 9284,'0'0'5032,"22"0"-1684,129 5 2661,141 4-1864,-211-9-3873,-78 0 419,-8 0-588,0 1-1,1 0 0,-1 0 1,0 0-1,1 0 0,-1 1 1,-4 2-1,1 0-5,-1 0 1,1 1-1,1 0 0,-1 0 0,1 0 0,-1 1 0,2 0 1,-10 11-1,12-13-99,1 1-1,-1 1 1,1-1 0,1 0 0,-1 1-1,1-1 1,0 1 0,0 0 0,1-1-1,-1 1 1,1 0 0,0 0 0,1 12-1,1-17-37,0 1 0,0-1-1,1 0 1,-1 0 0,0 0 0,1-1-1,-1 1 1,1 0 0,-1-1 0,1 1-1,-1 0 1,1-1 0,0 0 0,-1 1-1,1-1 1,0 0 0,-1 0 0,1 0-1,0 0 1,-1 0 0,1 0-1,-1 0 1,3-1 0,45-5-565,-43 4 549,0-1 0,0-1 0,0 1 1,0-1-1,0 0 0,-1 0 0,1-1 0,-1 0 1,0 0-1,-1 0 0,1 0 0,5-11 0,10 110 4677,-20-91-4823,1-1-1,0 0 1,0 1 0,1-1-1,-1 0 1,0 0 0,1 0-1,-1 0 1,1 0 0,0 0 0,-1 0-1,1 0 1,0 0 0,0-1-1,0 1 1,1-1 0,-1 0-1,0 0 1,0 1 0,4 0-1,2 0-1197,0-1 0,1 0-1,-1 0 1,0 0-1,11-1 1,32 0-8968</inkml:trace>
</inkml:ink>
</file>

<file path=ppt/ink/ink12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56:38.957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483 5 3265,'0'0'13159,"5"-1"-11047,6-1 436,-12 1-677,-27 1 439,-48 9 734,54-3-2858,1 2-1,0 0 1,0 1 0,1 1 0,1 1-1,-1 1 1,2 0 0,0 2 0,0 0-1,1 1 1,1 0 0,0 1 0,2 1-1,0 1 1,0 0 0,2 1 0,0 0-1,2 1 1,0 0 0,1 1 0,1 0-1,0 0 1,-6 34 0,7-19-186,1 0 0,2 1 0,1 0 0,2 0 0,3 38 0,-1-70 1,-1-1-1,1 1 1,0-1-1,0 1 1,1-1-1,-1 1 1,1-1-1,0 0 1,0 0-1,0 0 1,1 0-1,0 0 1,-1 0-1,1-1 1,1 1-1,5 5 1,-2-4-1,0-1 0,1 1 1,-1-1-1,1-1 0,-1 1 0,1-1 1,0-1-1,14 4 0,7-2-30,0-1-1,0-1 1,0-1-1,37-5 1,-63 4-88,0 0 1,0 0 0,0-1 0,0 0 0,0 1 0,0-1 0,0 0-1,0 0 1,0-1 0,0 1 0,0 0 0,-1-1 0,1 0 0,-1 0 0,1 0-1,1-2 1,5-11-4848,-6-4-6191,-3 9 1557</inkml:trace>
</inkml:ink>
</file>

<file path=ppt/ink/ink12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56:39.516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193 50 2945,'0'0'15450,"3"-5"-13836,0 2-864,8-10-244,-8 0 4700,-3 12-5117,-1 0-1,1 0 1,-1 0 0,1 0-1,-1 0 1,0 0 0,0 1 0,1-1-1,-1 0 1,0 0 0,0 1 0,0-1-1,0 1 1,0-1 0,0 0 0,0 1-1,0 0 1,0-1 0,0 1 0,0 0-1,0-1 1,0 1 0,0 0-1,0 0 1,0 0 0,0 0 0,0 0-1,-1 0 1,-40-1 268,36 1-182,0 0-128,-1 0-1,1 0 0,0 1 0,0 0 1,0 0-1,-1 0 0,1 1 1,1 0-1,-11 5 0,13-6-41,1 1-1,0-1 0,0 1 0,0 0 1,0 0-1,0 0 0,0 0 1,0 1-1,1-1 0,-1 0 0,1 1 1,-1-1-1,1 1 0,0-1 0,0 1 1,0-1-1,1 1 0,-1 0 0,1 0 1,-1-1-1,1 1 0,0 0 1,0 4-1,0-4-8,0 0 0,1 0 1,-1 0-1,1 1 0,0-1 0,0 0 1,0 0-1,0 0 0,0-1 0,1 1 1,-1 0-1,1 0 0,-1-1 0,1 1 1,0-1-1,4 4 0,42 30-145,-13-12-225,-34-23 378,0-1 0,1 1-1,-1-1 1,0 1 0,0 0 0,0 0 0,-1 0 0,1 0-1,0 0 1,0 0 0,0 0 0,-1 0 0,1 0 0,0 0-1,-1 0 1,1 0 0,-1 0 0,1 0 0,-1 1 0,0-1-1,0 0 1,1 0 0,-1 1 0,0-1 0,0 0 0,0 0-1,0 1 1,0-1 0,-1 2 0,0-1 64,-1-1 1,1 1-1,-1 0 1,1-1-1,-1 0 1,0 1-1,1-1 1,-1 0-1,0 0 1,0 0-1,0 0 0,0 0 1,0 0-1,0-1 1,-3 1-1,-9 3 168,-1-1 0,1-1-1,-26 1 1,28-2-899,-14 0-77,19-1-3118</inkml:trace>
</inkml:ink>
</file>

<file path=ppt/ink/ink12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56:40.300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40 1 864,'0'0'9458,"-1"0"-9314,1 0 1,-1 0-1,1 0 0,0 0 0,-1 0 1,1 0-1,-1 0 0,1 0 0,0 0 1,-1 0-1,1 0 0,-1 0 1,1 1-1,0-1 0,-1 0 0,1 0 1,0 0-1,-1 1 0,1-1 0,0 0 1,-1 0-1,1 1 0,0-1 1,-1 0-1,1 1 0,0-1 0,0 0 1,0 1-1,-1-1 0,1 1 0,0-1 1,0 0-1,0 1 0,0-1 1,0 0-1,0 1 0,-1-1 0,1 1 1,6 7 609,0 0-1,0-1 1,0 0 0,1 0 0,13 9 0,16 18 1024,-8-2-1387,-2 0 0,-1 2 0,-1 1 0,-2 0 0,-2 2 0,-2 0 0,-1 2 0,-1-1 0,-3 2 0,-1 0 0,-2 1 0,8 61 0,-18-95-276,0 0 0,-1 0 1,0 0-1,0 0 1,0 0-1,-1 0 1,0 0-1,-1 0 1,1-1-1,-1 1 1,0-1-1,-1 0 1,1 0-1,-1 0 1,-1 0-1,1-1 1,-1 1-1,0-1 1,0 0-1,-1-1 1,-10 9-1,-11 4 592,-1 0 0,0-2 0,-47 19-1,55-26-639,-25 8-67,35-13 0,0 0 0,0 1 0,0 0 0,-15 10 0,52-13-2388,-20-3 1036,0 0-1,0 0 1,0-1-1,0 1 1,0-2-1,6-3 1,-12 7 1260,37-20-8626</inkml:trace>
</inkml:ink>
</file>

<file path=ppt/ink/ink12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56:40.615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0 1 11013,'0'0'19380,"6"3"-17382,25 15-4439,-31-18 2401,0 0 1,-1 0-1,1 0 0,0 0 1,0 0-1,0 0 0,0 0 1,0 0-1,0 0 0,0 0 1,0 0-1,0 0 0,0 0 1,-1 1-1,1-1 0,0 0 1,0 0-1,0 0 0,0 0 1,0 0-1,0 0 0,0 0 1,0 0-1,0 0 0,0 0 1,0 0-1,0 0 0,0 0 1,0 1-1,0-1 0,0 0 1,0 0-1,0 0 0,0 0 1,0 0-1,0 0 0,0 0 1,0 0-1,0 0 0,0 1 1,0-1-1,0 0 0,0 0 1,0 0-1,0 0 0,0 0 1,0 0-1,0 0 0,0 0 1,0 0-1,0 0 0,0 0 1,0 1-1,0-1 0,0 0 1,0 0-1,0 0 0,0 0 1,0 0-1,1 0 0,-1 0 1,0 0-1,0 0 0,0 0 1,0 0-1,0 0 0,-2 1-2046</inkml:trace>
</inkml:ink>
</file>

<file path=ppt/ink/ink12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56:40.833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387 1 3762,'0'0'28061,"-95"122"-27117,75-106-944,-7-1 0,-1 4 0,-12-1 0,-1 2-1024,1-4-2706,-8-3-2545,1-1-2881</inkml:trace>
</inkml:ink>
</file>

<file path=ppt/ink/ink12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50:54.787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64 5042,'0'0'10744,"29"14"-6676,-18-9-3982,0 0 0,1 0 0,0-1 0,0-1-1,0 0 1,1 0 0,-1-1 0,1-1-1,-1 0 1,1-1 0,0 0 0,22-4 0,-32 3-89,-1 1 0,0 0 0,0-1 1,0 0-1,0 0 0,1 1 0,-1-1 1,0 0-1,0-1 0,0 1 0,-1 0 1,1-1-1,0 1 0,0-1 0,-1 1 1,1-1-1,-1 0 0,1 0 0,-1 1 1,0-1-1,0 0 0,0 0 0,0 0 1,0-1-1,0 1 0,-1 0 0,1 0 1,-1 0-1,1-1 0,-1 1 0,0 0 1,0 0-1,0-1 0,0 1 0,0 0 1,0 0-1,-1-1 0,1 1 0,-1 0 1,1 0-1,-1 0 0,0 0 0,0-1 1,0 1-1,0 1 0,-1-1 0,1 0 1,0 0-1,-1 0 0,1 1 0,-1-1 1,0 0-1,1 1 0,-1 0 0,0-1 1,0 1-1,0 0 0,0 0 0,0 0 1,0 0-1,0 0 0,-1 1 0,1-1 1,0 1-1,-3-1 0,0 0-19,0 1 0,0 0 0,-1 0 0,1 0 0,0 0-1,0 1 1,0 0 0,0 0 0,0 0 0,0 1 0,0-1 0,0 1-1,-6 4 1,8-4 17,0 0-1,0 0 1,1 0-1,-1 1 1,1-1-1,0 0 0,0 1 1,0 0-1,0 0 1,0-1-1,0 1 1,1 0-1,-1 0 1,1 1-1,0-1 1,0 0-1,0 0 0,0 1 1,1-1-1,-1 0 1,1 1-1,0 3 1,0 12-42,-1-9 33,1 1-1,0 0 0,1 0 0,1-1 0,-1 1 0,4 11 0,-4-19-106,1 0 0,-1-1 0,0 1 1,1-1-1,-1 1 0,1-1 0,0 1 1,0-1-1,0 0 0,0 0 0,0 0 0,1 0 1,-1 0-1,0 0 0,1-1 0,-1 1 1,1-1-1,0 0 0,0 0 0,-1 0 1,1 0-1,0 0 0,0 0 0,0-1 1,0 0-1,0 1 0,5-1 0,8 0-610,-1-1-1,1-1 0,-1 0 1,1-1-1,-1 0 1,0-1-1,0-1 0,-1 0 1,1-1-1,-1-1 0,0 0 1,-1-1-1,1-1 1,-2 0-1,1 0 0,15-16 1,-12 5 844,3-3 1789,-11 22 3020,-1 12 4500,-5-7-9334,-1 0-1,1 0 1,0 0-1,0 0 1,0 0 0,0-1-1,0 1 1,1-1-1,0 0 1,0 1-1,0-1 1,0 0-1,0-1 1,1 1 0,-1-1-1,1 1 1,0-1-1,-1 0 1,1 0-1,0-1 1,0 1 0,0-1-1,1 0 1,7 1-1,-6-1-88,1-1 0,0 0 0,-1 0 1,1-1-1,-1 0 0,1 0 0,-1 0 0,1-1 0,-1 0 0,0-1 0,1 1 0,-1-1 0,-1 0 0,1-1 0,9-6 0,-13 9 258,-1 0-1,0 0 0,1 0 0,-1 0 1,1 0-1,-1 1 0,1-1 0,-1 1 0,1-1 1,-1 1-1,1-1 0,0 1 0,2 0 1,0 0-535,0 1 1,-1 0 0,1 0 0,-1 0 0,1 0 0,-1 0 0,7 4-1,29 8-3389,34-12-4702,-32-1 2460</inkml:trace>
</inkml:ink>
</file>

<file path=ppt/ink/ink12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50:55.413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359 25 5827,'0'0'13472,"-4"-4"-12234,2 2-1190,-1 0-1,1 0 1,0 0-1,-1 1 1,1-1 0,-1 1-1,0-1 1,0 1-1,1 0 1,-1 0-1,0 0 1,0 0-1,0 1 1,0-1-1,0 1 1,0 0-1,0 0 1,0 0-1,0 0 1,0 1-1,0-1 1,0 1-1,0-1 1,0 1-1,1 0 1,-1 0-1,0 1 1,0-1-1,1 0 1,-1 1-1,1 0 1,-1-1 0,1 1-1,0 0 1,-1 0-1,1 1 1,0-1-1,1 0 1,-1 1-1,0-1 1,1 1-1,-1-1 1,1 1-1,0 0 1,0 0-1,0-1 1,0 1-1,0 0 1,0 0-1,1 0 1,0 0-1,0 5 1,3-7-83,0 0 1,1 0-1,-1 0 1,1-1-1,-1 1 0,1-1 1,-1 0-1,8 0 1,-9 0 14,127-7 55,-130 44 840,-2-27-661,1 0 0,-1 0-1,-1 0 1,0-1 0,0 1 0,-1-1 0,0 0 0,-9 12 0,-55 64 755,68-84-955,-120 116 992,83-83-504,-60 66-1,95-95-463,-1-2-23,1 1 0,0 0 1,0 0-1,0 0 0,1 0 1,-1 0-1,1 0 0,0 1 0,0-1 1,1 1-1,-3 7 0,20-11-50,0-2 77,-1-1 0,0 0 0,0-1 0,0-1 0,-1 0 0,27-12-1,89-49 89,-76 36-136,-29 16-24,-1 0 1,29-22 0,-45 20-1431,-4-5-4100,1-5-5231,6 10 3905</inkml:trace>
</inkml:ink>
</file>

<file path=ppt/ink/ink12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50:55.864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29 4066,'0'0'14969,"3"-3"-13146,-3 3-1751,1-1 1,-1 0 0,0 1 0,1-1 0,-1 1 0,0-1 0,1 1 0,-1-1 0,1 1 0,-1 0 0,1-1 0,-1 1-1,1-1 1,-1 1 0,1 0 0,-1 0 0,1-1 0,0 1 0,-1 0 0,1 0 0,-1 0 0,1-1 0,0 1 0,-1 0-1,1 0 1,0 0 0,-1 0 0,1 0 0,-1 0 0,1 0 0,0 1 0,-1-1 0,1 0 0,0 0 0,8 22 3675,1 10-2120,-8-31-1620,-1 0-1,0 0 1,0 0-1,1 0 1,-1 0-1,1 0 1,-1 0-1,1 0 1,-1-1-1,1 1 1,-1-1-1,1 1 1,0-1-1,-1 1 0,1-1 1,0 0-1,2 0 1,35 0-25,-29 0 1,7-2-107,0 0 0,-1-2 0,0 1 0,0-2 0,0 0 0,0-1 0,-1-1 0,0 0 0,0-1 0,-1-1 0,22-16 1,-35 51 3480,0 21-3374,0-46-239,0 0 0,0 0 0,0 0 0,-1 0 0,1-1 0,0 1 0,0 0-1,0-1 1,0 1 0,0 0 0,0-1 0,0 1 0,1-1 0,-1 0 0,0 1 0,0-1-1,0 0 1,0 0 0,0 0 0,1 0 0,-1 0 0,0 0 0,0 0 0,3 0 0,41-1-4989,-37 0 3374,19-2-3845,0-7-39</inkml:trace>
</inkml:ink>
</file>

<file path=ppt/ink/ink12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50:56.256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72 2049,'0'0'13441,"5"2"-11774,7 4-1182,1-1 0,0 0 0,-1-1-1,2-1 1,-1 0 0,0 0 0,1-1 0,-1-1 0,1-1-1,18-1 1,-25 1-469,-1 1-4,0-1 1,0 0-1,0-1 0,0 1 0,0-1 0,-1 0 0,8-3 0,-12 3-7,1 0-1,-1 0 0,1 0 0,-1 0 0,1 0 1,-1 0-1,0-1 0,1 1 0,-1-1 1,0 1-1,0-1 0,0 1 0,0-1 0,-1 1 1,1-1-1,0 0 0,-1 0 0,1 1 0,-1-1 1,1 0-1,-1 0 0,0 0 0,0 1 0,0-1 1,0 0-1,0-3 0,0 2 1,1-1 0,-1 1 0,0 0 0,-1 0 0,1-1 0,0 1-1,-1 0 1,0 0 0,0-1 0,0 1 0,-1-4 0,0 6 11,0 0-1,0 0 1,0-1 0,0 1 0,0 0-1,0 0 1,0 1 0,0-1-1,0 0 1,0 1 0,0-1 0,0 1-1,-1 0 1,1 0 0,0 0-1,0 0 1,0 0 0,-4 1 0,-3-1 62,0 0 1,0 1 0,0 0 0,0 1 0,0 0 0,0 1 0,0-1 0,-13 8 0,17-8-44,0 1 0,0 0 0,1 0 0,0 0 0,-1 1 0,1-1 0,1 1 0,-1 0-1,0 0 1,1 0 0,0 1 0,0-1 0,0 1 0,1 0 0,-1 0 0,-2 8 0,4-8-199,-1 1 1,1 0-1,0-1 0,1 1 0,-1 0 0,1 0 0,0-1 1,1 1-1,0 7 0,0-10 45,-1-1 0,1 0 0,-1 1 0,1-1 0,0 0 0,0 0 0,0 1 1,0-1-1,0 0 0,1 0 0,-1 0 0,1 0 0,-1-1 0,1 1 0,0 0 0,-1-1 0,1 1 0,0-1 0,0 1 0,0-1 0,0 0 0,0 0 0,4 1 0,8 1-1598,0 0 0,0-2 0,0 0 0,27-1 0,-18 0-134,18 0-2092</inkml:trace>
</inkml:ink>
</file>

<file path=ppt/ink/ink12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50:56.692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22 16 6227,'0'0'16583,"-7"16"-13976,4-10-2352,1 0 0,0 0 0,0 1 0,0 0 0,1-1 1,0 1-1,0 0 0,0-1 0,1 1 0,0 0 0,1 0 0,1 8 0,0-14-261,0 0 0,0 1 0,0-1 0,1 0 0,-1 0 0,1-1 0,-1 1 0,0 0 0,1-1 0,-1 1 0,1-1 0,0 0 0,-1 0 0,1 0 0,-1 0 0,1 0 0,-1-1 0,4 0 0,6 0-53,0 1-66,1-2 1,-1 1-1,1-2 1,-1 1-1,0-2 1,1 0-1,-2 0 1,20-10 0,7-8-273,42-30 1,-44 28 599,-35 24-11,-1 1 1,1 0 0,-1-1-1,1 1 1,0 0-1,-1 0 1,1-1 0,-1 1-1,0 0 1,1 0 0,-1 0-1,0 0 1,0-1-1,1 1 1,-1 0 0,0 0-1,0 0 1,0 0 0,0 0-1,0 0 1,0 0-1,0-1 1,0 1 0,0 0-1,-1 0 1,1 1-1,-1 1-270,1 0 0,0-1 0,0 1 0,0 0 0,1 0 0,-1-1-1,1 1 1,-1 0 0,1 0 0,0-1 0,0 1 0,0-1-1,0 1 1,3 3 0,4-3-584,0 0-1,0-1 1,1 0 0,-1 0-1,1-1 1,-1 0 0,13 0-1,68-4-7279,-64 1 3679,17-2-3124</inkml:trace>
</inkml:ink>
</file>

<file path=ppt/ink/ink12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50:57.127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86 2897,'0'0'15680,"14"0"-13813,201 14 638,-214-14-2491,1 0-1,-1 0 0,0 0 1,1 0-1,-1 0 1,1 0-1,-1 0 1,0 0-1,1-1 0,-1 1 1,0 0-1,1-1 1,-1 1-1,0-1 1,1 0-1,-1 1 0,0-1 1,0 0-1,0 0 1,0 0-1,0 0 1,0 0-1,0 0 0,1-1 1,-1-1 104,0 0 1,0 0-1,-1 0 0,1 0 1,-1 0-1,0 0 0,0 0 1,0 0-1,-1-4 0,1-9 329,0 15-405,0-1 0,0 1-1,0-1 1,0 1-1,0 0 1,0-1-1,0 1 1,0 0 0,-1-1-1,1 1 1,0 0-1,-1-1 1,1 1-1,-1 0 1,0 0 0,1 0-1,-1-1 1,0 1-1,0 0 1,0 0-1,1 0 1,-1 0 0,0 0-1,-3-1 1,1 1 70,-1 0 1,0 0-1,0 0 1,0 1-1,0-1 1,0 1 0,-7 0-1,8 0-61,-2 0 91,0 0 0,1 1 0,-1-1 0,0 1 0,1-1 0,-1 2 0,1-1 1,-1 0-1,1 1 0,0 0 0,-1 0 0,1 0 0,0 0 0,0 1 0,1-1 1,-1 1-1,0 0 0,-5 6 0,6-4 14,0 0 1,-1 0 0,2 1-1,-1-1 1,1 1 0,-1-1-1,2 1 1,-1 0-1,0 0 1,1 0 0,0 0-1,1 0 1,0 11 0,-1-13-130,1-1 0,0 1 0,0 0 1,1-1-1,-1 1 0,1 0 0,-1-1 0,1 1 1,0-1-1,1 1 0,-1-1 0,1 0 1,-1 1-1,1-1 0,0 0 0,3 4 1,-1-4-34,-1-1 0,1 0 1,-1 0-1,1 0 1,0 0-1,0-1 0,0 1 1,-1-1-1,2 0 0,-1 0 1,0 0-1,0-1 1,0 1-1,5-1 0,22 1-1472,52-4 0,-60 1-1282,0-2-1,39-11 1,-13-2-6399</inkml:trace>
</inkml:ink>
</file>

<file path=ppt/ink/ink12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58:57.826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299 16 2753,'0'0'7398,"0"-1"-7202,0 1-1,0-1 0,0 0 1,0 0-1,-1 0 0,1 1 1,0-1-1,0 0 1,0 0-1,-1 1 0,1-1 1,-1 0-1,1 1 0,0-1 1,-1 0-1,1 1 0,-1-1 1,1 1-1,-1-1 1,0 1-1,0-2 0,-6 3 64,0 0-1,1 1 0,-1-1 1,1 1-1,-1 1 0,1-1 1,-1 1-1,1 0 0,0 0 1,-7 6-1,-58 45 1425,65-49-1422,-9 8 145,0 1-1,1 1 0,1 0 0,-22 32 0,29-38-306,0 0 0,1 1 0,1-1 1,-1 1-1,2 0 0,-1 1 0,1-1 0,1 0 0,0 1 0,-1 20 1,3-19-46,-1-5-34,1 1-1,1 0 1,-1 0-1,1-1 1,3 10-1,-3-14-9,0-1 1,0 1-1,0 0 0,1-1 0,-1 1 0,1-1 1,-1 0-1,1 0 0,0 1 0,0-1 0,0 0 1,0 0-1,1-1 0,-1 1 0,0 0 0,1-1 1,-1 0-1,4 2 0,9 3-32,1-1 0,0-1 0,0 0 0,0-1 0,0 0 0,28 0 0,-25-3-844,0 0 0,-1-2 0,22-3 0,-33 3-204,1 0 0,-1-1 0,0 0 0,0 0 0,0-1-1,0 1 1,8-7 0,8-12-5914</inkml:trace>
</inkml:ink>
</file>

<file path=ppt/ink/ink12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58:58.204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34 37 3057,'0'0'14471,"8"-6"-14025,-2 2-337,0 0 0,0 1 0,0 0 0,1 0 0,-1 0 0,1 0 0,13-2 0,-17 4-74,0 0-1,1 1 1,-1 0 0,1-1-1,-1 1 1,1 1 0,-1-1 0,0 0-1,1 1 1,-1-1 0,1 1-1,-1 0 1,0 0 0,0 1-1,0-1 1,1 1 0,-1-1-1,-1 1 1,1 0 0,0 0-1,0 1 1,2 2 0,-2-2-12,-1 0 1,1 0 0,-1 1-1,0-1 1,0 1 0,0-1 0,0 1-1,-1 0 1,1 0 0,-1-1-1,0 1 1,0 0 0,-1 0-1,1 1 1,-1-1 0,0 0-1,0 0 1,0 0 0,0 0 0,-1 0-1,-1 5 1,1-3 76,-1 0 0,-1 0 1,1 0-1,-1 0 0,0 0 1,0-1-1,0 1 0,-1-1 0,0 0 1,0 0-1,-1 0 0,-6 5 1,-9 7-48,-1-2 1,-1 0 0,-1-2 0,-38 18 0,56-27-99,2-3-929,23-24-19169</inkml:trace>
</inkml:ink>
</file>

<file path=ppt/ink/ink12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58:58.456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164 1 9236,'0'0'11416,"-19"11"-9911,-61 41-57,75-49-1340,1 0 0,-1 0 0,1 0 0,0 1 0,0 0 0,0 0 0,0 0 0,1 0 0,-1 1-1,1-1 1,0 1 0,1 0 0,-1 0 0,1 0 0,0 0 0,0 0 0,0 1 0,1-1 0,0 0-1,0 1 1,0-1 0,1 1 0,0 0 0,0-1 0,0 1 0,2 6 0,-1-10-115,0 1 0,0 0 0,1-1-1,-1 1 1,1-1 0,0 1 0,-1-1 0,1 0 0,0 0 0,0 1 0,1-1 0,-1-1 0,0 1 0,1 0 0,-1-1-1,1 1 1,-1-1 0,1 0 0,0 1 0,0-1 0,-1-1 0,1 1 0,0 0 0,6 0 0,7 2-474,1-1 0,32 0 0,-25-2-417,-9 1-576,-1-1-1,1 0 1,-1-1 0,0-1-1,0 0 1,17-6 0,17-14-7181</inkml:trace>
</inkml:ink>
</file>

<file path=ppt/ink/ink12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58:58.754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75 1 2577,'0'0'16301,"21"14"-14476,68 52-152,-82-59-1480,0 0 0,-1 0 1,0 1-1,0-1 0,-1 1 1,0 1-1,-1-1 0,1 1 1,-2 0-1,1-1 0,-1 2 1,0-1-1,-1 0 0,0 1 1,-1-1-1,0 1 0,0 13 0,-1-14-111,1-4-56,0 0 0,0 0 0,-1 0 0,0 0 0,0 0 0,0 0 0,-1 0-1,1 0 1,-1 0 0,0 0 0,-1 0 0,1-1 0,-1 1 0,0 0 0,0-1 0,-1 1 0,1-1-1,-1 0 1,0 0 0,0 0 0,0 0 0,-1-1 0,1 1 0,-1-1 0,0 0 0,0 0 0,0 0 0,0 0-1,-1-1 1,-5 3 0,-77 35-1737,26-15-4568,21-11-962</inkml:trace>
</inkml:ink>
</file>

<file path=ppt/ink/ink12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59:01.140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1 216 48,'0'0'1905,"25"-3"-1123,194-23 1413,479-28 6230,2520 17-6514,-2508 18-847,-666 17 2,-31 2-422,1 0 1,-1-1-1,0 0 0,17-5 0,-14 3-196,1 0 0,-1 1-1,1 1 1,-1 0-1,31 4 1,29-2 559,-20-4-970,1-3 1,0-2-1,91-25 0,-133 26 195,-19 4-3385,-27 4-10024,17-1 5328</inkml:trace>
</inkml:ink>
</file>

<file path=ppt/ink/ink12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7:01:25.327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34 61 3954,'0'0'13638,"4"-12"-11482,-2 2-1952,7-27 2088,-9 37-2267,0 0-1,0 0 0,0 0 1,0 0-1,1 0 1,-1 0-1,0 1 1,0-1-1,0 0 1,0 0-1,0 0 0,0 0 1,0 0-1,0 0 1,0 0-1,1 0 1,-1 0-1,0 0 0,0 0 1,0 0-1,0 0 1,0 0-1,0 0 1,0 0-1,0 0 1,1 0-1,-1 0 0,0 0 1,0 0-1,0 0 1,0 0-1,0 0 1,0 0-1,0-1 1,0 1-1,0 0 0,0 0 1,1 0-1,-1 0 1,0 0-1,0 0 1,0 0-1,0 0 0,0 0 1,0 0-1,0 0 1,0-1-1,0 1 1,0 0-1,0 0 1,0 0-1,0 0 0,0 0 1,0 0-1,0 0 1,0 0-1,0 0 1,0-1-1,0 1 0,2 26 1208,-15 122 1682,0-18-1114,12-113-1719,-2 190 1151,5-172-1046,1 1-1,2 0 0,16 60 1,-9-59-1009,-2 1 0,-2 0 0,-1 1 0,2 69 1,-9-107 666,0 0 0,0 0 0,-1 0 0,1 0 1,0 0-1,0 0 0,-1 0 0,1 0 0,-1-1 1,1 1-1,-1 0 0,0 0 0,1 0 0,-1 0 1,0-1-1,1 1 0,-1 0 0,0-1 0,0 1 1,0-1-1,1 1 0,-1-1 0,0 1 0,0-1 1,0 1-1,0-1 0,0 0 0,0 1 0,0-1 1,0 0-1,0 0 0,0 0 0,-2 0 0,-40-1-6798,42 1 6757,-31-6-6595</inkml:trace>
</inkml:ink>
</file>

<file path=ppt/ink/ink12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7:01:25.545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1 104 7716,'0'0'8852,"163"-84"-6115,-103 73-464,1 7 16,0-1-560,7 5-513,0 0-191,-7 0-737,-7 0-272,-7 0-32,-13 0-560,-7 0-1169,-6 0-848,-8 2-2033</inkml:trace>
</inkml:ink>
</file>

<file path=ppt/ink/ink12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7:01:25.920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58 86 10453,'0'0'11925,"19"10"-10332,62 26-422,-76-34-1074,0 0 1,1 0-1,-1 0 0,1-1 1,-1 1-1,1-1 0,0-1 0,0 1 1,0-1-1,-1 0 0,1 0 1,0-1-1,0 1 0,8-4 0,-12 4-78,-1-1-19,0 1 1,0-1-1,-1 0 0,1 1 1,0-1-1,-1 0 0,1 0 0,0 1 1,-1-1-1,1 0 0,-1 0 1,0 0-1,1 0 0,-1 0 0,0 0 1,1 0-1,-1 0 0,0 0 1,0 0-1,0 0 0,0 0 0,0 0 1,0 0-1,0-1 0,-6-26-191,0 21 139,-1 0 0,0 1 0,0-1 0,0 2 1,-1-1-1,0 1 0,0 0 0,0 1 0,-1 0 0,1 0 0,-18-4 0,8 2 84,-1 2 0,0 0-1,0 1 1,-34 0 0,52 3-13,-1 1 0,1 0 0,0-1 1,0 1-1,0 0 0,0 0 0,0 0 0,0 0 1,0-1-1,0 2 0,0-1 0,0 0 0,1 0 0,-1 0 1,0 0-1,1 0 0,-1 1 0,1-1 0,-1 0 0,1 0 1,0 1-1,-1-1 0,1 0 0,0 1 0,0-1 1,0 1-1,0-1 0,0 0 0,0 1 0,1 1 0,3 46 153,-2-43-180,0 0 1,1 0 0,0 0 0,0-1-1,0 1 1,0-1 0,1 0 0,0 0-1,0-1 1,0 1 0,1-1 0,0 0 0,-1 0-1,1 0 1,1 0 0,7 3 0,7 4-603,0-1 1,0-1-1,29 8 0,-24-10-1289,0-1-1,28 3 1,18-4-5270,-23-4-426</inkml:trace>
</inkml:ink>
</file>

<file path=ppt/ink/ink12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7:01:26.499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0 7171,'0'0'19348,"0"5"-17705,0-1-1546,0-1 0,0 0-1,0 0 1,1 1 0,-1-1-1,1 0 1,0 0 0,0 0-1,0 1 1,0-1 0,1 0-1,-1-1 1,1 1 0,-1 0-1,1 0 1,0-1 0,0 1-1,1-1 1,-1 1 0,0-1-1,1 0 1,-1 0 0,1 0-1,0 0 1,0-1 0,0 1-1,0-1 1,0 1 0,0-1 0,0 0-1,0 0 1,0-1 0,0 1-1,1 0 1,-1-1 0,0 0-1,6 0 1,-4 1-250,0-1-1,0 1 1,1-1 0,-1 0-1,0 0 1,0 0 0,1-1-1,-1 0 1,0 0 0,0 0-1,0-1 1,0 1 0,0-1-1,0-1 1,-1 1 0,1-1-1,0 1 1,4-5 0,-5-4-243,1-2 2446,-5 12-2019,1 1 0,-1 0 0,0 0 0,0 0-1,0 0 1,1 0 0,-1 0 0,0 0 0,0 0 0,0 0 0,1 0 0,-1 0 0,0 0 0,0 0 0,1 0 0,-1 0-1,0 0 1,0 0 0,0 0 0,1 1 0,-1-1 0,0 0 0,0 0 0,0 0 0,1 0 0,-1 0 0,0 0 0,0 1-1,0-1 1,0 0 0,0 0 0,1 0 0,-1 0 0,0 1 0,0-1 0,0 0 0,0 0 0,0 0 0,0 1 0,0-1-1,0 0 1,0 0 0,0 1 0,0-1 0,0 0 0,0 0 0,0 0 0,0 1 0,0-1 0,0 0 0,0 0-1,0 1 1,0-1 0,0 0 0,0 0 0,1 3-6,0 0 1,0-1-1,1 1 0,-1-1 0,1 1 0,-1-1 1,1 0-1,0 0 0,0 0 0,0 0 1,0 0-1,0 0 0,0 0 0,1-1 1,-1 1-1,1-1 0,2 2 0,1-1-23,1 1-1,-1-2 0,0 1 0,1 0 1,-1-1-1,1-1 0,8 1 1,-3-1-121,-1 0 0,0-1 1,0-1-1,0 1 1,0-2-1,0 0 0,-1 0 1,19-9-1,-27 12 122,0-1 0,1 0 0,-1 0 0,0 0 0,0 0 0,-1-1 0,1 1 0,0-1 0,0 1 0,-1-1 0,1 1 0,0-1 0,-1 0 0,0 0 0,1 0 0,-1 1 0,0-1 0,0-1 0,0 1 0,0 0 0,-1 0 0,1 0 0,0-4 0,-1 5 600,0 16-216,-1 8-380,1-15-20,-1 0 0,1-1-1,1 1 1,-1-1-1,3 9 1,-3-14-13,1 0-1,0 0 1,0 0-1,0 0 1,0 0 0,0 0-1,0 0 1,0 0-1,1 0 1,-1 0 0,1-1-1,-1 1 1,1-1-1,0 1 1,-1-1 0,1 0-1,0 1 1,0-1 0,0 0-1,0 0 1,3 1-1,9 2-862,-1 0 0,1-1 0,0-1 0,0 0 0,14 0 0,39-1-5441,-42-1 2750,28 0-8071</inkml:trace>
</inkml:ink>
</file>

<file path=ppt/ink/ink12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7:01:26.749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56 1 16215,'0'0'3615,"-8"20"-165,2-5-2624,-1 1-62,2-1 1,-1 1-1,2 0 0,0 0 1,1 1-1,-2 27 0,4-35-685,-3 48 729,2 1 0,2 0 0,15 103 0,-4-93-4780,5 97-1,-16-229-6384,0 18 2263</inkml:trace>
</inkml:ink>
</file>

<file path=ppt/ink/ink12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7:01:26.986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305 0 7940,'0'0'16551,"81"140"-14774,-81-99-128,-20-3-193,-14-4-431,-6-7-353,6-6-176,-7-6-351,7-6-145,-6-6-225,6-3-943,0 0-1585,-7 0-1249,7 0-3634</inkml:trace>
</inkml:ink>
</file>

<file path=ppt/ink/ink12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7:01:28.064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6 1008,'0'0'14743,"3"-2"-13355,-2 2-1265,0-1 0,0 1 0,0-1 0,0 1 0,0 0 0,1 0 0,-1-1 1,0 1-1,0 0 0,0 0 0,0 0 0,0 0 0,0 0 0,0 0 1,1 0-1,-1 1 0,0-1 0,0 0 0,0 1 0,0-1 0,0 0 1,0 1-1,0-1 0,0 1 0,0 0 0,0-1 0,0 1 0,-1 0 1,1-1-1,0 1 0,0 0 0,-1 0 0,1 0 0,0 0 0,-1 0 1,1 0-1,-1 0 0,1 0 0,-1 0 0,1 0 0,-1 0 0,0 2 1,3 7 180,0 1 1,-1 0-1,1 20 1,-1-7 513,7 45 927,23 122 144,-19-138-3333,-26-77-21518</inkml:trace>
</inkml:ink>
</file>

<file path=ppt/ink/ink12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7:01:28.985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1 206 1569,'0'0'9847,"23"-8"-8390,61-20 1072,109-20 0,245-6 2465,5 28-3370,-67 5-1572,-304 15-25,223-9 404,-297 40 1157,0-10-1086,-1 0-1,-1-1 1,-7 19 0,-8 27 660,5 12-769,4 1 0,-2 98 0,16 149 962,1-90-938,-32-267-417,23 30 0,1 1 0,-1-1 0,0 1 0,-1 0 0,0 0 0,0 0 0,0 0 0,0 1 0,-1 0 0,0 0 0,0 1 0,0-1 0,-1 1 0,1 1 0,-1-1 0,0 1 0,0 0 0,0 1 0,-11-3 0,-49-7-79,0 3-1,0 2 1,0 4 0,-70 5 0,39-1-5,-37 3 97,0 5 0,0 6 1,1 6-1,1 6 0,-133 45 1,231-58 13,25-10-7,0 0 1,0 0-1,-1-1 0,1 0 1,-19 2-1,28-5 12,2-1 74,0 0-103,0-1-1,0 1 1,0 0 0,0 0-1,0 0 1,0 0 0,0 1 0,1-1-1,-1 0 1,0 0 0,0 1 0,1-1-1,-1 0 1,1 1 0,-1 0-1,0-1 1,1 1 0,1-1 0,-2 1-305,-1-55-21140,0 27 10480</inkml:trace>
</inkml:ink>
</file>

<file path=ppt/ink/ink12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7:01:30.982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2535 1344 1072,'0'0'14615,"-6"-6"-13193,-21-22 1586,-56-43 0,42 41-2608,-2 2 1,-78-38-1,-370-154-242,188 87 127,90 23 463,86 42-547,-4-3-13,-126-57 318,187 99 84,2-2-1,1-3 1,-93-65 0,128 79-580,-1 2 0,0 1 0,-63-23 0,-28-13 795,122 52-677,2 1-81,-1 0 0,1 0 0,0 0-1,-1 0 1,1-1 0,0 1 0,-1 0 0,1 0 0,0-1-1,-1 1 1,1 0 0,0 0 0,0-1 0,-1 1 0,1 0-1,0-1 1,0 1 0,0 0 0,0-1 0,-1 1 0,1-1-1,0 1 1,0 0 0,0-1 0,0 1 0,0 0 0,0-1 0,0 1-1,0-1 1,0 1 0,0 0 0,0-1 0,0 1 0,0 0-1,0-1 1,0 1 0,1-1 0,-1-4 1151,1 3-1153,5 1-45,-1 1-104,-4 0-515,-1-22-27391</inkml:trace>
</inkml:ink>
</file>

<file path=ppt/ink/ink12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7:01:31.743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684 1 2305,'0'0'8460,"0"1"-7954,1 0 115,-1-1-1,1 1 0,-1-1 1,1 1-1,-1 0 0,0-1 1,0 1-1,1 0 0,-1-1 0,0 1 1,0 0-1,0-1 0,1 1 1,-1 0-1,0-1 0,0 1 1,0 0-1,0-1 0,0 1 0,-1 0 1,1 0-1,-7 3-451,0 0 1,0-1-1,0 0 1,-1-1-1,1 0 1,-1 0-1,1 0 0,-1-1 1,-8 0-1,-79 0 676,56-2-625,-432-1 3037,476 3-3210,0-1-1,0 1 1,0 0 0,0 1-1,0-1 1,-1 1-1,1 0 1,0 0-1,-1 1 1,1-1 0,-1 1-1,0 0 1,0 0-1,0 1 1,0-1 0,0 1-1,-1-1 1,0 1-1,0 1 1,3 4 0,1 0 48,-2 1-1,1 0 1,-1 0 0,-1 0 0,0 1 0,0 0 0,-1 0 0,2 15 0,0 0-95,2 0 0,0-1 0,18 41 0,12 41 0,-34-98 0,1 0 0,-1 0 0,2 0 0,-1-1 0,9 13 0,-12-45-3271,-1-8-1494</inkml:trace>
</inkml:ink>
</file>

<file path=ppt/ink/ink12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7:01:32.962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6 544,'0'0'8231,"7"-1"-6820,26-3 360,-31 3-1515,-1 2 0,0-1-1,1 0 1,-1 0-1,1 0 1,-1 1-1,0-1 1,1 1-1,-1-1 1,0 1-1,1-1 1,-1 1-1,0 0 1,0 0-1,0-1 1,1 1-1,-1 0 1,0 0-1,0 0 1,0 0-1,-1 0 1,1 1 0,0-1-1,0 0 1,-1 0-1,1 1 1,0-1-1,-1 0 1,1 1-1,-1-1 1,0 0-1,1 1 1,-1-1-1,0 1 1,0 1-1,7 11 4820,-7 43-3742,12 291 1866,-2-257-2843,14 101 326,-1-32-528,3 301-1,-26-621-8170,0 107 3522,0-20-3240</inkml:trace>
</inkml:ink>
</file>

<file path=ppt/ink/ink12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7:01:35.150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222 294 1969,'2'-2'12527,"9"-3"-11050,35-5 1208,59-21 1,-57 16-1541,53-10 1,90 0-156,292 0-1,-61 7-551,-95-10-42,665-47-301,546 41-258,-1048 50 227,-397-14-58,178-2 258,-272 0 23,-1 0 0,1 0 0,0 1 0,-1-1 0,1 1 0,0-1 0,-1 1 0,1-1 0,0 1 0,0 0 0,-1 0 0,1-1 0,0 1 1,0 0-1,0 0 0,-1 2 0,-1 1-113,0 0 1,1 0-1,-1 0 1,1 1 0,0-1-1,0 1 1,1-1-1,-2 6 1,-1 5-277,2-1 1,0 1-1,-1 22 1,-4 392 109,20-73-8,-13-352 0,2 362 0,-3-227 0,0-141 0,1 1 0,-1 0 0,0 0 0,0-1 0,1 1 0,-1 0 0,0 0 0,0 0 0,0 0 0,0 0 0,-1 0 0,1 0 0,0 0 0,0 1 0,0-1 0,-1 0 0,1 1 0,0-1 0,-1 1 0,1-1 0,-1 1 0,1 0 0,-2-1 0,-38-7 0,-39 0 0,0 4 0,-81 6 0,28 1 0,-314-2-1,-845-8-89,135 33-843,840-19 363,-45 4-117,-61 8 760,351-17-223,16 2 7,-90 19 0,36-3 199,27-13 79,-130-4 0,120-4 2148,208-6-3318,-27 5-6211,-30-12-1086</inkml:trace>
</inkml:ink>
</file>

<file path=ppt/ink/ink12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7:01:36.214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6 7075,'0'0'9767,"2"-3"-8817,-2 3-878,0 0-1,0 0 1,0 0-1,1 0 1,-1 0-1,0 0 1,0-1-1,0 1 1,0 0-1,0 0 1,0 0-1,0 0 1,0 0-1,0 0 1,0 0-1,1 0 1,-1-1-1,0 1 1,0 0-1,0 0 1,0 0-1,0 0 1,0 0-1,1 0 1,-1 0-1,0 0 1,0 0-1,0 0 1,0 0-1,0 0 1,1 0-1,-1 0 1,0 0-1,0 0 1,0 0-1,0 0 1,0 0-1,0 0 1,1 0-1,-1 0 1,0 0-1,0 0 1,0 0-1,0 0 1,0 0-1,0 1 1,1-1 0,-1 0-1,0 0 1,0 0-1,0 0 1,0 0-1,0 0 1,0 0-1,0 0 1,0 1-1,0-1 1,0 0-1,0 0 1,1 0-1,2 17 2590,-1 44-315,0 1-123,32 137-996,-15-100-508,-4 0-1,3 124 1,-18-158-719,-12 266 0,-10-33 0,23-308-280,0 0 0,0 0-1,1 0 1,1 0 0,0 1 0,0-1 0,6-12-1,40-69-5533,-31 59 2945,14-17-8296</inkml:trace>
</inkml:ink>
</file>

<file path=ppt/ink/ink12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7:01:37.332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50 25 5122,'0'0'16330,"3"13"-14088,-2-9-1938,11 48 1267,-8-6 3575,-42-46-3766,36-1-1365,0 1 0,1-1 1,-1 0-1,1 0 1,-1 0-1,1 0 0,-1 0 1,1 0-1,-1-1 0,1 1 1,0 0-1,0-1 0,0 1 1,0-1-1,0 1 1,0-1-1,0 0 0,0 1 1,1-1-1,-1 0 0,1 0 1,-1 1-1,1-1 0,-1-3 1,0 2 4,1 0 1,-1 0 0,0-1-1,1 1 1,0 0-1,0 0 1,0-1 0,0 1-1,1 0 1,-1 0-1,1-1 1,0 1-1,1-3 1,0 2-23,1 1-1,0 0 1,0 0-1,0 0 1,1 0-1,-1 1 1,0-1-1,1 1 1,0 0-1,0 0 1,-1 0-1,1 1 1,0-1-1,0 1 1,6-1-1,5-1-7,-1 1 0,1 0 0,19 1 0,-33 2 11,1-1 0,-1 1 1,1-1-1,-1 1 0,1 0 0,-1 0 1,0-1-1,1 1 0,-1 0 0,0 0 1,0 0-1,1 1 0,-1-1 0,0 0 1,0 0-1,0 1 0,0-1 0,-1 0 1,1 1-1,0-1 0,-1 1 0,1-1 1,0 1-1,-1-1 0,0 1 0,1-1 1,-1 1-1,0 0 0,0-1 0,0 1 1,0 2-1,0-2 1,1 1 0,-1 0 0,0-1 0,0 1 0,0-1 0,-1 1 0,1 0 0,0-1 0,-1 1 0,0-1 0,0 1 0,0-1 0,0 1 0,0-1 0,0 0 0,0 1 0,-1-1 0,1 0 0,-3 2 0,-1-1-2,0-1 0,-1 0 0,1 0 0,-1 0 0,0-1 0,1 0 0,-1 0 0,0 0 0,0-1 0,0 0 0,-9 0 0,4 0 0,11 0 0,-1-1 0,0 1 0,1 0 0,-1 0 0,1 0 0,-1 0 0,0 0 0,1-1 0,-1 1 0,1 0 0,-1 0 0,1-1 0,-1 1 0,1 0 0,-1-1 0,1 1 0,-1-1 0,1 1 0,0-1 0,-1 1 0,1-1 0,-1 1 0,1-1 0,0 1 0,0-1 0,-1 1 0,1-1 0,0 1 0,0-2 0,-1-24 0,1 21 0,1 0 0,0 0 0,0 1 0,0-1 0,1 1 0,0-1 0,0 1 0,3-6 0,-2 6 0,1 1 0,-1 1 0,1-1 0,0 0 0,-1 1 0,1 0 0,0 0 0,0 0 0,1 0 0,-1 1 0,0 0 0,1 0 0,-1 0 0,0 0 0,1 0 0,-1 1 0,6 0 0,-7 0 0,-1 0 0,0 0 0,0 1 0,0-1 0,0 1 0,0-1 0,0 1 0,0 0 0,0 0 0,0 0 0,0 0 0,0 0 0,0 0 0,0 0 0,-1 1 0,1-1 0,0 1 0,-1-1 0,0 1 0,1 0 0,-1-1 0,0 1 0,0 0 0,0 0 0,0 0 0,0 0 0,0 0 0,0 0 0,-1 0 0,1 0 0,-1 0 0,1 0 0,-1 1 0,0-1 0,0 0 0,0 2 0,0-1 0,0 0 0,0 1 0,0-1 0,0 0 0,0 0 0,-1 0 0,1 0 0,-1 0 0,0 0 0,0 0 0,0 0 0,0 0 0,-1 0 0,1-1 0,-1 1 0,0 0 0,-2 2 0,0-2 0,0-1 0,0 1 0,0-1 0,-1 0 0,1 0 0,-1-1 0,1 1 0,-1-1 0,0 0 0,-9 1 0,10-1 0,-1 0 0,1 0 0,-1-1 0,1 1 0,-1-1 0,0 0 0,1-1 0,-1 1 0,1-1 0,-6-1 0,8 1 0,1 0 0,-1 0 0,1 0 0,0-1 0,-1 1 0,1 0 0,0-1 0,0 1 0,0-1 0,0 0 0,0 1 0,0-1 0,0 0 0,1 1 0,-1-1 0,0 0 0,1 0 0,0 0 0,-1 0 0,1 1 0,0-1 0,0 0 0,0 0 0,0 0 0,1-3 0,-1 2 0,1 0 0,-1 0 0,1 0 0,0 0 0,0 0 0,0 0 0,0 0 0,0 1 0,1-1 0,-1 0 0,1 1 0,0-1 0,0 1 0,0-1 0,0 1 0,0 0 0,0 0 0,1 0 0,-1 0 0,0 1 0,1-1 0,0 1 0,-1-1 0,1 1 0,4-2 0,3 0 0,-1 0 0,0 0 0,1 0 0,0 2 0,0-1 0,18 0 0,-26 3 0,-1-1 0,0 1 0,1-1 0,-1 1 0,0 0 0,0-1 0,1 1 0,-1 0 0,0 0 0,0 0 0,0 0 0,0 0 0,0 0 0,0 0 0,0 0 0,0 1 0,-1-1 0,1 0 0,0 0 0,-1 1 0,1-1 0,-1 1 0,1-1 0,-1 0 0,0 1 0,0-1 0,0 1 0,1-1 0,-1 1 0,0-1 0,-1 0 0,1 1 0,-1 2 0,2-1 0,-1 1 0,-1-1 0,1 0 0,0 1 0,-1-1 0,0 0 0,0 1 0,0-1 0,0 0 0,0 0 0,-1 0 0,1 0 0,-1 0 0,0 0 0,-2 2 0,0-1-17,0-1 0,-1 0 0,1-1 0,-1 1 0,0-1 0,1 0 0,-1 0 0,0 0 0,0-1 0,0 1 0,0-1 0,-1-1 0,1 1 0,0-1 0,-9 0 0</inkml:trace>
</inkml:ink>
</file>

<file path=ppt/ink/ink12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7:01:42.052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1 6035,'2'0'14725,"3"9"-13504,-5 81 2266,0-71-7481,0 0-4546</inkml:trace>
</inkml:ink>
</file>

<file path=ppt/ink/ink12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7:01:42.804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131 1 2305,'0'0'8177,"-15"19"-6848,-46 63 95,56-74-1118,-1-1-1,2 1 0,-1 1 1,2-1-1,-1 1 0,1-1 1,0 1-1,0 0 1,1 0-1,-1 16 0,-2 6 386,2-16-441,0 0 0,2 0 0,-1 0-1,2 0 1,0 0 0,1 0 0,1 0-1,0 0 1,1-1 0,5 18 0,-6-26-198,0 0 0,1 0 1,0 0-1,0-1 1,0 1-1,0-1 0,1 0 1,0 0-1,0 0 1,0 0-1,1-1 0,-1 0 1,1 0-1,0 0 0,0 0 1,1-1-1,-1 0 1,1 0-1,0 0 0,-1-1 1,1 0-1,0 0 1,0 0-1,1-1 0,-1 0 1,11 1-1,-10-2-29,0 1 0,0-1 0,1-1 0,-1 1-1,0-1 1,0 0 0,0-1 0,0 0 0,0 0 0,0 0 0,-1-1-1,14-7 1,-16 6 4,1 1 0,-1-1 1,0 0-1,0-1 0,0 1 0,-1-1 0,1 0 0,-1 0 0,-1 0 0,1 0 0,0 0 0,-1 0 0,0-1 1,-1 0-1,1 1 0,1-12 0,5-40 1275,-2 0 0,-1-60 0,-5 115-1220,-1 0 1,1 0 0,-1 1 0,1-1 0,-1 0 0,0 1-1,1-1 1,-1 1 0,0-1 0,0 1 0,0-1 0,0 1-1,0-1 1,-1 1 0,1 0 0,0 0 0,-1 0-1,1 0 1,-1 0 0,1 0 0,-3-1 0,-44-20 58,23 12-706,21 8-33,-13-7-1261,4 4-7527,2 3 1916</inkml:trace>
</inkml:ink>
</file>

<file path=ppt/ink/ink12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7:02:39.243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0 61 1665,'2'0'10993,"4"0"-7933,27 0-2640,-21-1-106,1 0 0,-1-2 0,1 1 0,12-5 0,35-6 336,417 6-252,-270 10-345,423-22-117,100 12 95,-418 10-62,224-3 1,-343-1-299,-1 0 4799,-191 1-4070,4 0 80,-12 0-7328,-3-1 877,2-3-1264</inkml:trace>
</inkml:ink>
</file>

<file path=ppt/ink/ink12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7:02:40.506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170 11 3506,'0'0'17117,"6"-11"-13374,-1 13-3552,0 0-1,0 0 1,0 0 0,0 1 0,-1 0 0,0 0-1,1 0 1,-1 0 0,4 5 0,10 6 443,-3-4-388,-1 0 0,-1 1 0,1 0-1,-2 1 1,1 0 0,-2 1 0,12 17 0,30 28 319,-53-57-546,1-1 0,-1 1-1,0 0 1,0 0 0,0-1-1,0 1 1,0 0 0,0-1 0,0 1-1,0 0 1,0 0 0,0-1-1,-1 1 1,1 0 0,0 0-1,0-1 1,-1 1 0,1 0 0,0-1-1,-1 1 1,1-1 0,-1 1-1,1 0 1,-1-1 0,1 1 0,-1-1-1,1 1 1,-1-1 0,1 1-1,-1-1 1,0 0 0,1 1-1,-1-1 1,0 0 0,1 0 0,-1 1-1,0-1 1,-1 0 0,-43 23-167,24-13 217,-30 18-48,0 3 1,2 2-1,-49 44 0,96-76-12,1 1 0,0 0-1,0 0 1,0 0-1,0-1 1,0 1-1,1 0 1,-1 0-1,0 0 1,1 0-1,0 1 1,-1-1-1,1 0 1,0 0-1,0 0 1,0 2-1,1-2 3,-1 0-1,0 0 1,0-1-1,0 1 1,0 0-1,-1 0 1,1-1-1,0 1 1,-1 0-1,1-1 1,-1 1-1,0 0 1,1-1-1,-1 1 1,0-1-1,0 1 1,0-1-1,0 1 1,-2 1-1,-3 2 480,-6 2-3287,11-6 2480,0-1 0,0 0-1,0 0 1,0 0 0,0 0 0,0 0 0,0-1 0,0 1 0,1 0 0,-1 0 0,0-1-1,0 1 1,0 0 0,0-1 0,0 1 0,1-1 0,-1 1 0,0-1 0,0 1-1,1-1 1,-1 0 0,0 1 0,1-1 0,-1 0 0,0 1 0,1-1 0,-1 0-1,0-1 1,-18-28-8785</inkml:trace>
</inkml:ink>
</file>

<file path=ppt/ink/ink12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7:02:41.379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1 45 6131,'0'0'10954,"10"-7"-10188,33-20-185,-40 26-480,1-1 1,0 0-1,0 1 0,0 0 0,0 0 0,0 0 0,0 1 0,0-1 0,1 1 0,-1 0 0,0 0 0,0 0 0,7 2 0,8 0 173,-18-2-272,0 1 1,-1-1-1,1 1 0,0-1 0,-1 1 1,1 0-1,-1 0 0,1-1 0,-1 1 0,1 0 1,-1 0-1,1-1 0,-1 1 0,0 0 1,0 0-1,1 0 0,-1 0 0,0 0 0,0 0 1,0-1-1,0 1 0,0 0 0,0 0 1,0 0-1,0 0 0,0 0 0,0 0 1,-1 0-1,0 1 0,-7 31 174,-20-4 35,23-26-194,1 1-1,0-1 1,0 1 0,1 0 0,-1 0-1,-3 6 1,6-6 45,1-3-33,28 4-69,-25-4 12,-1 1 0,1 0 0,-1-1 1,0 1-1,0 0 0,0 0 0,0 0 0,0 0 0,0 1 1,-1-1-1,1 1 0,-1-1 0,1 1 0,-1-1 1,0 1-1,0 0 0,0-1 0,0 1 0,-1 0 0,1 0 1,-1 0-1,0-1 0,1 1 0,-1 0 0,-1 0 0,1 0 1,-1 3-1,1-4 41,-1 0 1,1-1 0,0 1-1,-1-1 1,0 1 0,1-1 0,-1 1-1,0-1 1,0 0 0,0 1-1,0-1 1,0 0 0,0 0-1,0 0 1,0 0 0,-1 0-1,1 0 1,0 0 0,-1 0-1,1 0 1,0 0 0,-1-1-1,1 1 1,-1-1 0,1 1-1,-1-1 1,0 1 0,1-1-1,-1 0 1,-2 0 0,-58 3 1857,53-3-1074,-4 0-162,12 0-654</inkml:trace>
</inkml:ink>
</file>

<file path=ppt/ink/ink12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7:02:42.184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230 1 1809,'0'0'7777,"-15"0"-6860,-52 1 17,63-1-794,1 0-1,-1 1 0,0 0 1,1 0-1,-1 0 0,0 0 1,1 1-1,0-1 0,-1 1 1,1 0-1,0 0 0,0 0 1,0 0-1,0 0 0,0 1 1,0-1-1,-2 5 0,-2 1 240,2 1 0,-1 0 0,1 0 0,-5 13 0,5-10-212,-5 10 7,2 2 0,0-1 0,2 1 0,1 0 0,0 0 0,2 1 0,1 0 0,1 31 0,2-52-173,0 0 0,0 0 0,0 0 0,1 0 0,0 0 0,0-1 0,0 1-1,0-1 1,0 1 0,1-1 0,-1 1 0,1-1 0,0 0 0,0 0 0,0-1-1,0 1 1,1-1 0,-1 1 0,1-1 0,4 2 0,12 7 51,-1-1 1,29 10-1,-29-14 133,0-1-1,0-1 1,1 0-1,-1-1 0,1-2 1,-1 0-1,1 0 1,22-4-1,-37 2-154,0 1-1,0-1 1,0-1-1,0 1 1,-1-1 0,1 0-1,0 0 1,-1 0 0,1-1-1,-1 1 1,0-1 0,0 0-1,0 0 1,0-1 0,5-5-1,-4 2 36,1 0-1,-2-1 1,1 1-1,-1-1 1,0 0-1,-1 0 0,1-1 1,1-9-1,1-12 419,-1 0 0,-1 0 0,-2 0-1,-1-31 1,0 51-253,-1 0-1,-1 0 0,0 0 1,0 0-1,-1 0 0,0 0 1,-1 1-1,-4-12 0,5 17-123,-1 0-1,1 0 1,-1 0-1,0 0 1,-1 0-1,1 0 1,-1 1-1,1 0 1,-1 0-1,0 0 1,-1 0-1,1 0 1,0 1-1,-1 0 1,1 0-1,-1 0 1,1 0-1,-10-1 1,3 1 14,0 1 0,0 0 0,-21 1 0,18 0-88,13 0-77,21 3-9258,-6-2 1998</inkml:trace>
</inkml:ink>
</file>

<file path=ppt/ink/ink12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7:00:25.03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38 4210,'0'0'11152,"1"-9"-9485,5-19 2821,-6 70 628,0-3-5865,-1 79 2483,-2-11-733,6 0-1,25 179 0,-20-246-1555,-3 1-1,2 71 0,-7-123-9265,0-15 4243,0-8-1972</inkml:trace>
</inkml:ink>
</file>

<file path=ppt/ink/ink12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7:00:26.27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66 346 3474,'0'0'6266,"19"-1"-4673,47-1-480,244-16 3369,46-39-2011,121-16-2021,465 7-428,4 50 967,-566 12-633,667-95 1,-1026 97-211,-17 2 9,0 0 1,0 0-1,0 0 0,0-1 1,-1 0-1,1 0 0,0 0 1,6-3-1,-11 18 3907,4 52-1910,10 50-1435,-3 223 0,-8-100-481,10-12-133,4 158 138,-16-384-225,-2-4 0,-11-8-179,0 1 0,-1 0 1,0 1-1,0 0 0,-1 1 0,0 0 0,-1 2 1,1 0-1,-1 0 0,0 1 0,-27-3 1,-22-2-1043,-110-1 0,123 10 777,-979-7-5921,597 10 6271,-1949-2 4778,2367 0-4669,-60 4 144,71-3-86,0 0 0,0 0 0,0 0 0,0 1 0,0-1 0,0 1 0,1 1 0,-1-1 0,1 1 0,-1-1 1,1 1-1,-5 5 0,6-6 107,0 1-1,0-1 1,0 0 0,0-1 0,0 1 0,-1 0 0,1-1 0,0 0 0,-1 0 0,1 0 0,-1 0-1,0 0 1,-6-1 0,9 0 586,-4 3-780,1-1 0,0 1-1,-1-1 1,1-1 0,-1 1 0,0-1 0,-5 2 0,4-2-14,-68 26-545,29-7-3793</inkml:trace>
</inkml:ink>
</file>

<file path=ppt/ink/ink12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7:00:27.28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0 125 5330,'0'0'7831,"6"-4"-7002,0 0-616,0 0-1,0-1 0,0 0 0,-1 0 0,1 0 1,-1-1-1,0 0 0,-1 0 0,0 0 1,5-8-1,0-1 82,9-24 4828,-18 44-4191,-8 219 4241,2-122-3576,4-1-1,18 159 1,2-138-1528,5 182 0,-17-182-68,-5-113-8,2-9-192,0-15-627,-2 2-590,0 0 1,1 0-1,0 1 0,1-1 1,1 0-1,0 1 0,0 0 1,9-16-1,7-21-6792</inkml:trace>
</inkml:ink>
</file>

<file path=ppt/ink/ink12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7:00:39.54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5907,'0'0'14598,"0"18"-12605,0 332 4178,0-103-7561,0-297-15575,0 11 10781</inkml:trace>
</inkml:ink>
</file>

<file path=ppt/ink/ink12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7:00:40.47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333 72 6531,'0'0'10138,"24"-4"-8553,-4 1-1266,418-53 5287,247 47-3677,-497 20 1593,-187-10-3351,0 0 1,-1 0 0,1 0 0,0 0 0,-1 0 0,1 1-1,-1-1 1,1 0 0,-1 0 0,1 0 0,-1 1-1,0-1 1,1 0 0,-1 0 0,0 1 0,0-1 0,0 0-1,0 1 1,-1 1 0,1 42-740,0-33 837,-5 159-269,4 122 0,13-213 0,-140-104 0,31 17-186,-103 6-1,86 2 13,-34 4 240,-273 44 0,-140 74 349,529-115-415,32-8 0,0 0 0,1 0 0,-1 0 0,0 0 0,0 0 0,0 0 0,0 0 0,0 0 0,0 0 0,0 0 0,0 0 0,0 0 0,0 0 0,0 0 0,1 0 0,-1 1 0,0-1 0,0 0 0,0 0 0,0 0 0,0 0 0,0 0 0,0 0 0,0 0 0,0 0 0,0 0 0,0 0 0,0 1 0,0-1 0,0 0 0,0 0 0,0 0 0,0 0 0,0 0 0,0 0 0,0 0 0,0 0 0,0 0 0,0 0 0,0 1 0,0-1 0,0 0 0,0 0 0,0 0 0,0 0 0,0 0 0,0 0 0,0 0 0,-1 0 0,12 2 0,0-3-179,0 0 1,1-1-1,-1 0 1,0-1-1,0 0 0,0-1 1,0 0-1,15-9 0,27-24-4378,-48 33 3155,0-1 0,0 0-1,0-1 1,-1 1 0,0-1 0,5-9-1,6-21-9636</inkml:trace>
</inkml:ink>
</file>

<file path=ppt/ink/ink12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7:00:41.50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0 261 7235,'0'0'12881,"8"-4"-11790,-3 1-907,0 1 1,0-1-1,0 1 0,1 0 1,-1 1-1,0-1 0,7 0 0,-9 2-106,-1 0-1,1 0 0,-1 0 0,1 1 0,-1-1 0,1 1 0,-1-1 0,0 1 0,1 0 0,-1 0 0,0 0 0,1 0 0,-1 0 0,0 1 0,0-1 0,0 0 0,0 1 0,0 0 0,0 0 0,0-1 0,2 5 1,4 5 76,-1 1 0,0 0 0,0 0 0,-1 1 1,-1 0-1,0 0 0,-1 0 0,0 0 0,-1 1 1,0 0-1,-2-1 0,1 1 0,-2 0 0,0 17 1,0-30-75,-6-27 168,1-35-396,2-77-1,3 95-160,0 41 281,0-1 0,0 1 1,0-1-1,1 1 0,-1-1 0,0 1 0,1-1 0,0 1 1,0 0-1,0-1 0,0 1 0,0 0 0,3-5 0,-3 6 1,0 0-1,0 0 0,0 0 0,0 0 0,0 1 1,1-1-1,-1 0 0,0 0 0,1 1 0,-1-1 1,0 1-1,1-1 0,-1 1 0,1 0 0,-1-1 0,1 1 1,2 0-1,5 1-123,0 0 0,-1 1 0,1 0 0,0 0 0,0 1 0,10 5 0,10 3-220,-2-6 102,0 0 1,0-1 0,1-2-1,-1-1 1,1-1 0,42-6 0,-55 4 187,0-1 0,-1-1 0,1 0 1,-1-1-1,0 0 0,0-1 0,0-1 1,14-10-1,-22 14 107,-1-1 0,0 0 0,1 0 0,-2 0 0,1 0 0,0-1 0,-1 0 0,0 0 0,0 0 0,-1-1 0,1 1 0,-1-1-1,0 0 1,-1 0 0,1 0 0,-1 0 0,0 0 0,-1-1 0,0 1 0,2-13 0,-4 18 54,1 0 0,0 0 0,0 0 0,0 0 0,0 0 0,-1 1 0,1-1-1,0 0 1,-1 0 0,1 0 0,-1 0 0,1 1 0,-1-1 0,1 0 0,-1 0 0,1 1 0,-1-1 0,0 1 0,1-1-1,-1 0 1,0 1 0,0-1 0,1 1 0,-3-1 0,-28-6 1038,22 6-919,0 1 0,1 1 1,-1 0-1,1 0 0,-13 3 0,13 0-97,-1 1 1,1-1-1,0 2 0,0-1 0,1 1 0,-1 0 0,1 0 0,1 1 0,-1 0 0,1 0 0,0 1 0,1 0 0,0 0 0,0 0 1,1 0-1,0 1 0,0 0 0,1-1 0,0 2 0,1-1 0,0 0 0,-2 13 0,4-16-127,0-1-1,0 0 0,0 1 1,1-1-1,-1 0 1,1 1-1,1-1 0,-1 0 1,1 0-1,0 0 1,0 0-1,0 0 0,0-1 1,1 1-1,0 0 1,0-1-1,0 0 0,1 0 1,0 0-1,-1 0 1,1-1-1,0 1 1,1-1-1,-1 0 0,1 0 1,4 2-1,0-1-480,1-1 0,-1 0 0,1 0 0,0-1 0,-1-1 0,1 1 0,0-2 0,14 1 0,45-9-5771,-16-10-825</inkml:trace>
</inkml:ink>
</file>

<file path=ppt/ink/ink12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7:00:41.91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177 0 4514,'0'0'17774,"-11"0"-15915,4 0-1599,1 0 0,-1 1 0,0 0 0,1 0 0,0 1 0,-1 0 0,1 0 0,0 0 0,0 1 1,0 0-1,0 0 0,0 0 0,0 1 0,1 0 0,0 0 0,0 0 0,0 1 0,-4 5 0,4-5-114,0 0 0,1 0 0,-1 1 0,1 0 0,1 0 0,-1 0 0,1 0 0,0 0 0,1 1 0,-1-1 0,1 1 0,1 0 0,-1 0 0,1-1 0,0 1 1,1 0-1,-1 0 0,2 10 0,0-16-146,0 1 1,0-1-1,-1 0 1,1 1-1,1-1 1,-1 0-1,0 1 1,0-1-1,0 0 1,1 0-1,-1 0 1,0 0-1,1 0 1,-1 0-1,1-1 1,-1 1-1,1 0 1,0-1-1,-1 1 1,1-1-1,-1 0 1,1 1-1,0-1 1,0 0-1,-1 0 1,1 0-1,0 0 1,2-1-1,54-3-89,-48-1-29,0 0 0,0 0 0,0-1 1,-1-1-1,1 0 0,-2 0 0,1-1 0,-1 0 0,0 0 1,-1-1-1,9-11 0,-14 16 164,0 0 1,0 1-1,0-1 1,-1 0-1,0 0 1,1 0-1,-1 0 1,-1 0-1,1-1 1,0 1-1,-1 0 1,0 0-1,-1-7 1,1 5 1394,-6 49-1140,5-38-331,1-1 0,0 1 0,1-1 0,-1 1 0,1-1 0,0 1 0,0-1 0,0 1 0,1-1 0,-1 0 0,1 1 0,0-1 0,0 0 0,4 5 0,-3-7-298,0 1-1,0-1 1,0 0-1,0 0 1,0 0-1,1 0 1,-1 0-1,0-1 1,1 0-1,0 1 1,-1-1-1,1-1 1,0 1-1,-1 0 1,1-1-1,0 0 1,0 0-1,4 0 1,-5 0-48,3 0-825,0 0 0,0 0 0,0 0 0,0-1 1,0 0-1,0 0 0,0-1 0,9-3 0,19-19-8617</inkml:trace>
</inkml:ink>
</file>

<file path=ppt/ink/ink12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7:00:42.18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28 152 11157,'0'0'9420,"-4"20"-7237,0 1-1713,-3 15 1165,1 0-1,0 40 0,6-76-1410,0-11 454,0-3-625,-1-24 230,10-78 1,-7 104-493,0 1 0,1 0 1,0 0-1,1 1 0,0-1 1,1 1-1,0 0 1,0 0-1,1 0 0,1 1 1,11-14-1,-16 21-62,-1 0-1,1 0 0,0 0 1,1 0-1,-1 1 1,0-1-1,0 1 1,1-1-1,-1 1 0,1 0 1,-1 0-1,1 0 1,2-1-1,24 1-5813,-9 1-1399</inkml:trace>
</inkml:ink>
</file>

<file path=ppt/ink/ink12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7:00:15.72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54 1 592,'0'2'23463,"0"24"-22325,0 64 1367,-20 141 0,13-184-3529,0 62-1,0-99-3682,-6-29-18260</inkml:trace>
</inkml:ink>
</file>

<file path=ppt/ink/ink12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7:00:16.73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160 169 5234,'0'0'10619,"0"-3"-9814,0 1-702,1 0 0,0 1 0,-1-1 0,1 1 0,0-1-1,0 1 1,0-1 0,0 1 0,0 0 0,1 0 0,-1-1 0,0 1-1,1 0 1,-1 0 0,1 0 0,-1 0 0,1 1 0,-1-1 0,1 0-1,-1 1 1,1-1 0,0 1 0,-1-1 0,1 1 0,0 0 0,0-1-1,-1 1 1,4 0 0,74-4 1202,-48 3-742,508-60 1866,-268 25-2282,276 0 0,-512 36 1546,67 9 0,-61 3 2210,-28-6-3711,-12 29 78,-4 22-191,-20 111 1,17-131-50,-2 16-27,5-28 0,-1 1-1,-1-1 1,-1 0 0,-10 25-1,16-50-1,0 1 0,0-1 0,0 1 1,0-1-1,0 0 0,-1 1 0,1-1 0,0 1 0,0-1 0,0 0 0,-1 1 0,1-1 1,0 0-1,0 0 0,-1 1 0,1-1 0,0 0 0,-1 1 0,1-1 0,0 0 0,-1 0 1,1 0-1,0 1 0,-1-1 0,1 0 0,-1 0 0,1 0 0,0 0 0,-1 0 1,1 0-1,-1 0 0,1 0 0,0 0 0,-1 0 0,1 0 0,-1 0 0,1 0 0,0 0 1,-1 0-1,1 0 0,-1 0 0,-16-15-46,-1 0-37,1 9-7,-1 2-1,1 0 1,0 1-1,-1 1 1,0 0 0,0 1-1,0 1 1,-18 3 0,-14-2-86,-356 25-748,0 30 805,235-30 132,-350 50 799,514-75-777,8-1 5,20 0-21,-19 0-2,-11-3-2758,9 3 2598,-1 0 0,1 1 1,0-1-1,-1 0 0,1 0 0,-1 0 1,1 0-1,0 0 0,-1 0 0,1 0 1,0 0-1,-1-1 0,1 1 0,-1 0 1,1 0-1,0 0 0,-1 0 0,1 0 1,0-1-1,-1 1 0,1 0 0,0 0 1,-1 0-1,1-1 0,0 1 0,-1 0 1,1-1-1,0 1 0,0 0 0,-1-1 1,1 1-1,0 0 0,0-1 0,0 1 1,0 0-1,-1-1 0,1 1 0,0 0 1,0-1-1,0 1 0,0-1 0,0 1 1,0 0-1,0-1 0,0 1 0,0-1 1,0 1-1,0 0 0,0-1 0,0 1 1,1-1-1,-1-17-5778,0-6-2452</inkml:trace>
</inkml:ink>
</file>

<file path=ppt/ink/ink12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7:00:17.26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386 229 3554,'0'0'11850,"9"-21"-10139,27-64-266,-34 81-1207,0 0 0,-1 0-1,1 0 1,-1-1 0,0 1-1,-1 0 1,1-1 0,-1 1-1,0 0 1,0-1-1,0 1 1,0-1 0,-1 1-1,0 0 1,0-1 0,-2-5-1,2 7-140,-1 1 0,0-1 0,0 1 0,0-1 0,0 1 0,0 0 0,0-1 0,-1 1 0,1 0 0,-1 1 0,0-1 0,1 0 0,-1 1 0,0 0 0,0-1 0,0 1 0,-4-1 0,-7-1 19,-1 1 1,-1 0 0,1 2 0,0-1 0,0 2 0,-26 3 0,34-3-58,0 0 1,0 1 0,0 0-1,0 0 1,0 0 0,0 1 0,0 0-1,1 1 1,-1-1 0,1 1-1,0 1 1,0-1 0,-8 9 0,6-4 38,0 0-1,1 0 1,0 1 0,1 0 0,0 1 0,0-1 0,-6 20 0,2 3 187,1 0 1,2 0-1,1 0 1,-3 68-1,7 259 696,3-195-4072,-1-165 2961,0 1 0,0-1 0,0 0 0,0 1 0,0-1 0,0 1 0,0-1 0,0 0 0,0 1 0,0-1 0,0 1 0,0-1 0,-1 0 0,1 1 0,0-1 0,0 0 0,0 1 0,-1-1 0,1 0 1,0 1-1,-1-1 0,1 0 0,0 1 0,0-1 0,-1 0 0,1 0 0,-1 0 0,1 1 0,0-1 0,-1 0 0,1 0 0,0 0 0,-1 0 0,1 0 0,-1 1 0,1-1 0,0 0 0,-1 0 0,1 0 0,-1 0 0,1 0 0,0 0 0,-1-1 0,1 1 0,-1 0 0,1 0 0,-1 0 0,-1-1-664,0 1 0,1-1 1,-1 0-1,1 0 0,-1 0 0,0 0 0,1 0 0,-1 0 0,1 0 0,0 0 0,-1-1 0,-1-1 0,-16-28-7754</inkml:trace>
</inkml:ink>
</file>

<file path=ppt/ink/ink12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7:00:17.68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0 231 7684,'0'0'7830,"24"3"-3319,20 2-3108,23 2 901,1 3-1,113 31 0,-179-40-2297,1-1 0,-1 1 0,0 0 0,1 0 0,-1 0 0,0 1 0,0-1 0,0 0 0,0 1-1,0-1 1,0 1 0,0 0 0,-1 0 0,1 0 0,0 0 0,-1 0 0,0 0 0,1 0 0,-1 0 0,0 0-1,0 1 1,0-1 0,-1 0 0,1 1 0,0-1 0,-1 1 0,0-1 0,1 5 0,-2 2 120,-1 0-1,1-1 1,-1 1 0,-1 0 0,0-1 0,-5 12 0,1-2 443,7-47 1381,0 16-1921,-1 0 0,2 0 0,-1 0 0,2 0 0,4-19 0,5 2-53,2 1 1,1 1-1,1 0 0,36-48 0,-35 56-1003,1 1-1,1 0 1,35-27-1,-50 43 469,0 1-1,0 0 0,0 0 0,0 0 0,1 0 0,-1 1 0,1-1 1,0 1-1,6-2 0,12 2-12109,-10 1 3081</inkml:trace>
</inkml:ink>
</file>

<file path=ppt/ink/ink12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7:00:18.42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105 120 3185,'0'0'23427,"-16"12"-21677,-47 42-429,60-52-1264,1 0 1,0 0 0,0 0-1,0 1 1,1-1-1,-1 1 1,0-1-1,1 1 1,0-1 0,-1 1-1,1 0 1,0 0-1,0-1 1,1 1-1,-1 0 1,1 0 0,-1 0-1,1 0 1,0 0-1,0 0 1,0 0-1,1 5 1,0 4-5,-1-10-49,1 0 0,-1 0 0,1 0 0,0 1 0,-1-1 0,1 0 0,0 0 1,0 0-1,0 0 0,0 0 0,1 0 0,-1-1 0,1 1 0,-1 0 0,1-1 1,-1 1-1,1-1 0,0 1 0,0-1 0,-1 0 0,1 0 0,0 0 0,0 0 1,0 0-1,1 0 0,-1 0 0,0-1 0,0 1 0,0-1 0,4 1 0,-3-1-70,-1 1 0,1-1 0,0 1-1,0-1 1,0 0 0,0 0 0,0 0 0,0-1-1,0 1 1,0-1 0,-1 1 0,1-1-1,0 0 1,0 0 0,-1 0 0,1-1 0,0 1-1,-1-1 1,0 1 0,1-1 0,-1 0-1,4-4 1,-2 0-192,-1 0 0,0-1 0,0 1 0,0-1 0,-1 0 0,0 0 0,-1 0 0,1 0-1,-1 0 1,-1 0 0,1 0 0,-1-1 0,-2-10 0,1 8 156,-1-1 0,0 1 0,0 0 1,-1 1-1,-1-1 0,1 0 0,-2 1 0,-8-16 0,9 20 99,1 0 0,0 0 0,0-1 1,0 0-1,0 1 0,1-1 0,0 0 0,0 0 0,1 0 0,-1-10 0,4 15-1,1 0 0,-1 0 0,1 0-1,0 0 1,-1 1 0,1-1 0,0 1 0,0 0-1,0 0 1,-1 0 0,1 0 0,0 0 0,3 1-1,1-1-8,13 0-13,-1 0 1,0 2-1,0 0 0,26 7 0,-41-9 26,0 1 0,0 0 0,-1 0-1,1 1 1,-1-1 0,1 1 0,-1 0-1,0 0 1,0 0 0,0 0 0,0 0-1,0 1 1,0-1 0,0 1 0,-1 0-1,1 0 1,-1 0 0,0 0 0,0 0-1,0 0 1,0 1 0,-1-1 0,1 1 0,-1-1-1,0 1 1,0-1 0,0 1 0,0 0-1,-1 7 1,0-4 115,0 0 1,-1-1-1,0 1 0,0 0 1,-1 0-1,-2 7 0,3-11-2,0-1 0,0 1-1,0-1 1,-1 1 0,1-1-1,-1 0 1,1 1 0,-1-1-1,0 0 1,0 0 0,0 0-1,0-1 1,0 1 0,0 0-1,0-1 1,-1 1 0,1-1-1,-4 2 1,5-3 26,3-9-43,3 1-229,0 0 0,1 0 1,0 1-1,0 0 0,1 0 0,-1 1 0,2 0 1,-1 0-1,1 0 0,9-5 0,10-5-665,53-22-1,-80 37 863,1 1 0,-1 0-1,0 0 1,1 0-1,-1 0 1,1-1-1,-1 1 1,1 0 0,-1 0-1,1 0 1,-1 0-1,1 0 1,-1 0-1,1 0 1,-1 0 0,1 0-1,-1 1 1,1-1-1,-1 0 1,1 0 0,-1 0-1,1 0 1,-1 1-1,1-1 1,-1 0-1,0 1 1,1-1 0,-1 0-1,0 1 1,1-1-1,-1 1 1,7 19 1734,-7 38 710,-1-37-2013,1-21-618</inkml:trace>
</inkml:ink>
</file>

<file path=ppt/ink/ink12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7:00:18.76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89 0 7459,'0'0'18745,"-4"26"-16341,2-7-1873,-3 21 559,-2 0 0,-15 47 1,10-44-1054,1 0 0,2 1 1,2 0-1,-2 78 0,23-125-5188,11-20-339,-10 2-1061,5-13-8501</inkml:trace>
</inkml:ink>
</file>

<file path=ppt/ink/ink12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7:00:18.95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13206,'0'0'13974,"170"41"-13173,-109-41-801,-14 5-16,-13-1-2209,-14-2-2689,-6-2-657</inkml:trace>
</inkml:ink>
</file>

<file path=ppt/ink/ink12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7:00:46.19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1 435 3362,'0'0'6277,"4"-4"-5087,13-7-188,-13 9 5,1 0 1,-1 1-1,1 0 0,-1 0 1,1 0-1,-1 1 0,1-1 1,-1 1-1,7 1 1,12 2-524,15 1-280,1 0 0,1-3 0,-1-1 1,75-10-1,155-45 1067,-114 20-981,1020-112-204,-553 101-48,644-56 807,-1046 89 431,21-2 916,-240 16-2045,0-1 1,-1 1-1,1 0 0,0 0 0,-1 0 0,1-1 1,0 1-1,-1 0 0,1 0 0,-1 0 1,0 0-1,1 0 0,-1 0 0,0 0 0,1 0 1,-1 0-1,0 0 0,0 0 0,0 0 1,0 0-1,0 0 0,0 1 0,0-1 1,-1 1-1,1 41-760,0-31 904,0 633-291,-20-420 0,13-86 0,7-149 637,-1-11-3845,1 21 2776,0-1 0,-1 0 1,1 0-1,0 1 0,-1-1 1,1 0-1,-1 1 0,1-1 1,0 0-1,-1 1 1,0-1-1,1 1 0,-1-1 1,1 1-1,-1-1 0,0 1 1,1-1-1,-1 1 0,0 0 1,1-1-1,-1 1 1,-1 0-1,-11-5-10344</inkml:trace>
</inkml:ink>
</file>

<file path=ppt/ink/ink12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7:00:46.69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6547,'0'0'12552,"0"5"-7630,1 18-2776,2-17-1629,-1 1 0,1 0-1,1-1 1,-1 0 0,1 0 0,0 0 0,1 0 0,-1 0 0,1-1 0,7 6 0,-2-1-334,1-2 0,0 1-1,0-1 1,18 9 0,112 52-183,-140-68-23,0-1 11,-1 0 1,1 1-1,0-1 0,0 1 0,0-1 1,-1 1-1,1-1 0,0 1 1,0 0-1,-1-1 0,1 1 0,-1 0 1,1-1-1,0 1 0,-1 0 1,0 0-1,1 0 0,-1 0 0,1-1 1,-1 1-1,0 0 0,0 0 1,1 1-1,12-16-11076,-6-5 2455</inkml:trace>
</inkml:ink>
</file>

<file path=ppt/ink/ink12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7:00:47.22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366 0 5683,'0'0'16757,"-9"0"-15418,2 1-752,0 0-1,0 0 1,0 0-1,0 1 1,1 0 0,-1 0-1,0 1 1,1 0 0,-1 0-1,1 0 1,0 1-1,0 0 1,-7 6 0,-9 9-189,-38 43 1,34-33-421,5-6 22,-24 38 0,30-38 0,-39 41 0,40-37 0,53-26 0,-12-15-291</inkml:trace>
</inkml:ink>
</file>

<file path=ppt/ink/ink12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7:00:51.66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1852 3121,'0'0'2916,"1"-4"-2057,17-44 5206,2-5-5217,42-60-757,121-123-21,-41 57-130,60-111-294,17-8 311,-139 191-336,37-41 138,59-83 279,-165 212 120,2 1 0,0 1 0,1 0-1,0 1 1,2 1 0,29-25 0,-44 38 1076</inkml:trace>
</inkml:ink>
</file>

<file path=ppt/ink/ink12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7:00:52.30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4 179 5330,'0'0'7390,"-1"-5"-6429,1 5-869,-1-1 1,1 0-1,0 0 1,-1 0-1,1 0 0,0 1 1,0-1-1,0 0 1,0 0-1,0 0 0,0 0 1,0 0-1,0 1 1,0-1-1,0 0 0,1 0 1,-1 0-1,0 0 1,0 1-1,1-1 0,-1 0 1,1 0-1,-1 0 1,1 1-1,-1-1 0,1 0 1,-1 1-1,1-1 1,1-1-1,29-2 3391,-13 3-3637,14-4 687,-1-1-1,0-1 1,0-2-1,0-1 1,-2-1-1,36-19 0,-30 10-44,-26 13-315,0 2 1,0-1 0,0 1 0,1 1 0,0 0 0,0 0-1,0 1 1,20-4 0,-28 7 1840,-3 35-1283,-6 9-324,-1-2 331,-3 84 1,11 168-878,1-294-184,-1 0 0,1 0 0,-1 0 0,1 0 0,0 0 0,-1 0 0,1 0 0,-1 0 0,1 0 0,0-1 0,-1 1 0,1 0 0,-1 0 0,1 0 0,-1-1 0,1 1 0,-1 0 0,1-1 0,-1 1 0,1-1 0,-1 1 0,1 0 0,-1-1 0,0 1 0,1-1 0,-1 1 0,1-2 0,11-22-6109,2-11-3133</inkml:trace>
</inkml:ink>
</file>

<file path=ppt/ink/ink12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7:00:53.19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 0 176,'0'0'12072,"0"8"-9353,0 90 1198,-1 38-584,17 142 0,10 355-847,-26-624-2466,7 405 1023,-7-414-1158,0-17-1099,-10-66-4815,0 20-1257,9 16 226</inkml:trace>
</inkml:ink>
</file>

<file path=ppt/ink/ink12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7:00:54.78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0 199 304,'0'0'12451,"29"1"-8465,31 7-1847,1-3 0,97-3 0,127-25-1671,-152 10-22,166-11-182,516-56-274,-539 44 350,351-2 0,-600 38 2712,-40 18-2105,5-10-820,1 1-1,0-1 0,0 1 1,1 0-1,0 1 1,0-1-1,-7 20 1,-21 78 236,26-80-220,-18 88 233,5 0 1,-11 197-1,4-21 229,-3 2-51,-7 49-598,33-292 44,0 54 0,6-70 0,-3 1 0,-1 0 0,-1-1 0,-11 42 0,12-59 0,-3 0 0,4-17 0,1 1 0,-1-1 0,0 0 0,1 0 0,-1 0 0,1 0 0,-1 0 0,0 0 0,1 0 0,-1 0 0,1-1 0,-1 1 0,1-1 0,-1 1 0,-2-2 0,-86-30 0,44 14 0,-1 2 0,-80-16 0,-571-29-142,-4 60-154,336 4 369,155-3 292,257 0-498,-45 0-670,-1-13-7473,0-15-510,0-8-3982</inkml:trace>
</inkml:ink>
</file>

<file path=ppt/ink/ink12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7:00:55.25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3105,'0'0'15061,"3"11"-13495,17 81 1612,-16-47-6594</inkml:trace>
</inkml:ink>
</file>

<file path=ppt/ink/ink12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7:00:55.42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 0 5635,'0'0'15239,"-7"79"-14615,0-65-448,7-3-176,0-4 0,0 0-1153,0-3-1392,0 1-2401</inkml:trace>
</inkml:ink>
</file>

<file path=ppt/ink/ink12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7:00:55.85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305 11 1153,'0'0'15604,"-4"-1"-13515,-2-1-1817,-1 0-1,1 0 1,-1 1 0,0 0-1,0 0 1,1 1 0,-1-1-1,0 2 1,0-1 0,0 1-1,1 0 1,-1 0 0,0 1-1,1 0 1,-1 0 0,1 0-1,-1 1 1,-9 6 0,-1 1-66,0 1 1,0 0 0,1 2 0,1-1 0,-18 20 0,27-26-230,1 0 1,1 0-1,-1 1 0,1 0 1,0-1-1,0 1 1,1 1-1,0-1 0,0 0 1,1 1-1,0-1 1,0 1-1,1 0 1,0 0-1,0-1 0,1 13 1,0-19-89,0 0 0,0 0 1,0 0-1,1 0 0,-1 0 1,0 0-1,1 0 0,-1 0 1,0 0-1,1 0 0,-1 0 1,1-1-1,0 1 0,-1 0 1,1 0-1,-1-1 0,1 1 1,0 0-1,0-1 1,-1 1-1,1 0 0,0-1 1,0 1-1,1 0 0,31 7-3129,-22-7 1185,1-1 0,-1-1 0,0 1 0,13-4 0,9-7-4639</inkml:trace>
</inkml:ink>
</file>

<file path=ppt/ink/ink12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7:00:56.05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 0 6163,'0'0'16888,"0"66"-15992,0-48-384,0-2-448,0-3-64,0-4-432,0-2-1009,0-3-1328,-6-4-2129,-1 0-2818</inkml:trace>
</inkml:ink>
</file>

<file path=ppt/ink/ink12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7:00:56.22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3714,'0'0'17944,"0"129"-17944,0-102-1137,0 0-1584,14-4-2993,6-5-2498</inkml:trace>
</inkml:ink>
</file>

<file path=ppt/ink/ink12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7:00:56.57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11813,'0'0'12099,"0"13"-10762,0 39-419,3-26-407,7-18-908,-8-9 235,1 1 1,0-1 0,-1 0-1,1 0 1,-1-1 0,1 1-1,-1-1 1,0 1 0,0-1 0,4-2-1,-5 2 185,1 0 0,0 0 0,1 1 0,-1-1 0,0 1 0,0-1 0,1 1 0,-1 0 0,1 0 0,-1 0 0,1 0 0,-1 0 0,1 1 0,4-1 0,21 12-1259,11 3-5745,-19-13-369</inkml:trace>
</inkml:ink>
</file>

<file path=ppt/ink/ink12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7:00:57.01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99 228 13942,'0'0'11139,"-16"11"-10880,-47 36-113,61-47-144,1 1 0,0 0 0,-1 0 0,1 0 0,0 0 0,0 0 0,0 0 0,0 0 0,0 1 0,0-1 0,0 0 0,0 0 0,0 1 0,1-1 0,-1 1 0,0-1 0,1 1 0,-1-1 0,1 1 0,0-1-1,-1 1 1,1-1 0,0 1 0,0-1 0,0 1 0,0-1 0,0 1 0,1 0 0,-1-1 0,0 1 0,2 2 0,-1-3-16,-1 1 1,1-1-1,0 0 0,0 0 1,1 0-1,-1 0 0,0 0 1,0 0-1,0 0 0,1 0 1,-1 0-1,0 0 0,1-1 1,-1 1-1,1-1 0,-1 1 1,1-1-1,-1 1 0,3-1 1,3-1-171,1 0 0,0-1 1,-1 0-1,0 0 1,1 0-1,-1-1 1,0 0-1,0-1 0,-1 0 1,1 0-1,-1 0 1,0-1-1,0 0 1,0 0-1,-1 0 0,1-1 1,-1 0-1,7-11 1,-3 5-59,0-1 1,-1 0-1,-1-1 1,0 0-1,-1 0 1,0-1-1,-1 0 1,4-21-1,-2-48 676,-7 49 3225,0 33-2058,-1 3-1458,-1 0 1,1 0-1,0 0 1,-1 0-1,1 0 1,0 0-1,0 0 1,0 0-1,-1 0 0,1 0 1,1 1-1,-1-1 1,0 0-1,0 1 1,0-1-1,1 1 1,-1-1-1,1 1 1,-1 1-1,-11 32 75,11-34-123,-2 17 90,0 1 0,1 0 0,0 0 0,2 0 0,2 19 0,-1 5-206,-1-40-108,0 1 0,0 0 0,1 0 0,0-1 0,-1 1 0,1-1 0,1 1 0,-1-1 0,0 1 0,1-1 0,0 1 0,0-1 0,0 0 0,0 0 0,0 0 0,1 0 0,-1-1 0,1 1 0,5 4 0,17 5-4666,4-8-5022,-10-4-1001</inkml:trace>
</inkml:ink>
</file>

<file path=ppt/ink/ink12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7:00:57.23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3554,'0'0'22298,"7"23"-22170,6-16-128,8-3 0,-8-1-993,1-3-1055,-1 0-1490,8 0-3569</inkml:trace>
</inkml:ink>
</file>

<file path=ppt/ink/ink12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7:00:57.42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61 0 6643,'122'3'7347,"-142"19"-5058,-1 14 2065,1 7-1632,6 2-1426,-6 3-95,7-5-257,-1-5-704,0-6-240,1-5-32,6-7-960,-6-4-641,6-9-1648,0-5-1842</inkml:trace>
</inkml:ink>
</file>

<file path=ppt/ink/ink12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7:00:57.70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34 1 1457,'0'0'21930,"-27"128"-20650,27-105-671,-7-7-417,7-5-144,0-4-48,0-3-160,0-1-881,14-3-9284,13-16 5427,-7-5-704</inkml:trace>
</inkml:ink>
</file>

<file path=ppt/ink/ink12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7:00:57.84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2497,'109'81'14375,"-109"-65"-11430,-14 6-304,7 1-944,1-3-1025,6-2-448,-7-2-176,7 2-48,-7 0-576,0 0-1793,-6 3-2353,-8-1-6483</inkml:trace>
</inkml:ink>
</file>

<file path=ppt/ink/ink12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7:00:58.52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5330,'0'0'14476,"4"3"-12411,1 3-1562,0 0 1,0 0-1,0 1 0,0 0 0,3 7 0,-6-10-678,-1 0 1,1 0 0,-1-1-1,0 1 1,0 0-1,0 0 1,0 0-1,0 6 1,12-13-11394,-5-11 6894,4-5 365</inkml:trace>
</inkml:ink>
</file>

<file path=ppt/ink/ink12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7:00:58.67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41 320,'136'-41'16039,"-136"50"-13749,6 9-65,1 0-609,-7-2-767,0 0-641,7-3-208,0-1-96,-1-3-1537</inkml:trace>
</inkml:ink>
</file>

<file path=ppt/ink/ink12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7:00:59.06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9556,'0'0'15704,"13"104"-14808,-13-86-384,7 0-416,-7-2-48,0-2-48,0-3-272,0 0-688,0-2-689,0 0-1520</inkml:trace>
</inkml:ink>
</file>

<file path=ppt/ink/ink12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7:00:59.31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 0 13670,'0'0'11253,"-7"115"-9908,7-92 16,0-3-529,7 1-464,0-6-288,-7-3-48,6-3-32,-6-5-400,7 1-736,-7-3-705</inkml:trace>
</inkml:ink>
</file>

<file path=ppt/ink/ink12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7:00:59.56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9636,'0'0'16920,"0"126"-15959,0-112-385,7-1-288,-7-4-224,7-2-64,-7-3-272,7-4-4754</inkml:trace>
</inkml:ink>
</file>

<file path=ppt/ink/ink12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7:00:59.78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5731,'0'0'19873,"0"19"-18433,0 99 519,7-79-999,-1-7-4511</inkml:trace>
</inkml:ink>
</file>

<file path=ppt/ink/ink12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7:01:00.03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3810,'0'0'22346,"0"113"-20809,0-93-577,0-4-128,0-2-367,0-3-433,0-2-32,7-2 0,-7-3-721,0-2-1151,7 1-1426</inkml:trace>
</inkml:ink>
</file>

<file path=ppt/ink/ink12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7:01:00.40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0 368,'0'0'18617,"0"2"-16921,0 10-319,0-1-320,0 0-449,0-2-336,0 0-192,0-2-80,0 0-48,0-3-784</inkml:trace>
</inkml:ink>
</file>

<file path=ppt/ink/ink12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7:01:00.56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64 6419,'149'-63'17592,"-149"67"-16279,0 12-737,0 2-320,0-2-256,0 2-288,0-2-1985,0 2-2914,-14-5-5201</inkml:trace>
</inkml:ink>
</file>

<file path=ppt/ink/ink12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7:01:04.02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1 194 4482,'0'0'11939,"2"-5"-10469,7-15-107,-7 15 2081,-1 5-3347,1 0-1,-1 0 1,0 0-1,0 0 0,0 1 1,0-1-1,0 0 1,0 0-1,0 1 0,0-1 1,0 1-1,0-1 1,0 1-1,0-1 1,0 1-1,0 0 0,0-1 1,1 2-1,7 3 244,-4-3-309,1-1 0,-1 0 0,1 0 0,0-1 0,0 0-1,-1 0 1,1 0 0,0 0 0,-1-1 0,1 0 0,0 0 0,-1-1 0,1 0 0,-1 0 0,0 0-1,0 0 1,0-1 0,0 0 0,0 0 0,0 0 0,-1 0 0,1-1 0,6-7 0,-5 4-41,0 1 0,0-1 0,-1 1 0,0-2 1,-1 1-1,0 0 0,0-1 0,0 0 0,-1 0 0,0 0 1,0 0-1,-1 0 0,0-1 0,-1 1 0,1-13 0,-4 20 10,0 1-1,0-1 0,0 0 1,0 1-1,0-1 1,-1 1-1,1 0 0,0 0 1,0 0-1,0 0 0,0 0 1,-4 1-1,2-1-12,-1 0 5,1 0 0,-1 1 1,0 0-1,1 0 0,-1 0 0,1 0 0,0 1 1,-1-1-1,1 1 0,0 1 0,0-1 0,0 0 1,0 1-1,0 0 0,1 0 0,-1 0 0,1 0 1,0 1-1,0-1 0,0 1 0,-4 6 0,3-3-163,0 1 0,0 0 0,1 0 0,-1 0 0,2 1 0,-1-1-1,1 1 1,1-1 0,0 1 0,-1 15 0,2-22-68,0 0 0,1 0 0,-1-1 0,1 1 0,-1 0 0,1-1 0,-1 1 0,1 0 0,0-1 0,0 1 0,0-1 0,0 1 0,0-1 0,0 0 0,0 1 0,0-1 0,1 0 0,-1 0 0,0 0 0,1 1 0,-1-2 0,1 1 0,0 0 0,-1 0 0,1 0 0,2 0 0,46 10-9161,-28-11 4755</inkml:trace>
</inkml:ink>
</file>

<file path=ppt/ink/ink12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7:01:04.41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3570,'0'0'17146,"8"33"-12541,-5-26-4519,-3-6-104,0 0 0,0-1 0,1 1 0,-1 0 0,0-1 0,0 1-1,0 0 1,1-1 0,-1 1 0,0-1 0,1 1 0,-1-1 0,1 1 0,-1-1-1,1 1 1,-1-1 0,1 1 0,-1-1 0,1 1 0,-1-1 0,1 0 0,-1 1-1,1-1 1,0 0 0,-1 1 0,1-1 0,-1 0 0,1 0 0,0 0 0,-1 1-1,2-1 1,-1 0-513,21-2-621,2-18 1129,-22 17 150,1 0 0,-1 1-1,1-1 1,0 1-1,0-1 1,0 1 0,0 0-1,1 0 1,-1 0 0,0 1-1,1-1 1,0 1-1,5-1 2941,-3 25-2864,-5-19-390,0-1 0,0 1 1,0 0-1,1 0 0,0-1 1,-1 1-1,1-1 0,0 0 1,1 1-1,-1-1 0,1 0 1,-1 0-1,1-1 0,0 1 0,0 0 1,0-1-1,0 0 0,1 0 1,-1 0-1,1 0 0,4 2 1,3-1-1684,-1 0 0,1 0 0,0-1 0,0-1 0,0 0 0,18 0 0,11-1-5208</inkml:trace>
</inkml:ink>
</file>

<file path=ppt/ink/ink12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7:01:04.88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143 542 6643,'0'0'17696,"-6"-4"-16186,4 2-1433,0 0 1,0 1-1,0-1 0,0 1 0,-1 0 0,1 0 1,0 0-1,-1 0 0,1 0 0,-1 0 0,1 0 0,-1 1 1,1-1-1,-1 1 0,1 0 0,-1 0 0,0 0 1,1 0-1,-1 0 0,1 1 0,-1-1 0,0 1 1,1 0-1,0-1 0,-1 1 0,1 0 0,-1 0 1,1 1-1,-4 1 0,-3 2 52,-25 13 520,33-17-622,-1 0 0,1 0 0,0 0-1,0 0 1,0 0 0,0 0-1,-1 1 1,2-1 0,-1 0-1,0 1 1,0-1 0,0 0 0,1 1-1,-1-1 1,0 1 0,1-1-1,-1 1 1,1-1 0,-1 3-1,1-3-71,10-2-65,-1-2 88,-1 1 0,1-1 0,0 0 0,-1-1 0,1 0 1,-1 0-1,0-1 0,0 0 0,-1 0 0,0-1 0,13-11 0,-5 4-45,21-17-196,-1-1 0,-1-2 0,-2-2 0,36-49 0,-53 64 299,-2-1 0,0 0 1,-2-1-1,0 0 0,-1-1 0,-2 0 1,0-1-1,-1 1 0,6-44 1,-12 55 126,-1-7 1685,-11 33-455,4-2-1591,-24 32 866,-45 89 0,68-114-647,0 1-1,1-1 1,1 1-1,1 0 1,0 1-1,2-1 1,1 1-1,-1 22 1,3-11-161,0 43-635,0-26-5036,5-37-204,3-8-1413</inkml:trace>
</inkml:ink>
</file>

<file path=ppt/ink/ink12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7:01:05.67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148 353 6419,'-23'2'2871,"-6"2"-1828,7-1 551,0-1-1,-29 0 1,60-3-1343,1-1-1,-1 0 1,0 0 0,0-1 0,0 0 0,0-1 0,15-8 0,13-5-103,636-196 2775,-483 160-881,7 0 237,-219 53 2202,-10 0-4014,-42 13-139,1 4 0,-132 49-1,95-28-125,96-33-184,-409 141 514,422-144-1279,11-1 402,22-5-113,167-66-135,-83 27 513,-27 11 45,16-6-27,148-34-1,-211 66-36,-42 5 96,1 1 0,-1 0 0,1 0 0,-1 0-1,1 0 1,-1 0 0,0-1 0,1 1-1,-1 0 1,1 0 0,-1 0 0,1 0 0,-1 0-1,1 1 1,-1-1 0,1 0 0,-1 0-1,1 0 1,-1 0 0,1 0 0,-1 1 0,1-1-1,-1 0 1,1 0 0,-1 1 0,0-1-1,1 0 1,-1 1 0,0-1 0,1 0 0,-1 1-1,0-1 1,1 1 0,-1 0 0,-12 17 25,-15 6 223,-1-1 0,0-2 1,-2-1-1,-1-1 0,-52 24 0,56-30-105,-289 134 920,-3 1-148,302-137-1018,28-10-481,36-13-148,301-108 364,-155 52 163,-113 41-809,101-38-7148,-100 30-175</inkml:trace>
</inkml:ink>
</file>

<file path=ppt/ink/ink12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7:01:06.30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 46 3282,'0'0'13702,"-1"1"-13277,1 0 1,-1 0 0,1 1-1,-1-1 1,1 0 0,-1 1 0,1-1-1,0 1 1,-1-1 0,1 1-1,0-1 1,0 1 0,0-1-1,0 0 1,1 1 0,-1-1-1,1 3 1,4 1-182,-1 0-1,2 0 1,-1-1 0,1 0-1,-1 0 1,1 0 0,0-1 0,1 0-1,-1 0 1,0 0 0,1-1-1,0 0 1,-1-1 0,9 2 0,12 1-240,0-2 1,34-1 0,-54-1-25,-6 0-7,0-1 0,0 1 0,0-1 0,0 1 0,0-1 0,0 0 0,0 1 0,0-1 0,-1 0 0,1 0 0,0 0 0,0 1 0,-1-1 0,1 0 0,0 0 0,-1 0 0,1 0 0,-1 0 0,1-1 0,-1 1 0,0 0 0,1 0 0,-1 0 0,0 0 0,0 0 0,0 0 0,0-1 0,0 1 0,0 0 0,0 0 0,0 0 0,-1 0 0,1 0 0,-1-2 0,-7-41-413,6 40 439,0 1-1,0 0 1,0 0 0,0 0-1,0 1 1,0-1-1,-1 0 1,1 1 0,-1-1-1,0 1 1,0 0 0,0 0-1,0 0 1,0 0 0,0 1-1,-1-1 1,-4-1-1,-1 1 55,-1 0-1,1 0 0,-1 1 0,1 1 0,-12-1 0,18 2-38,0-1 0,0 1 0,0 0 0,1-1 0,-1 1 0,0 0 0,0 1 1,1-1-1,-1 0 0,1 1 0,-1 0 0,1-1 0,0 1 0,0 0 0,-1 0 0,1 0 0,1 1 0,-1-1 0,0 0 0,0 1 0,1-1 0,0 1 0,-1 0 0,1-1 0,0 1 0,0 0 1,0 0-1,1-1 0,-1 1 0,0 4 0,-2 12-2,1 0 0,0 0 0,1 26 0,1-40-18,0 1-96,0-1 0,1 1 0,-1-1 0,1 1 1,0-1-1,1 1 0,-1-1 0,1 0 0,0 1 0,0-1 1,1 0-1,0 0 0,0-1 0,0 1 0,0-1 1,1 1-1,-1-1 0,7 5 0,-4-4-443,0-1-1,0 0 1,1 0 0,-1-1-1,1 0 1,0 0 0,0 0-1,0-1 1,1 0-1,-1 0 1,0-1 0,1 0-1,8 0 1,-4 0-550,0 0 0,1-1 1,-1 0-1,0-1 0,0 0 0,0-1 0,0 0 1,0-1-1,0 0 0,16-8 0,19-15-2744</inkml:trace>
</inkml:ink>
</file>

<file path=ppt/ink/ink12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7:01:06.65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33 1361,'0'0'19827,"2"-7"-16761,1-2-2842,3-8 2655,-3 46-116,-3-27-2719,-1 1-1,2-1 1,-1 1-1,0-1 1,0 1-1,1-1 1,-1 1-1,1-1 0,0 0 1,0 1-1,-1-1 1,2 0-1,-1 1 1,0-1-1,0 0 1,1 0-1,-1 0 0,1 0 1,0 0-1,1 1 1,1-1-35,0 0 1,-1 0-1,1 0 1,0-1-1,0 0 0,0 0 1,0 0-1,0 0 1,0 0-1,0-1 1,0 0-1,7 0 1,-2 1-29,0-1 1,0 0 0,0-1 0,0 1-1,1-2 1,-1 1 0,0-1 0,-1-1 0,1 0-1,0 0 1,-1 0 0,1-1 0,-1-1-1,0 1 1,-1-1 0,1-1 0,10-9-1,-17 15 76,-1-1-1,0 1 0,1 0 1,-1 0-1,1-1 0,-1 1 1,0 0-1,1 0 0,-1 0 0,0 0 1,1 0-1,-1 0 0,1 0 1,-1-1-1,1 1 0,-1 0 1,0 0-1,1 1 0,-1-1 1,1 0-1,-1 0 0,0 0 0,1 0 1,-1 0-1,1 0 0,-1 0 1,0 1-1,1-1 0,-1 0 1,0 0-1,1 1 0,-1-1 1,0 0-1,1 1 0,15 15-845,-1 0-777,-8-12 720,0-1-1,0 0 0,1 0 1,-1 0-1,1-1 1,0 0-1,0-1 0,0 1 1,0-2-1,0 1 1,0-1-1,11-1 0,-16 1 520,50 0-7402</inkml:trace>
</inkml:ink>
</file>

<file path=ppt/ink/ink12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7:01:07.13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430 84 6611,'0'0'17733,"-23"-14"-15921,-72-42-241,91 54-1496,1 0-1,-1 1 1,0-1-1,-1 0 1,1 1-1,0 0 1,0 0 0,0 0-1,-1 1 1,1-1-1,-9 2 1,11-1-22,0 0 1,0 1-1,0-1 1,0 1-1,0 0 1,0 0-1,0 0 1,0 0-1,0 0 1,1 0-1,-1 0 1,0 0-1,1 1 1,-1-1-1,1 1 1,-1-1-1,-1 4 1,1-1 18,0 0 1,0 1-1,0 0 0,0-1 1,1 1-1,0 0 0,0 0 1,0 0-1,0 0 0,1 0 1,0 0-1,0 0 0,0 0 1,2 7-1,-1-10-74,0 0 0,0 0 1,0 0-1,0 0 0,0 0 0,0-1 0,0 1 1,1 0-1,-1-1 0,0 1 0,1-1 0,0 1 1,-1-1-1,1 0 0,0 0 0,0 0 0,-1 0 0,1 0 1,0 0-1,0 0 0,0 0 0,0-1 0,0 1 1,0-1-1,0 0 0,4 1 0,65 1-78,-53-3 62,76 1-171,-103 23 885,-13 14-338,-3-2-1,-1 0 1,-1-1-1,-39 36 1,37-39-409,3-3 51,-21 21 0,-79 109 0,121-149 0,0 0 0,0 0 0,1 1 0,-4 13 0,6-19 0,1 0 0,0 0 0,1 0 0,-1-1 0,0 1 0,1 0 0,0 0 0,0 0 0,0 0 0,1 0 0,-1 0 0,1 0 0,2 7 0,-2-10 0,0 1 0,0-1 0,0 0 0,0 0 0,1 0 0,-1 0 0,0 0 0,1 0 0,-1 0 0,0 0 0,1 0 0,-1 0 0,1-1 0,-1 1 0,1-1 0,0 1 0,-1-1 0,1 0 0,0 1 0,2-1 0,39 0 0,-31 0 0,10-1 8,0-1 0,0-1 0,0-1-1,-1-1 1,1-1 0,-1-1 0,26-12 0,-10 1-217,-1-1 0,-1-1-1,34-27 1,-62 42-102,0-1 0,0 0 0,-1 0 0,0 0 0,0-1 0,0 0 1,-1 0-1,0-1 0,-1 1 0,6-13 0,-7 12-704,0 0 1,-1 0-1,0 0 1,0 0 0,-1 0-1,0 0 1,0-9-1,-1-13-5820</inkml:trace>
</inkml:ink>
</file>

<file path=ppt/ink/ink12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7:01:07.56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25 12118,'0'0'16636,"4"1"-16033,0 1-387,0 0-1,0 1 1,0-1-1,-1 1 1,1 0-1,-1 0 1,0 0-1,0 0 1,4 5-1,-5-4-202,1-1 1,0 0-1,0 0 0,0 0 0,0 0 1,0 0-1,0 0 0,1-1 0,-1 0 1,1 1-1,0-1 0,-1-1 0,1 1 1,0 0-1,0-1 0,0 0 0,1 0 1,5 0-1,-6-1-132,0 0-1,0 0 1,-1 0-1,1-1 1,0 0 0,0 0-1,0 0 1,-1 0 0,1-1-1,-1 1 1,1-1 0,-1 0-1,1 0 1,-1 0 0,3-3-1,1-3-117,0 1 1,0-1-1,-1 0 0,7-12 0,7-8 60,-13 42 4522,0-5-4383,0-1-1,1 0 1,-1 0 0,12 9 0,-14-15-698,0 0 0,0-1 0,1 1 0,-1-1 0,0 0 0,1-1 0,-1 1 0,7-1 0,21-6-10456,-18-9 731</inkml:trace>
</inkml:ink>
</file>

<file path=ppt/ink/ink12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7:01:07.94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0 107 9188,'0'0'14508,"20"0"-13198,163 0 1467,-182 0-2767,1 0 0,0 1 0,-1-1 0,1 0 0,0 0 0,-1 0 0,1 0 0,0-1-1,-1 1 1,1 0 0,0-1 0,-1 1 0,1-1 0,0 1 0,-1-1 0,1 0 0,-1 0-1,1 0 1,-1 0 0,0 0 0,1 0 0,-1 0 0,0 0 0,0 0 0,0-1 0,0 1-1,0 0 1,0-1 0,0 1 0,0-1 0,0 1 0,-1-1 0,1 1 0,-1-1 0,1 0-1,-1 1 1,1-4 0,-1 2-4,-1 1 0,0-1 0,1 0 0,-1 1 0,0-1 0,0 1 0,0 0-1,-1-1 1,1 1 0,-1 0 0,1-1 0,-1 1 0,0 0 0,1 0 0,-1 1 0,0-1 0,-1 0 0,1 0-1,0 1 1,0 0 0,-1-1 0,1 1 0,-5-2 0,-8-2 225,0 1 1,-1 0-1,0 1 1,0 1-1,0 0 1,0 1-1,-27 2 0,41-1-175,0 0 0,0 1 0,0-1 0,0 0 0,0 1 0,0 0 0,0-1-1,1 1 1,-1 0 0,0 0 0,0 0 0,1 0 0,-1 0 0,0 0-1,1 0 1,-1 1 0,1-1 0,0 1 0,-1-1 0,-1 4 0,1-1-3,0 0 0,0 0 0,1 0 1,-1 0-1,1 0 0,0 0 1,0 1-1,1-1 0,-1 7 1,0-4-58,1 0 1,1 0 0,-1 0 0,1 0 0,0 0-1,0-1 1,1 1 0,0 0 0,1-1 0,-1 1 0,1-1-1,6 10 1,-4-9-473,1 0 0,0-1 0,0 0 0,1 0 0,0-1 0,0 1 0,0-2 0,16 9 0,21 1-5584,5-9-3405,-14-5-1695</inkml:trace>
</inkml:ink>
</file>

<file path=ppt/ink/ink12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7:01:08.35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7 11205,'0'0'17491,"12"37"-14567,0-19-2652,-11-16-320,0 0 0,0 0 1,0 0-1,0 0 0,0 0 0,1 0 1,-1 0-1,1 0 0,-1-1 0,1 1 0,0-1 1,0 1-1,0-1 0,0 1 0,0-1 1,0 0-1,0 0 0,0 0 0,0 0 1,1-1-1,-1 1 0,0 0 0,1-1 0,-1 0 1,0 1-1,1-1 0,-1 0 0,0 0 1,1 0-1,-1-1 0,4 0 0,-4 1-1,1-1-1,-1 0 1,0 0-1,0 0 1,0 0-1,0 0 1,1 0 0,-2-1-1,1 1 1,0-1-1,0 1 1,0-1-1,-1 1 1,1-1-1,1-2 1,24-36-150,-15 22 282,-8 10 1272,0 2 698,4 14-2150,-6-5-160,1 1 1,0-1-1,-1 1 1,1-1-1,1 0 0,-1 0 1,0 0-1,1 0 1,-1-1-1,1 1 0,0-1 1,0 0-1,6 2 0,22 3-5888,5-6-3489,-16-1-383</inkml:trace>
</inkml:ink>
</file>

<file path=ppt/ink/ink13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7:01:08.75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78 1024,'0'0'20215,"14"1"-19311,-13-1-878,215 13 1696,-216-14-1716,1 1 1,0-1-1,0 1 1,0-1-1,0 1 1,0-1-1,0 1 1,-1-1-1,1 0 0,0 1 1,-1-1-1,1 0 1,0 0-1,-1 0 1,1 1-1,-1-1 1,1 0-1,-1 0 1,1 0-1,-1 0 0,0 0 1,0 0-1,1 0 1,-1 0-1,0 0 1,0 0-1,0 0 1,0 0-1,0 0 1,0 0-1,-1-2 0,2 1 36,-1 0 0,0 0 0,-1-1 0,1 1 0,0 0 0,-1-1 0,1 1 0,-1 0 0,0 0-1,1-1 1,-1 1 0,0 0 0,-1 0 0,-1-3 0,-1 2 101,0 0 0,0 0 0,0 1 0,-1-1 0,1 1 0,-1 0 0,0 1 0,1-1 1,-1 1-1,0 0 0,-10-1 0,-60 0 2393,48 2-1547,24 1-932,0-1-1,0 1 0,1 0 0,-1 0 0,0 0 1,0 0-1,1 1 0,-1-1 0,1 1 1,-1 0-1,1-1 0,0 1 0,-1 0 0,1 0 1,0 1-1,0-1 0,1 0 0,-1 1 0,0-1 1,1 1-1,-1-1 0,1 1 0,0 0 1,0-1-1,0 1 0,0 0 0,1 0 0,-1 0 1,1 0-1,-1 5 0,0-3-71,1 0 0,-1 0 0,1 1 0,-1-1 0,2 0 0,-1 1 0,0-1 0,1 0 0,0 0 0,1 0 0,-1 1 0,1-1 0,0 0 0,0-1 0,0 1 0,1 0 0,3 4 0,2-2-297,0 0 0,1 0 0,0-1-1,0-1 1,0 1 0,1-1 0,-1-1 0,1 0-1,1-1 1,15 4 0,2 0-2869,0-3 0,53 3 0,-15-6-5102</inkml:trace>
</inkml:ink>
</file>

<file path=ppt/ink/ink13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7:01:09.01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257 1 14599,'0'0'5178,"-19"14"-2756,7-5-2077,-9 5 758,1 1-1,1 2 1,0 0-1,1 0 0,0 2 1,2 0-1,-17 26 1,23-27-986,1 0 0,1 1 0,1 1-1,0-1 1,1 1 0,1 0 0,2 0 0,-1 1 0,2-1 0,1 1 0,2 34 0,0-49-110,-1 0 1,2 0-1,-1 0 0,0-1 0,1 1 1,0 0-1,1-1 0,-1 1 1,1-1-1,0 0 0,0 0 0,1 0 1,-1 0-1,1-1 0,0 1 1,0-1-1,1 0 0,-1 0 0,1-1 1,0 1-1,0-1 0,0 0 0,1 0 1,-1-1-1,1 0 0,-1 0 1,11 3-1,2-1-382,-1 0 0,1 0 0,21 0 0,50-2-5292,-30-5-669,-9-12 2171</inkml:trace>
</inkml:ink>
</file>

<file path=ppt/ink/ink13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7:01:10.95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48 0 1345,'0'0'1520,"-47"59"-3601</inkml:trace>
</inkml:ink>
</file>

<file path=ppt/ink/ink13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7:01:11.32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16 5955,'0'0'14494,"6"-2"-13021,-4 1-1361,28-10 1937,-29 11-1933,0 0 0,0 0-1,0-1 1,0 1 0,0 0-1,0 0 1,0 0 0,0 0-1,0 0 1,0 0 0,1 0-1,-1 1 1,0-1 0,0 0 0,0 0-1,0 1 1,0-1 0,0 1-1,0-1 1,0 1 0,0-1-1,-1 1 1,1 0 0,0-1-1,0 1 1,0 0 0,-1 0 0,1 0-1,1 1 1,14 38 1385,-11-28-1458,-1 0 0,1 0 0,1 0 0,0-1 0,1 0 0,0 0 1,1 0-1,16 17 0,-22-27-609,0 0 1,0-1-1,1 1 1,-1 0-1,0-1 1,0 1-1,1-1 1,-1 0-1,0 0 1,0 0-1,4 0 1,10-5-9561,-8-12-1781</inkml:trace>
</inkml:ink>
</file>

<file path=ppt/ink/ink13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7:01:11.76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594 0 3009,'0'0'21111,"-12"12"-20814,-39 38-127,48-46-156,1 0 0,-1 0-1,1 0 1,0 0 0,0 0-1,0 0 1,0 1 0,1-1 0,0 0-1,0 1 1,0-1 0,0 1-1,1 0 1,0 4 0,-2 9 2,-5 73 22,5 143 0,4-106-141,0-48-144,-5 91-85,3-168 369,0 0 1,0-1-1,0 1 0,-1-1 0,1 1 1,-1-1-1,0 1 0,1-1 0,-1 0 1,0 1-1,-1-1 0,1 0 0,0 0 0,-1 1 1,1-1-1,-1 0 0,1 0 0,-1-1 1,0 1-1,0 0 0,0-1 0,0 1 1,0-1-1,0 1 0,-1-1 0,-4 2 1,1-2 220,-1 0 1,0 0 0,0 0 0,-1-1 0,1 0 0,0 0-1,0-1 1,-13-3 0,-8-3 77,1-1 0,-46-20 0,-1-1-296,23 13-71,-50-19-623,99 34 522,1 1 1,-1 0 0,1-1 0,-1 0-1,1 1 1,0-1 0,-1 0-1,1 1 1,0-1 0,-1 0-1,1 0 1,0 0 0,0 0 0,0-1-1,0 1 1,0 0 0,0 0-1,0 0 1,0-1 0,1 1 0,-1-1-1,0 1 1,1 0 0,-1-1-1,1 1 1,0-1 0,-1 1-1,1-1 1,0 0 0,0 1 0,0-1-1,0 1 1,0-1 0,0 1-1,1-1 1,-1 1 0,0-1-1,1 1 1,-1-1 0,1 1 0,0-1-1,1-1 1,3-5-1442,0 2-1,0-1 1,1 0 0,0 1 0,0 0 0,11-7-1,34-23-8067</inkml:trace>
</inkml:ink>
</file>

<file path=ppt/ink/ink13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7:01:12.17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109 1 14503,'0'0'11861,"0"26"-10548,-1-3-959,0-7-112,1-1 0,0 1 0,1-1 0,1 1 0,1-1 0,0 0 0,1 0 0,10 27 0,-4-18 173,58 163 1533,-62-167-1923,-2 0-1,0 0 0,-1 1 1,-1-1-1,-1 1 0,-1 0 1,-4 31-1,2-45-24,0 0 0,0 0 1,-1 0-1,0-1 0,0 1 0,-1-1 1,0 0-1,0 1 0,0-2 0,-1 1 1,0 0-1,0-1 0,0 0 0,-1 0 1,0-1-1,0 0 0,0 0 0,-8 4 0,-12 6-13,0-1-1,-2-1 0,-30 9 0,57-21-941,16 0-10797,4 0 291</inkml:trace>
</inkml:ink>
</file>

<file path=ppt/ink/ink13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59:21.93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1473 464,'0'0'4125,"6"9"-1153,110-10-1905,168-23 0,-245 18-1045,945-121 1917,336 44-107,-839 59-1268,115-4-306,292-18 354,866-67 44,-300 31 215,-708 45-811,-629 30-37,1149-75 552,1423-101 638,-1853 134-1097,224-8 817,540-19-498,934-64-394,-1860 106-69,78-6 64,664-31-43,182 3 5,-662 21 64,513-9 87,-1430 56-127,620 20 342,16 21 1616,-655-41-1977,0 0-1,1 0 1,-1 0 0,1 0-1,-1 0 1,0 0 0,1-1-1,-1 1 1,0 0 0,1 0-1,-1 0 1,0 0 0,0 0-1,1 0 1,-1-1 0,0 1-1,1 0 1,-1 0 0,0 0-1,0-1 1,1 1 0,-1 0-1,0 0 1,0-1 0,1 1-1,-1 0 1,0 0 0,0-1-1,0 1 1,0 0 0,1-1-1,-1 1 1,0 0 0,0-1-1,0 1 1,0 0 0,0-1-1,0 1 1,0 0 0,0-1-1,0 1 1,0 0 0,0-1-1,0 1 1,0 0 0,0-1-1,-1 1 1,1 0 0,0-1-1,0 1 1,0 0 0,0-1-1,-1 1 1,1 0 0,0-1-1,-16-17-119,3 13-142,0 0 1,0 1-1,0 0 0,0 1 0,-1 0 1,1 1-1,-1 1 0,-14 0 1,-115 8-8118,64 3-220</inkml:trace>
</inkml:ink>
</file>

<file path=ppt/ink/ink13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59:23.83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4 4290,'0'0'10720,"6"-1"-9381,-4 0-1194,0 1 0,0 0 0,0-1 0,1 1 0,-1 0 0,0 0 0,0 0 0,0 0 0,0 0 0,0 1 0,0-1 0,0 1 0,0-1 0,0 1 0,0 0 0,4 2 0,-2 0 152,-1 0 0,1 0 0,-1 1 0,0 0 1,0 0-1,0 0 0,4 8 0,-4-7-708,0 1 613,1 0-1,0 0 1,0-1 0,0 1-1,7 5 1,2-3-3297,2-5-4894,-8-3 2830</inkml:trace>
</inkml:ink>
</file>

<file path=ppt/ink/ink13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59:24.22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421 0 6659,'0'0'7315,"-10"21"-5218,-3 3-1609,6-13-296,2-1 1,-1 1-1,1 1 1,1-1-1,0 1 0,0 0 1,1 0-1,1 0 1,-2 21-1,1 77 1347,-2 30-789,-2-48-635,3-37-53,-19 100 1,23-152-64,-1 1-1,0-1 0,0 1 1,-1-1-1,1 0 0,-1 1 1,1-1-1,-1 0 0,0 0 1,0 0-1,-1 0 0,1 0 1,0-1-1,-1 1 0,0-1 1,0 1-1,0-1 0,0 0 1,0 0-1,-6 2 0,4-2-5,-1 0 0,0-1 0,1 0 0,-1 0 0,0-1 0,0 1-1,0-1 1,0-1 0,1 1 0,-1-1 0,-11-2 0,4-1-13,-1 0 1,1-1 0,0-1-1,1 0 1,0 0 0,0-1-1,0-1 1,1 0-1,0 0 1,-12-12 0,19 16-146,1 0 0,-1 0 0,1-1 0,0 1 0,1-1 0,-1 0 0,1 1-1,0-1 1,0 0 0,0 0 0,1-1 0,-2-9 0,1-20-10991,2 28 5140</inkml:trace>
</inkml:ink>
</file>

<file path=ppt/ink/ink13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59:25.13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21 0 5619,'0'0'9596,"-3"26"-7905,-14 192 2370,17-23-1198,0-154-10659,1-95-709,5 21 3201</inkml:trace>
</inkml:ink>
</file>

<file path=ppt/ink/ink13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59:25.80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241 170 2257,'0'0'9023,"10"-10"-7801,36-30 5,-43 38-1112,0 0 0,0 0 0,1 0 0,-1 0 0,1 1 0,0-1 0,-1 1 0,1 0 0,0 0 0,0 1 0,0-1 0,0 1 0,6 0 0,7-1 260,208-30 2554,407-38-589,-500 67-1714,-78 2 1923,-53 1-2464,0-1 0,0 1 0,0-1 1,1 0-1,-1 1 0,0 0 0,0-1 1,0 1-1,-1 0 0,1-1 0,0 1 1,0 0-1,0 0 0,0 0 0,-1 0 0,1 0 1,0 0-1,-1 0 0,1 0 0,-1 0 1,1 0-1,-1 0 0,0 0 0,1 0 1,-1 1-1,0-1 0,0 0 0,0 1 0,6 46 484,-5-31-277,12 126 538,7 38-404,-19-177-437,3 18-69,0 0 1,0 35-1,-32-57-438,-198-18-1736,107 18 2108,-1 5 0,-133 24 0,-271 98 148,328-75 28,176-47-67,113-34-3375,-1-11-4976,-44 17 221</inkml:trace>
</inkml:ink>
</file>

<file path=ppt/ink/ink13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59:26.42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1 647 1249,'0'0'5882,"10"-3"-4719,286-74 7231,-23 8-7482,672-182-2457,-157 45-568,-696 179 4121,-51 13 2065,-41 14-3928,0 1 1,0-1-1,1 0 1,-1 0 0,0 0-1,0 1 1,0-1 0,1 0-1,-1 0 1,0 1-1,0-1 1,0 0 0,0 0-1,0 1 1,0-1 0,0 0-1,1 1 1,-1-1 0,0 0-1,0 1 1,0-1-1,0 0 1,0 0 0,0 1-1,-1-1 1,1 0 0,0 1-1,0-1 1,0 0-1,0 0 1,0 1 0,0-1-1,0 0 1,-1 0 0,1 1-1,0-1 1,0 0 0,0 0-1,-1 1 1,1-1-1,0 0 1,0 0 0,-1 1-1,-11 24-67,4-7-4891</inkml:trace>
</inkml:ink>
</file>

<file path=ppt/ink/ink13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59:26.78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10389,'0'0'10543,"18"2"-9649,38 3-319,227 31 637,-279-35-1188,1 0 0,-1 0 0,1 1 0,-1-1 0,0 1 0,0 0 0,0 0 0,0 1 0,0-1 0,0 1 0,0 0 0,3 4 0,-6-6 48,0 1 0,0 0 0,0-1 0,0 1 0,0 0 0,0 0 0,-1-1 0,1 1 0,-1 0 0,1 0 0,-1 0 1,1 0-1,-1 0 0,0 0 0,0 0 0,0 0 0,0 0 0,-1 0 0,1 0 0,0 0 0,-1 0 0,0 0 0,1-1 0,-1 1 0,0 0 0,0 0 0,0 0 0,0-1 0,0 1 1,0-1-1,0 1 0,-2 1 0,-8 8 336,0 0 1,-1 0-1,0-1 1,0-1-1,-1 0 1,-14 7 0,-48 37-54,68-47-878,-14 17 637,15-3-8643</inkml:trace>
</inkml:ink>
</file>

<file path=ppt/ink/ink13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59:27.81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4034,'0'0'10823,"8"14"-9022,4 11-704,-2 1 0,0 0 0,-2 1 0,10 53 0,-1 83 1398,-5 232-1,-6-67-1184,0 621 1274,-12-472-2028,-14 208-430,20-683-694,0-6-329,0-41-2257,2-89-6684,10 59 2207</inkml:trace>
</inkml:ink>
</file>

<file path=ppt/ink/ink13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59:28.65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0 603 384,'0'0'5421,"22"-7"-4273,296-65 5134,171 10-2360,-142 22-3290,1232-101 721,-658 72-1048,-8-39 1114,-851 98-1234,46-5 1020,196-56 0,-298 68 23,-7 1-513,-18-1-343,-31 5-491,24 3-171,1 1 0,1 2 0,-32 13 0,-44 12-6927,53-24-459</inkml:trace>
</inkml:ink>
</file>

<file path=ppt/ink/ink13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59:29.28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6771,'0'0'14887,"14"36"-13062,-14-14-1153,0 1-304,0-5-208,0-2-160,0-5 0,0-6-288,0-1-976,7-4-4723,-1 0 48,8-27-1264</inkml:trace>
</inkml:ink>
</file>

<file path=ppt/ink/ink13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59:29.43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5282,'0'0'16856,"0"74"-16760,0-63-96,0 1-448,0 1-2177,0-1-2418,0-3-2048</inkml:trace>
</inkml:ink>
</file>

<file path=ppt/ink/ink13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59:32.22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116 40 3986,'0'0'13550,"-18"2"-12136,-4 2-956,8-1 219,1-1 0,-1-1 1,-21 0-1,35-2-596,0-1 0,1 0 0,-1 1 1,0-1-1,0 0 0,1 1 0,-1-1 0,1 1 1,-1-1-1,1 0 0,0 1 0,-1-1 0,1 1 1,0 0-1,1-2 0,5-1-75,-1 0-1,0 1 1,1 0 0,-1 1 0,1-1-1,0 1 1,0 1 0,0-1 0,0 1-1,0 0 1,0 1 0,1-1-1,10 2 1,-17 0 3,1-1 0,0 1 1,0 0-1,0 0 0,-1-1 0,1 1 0,0 0 0,-1 1 0,1-1 1,-1 0-1,1 0 0,-1 1 0,1-1 0,-1 0 0,0 1 1,0 0-1,0-1 0,0 1 0,0 0 0,0-1 0,0 1 0,-1 0 1,1 0-1,-1 0 0,1-1 0,-1 1 0,1 0 0,-1 0 0,0 3 1,0-3 47,1 1 1,-1-1-1,1 1 1,-1 0 0,0-1-1,0 1 1,0 0 0,-1-1-1,1 1 1,0 0-1,-1-1 1,0 1 0,0-1-1,0 1 1,0-1-1,0 1 1,0-1 0,-1 0-1,1 1 1,-1-1 0,-1 2-1,-3-1-15,0-1 0,-1 1 0,1-2 0,0 1 0,-1 0 1,0-1-1,1 0 0,-1-1 0,1 0 0,-1 0 0,0 0 0,-8-2 0,14 2-38,0 0 0,0-1 0,0 1 0,0 0 0,0-1 0,0 1 0,0-1-1,0 1 1,0-1 0,0 0 0,0 1 0,0-1 0,0 0 0,0 0 0,0 0 0,1 0 0,-1 0 0,0 0 0,1 1 0,-1-2-1,1 1 1,-1 0 0,1 0 0,-1 0 0,1 0 0,0 0 0,-1 0 0,1 0 0,0 0 0,0-2 0,-1-41 56,2 31-58,-1 12-2,1-1-1,-1 1 1,0-1 0,1 1-1,0 0 1,-1-1-1,1 1 1,0 0-1,0 0 1,0 0 0,0 0-1,0-1 1,0 1-1,0 0 1,0 1 0,0-1-1,0 0 1,1 0-1,-1 0 1,0 1 0,0-1-1,1 1 1,-1-1-1,1 1 1,-1-1 0,0 1-1,1 0 1,-1 0-1,1-1 1,1 2 0,55-4 235,-49 3-100,-7 0-117,-1 0 0,0 0 0,1 0 0,-1 1 0,0-1 0,0 1 0,1-1 0,-1 1 0,0-1 0,0 1 0,0 0 0,0 0 0,0-1 0,0 1 0,0 0 0,0 0 1,0 0-1,0 0 0,0 0 0,-1 0 0,1 0 0,0 0 0,0 2 0,1 1 76,0 0 0,-1 0 1,0 0-1,0 1 0,0-1 0,0 0 0,-1 0 1,1 6-1,-1-7-23,1-1 1,-1 1 0,0 0-1,0 0 1,0 0-1,-1-1 1,1 1-1,-1 0 1,1 0-1,-1-1 1,0 1-1,0 0 1,0-1 0,0 1-1,-1-1 1,1 1-1,-1-1 1,0 0-1,1 0 1,-1 1-1,0-1 1,0 0 0,0-1-1,0 1 1,-1 0-1,1-1 1,0 1-1,-4 1 1,4-2-58,-1-1 0,0 1 1,1 0-1,-1-1 0,0 1 0,0-1 1,1 0-1,-1 0 0,0 0 0,0 0 1,1-1-1,-1 1 0,0-1 0,1 0 1,-1 1-1,0-1 0,1 0 0,-1-1 1,1 1-1,-1 0 0,1-1 0,0 1 1,0-1-1,0 0 0,-3-2 0,2-1-11,1 0 0,-1 1 0,1-1 0,0 0 0,1 0 0,-1-1 0,1 1 0,0 0-1,1 0 1,-1-1 0,1 1 0,0-8 0,1 11-6,-1 1 0,1-1 0,-1 1 0,1-1 0,-1 1 0,1 0 0,0-1 0,0 1 0,0 0 1,0-1-1,0 1 0,0 0 0,0 0 0,0 0 0,0 0 0,0 0 0,1 0 0,-1 0 0,0 1 0,1-1 0,-1 0 0,0 1 0,1-1 0,-1 1 0,1-1 0,-1 1 0,1 0 0,-1-1 0,1 1 1,0 0-1,1 0 0,0 0 2,-1 0 0,0 0 0,1-1-1,-1 1 1,0 1 0,1-1 0,-1 0 0,0 0 0,0 1 0,1 0 0,-1-1 0,0 1 0,0 0 0,0 0 0,0 0 0,0 0 0,0 0 0,0 1 0,0-1 0,0 1 0,1 1 0,0 2-6,-1 0 1,-1 0 0,1 1 0,-1-1 0,0 1-1,0-1 1,0 1 0,-1-1 0,0 1 0,0-1-1,0 1 1,-1-1 0,1 1 0,-1-1 0,-1 1-1,-3 9 1,-10 17-3039,-4-8-4489,11-16-206</inkml:trace>
</inkml:ink>
</file>

<file path=ppt/ink/ink13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59:33.07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0 164 3714,'0'0'13430,"6"-11"-12190,-3 5-1009,22-39 500,-23 43-578,0-1 1,0 1-1,0 0 0,0 0 1,1 0-1,-1 0 1,0 1-1,1-1 1,-1 0-1,1 1 0,0 0 1,0 0-1,-1 0 1,1 0-1,0 0 1,0 0-1,0 1 0,5-1 1,-7 1 537,-3 44 2316,0-41-2876,0 0 0,0-1 1,0 0-1,-1 1 1,1-1-1,-1 0 1,0 0-1,1 0 0,-1-1 1,0 1-1,0-1 1,0 1-1,0-1 1,-4 1-1,5-2 96,2-11-14,0 10-211,0-8-8,0 0 0,0 0 0,1 0 1,0 1-1,3-13 0,-2 17-2,0 0 0,0-1 0,1 1-1,-1 0 1,1 0 0,0 0 0,0 1 0,0-1 0,1 1 0,-1 0 0,8-6 0,-9 8 12,0-1 1,0 0 0,1 0 0,-1 1 0,0-1 0,0 1-1,1-1 1,-1 1 0,1 0 0,-1 0 0,1 0-1,0 1 1,-1-1 0,1 1 0,0-1 0,-1 1 0,1 0-1,4 0 1,-6 1 32,1 0 1,-1 0-1,1 0 0,-1 0 0,1 1 0,-1-1 1,1 0-1,-1 1 0,0-1 0,0 1 1,0-1-1,0 1 0,0 0 0,0-1 0,0 1 1,-1 0-1,1 0 0,-1 0 0,1 0 0,-1-1 1,1 1-1,-1 0 0,0 0 0,0 3 0,1 5 259,0 1-1,-1 0 1,0-1-1,0 1 1,-3 14-1,2-23-254,1 0 1,0 0-1,0 0 0,-1 0 0,1 0 0,-1-1 0,0 1 1,1 0-1,-1 0 0,0-1 0,0 1 0,0 0 0,0-1 1,0 1-1,-1-1 0,1 1 0,0-1 0,-1 0 1,1 1-1,-1-1 0,1 0 0,-1 0 0,0 0 0,1 0 1,-1 0-1,0-1 0,0 1 0,0 0 0,1-1 0,-1 1 1,0-1-1,0 0 0,0 0 0,0 0 0,0 0 1,0 0-1,-2 0 0,2-1-33,1 0 0,0 0 0,0 1 0,0-1 0,0 0-1,0 0 1,0 0 0,0 0 0,0-1 0,0 1 0,0 0 0,1 0 0,-1-1 0,0 1 0,1 0 0,-1-1 0,1 1-1,0 0 1,-1-1 0,1 1 0,0-1 0,0-2 0,-4-33-22,3 18 14,0 13 0,1 0 0,-1 1 0,1-1 0,0 1 0,0-1 0,1 0 0,-1 1 0,4-9 0,0 12-8,-3 2-27,22 27-5,-5-17 50,-15-10-7,-1 1-1,1 0 1,-1 0-1,1 1 1,-1-1 0,1 0-1,-1 1 1,0 0-1,1-1 1,-1 1 0,0 0-1,0 0 1,0 0-1,-1 0 1,1 1 0,0-1-1,-1 0 1,1 1-1,-1-1 1,0 1 0,0-1-1,0 1 1,0 0-1,0 3 1,-1-4-3,-1-1 1,0 0-1,0 1 1,0-1-1,1 0 1,-1 0-1,0 0 0,0 0 1,0 0-1,-1 0 1,1 0-1,0 0 0,0 0 1,-1-1-1,1 1 1,0 0-1,-1-1 1,1 1-1,0-1 0,-3 1 1,-35 10-3,35-10 3,0 0-1,-45 7 0,48-8 0,0 0 0,0 0 0,0 0 0,-1 0 0,1 0 0,0-1 0,0 1 0,0 0 0,0-1 0,0 1 0,0 0 0,0-1 0,0 1 0,0-1 0,0 0 0,0 1 0,0-1 0,1 0 0,-1 1 0,0-1 0,0 0 0,1 0 0,-1 0 0,0 0 0,1 0 0,-1 0 0,1 0 0,-1 0 0,1 0 0,-1 0 0,1 0 0,0 0 0,0 0 0,-1 0 0,1 0 0,0 0 0,0 0 0,0-2 0,0-3-159,0 0 212,0 1 0,0-1 1,0 0-1,1 0 0,0 0 0,0 1 1,3-11-1,-3 14-308,1 0 1,-1 0-1,1 0 0,0 0 0,0 0 1,-1 0-1,1 0 0,1 1 0,-1-1 1,0 1-1,0-1 0,0 1 1,1 0-1,-1 0 0,1 0 0,-1 0 1,1 0-1,-1 0 0,1 1 0,4-1 1,12-4-4106,1-3-2413</inkml:trace>
</inkml:ink>
</file>

<file path=ppt/ink/ink13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59:33.55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252 0 8660,'0'0'13449,"-19"6"-11331,-4 1-1313,0 1 0,0 1 0,-22 14 0,34-17-487,1 0 0,0 1 0,0 0 1,0 0-1,1 1 0,1 1 0,-1-1 1,1 1-1,1 1 0,-9 12 1,15-20-312,-1 0 0,1 0 0,0 0 0,0 0 0,0 0 0,0 1 0,0-1 0,1 0 0,-1 0 1,1 1-1,-1-1 0,1 0 0,0 1 0,0-1 0,0 0 0,0 0 0,0 1 0,1-1 0,-1 0 1,1 1-1,0-1 0,-1 0 0,1 0 0,0 0 0,0 0 0,0 0 0,0 0 0,1 0 1,-1 0-1,1 0 0,-1 0 0,1-1 0,-1 1 0,1 0 0,0-1 0,0 0 0,0 1 0,0-1 1,0 0-1,0 0 0,2 1 0,12 5-143,0-1 0,0-1 0,1 0 0,27 4 1,-12-3-298,-26-4 202,1 0 0,-1 0 1,1 1-1,-1 0 1,0 0-1,7 5 0,-12-7 204,0-1 0,0 1 0,0 0-1,0-1 1,0 1 0,-1 0 0,1 0-1,0-1 1,0 1 0,-1 0 0,1 0-1,-1 0 1,1 0 0,0 0 0,-1 0-1,0 0 1,1 0 0,-1 0 0,0 1 0,1-1-1,-1 0 1,0 0 0,0 0 0,0 0-1,0 0 1,0 0 0,0 0 0,0 1-1,-1-1 1,1 0 0,0 0 0,-1 0-1,1 0 1,-1 0 0,1 0 0,-1 0 0,1 0-1,-1 0 1,1 0 0,-1 0 0,0 0-1,0-1 1,0 1 0,1 0 0,-1 0-1,-1 0 1,-16 12 198,-1 0 0,0-2-1,-1 0 1,0-1 0,-27 10 0,-15 7 71,63-27-311,-1 0 0,0-1 0,0 1-1,1 0 1,-1-1 0,0 1 0,0-1-1,0 1 1,0 0 0,1-1 0,-1 1-1,0-1 1,0 1 0,0-1 0,0 1-1,0 0 1,0-1 0,0 1 0,0-1-1,0 1 1,-1-1 0,1 1 0,0 0-1,0-1 1,0 1 0,0-1 0,0 1-1,-1 0 1,1-1 0,0 1 0,0 0-1,-1-1 1,1 1 0,0 0 0,-1-1-1,1 1 1,0 0 0,-1 0 0,1-1-1,0 1 1,-1 0 0,1 0 0,-1 0-1,1-1 1,0 1 0,-1 0 0,1 0-1,-1 0 1,1 0 0,-1 0 0,1 0-1,0 0 1,-1 0 0,1 0 0,-1 0-1,1 0 1,-1 0 0,1 0 0,0 1-1,-1-1 1,1 0 0,-1 0 0,1 0-1,0 0 1,-1 1 0,1-1 0,-1 1-1,15-36-4569,14-10-2361,10-10-2469</inkml:trace>
</inkml:ink>
</file>

<file path=ppt/ink/ink13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59:33.79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169 0 12838,'0'0'3161,"-8"22"1255,8-22-4396,-22 61 3841,2 1 0,-18 95-1,25 34-3110,13-186-830,0 0 0,-1-1 0,1 1 0,-1-1 0,0 1 1,0-1-1,-3 7 0,-8 2-3401,11-12 3051,-1-1 0,1 0 0,0 0-1,0 1 1,0-1 0,0 0 0,0 0-1,-1 0 1,1 0 0,0 0 0,0-1-1,0 1 1,0 0 0,0-1 0,-1 1-1,1 0 1,-1-2 0,-10-8-5842,-2-12-2148</inkml:trace>
</inkml:ink>
</file>

<file path=ppt/ink/ink13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59:34.24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62 5138,'0'0'13254,"24"-5"-9561,189-30 2128,-58 25-3519,-154 38-1944,-15 73-331,30-101-484,-2-4 218,0 1 0,-1-2-1,1 0 1,-1 0-1,0-1 1,0-1-1,-1 0 1,18-15-1,13-4-422,-34 21 687,-6 4 28,0 0 1,0-1 0,0 1 0,0 0-1,-1-1 1,1 0 0,-1 1-1,1-1 1,-1 0 0,1-1 0,-1 1-1,0 0 1,0-1 0,0 1 0,-1-1-1,1 1 1,0-1 0,-1 0 0,2-4 1507,-15 20 5,11-10-1641,0-1 1,0 0 0,1 1 0,-1-1-1,1 1 1,0-1 0,-1 1-1,1-1 1,0 0 0,1 1-1,-1-1 1,0 1 0,1-1-1,-1 0 1,1 1 0,0-1 0,0 0-1,0 1 1,0-1 0,0 0-1,0 0 1,1 0 0,-1 0-1,1 0 1,-1 0 0,1 0-1,0-1 1,-1 1 0,1-1 0,0 1-1,0-1 1,1 1 0,-1-1-1,0 0 1,0 0 0,0 0-1,1-1 1,2 2 0,10 2-1957,-1-1 1,1-1-1,0 0 1,29 0 0,-40-2 1329,37 1-6171</inkml:trace>
</inkml:ink>
</file>

<file path=ppt/ink/ink13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59:35.33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217 339 9316,'0'0'16549,"-20"-3"-13953,-65-8-728,81 11-1768,0 0 0,0 0 1,0 0-1,0 0 0,0 1 1,0-1-1,0 1 0,0 0 0,0 0 1,0 0-1,1 1 0,-1-1 1,0 1-1,1 0 0,-1 0 1,1 0-1,0 1 0,0-1 1,0 1-1,0 0 0,0 0 1,0 0-1,-2 3 0,2 0-97,0-1-1,0 1 1,0-1 0,1 1-1,0 0 1,0 0-1,0 0 1,1 0-1,0 0 1,0 0-1,0 9 1,2-14-3,0 1 0,-1-1 0,1 0 0,0 0 1,0 0-1,0 1 0,0-1 0,0 0 0,1 0 0,-1-1 0,0 1 0,0 0 0,1 0 0,-1 0 1,0-1-1,1 1 0,-1-1 0,1 1 0,-1-1 0,1 1 0,-1-1 0,1 0 0,-1 0 1,1 0-1,-1 0 0,1 0 0,-1 0 0,1 0 0,1-1 0,53-4-40,-41-1-177,1 0-1,-2-1 1,1 0 0,-1-1 0,0-1 0,-1 0 0,0-1 0,0 0-1,-1-1 1,13-15 0,0-2-429,-2 0 0,-1-2 0,26-47 0,-36 53 475,-1-1 1,14-46 0,-5 12 945,-20 59-739,0 0 0,0 0 0,0 0-1,0 0 1,-1 0 0,1 0 0,0 0 0,0 0 0,0 0 0,0 0 0,0 0 0,0 0 0,-1 0 0,1 0 0,0 0-1,0 0 1,0 0 0,0 0 0,0 0 0,0 0 0,-1 0 0,1 0 0,0 0 0,0 0 0,0 0 0,0 0-1,0 0 1,0-1 0,0 1 0,0 0 0,-1 0 0,1 0 0,0 0 0,0 0 0,0 0 0,0 0 0,0 0 0,0 0-1,0-1 1,0 1 0,0 0 0,0 0 0,0 0 0,0 0 0,0 0 0,0 0 0,0-1 0,0 1 0,0 0-1,0 0 1,0 0 0,0 0 0,0 0 0,0 0 0,0-1 0,0 1 0,0 0 0,0 0 0,0 0 0,0 0 0,0 0-1,0 0 1,0 0 0,0-1 0,0 1 0,0 0 0,-11 7 252,-6 9-167,1 0 0,0 1-1,1 1 1,1 0 0,1 1-1,1 1 1,0 0 0,1 1 0,2 0-1,0 0 1,1 1 0,1 0-1,1 0 1,1 1 0,1 0-1,-2 44 1,5-56-121,2 0 0,-1 0 0,1 0 0,1-1 0,5 22 0,-6-29 0,0 0 0,1 0 0,-1 0 0,1-1 0,0 1 0,-1 0 0,1-1 0,0 1 0,1-1 0,-1 0 0,0 0 0,1 0 0,-1 0 0,1 0 0,0 0 0,0-1 0,-1 1 0,1-1 0,0 0 0,0 0 0,0 0 0,0 0 0,1 0 0,3 0 0,3 0-61,0-1 0,0 1 0,0-2 0,0 1-1,0-1 1,0-1 0,0 0 0,-1 0 0,1-1 0,-1 0 0,1 0 0,-1-1 0,0-1 0,0 1-1,-1-2 1,11-6 0,-4-1-303,1-1 1,-2 0-1,0 0 0,0-2 1,-2 1-1,0-2 0,10-18 1,-18 30 348,-1-1 1,-1 1-1,1-1 1,-1 0-1,0 0 1,-1 0-1,1 0 1,-1 0-1,0 0 1,-1 0 0,1-8-1,-1 13 40,-1 1 0,1-1 1,-1 1-1,1-1 0,-1 1 0,1-1 0,0 1 0,-1 0 0,0-1 1,1 1-1,-1 0 0,1-1 0,-1 1 0,1 0 0,-1-1 0,0 1 1,1 0-1,-1 0 0,0 0 0,1 0 0,-1 0 0,1-1 0,-1 1 1,0 0-1,1 1 0,-1-1 0,0 0 0,1 0 0,-1 0 0,0 0 1,1 0-1,-1 1 0,0-1 0,0 1 0,-24 7 472,22-7-448,0 1-1,1 0 1,0 0 0,0 1 0,-1-1 0,1 0 0,0 1 0,1-1-1,-1 1 1,0 0 0,1-1 0,-1 1 0,1 0 0,0 0 0,-1 5 0,-2 46 141,4-50-186,0-3-5,0 1 1,1 0-1,0 0 0,-1 0 0,1-1 1,0 1-1,0 0 0,0-1 0,0 1 1,0 0-1,0-1 0,1 0 1,-1 1-1,0-1 0,1 0 0,-1 1 1,1-1-1,-1 0 0,1 0 0,0 0 1,-1-1-1,1 1 0,0 0 0,0-1 1,0 1-1,-1-1 0,1 1 0,0-1 1,0 0-1,4 0 0,69 4-555,-61-5 247,-8 1 201,0-1 1,0 0-1,0 0 1,0 0-1,0-1 1,0 0-1,0 0 1,-1 0-1,1-1 1,-1 0-1,0 0 1,9-7-1,3-4-36,-1 0 0,17-20 0,-13 13 736,-20 21-494,-1 1-1,1 0 1,0 0-1,-1 0 1,1 0 0,0 0-1,-1 0 1,1-1-1,0 1 1,0 0 0,0 0-1,0 0 1,0 0 0,0 0-1,0 0 1,0 0-1,0 0 1,1 0 0,-1 0-1,0 0 1,1-1 0,-1 1-1,0 0 1,1 0-1,-1 0 1,1 0 0,-1-1-1,1 1 1,0 0-1,-1-1 1,1 1 0,0 0-1,-1-1 1,1 1 0,0-1-1,0 1 1,0-1-1,-1 1 1,1-1 0,1 1-1,2 1-179,-1 0 0,0 0 0,1 0 0,-1 0 0,1-1 0,0 1 0,0-1 0,-1 0 0,1 0 0,5 0 0,-2-1-25,-1 0-1,1-1 1,0 0 0,0 0 0,0 0-1,-1-1 1,1 0 0,0 0 0,-1-1-1,0 0 1,0 0 0,0 0 0,0-1 0,0 0-1,-1 0 1,1 0 0,-1-1 0,0 1-1,0-2 1,-1 1 0,0 0 0,0-1-1,0 0 1,5-9 0,-1 3 725,-6 14 1005,-6 26-3,3-24-2005,-1 5 186,1 0 290,-1-1 0,1 1 0,0-1 0,1 18 0,0-24-182,0-1 1,0 0 0,0 1 0,1-1 0,-1 1-1,0-1 1,1 0 0,-1 1 0,1-1 0,0 0 0,-1 1-1,1-1 1,0 0 0,0 0 0,0 0 0,0 1 0,0-1-1,0 0 1,0-1 0,0 1 0,0 0 0,1 0 0,-1 0-1,0-1 1,1 1 0,-1 0 0,0-1 0,1 1 0,-1-1-1,1 0 1,-1 1 0,0-1 0,1 0 0,-1 0-1,4 0 1,0 0-766,0 0 0,0 0 0,0 0-1,-1-1 1,1 1 0,0-1 0,0-1 0,0 1-1,0-1 1,-1 1 0,1-1 0,-1-1-1,1 1 1,-1-1 0,5-3 0,25-20-9330</inkml:trace>
</inkml:ink>
</file>

<file path=ppt/ink/ink13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59:35.58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111 1 12966,'0'0'6216,"-15"19"-1518,-46 64-1358,56-75-3016,1-1-1,0 1 0,0 0 1,0 0-1,1 0 0,1 0 1,-1 1-1,1-1 0,1 1 0,-1-1 1,2 1-1,-1 0 0,1-1 1,2 15-1,-2 4 251,0-23-567,1-1 0,-1 0 0,0 0 0,1 0 0,0 0 0,-1 0-1,1 0 1,1 0 0,-1 0 0,0 0 0,1 0 0,-1 0 0,1-1 0,0 1-1,0-1 1,0 1 0,0-1 0,0 0 0,1 1 0,-1-1 0,1-1 0,-1 1-1,1 0 1,0 0 0,0-1 0,-1 0 0,1 0 0,0 1 0,6 0 0,4 1-161,1 0 0,0-1 0,-1-1 0,1 0 0,22-2 0,-33 1-70,0 0 1,-1 0 0,1-1 0,0 1 0,0-1 0,0 1-1,-1-1 1,1 0 0,0 0 0,-1 0 0,1 0 0,-1-1-1,1 1 1,-1-1 0,1 0 0,-1 1 0,0-1-1,0 0 1,0 0 0,0-1 0,0 1 0,-1 0 0,1-1-1,-1 1 1,1 0 0,-1-1 0,1-3 0,1-4-1975,0 0 0,-2-1 0,1 1 0,-1-1 0,0 1 1,-2-12-1,1-10-5902</inkml:trace>
</inkml:ink>
</file>

<file path=ppt/ink/ink13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59:35.72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3522,'54'119'2849,"-41"-119"625,14 5 95,7 8-1760,14 1-881,6 2-15,0-1-305,0 1-608,-13 0-3441,-14-5 1424</inkml:trace>
</inkml:ink>
</file>

<file path=ppt/ink/ink13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59:36.61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0 560 2369,'0'0'8687,"11"-4"-6857,7-3-703,0 1 1,0 1-1,1 1 1,19-2-1,42-4 1018,90-25 0,-39 8-1635,736-98-254,-156 28-1318,242-57 1397,-608 99 2195,-317 51-1908,-16 3 15,0-1 0,0 0 0,-1-1 1,1 0-1,15-7 0,-39 23 2514,-3 5-6473,14-17 2637,-1 0 0,0 1 0,0-1 1,0 0-1,0 0 0,0 0 1,0-1-1,0 1 0,0 0 1,0-1-1,-4 1 0,-19 0-6668</inkml:trace>
</inkml:ink>
</file>

<file path=ppt/ink/ink13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59:37.83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1 741 816,'0'0'8514,"4"0"-6970,21-2 909,1-2 0,-1 0 0,36-12 1,22-4-328,771-98-25,-463 71-2108,699-91 104,562-75 22,-504 51 3801,-1130 161-848,-25 7-2277,5-5-803,0 1 1,1-1-1,-1 0 1,0 0-1,0 1 1,1-1-1,-1 1 1,1 0-1,-1-1 1,1 1-1,0 0 1,-1 0-1,1 0 1,0 0-1,0 0 1,1 0-1,-1 0 1,0 3-1,0-3 30,7 5-289,-5-7-1123,-1-15-5120,-1-8-37,-4-5-4533</inkml:trace>
</inkml:ink>
</file>

<file path=ppt/ink/ink13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59:38.92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3426,'0'0'13347,"13"13"-11407,-7-6-1709,-1-2-33,0 0 0,0 1 0,0-1-1,0 1 1,-1 0 0,0 1 0,0-1-1,-1 1 1,0-1 0,0 1 0,-1 0-1,1 0 1,-1 1 0,-1-1 0,0 0-1,1 9 1,8 357 5825,-28 188-1684,13-178-4233,2-62-113,-20-132 7,14-130 0,-5 103 0,14-123 0,-1-5 0,1 1 0,2 0 0,10 54 0,3-20 0,-4 1 0,-3 0 0,-1 105 0,-5-138 0,2-1 0,1 1 0,11 38 0,-7-40 0,-2 1 0,-2-1 0,1 40 0,-6 1 0,-2 30 0,5-1 0,23 147 0,-15-143 0,-10-82 0,1 0 0,1 0 0,9 32 0,-5-34 0,-1 1 0,-1 1 0,-2-1 0,2 45 0,-1-44 0,-10-48 0,-21-44-4933,8 23-1035</inkml:trace>
</inkml:ink>
</file>

<file path=ppt/ink/ink13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59:40.51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0 176,'0'0'15586,"7"9"-13713,-1-1-1314,0 1 1,-1 0-1,1 0 1,-2 1-1,0 0 0,0 0 1,0 0-1,-1 0 1,2 17-1,-1-7 174,14 89 2757,8 197 0,-27-153-2757,10 341 359,-8-470-1092,0 8 0,2-1 0,1 0 0,1 0 0,12 41 0,-15-60 0,-1-13 0,0 0 0,0 1 0,0-1 0,0 1 0,0-1 0,0 0 0,-1 0 0,1 1 0,0-1 0,-1 0 0,1 0 0,0 0 0,-1 0 0,1 0 0,-1 0 0,0 0 0,1 0 0,-1 0 0,0 0 0,1-2 0,-1 3 0,2-4 0,1 0 0,-1 0 0,1 0 0,0 1 0,0 0 0,0-1 0,0 1 0,1 0 0,-1 0 0,1 1 0,0-1 0,-1 1 0,1 0 0,1 0 0,4-2 0,76-22 0,-52 18 0,444-99 0,8 30 0,-31 6 0,913-154-1187,170 17 1197,-1513 206-16,192-19-8,275-60 0,-478 78 43,-7 2 34,1 0 0,-1-1 1,0 1-1,0-1 0,1-1 0,-2 1 0,1-1 0,6-3 0,4-2 605,-11 11-722,-12-2 116,0 0 0,0 0 0,0 1 1,0 0-1,0 1 0,-10 5 0,-31 9-1495,13-12-4311,14-5-299,-5 0-3854</inkml:trace>
</inkml:ink>
</file>

<file path=ppt/ink/ink13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59:44.33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3201,'0'0'12193,"3"3"-11510,-1-1-589,0-1 1,0 1-1,0 0 0,-1 0 1,1 1-1,-1-1 1,1 0-1,-1 0 1,0 1-1,1-1 0,-1 1 1,-1-1-1,1 1 1,0 0-1,0 2 1,1 20-2407</inkml:trace>
</inkml:ink>
</file>

<file path=ppt/ink/ink13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59:44.52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 0 6787,'0'0'12342,"0"73"-12006,0-60-336,0-4-192,0 0-1217,-7-2-2753</inkml:trace>
</inkml:ink>
</file>

<file path=ppt/ink/ink13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59:44.80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116 1 8772,'0'0'13478,"-13"133"-11925,-1-106-881,0-2-512,1 2-144,6-5-16,-6-4-176,6 0-1024,0-6-1490,-7-8-767,1-4-3330</inkml:trace>
</inkml:ink>
</file>

<file path=ppt/ink/ink13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59:45.38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1 291 8724,'0'0'6288,"21"-6"-3036,2-1-2566,17-4 370,60-10 1,160-29 203,-223 40-1737,1-1 1,-2-2-1,0-2 0,62-35 1,-91 46 281,0 0 1,0-1 0,-1 0-1,0 0 1,0 0 0,0 0-1,-1-1 1,1 0-1,-2-1 1,1 1 0,0-1-1,-1 1 1,4-10 0,-9 15 243,0 0 1,1 1-1,-1-1 1,1 0-1,-1 1 1,0-1 0,0 0-1,1 1 1,-1-1-1,0 1 1,0 0-1,0-1 1,0 1 0,1-1-1,-1 1 1,0 0-1,0 0 1,0 0 0,0-1-1,0 1 1,0 0-1,0 0 1,0 0-1,0 1 1,0-1 0,1 0-1,-1 0 1,-2 1-1,-31 1 541,24 1-469,1 0 1,0 0-1,1 1 0,-1 0 1,1 1-1,-1 0 0,1 0 1,0 1-1,1-1 0,0 2 0,0-1 1,-8 10-1,2 0 275,0 0 0,1 0 0,1 1 0,-16 34-1,14-26-310,2 0 0,1 1 0,0 1 0,2 0-1,1 0 1,2 0 0,0 1 0,0 35-1,5-63-398,3-2 65,0 0 239,0-1-1,1 1 0,-1-1 1,-1 0-1,1 0 0,0 0 0,-1 0 1,1 0-1,1-5 0,3-1 20,-5 6 99,0 0 1,0 1-1,0 0 0,0-1 1,1 1-1,-1 0 1,1 0-1,-1 0 0,1 1 1,0-1-1,0 0 1,-1 1-1,1 0 0,0 0 1,0 0-1,0 0 1,1 0-1,2 0 0,17 35 1234,-15-25-1358,24 19-2706,-4-20-5838,-9-8 1365</inkml:trace>
</inkml:ink>
</file>

<file path=ppt/ink/ink13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59:45.75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109 0 4306,'0'0'18216,"-14"7"-16588,-42 21-374,53-26-1173,1-1 0,-1 1 1,1-1-1,-1 1 0,1 0 1,0 0-1,0 0 1,0 0-1,0 0 0,0 0 1,0 1-1,1-1 0,-1 1 1,1-1-1,0 1 1,-1 0-1,1-1 0,0 1 1,1 0-1,-1 0 0,0 0 1,1 0-1,0-1 1,-1 1-1,2 6 0,45-9-1249,-20-4 177,-9 4 1615,-16 1-645,0 0 0,-1 0 0,1 0 1,-1 0-1,1 0 0,-1 0 0,1 0 0,-1 0 0,0 0 1,0 1-1,1-1 0,-1 0 0,0 0 0,0 0 1,0 0-1,0 1 0,-1 1 0,5-2-838,-1 0 0,0 0 0,0 0 0,1-1 0,-1 1 0,0-1 0,1 0 0,-1 0 0,1 0-1,-1 0 1,0 0 0,6-2 0,17-6-5546</inkml:trace>
</inkml:ink>
</file>

<file path=ppt/ink/ink13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59:46.18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154 1 11685,'0'0'8081,"-11"27"-3844,-6 8-3075,4-6-298,1 0 0,1 1 0,-6 32 0,-10 29 1965,-13 54-1512,36-129-1308,2-17-437,9-27-767,-1 19 752,-1 0 0,2 1 0,-1-1 0,1 1 0,0 0 0,16-12 0,-18 16 88,0 0 1,0 0-1,0 1 1,1 0-1,-1 0 1,1 0-1,0 0 0,-1 1 1,1 0-1,1 0 1,-1 1-1,12-2 1,-17 4 352,-1-1 0,1 1 1,0-1-1,-1 1 0,1 0 1,-1-1-1,1 1 0,-1 0 1,1-1-1,-1 1 0,1 0 1,-1 0-1,1 0 0,-1-1 1,0 1-1,0 0 1,1 0-1,-1 0 0,0 0 1,0 0-1,0-1 0,0 1 1,0 0-1,0 0 0,-1 1 1,1 35 300,0-27-67,-1-7-108,0 0 1,1 0-1,-2 0 1,1 0-1,0-1 0,0 1 1,-1 0-1,1 0 1,-1-1-1,0 1 1,0-1-1,0 1 0,0-1 1,-1 0-1,1 0 1,0 0-1,-1 0 1,0 0-1,-4 2 0,-3 2-526,-1 0-1,0-1 0,-18 7 1</inkml:trace>
</inkml:ink>
</file>

<file path=ppt/ink/ink13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59:46.39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21 1 7187,'0'0'20922,"-14"88"-20842,14-82-80,0 1-993,0-2-1264,-6-5-1872</inkml:trace>
</inkml:ink>
</file>

<file path=ppt/ink/ink13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59:46.53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9540,'0'0'10805,"41"30"-12630,-28-19-1840,7-6-2882</inkml:trace>
</inkml:ink>
</file>

<file path=ppt/ink/ink13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59:46.87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157 0 8196,'0'0'18963,"-23"17"-16719,-70 54-721,58-40-454,34-31-1047,1 1-1,-1 0 1,0 0 0,1 0-1,-1 0 1,1 0 0,0 0-1,-1 1 1,1-1 0,0 0-1,0 0 1,0 0 0,0 0-1,-1 0 1,2 0 0,-1 2-1,0-1-44,5 0-61,0-1 0,0 0 0,0 0-1,0-1 1,0 0 0,0 0 0,6 0 0,-9 0-11,10 0-305,0 1 0,0 0 0,21 5-1,-31-5 317,0-1-1,0 1 0,0-1 0,-1 1 0,1 0 1,0 0-1,-1 0 0,1 0 0,-1 0 0,1 0 0,-1 0 1,1 1-1,-1-1 0,3 3 0,-4-3 47,0 1-1,1-1 1,-1 0 0,0 0-1,0 0 1,0 0 0,0 1 0,0-1-1,0 0 1,0 0 0,0 0-1,0 1 1,-1-1 0,1 0-1,0 0 1,-1 0 0,1 0-1,-1 0 1,0 0 0,1 0-1,-1 0 1,0 0 0,1 0-1,-1 0 1,0 0 0,0 0-1,-1 0 1,-3 4 76,0-1 0,0 1 0,0-1 0,-1 0 1,0-1-1,0 0 0,0 0 0,0 0 0,0 0 0,0-1 0,-1 0 0,1 0 0,-11 0 1,15-2-525,2-2-106,0 0 0,0-1 0,0 1-1,0-1 1,0 1 0,1-1 0,-1 1 0,1-1 0,-1 1-1,1 0 1,0-1 0,0 1 0,0 0 0,0 0 0,0 0 0,1 0-1,-1 0 1,1 0 0,-1 0 0,1 0 0,0 0 0,2-1-1,22-21-6370</inkml:trace>
</inkml:ink>
</file>

<file path=ppt/ink/ink13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59:47.21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89 12 10181,'0'0'19363,"-14"19"-17919,-45 57-572,57-74-847,1 0-1,-1-1 1,1 1 0,0 0-1,-1 0 1,1 1 0,0-1-1,0 0 1,0 0 0,1 0-1,-1 1 1,1-1 0,-1 0-1,1 1 1,0-1 0,0 5-1,0-6-22,0 0 1,1 0-1,-1-1 0,1 1 0,0 0 1,-1-1-1,1 1 0,0 0 0,-1-1 1,1 1-1,0-1 0,0 1 0,-1-1 1,1 1-1,0-1 0,0 0 0,0 1 1,0-1-1,0 0 0,-1 0 0,1 1 0,0-1 1,0 0-1,0 0 0,0 0 0,0 0 1,1-1-1,5 1-37,0-1 1,0 0-1,-1 0 1,1-1-1,0 0 0,-1 0 1,8-3-1,-1-3-265,0 0 1,-1-1-1,21-17 0,-30 23 256,0 0 0,1-1 1,-1 1-1,-1-1 0,1 1 1,-1-1-1,1 0 0,-1 0 1,0 0-1,0 0 0,-1-1 1,1 1-1,-1 0 0,0-1 1,0 1-1,0-8 0,-1 11 51,-1 0 0,1 0-1,-1 0 1,1 0 0,-1 0 0,1 0 0,-1 0-1,1 0 1,-1 0 0,0 0 0,0 0-1,1 1 1,-1-1 0,0 0 0,0 0-1,0 1 1,0-1 0,0 1 0,0-1 0,0 1-1,0-1 1,0 1 0,0 0 0,0-1-1,0 1 1,-1 0 0,1 0 0,0 0-1,0 0 1,0 0 0,-2 0 0,-44-1-5,36 2-7,10-1-55,-28 2 55,16 3-1960,7 5-4583</inkml:trace>
</inkml:ink>
</file>

<file path=ppt/ink/ink13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59:47.51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41 0 11669,'0'0'16723,"-5"13"-14909,2-6-1692,-3 4-42,1 1 1,0 0-1,1 0 1,1 1-1,0-1 1,0 1-1,0 16 1,3-28-1399,3-1-1720,0 0 2092,1-1 1,-1 0-1,0 0 0,0 0 1,0 0-1,1 0 0,-1 0 0,-1-1 1,1 0-1,0 0 0,0 1 0,-1-1 1,1-1-1,-1 1 0,1 0 0,3-6 1,-1 3-1155,15-15-5218</inkml:trace>
</inkml:ink>
</file>

<file path=ppt/ink/ink13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59:47.65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2849,'102'5'20730,"-102"6"-17721,0 7-752,-7-2-1168,1 2-817,6-2-272,-7-1-256,0 3-1601,-7-2-2609,1-2-3474</inkml:trace>
</inkml:ink>
</file>

<file path=ppt/ink/ink13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59:48.31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 1 6339,'0'0'19305,"-20"110"-18857,20-101-336,0-2-112,0-2-16,0-1-160,0-2-640,0 1-673</inkml:trace>
</inkml:ink>
</file>

<file path=ppt/ink/ink13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59:48.43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21 3954,'129'-21'7283,"-122"21"-2833,0 0 464,-7 19-2560,0 1-1122,-7-2-15,0 0-1169,7 0-48,-7 2-593,7-2-1087,0 0-1682,0-9-6242</inkml:trace>
</inkml:ink>
</file>

<file path=ppt/ink/ink13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59:49.16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 66 4466,'0'0'16765,"7"-8"-14380,-2 3-2109,0 0 1,0 0-1,0 1 0,0-1 1,1 1-1,0 0 1,0 1-1,0-1 0,0 1 1,1 0-1,-1 1 0,1 0 1,-1 0-1,1 0 0,0 1 1,0 0-1,0 0 0,7 0 1,-10 1-189,2 0 16,0-1 1,0 1-1,0 1 1,0-1 0,0 1-1,7 2 1,-11-3-100,-1 1 1,1 0 0,-1 0-1,1 0 1,-1 0-1,1 0 1,-1 0 0,0 0-1,1 0 1,-1 0-1,0 1 1,0-1 0,0 0-1,0 1 1,0-1-1,0 1 1,0-1-1,-1 1 1,1 0 0,-1-1-1,1 1 1,-1 0-1,1-1 1,-1 1 0,0 0-1,0 2 1,2 4-1,-1 1 0,0 0 0,0 0 0,-1 0 1,0 0-1,-1-1 0,0 1 0,0 0 0,-1 0 0,0-1 1,-1 1-1,0-1 0,0 1 0,-1-1 0,-8 14 0,-9 4 19,-35 34-1,49-53-24,-1 0-1,0-1 1,0 1-1,-1-2 1,1 1-1,-1-1 1,-1-1-1,1 1 1,-13 3-1,22-8 1,-1 0 1,1 0-1,-1 1 0,1-1 0,-1 0 0,1 0 0,-1 0 0,1 1 0,-1-1 0,0 0 0,1 0 1,-1 0-1,1 0 0,-1 0 0,1 0 0,-1 0 0,1 0 0,-1-1 0,0 1 0,1 0 0,-1 0 1,1 0-1,-1-1 0,1 1 0,-1 0 0,1 0 0,-1-1 0,1 1 0,0 0 0,-1-1 0,1 1 1,-1-1-1,1 1 0,0 0 0,-1-1 0,1 1 0,0-1 0,-1 1 0,1-1 0,0 1 0,0-1 1,0 1-1,-1-1 0,1 0 0,0-1 4,1 1-1,-1 0 1,0-1 0,1 1-1,-1 0 1,0 0 0,1 0-1,0-1 1,-1 1 0,1 0-1,0 0 1,-1 0 0,1 0 0,0 0-1,0 0 1,0 0 0,0 0-1,0 1 1,0-1 0,2-1-1,12-5 290,0 1 1,0 0-1,1 1 0,0 1 0,0 0 0,0 1 0,0 1 0,20 0 0,-16 0-377,0 0 0,0-1 0,-1-1 0,1 0 0,22-10 0,-30 9-952,14-7-3361,-10-1-3221,-2-2-4771</inkml:trace>
</inkml:ink>
</file>

<file path=ppt/ink/ink13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59:49.52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5 13894,'0'0'14538,"11"-1"-13450,36-2-383,-45 3-689,0-1 1,0 1 0,1 0 0,-1 1 0,0-1 0,0 0-1,0 1 1,0-1 0,-1 1 0,1-1 0,0 1 0,0 0-1,0 0 1,0 0 0,-1 0 0,1 0 0,0 0 0,-1 1 0,1-1-1,-1 0 1,1 1 0,-1-1 0,0 1 0,0 0 0,1-1-1,-1 1 1,0 0 0,-1 0 0,1 0 0,0-1 0,0 1 0,-1 0-1,1 0 1,-1 0 0,0 0 0,1 4 0,-1 0-16,0 0 1,0 0-1,0 0 1,0 0-1,-1 0 1,0 0 0,-1 0-1,1 0 1,-1 0-1,-3 7 1,-28 27 62,28-36-67,1 0 1,0-1-1,1 1 1,-1 1-1,0-1 1,1 1-1,0-1 1,0 1-1,1 0 1,-1 0 0,1 0-1,0 0 1,-2 10-1,31-15-42,-9-2-313,0 0 1,0-2-1,-1 0 1,1 0-1,23-11 1,13-2-3053,-8 4-1408,2-1-3540</inkml:trace>
</inkml:ink>
</file>

<file path=ppt/ink/ink13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59:49.86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44 8244,'0'0'14289,"16"-8"-13043,51-20-459,-65 27-739,0 0-1,0 0 1,0 0-1,1 0 1,-1 1 0,0-1-1,0 1 1,1-1-1,-1 1 1,0 0 0,1 0-1,-1 0 1,0 0 0,1 0-1,-1 1 1,0-1-1,1 1 1,-1 0 0,4 1-1,-5-1-35,0 0 0,0 0 0,0 1 0,0-1 0,0 0 0,0 1 0,0-1 0,0 0 0,-1 1 0,1-1 0,-1 1 0,1-1 0,-1 1 0,1 0 0,-1-1 0,0 1 0,0-1 0,0 1 0,0-1 0,0 1 0,0 1 0,-1 4-1,0 0 0,-1-1-1,1 1 1,-1-1 0,0 1-1,-1-1 1,1 0 0,-1 0-1,-1 0 1,-3 6 0,-16 9 69,19-17-18,-1-1 1,1 1 0,-1-1-1,1 2 1,1-1 0,-1 0 0,0 1-1,1-1 1,0 1 0,0 0-1,1 0 1,-1 0 0,-2 8 0,5-10-58,22-3 78,-10 0-170,17 1-388,44-7 1,-61 4-1468,-1 0 0,1-1 0,20-8 0,2-6-6900</inkml:trace>
</inkml:ink>
</file>

<file path=ppt/ink/ink13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59:50.21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23 4786,'0'0'20087,"21"-4"-19033,65-11-417,-83 14-591,0 0 0,0 1 0,0-1 0,0 1 0,1 0 0,-1 0 0,0 0 0,0 0 0,1 0 0,-1 1 0,0-1 0,0 1 0,0 0 0,0 0 0,0 0 1,0 1-1,0-1 0,0 1 0,0-1 0,-1 1 0,1 0 0,-1 0 0,1 0 0,-1 1 0,0-1 0,1 0 0,-1 1 0,2 4 0,-2-3-24,0 1 1,-1-1 0,0 1-1,0 0 1,0 0 0,0-1-1,-1 1 1,0 0 0,0 0-1,0 0 1,0 0-1,-1 0 1,0-1 0,0 1-1,-2 7 1,0-7-16,1-1 0,-1 1 1,1-1-1,-1 0 0,0 0 0,-1-1 1,1 1-1,-1-1 0,1 1 0,-9 4 1,9-6-7,0 0 0,0 0 1,0 1-1,0-1 0,0 1 1,0 0-1,1 0 0,-1 0 1,1 0-1,0 0 0,-1 0 1,2 1-1,-1-1 1,0 1-1,1-1 0,-1 1 1,1-1-1,0 1 0,0 5 1,1-8-2,1 0 1,0-1-1,0 1 1,-1 0-1,1-1 1,0 1-1,0-1 1,0 1 0,0-1-1,-1 1 1,1-1-1,0 1 1,0-1-1,0 0 1,0 0-1,0 1 1,0-1 0,0 0-1,0 0 1,0 0-1,0 0 1,0 0-1,2-1 1,34 1-66,-31 0-25,4-1-695,0 1 0,-1-1 1,1-1-1,-1 0 0,0 0 0,0-1 0,1 0 0,8-5 0,-16 7 502,32-12-5981</inkml:trace>
</inkml:ink>
</file>

<file path=ppt/ink/ink13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59:50.60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46 7603,'0'0'18281,"7"-6"-17139,0 1-955,0 0 0,0 1 0,0 0 0,1 0 0,-1 1 0,1 0 0,0 0 1,0 1-1,0 0 0,1 0 0,-1 1 0,0 0 0,1 1 0,9 0 0,-17 0-170,5-1 62,0 1 0,-1 0 0,1 1 0,0-1 0,-1 1 0,1 0 0,-1 0 0,7 3 0,-10-3-75,0 1 0,-1-1 0,1 1 0,0 0 0,-1-1 0,1 1 0,-1 0 1,1 0-1,-1 0 0,0 0 0,0 1 0,0-1 0,0 0 0,0 0 0,0 1 0,-1-1 1,1 0-1,-1 1 0,0-1 0,1 5 0,-1-3-3,1 0 0,-1 1 0,0-1 0,0 1 0,0-1 0,-1 0 0,1 1 0,-1-1 0,0 0 0,-1 1 0,1-1 0,-1 0 0,0 0 0,-3 6 0,-1-1 3,-1 0 0,0-1 0,-1 0 1,-10 9-1,11-12 17,1 2 0,-1-1 0,1 1 1,0 0-1,0 0 0,1 0 0,0 1 1,-7 15-1,12-23-19,0 1-1,0-1 1,0 1 0,0-1 0,-1 0 0,1 1 0,0-1 0,0 1-1,0-1 1,0 0 0,1 1 0,-1-1 0,0 1 0,0-1-1,0 0 1,0 1 0,0-1 0,0 1 0,1-1 0,-1 0-1,0 1 1,0-1 0,1 0 0,-1 1 0,0-1 0,0 0 0,1 0-1,-1 1 1,0-1 0,1 0 0,-1 0 0,0 1 0,1-1-1,-1 0 1,1 0 0,-1 0 0,0 0 0,1 0 0,-1 1-1,1-1 1,-1 0 0,0 0 0,1 0 0,-1 0 0,1 0 0,0 0-1,23-1-141,-19 1 50,6 0-271,35-2-2702,-41 2 1993,1-1 1,0 0 0,-1-1 0,1 0-1,-1 0 1,6-2 0,16-11-7642</inkml:trace>
</inkml:ink>
</file>

<file path=ppt/ink/ink13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59:50.99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48 15 11589,'0'0'15546,"9"-3"-14399,-8 3-1119,9-3 192,0 1 0,0 0 1,0 0-1,15 0 0,-23 1-203,1 1 0,0 0 0,-1 1 0,1-1 0,-1 0 0,1 1 0,-1-1 0,1 1 0,-1 0 0,1-1 0,-1 1 0,0 1 0,1-1 0,-1 0 0,0 0 0,0 1 0,0 0 0,0-1 0,0 1 0,0 0 0,0 0 0,-1 0 0,1 0 0,-1 0 0,1 0 0,1 5 0,0-2-25,-1 0 0,0 0 1,-1 0-1,1 0 0,-1 1 0,0-1 1,0 0-1,-1 1 0,0-1 1,0 1-1,0-1 0,0 1 0,-2 8 1,-1-8-3,1-1 0,-1 1 1,0-1-1,-1 0 0,1 1 1,-1-2-1,0 1 0,0 0 1,0-1-1,-1 0 0,-9 7 1,-29 20 85,33-25-22,1-1-1,0 2 0,0-1 0,0 1 0,1 1 0,0-1 0,1 1 1,0 1-1,-12 17 0,18-25-39,1-1 0,0 1-1,0-1 1,-1 1 0,1 0 0,0-1 0,0 1 0,0-1 0,0 1-1,0 0 1,0-1 0,0 1 0,0-1 0,0 1 0,0 0 0,0-1 0,1 1-1,-1-1 1,0 1 0,0 0 0,0-1 0,1 1 0,-1-1 0,0 1-1,1-1 1,-1 1 0,1-1 0,-1 1 0,0-1 0,1 0 0,-1 1-1,1-1 1,-1 1 0,1-1 0,-1 0 0,1 0 0,0 1 0,-1-1 0,1 0-1,-1 0 1,1 0 0,-1 1 0,1-1 0,0 0 0,-1 0 0,1 0-1,0 0 1,-1 0 0,2-1 0,42 1-37,-31-1 57,-1 1-306,-1-2 0,1 0-1,-1 0 1,1-1-1,-1 0 1,0-1 0,19-10-1,-16 7-2317,-1 0-1,-1-1 0,14-10 0,-5-2-7965</inkml:trace>
</inkml:ink>
</file>

<file path=ppt/ink/ink13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59:51.28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10197,'0'0'19833,"7"59"-18793,-7-39-480,0-4-383,0-3-177,0-1-16,0-3-337,0-2-1103,0-1-721,7-6-2049,6 0-3634,14 0-2368</inkml:trace>
</inkml:ink>
</file>

<file path=ppt/ink/ink13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6:59:51.44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75 1 2497,'0'0'27213,"-34"81"-27101,27-56-112,1 2-1297,-1 0-2193,-13-4-4657</inkml:trace>
</inkml:ink>
</file>

<file path=ppt/ink/ink13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7:01:16.70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173 15 4306,'0'0'7451,"12"-7"5843,-18 5-13277,0 1 0,0-1 0,0 1 0,-1 0 0,1 1-1,-1-1 1,1 1 0,0 1 0,-1-1 0,1 1-1,0 0 1,-1 0 0,1 1 0,0 0 0,0 0-1,0 0 1,0 1 0,0 0 0,1 0 0,-1 1-1,1-1 1,0 1 0,0 0 0,0 1 0,1-1-1,0 1 1,-1 0 0,1 0 0,-5 8 0,8-11-8,0 0 0,0 0 0,0-1 1,0 1-1,0 0 0,0 0 0,1 0 0,-1 0 1,1 0-1,-1 0 0,1 0 0,0 0 0,0 0 1,0 0-1,0 4 0,1-4-7,1-1 0,0 1 0,-1-1 0,1 1-1,0-1 1,0 0 0,0 1 0,0-1 0,0 0 0,0 0 0,0-1-1,0 1 1,4 1 0,3 1-12,-1 0 0,1 1-1,0 0 1,-1 1 0,0 0 0,0 0-1,-1 1 1,1 0 0,-1 0-1,0 1 1,-1 0 0,7 8 0,-12-14 10,-1 1 1,1-1 0,0 0 0,-1 0-1,1 1 1,-1-1 0,0 0-1,1 1 1,-1-1 0,0 0 0,0 1-1,0-1 1,0 1 0,0-1-1,0 0 1,0 1 0,0-1-1,0 0 1,-1 1 0,1-1 0,-1 0-1,1 1 1,-1-1 0,1 0-1,-1 1 1,-1 1 0,-1-1 93,1 0-1,-1 0 1,1 0 0,-1 0-1,0-1 1,0 1 0,0-1-1,1 0 1,-1 1 0,0-1-1,-5 0 1,-8 2 1216,0 0 1,-1-2-1,-21 1 0,36-2-606,2 19-10028</inkml:trace>
</inkml:ink>
</file>

<file path=ppt/ink/ink13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7:01:18.31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28 0 608,'0'12'20023,"-4"284"-15071,1-12-5638,3-306-946,1-12-3200,-2-1 0,-7-39 0,-4 17-1712</inkml:trace>
</inkml:ink>
</file>

<file path=ppt/ink/ink13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7:01:19.50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80 3874,'0'0'7934,"24"-6"-6533,-3 0-1016,33-9 1086,59-8 0,59 6 2049,247 5 1,-398 12-3362,17 0 14,-1 2-1,1 1 0,58 13 1,-84-13-101,0 0 1,-1 0-1,1 1 1,-1 1-1,0 0 0,-1 1 1,1-1-1,-1 2 1,0 0-1,0 0 1,-1 1-1,0 0 1,-1 0-1,1 1 1,7 12-1,-13-15 137,0-1 1,-1 1-1,0 0 1,0 0-1,0 0 0,-1 0 1,1 6-1,-2-10-133,1 0 1,-1-1-1,0 1 0,1 0 0,-1-1 0,0 1 0,0 0 0,0-1 0,0 1 1,-1 0-1,1 0 0,0-1 0,-1 1 0,1-1 0,-1 1 0,1 0 1,-1-1-1,0 1 0,0-1 0,0 1 0,0-1 0,0 0 0,0 1 1,0-1-1,0 0 0,0 0 0,-2 2 0,-11 22 634,5-7-563,8-15-102,-1 0-1,0 1 1,1-1-1,-1 1 1,1-1-1,0 1 1,0-1-1,1 1 1,-1 4-1,-1-8 3,-1 1 0,1 0-1,0-1 1,0 1 0,-1-1 0,1 0-1,0 0 1,-1 1 0,1-2 0,0 1-1,0 0 1,-1 0 0,1-1 0,0 1 0,0-1-1,-4-1 1,6 2-34,0-1-1,0 1 1,0 0 0,0 0-1,0-1 1,0 1 0,0 0-1,0 0 1,-1-1 0,1 1-1,0 0 1,0 0 0,0-1-1,0 1 1,0 0 0,0 0-1,-1 0 1,1-1 0,0 1-1,0 0 1,0 0 0,-1 0-1,1 0 1,0 0 0,0-1-1,0 1 1,-1 0 0,1 0-1,0 0 1,0 0 0,-1 0-1,1 0 1,0 0 0,0 0-1,-1 0 1,1 0 0,0 0-1,0 0 1,-1 0 0,1 0-1,0 0 1,0 0 0,-1 0-1,1 0 1,0 0 0,0 0-1,-1 0 1,1 1 0,0-1-1,0 0 1,-1 0 0,1 0-1,0 0 1,0 1 0,0-1-1,-1 0 1,-5 24 288,0 56-210,4-51 54,0 136-126,3-91-19,-1-74 0,0 1 0,0-1 0,0 1 0,0-1 0,0 1 0,0-1 0,0 1 0,0-1 0,0 1 0,0-1 0,0 1 0,1-1 0,-1 1 0,0-1 0,0 1 0,0-1 0,1 0 0,-1 1 0,0-1 0,1 1 0,-1-1 0,0 0 0,1 1 0,-1-1 0,0 0 0,1 1 0,-1-1 0,1 0 0,-1 0 0,1 0 0,-1 1 0,0-1 0,1 0 0,-1 0 0,1 0 0,-1 0 0,1 0 0,-1 0 0,1 0 0,-1 0 0,1 0 0,0 0 0,-1 0 0,0 0 0,1 0 0,-1 0 0,0-1 0,0 1 0,0 0 0,1 0 0,-1 0 0,0-1 0,0 1 0,0 0 0,1 0 0,-1-1 0,0 1 0,0 0 0,0-1 0,0 1 0,0 0 0,1 0 0,-1-1 0,0 1 0,0 0 0,0-1 0,0 1 0,0 0 0,0-1 0,0 1 0,0 0 0,0-1 0,0 1 0,-1 0 0,1 0 0,0-1 0,0 1 0,0 0 0,0-1 0,0 1 0,0 0 0,-1 0 0,1-1 0,0 1 0,0 0 0,0 0 0,-1-1 0,1 1 0,0 0 0,0 0 0,-1 0 0,1 0 0,0-1 0,-1 1 0,1 0 0,0 0 0,0 0 0,-1 0 0,1 0 0,-1 0 0,-17-11 0,-6 6 0,-1 2-1,1 0 1,-1 2-1,-40 3 1,11-1-33,-35 4-147,1 4-1,-103 23 0,14-2 224,152-26-42,-45 6-36,-85 1 0,152-11 40,19-3-7381,38-17-2634,-15 3 1230</inkml:trace>
</inkml:ink>
</file>

<file path=ppt/ink/ink13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7:01:20.77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3618,'0'0'5906,"4"4"-5068,13 10 488,1-1-1,0-1 1,38 20-1,7 4 64,74 60 1020,217 200-1,-101-77-352,251 225-37,-194-164-730,-243-227-595,141 84 1,-138-95-317,-2 3 0,81 69 1,119 91 1046,-21-20-708,-181-130-553,111 70 0,-96-73-119,108 92 1,-108-60-73,-68-68 19,0-1 1,1 0-1,1-1 0,0-1 1,1 0-1,0-1 0,1-1 0,27 14 1,-3-4 67,0 1 0,52 38 1,-64-40-34,-20-14-21,-1 2 0,0-1-1,-1 1 1,0 0 0,0 1 0,9 15 0,24 27 177,-37-50-58,1 0-535,2 4-3856,-8-11-2430,0-9 1039,1 10 2282,0-14-6088</inkml:trace>
</inkml:ink>
</file>

<file path=ppt/ink/ink13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7:01:21.61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441 1 7059,'0'0'13665,"0"4"-11883,-1 36 1736,0-18-2100,1-1 0,1 1 0,6 36 0,-6-52-1358,0 1-1,1-1 1,0 0-1,1 0 1,-1-1-1,1 1 1,0 0-1,1-1 1,-1 0-1,1 0 1,0 0-1,0 0 1,1 0-1,-1-1 1,1 0-1,0 0 1,7 5-1,-3-3-59,0-1 0,0 0 0,0 0 0,0-1 0,1 0 0,-1 0 0,1-1 0,0-1 0,0 1 0,0-2 0,1 1 0,18-1 0,-37 2 0,1-1 0,0 2 0,0-1 0,0 1 0,0 0 0,-6 5 0,-18 10 0,-8-4 0,-1-2 0,0-1 0,-1-2 0,0-2 0,-45 3 0,26-3 0,-74 20 0,115-24 0,-9 4 0,27-5 0,0 0 0,0 1 0,1-1 0,0 0 0,-1 0 0,1 1 0,1-1 0,-1 0 0,1 5 0,0-1 0,-9 22-2279,-12-5-6765,7-13-427</inkml:trace>
</inkml:ink>
</file>

<file path=ppt/ink/ink13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7:01:53.54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6428 0 5763,'0'0'9479,"-1"23"-5824,-3-10-3103,0-1 1,-1 0 0,0 0 0,-1 0-1,-1-1 1,-8 13 0,-12 20 369,-18 38-550,-4-2 0,-60 74 0,-130 136-488,185-227 207,-101 136-127,-132 227 0,166-241 26,21-31-2,-197 283 66,-272 386 170,270-416-134,124-176-76,-87 115-31,-173 245 109,76-113 653,141-213-407,-58 66-124,183-217-175,-141 229 1,92-126-37,113-174 15,-551 773 1304,519-737-1082,-299 423 277,299-407-388,-5-2 0,-76 84 0,-27 42 126,33-39-54,126-168-165,0 0 0,0 1-1,1 0 1,0 0 0,2 1-1,-1 0 1,2 0 0,0 1-1,0 0 1,-3 18 0,4-13 0,-1-1 0,0 0 0,-2-1 0,-10 22 0,0-3 93,-54 152 669,70-187 263,0-8-730,0-19-1294,0-32-3527,2-19-5352,0 36 227</inkml:trace>
</inkml:ink>
</file>

<file path=ppt/ink/ink13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7:01:54.41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 44 6755,'0'0'8030,"0"-5"-7074,-1 4-878,1-20 1530,0 20-1409,0 1-1,0-1 0,0 0 1,0 1-1,0-1 0,0 0 1,0 1-1,0-1 0,0 0 0,0 1 1,0-1-1,0 0 0,1 1 1,-1-1-1,0 1 0,0-1 1,1 0-1,-1 1 0,1-1 1,-1 1-1,0-1 0,1 1 1,2-2 3960,-2 2-4036,-1 0 0,1-1-1,-1 1 1,1 0 0,0 0 0,-1 0 0,1 0-1,-1 0 1,1 0 0,-1 1 0,1-1 0,-1 0-1,1 0 1,-1 0 0,1 0 0,-1 1 0,1-1 0,-1 0-1,1 0 1,-1 1 0,1-1 0,-1 0 0,0 1-1,1-1 1,-1 0 0,1 1 0,-1-1 0,0 1-1,0-1 1,1 1 0,31 119 2680,-21-55-2800,-3 0 0,1 100 0,-2 25-3,-7-190 0,0 0 0,0 1 0,0-1 0,0 0 0,0 0 0,1 1 0,-1-1 0,0 0 0,0 0 0,0 1 0,1-1 0,-1 0 0,0 0 0,0 0 0,1 0 0,-1 1 0,0-1 0,0 0 0,1 0 0,-1 0 0,0 0 0,1 0 0,-1 0 0,0 0 0,0 0 0,1 0 0,-1 0 0,0 0 0,1 0 0,-1 0 0,0 0 0,1 0 0,-1 0 0,0 0 0,0 0 0,1 0 0,-1 0 0,0 0 0,1-1 0,-1 1 0,0 0 0,0 0 0,0 0 0,1 0 0,-1-1 0,0 1 0,0 0 0,1 0 0,-1-1 0,0 1 0,0 0 0,0 0 0,0-1 0,0 1 0,1 0 0,-1-1 0,14-11 0,-8 4 0,-1 0 0,0 0 0,0-1 0,5-12 0,-7 13 0,1 0 0,0 0 0,1 1 0,0-1 0,0 1 0,0 0 0,8-8 0,1 4 0,0 1 0,1 0 0,0 0 0,0 2 0,1 0 0,29-10 0,3 2 0,53-10 0,-101 26 0,0 0 0,1 0 0,-1 0 0,0 0 0,1 0 0,-1 0 0,0 0 0,1 0 0,-1 0 0,1 0 0,-1 0 0,0 0 0,1 1 0,-1-1 0,0 0 0,0 0 0,1 0 0,-1 1 0,0-1 0,1 0 0,-1 0 0,0 1 0,0-1 0,1 0 0,-1 1 0,0-1 0,0 0 0,0 0 0,0 1 0,1-1 0,-1 0 0,0 1 0,0-1 0,0 1 0,0-1 0,0 0 0,0 1 0,0-1 0,0 0 0,0 1 0,0-1 0,0 0 0,0 1 0,0-1 0,0 1 0,0-1 0,-1 0 0,1 1 0,0-1 0,0 0 0,0 1 0,0-1 0,-1 1 0,-5 16 0,4-13 0,1-3 0,1 1 0,-1-1 0,0 0 0,1 0 0,-1 0 0,0 0 0,0 0 0,0 0 0,0 0 0,0 0 0,0 0 0,0 0 0,0-1 0,0 1 0,0 0 0,0-1 0,-3 2 0,4-2-75,0 0 0,-1 1-1,1-1 1,0 0 0,-1 0 0,1 0 0,0 0-1,-1 1 1,1-1 0,-1 0 0,1 0 0,0 0-1,-1 0 1,1 0 0,-1 0 0,1 0 0,0 0-1,-1 0 1,1 0 0,-1 0 0,1 0 0,0 0-1,-1 0 1,1-1 0,0 1 0,-1 0 0,1 0-1,-1 0 1,1-1 0,0 1 0,0 0 0,-1 0-1,1-1 1,0 1 0,-1 0 0,1 0 0,0-1-1,0 1 1,-1 0 0,1-1 0,0 1 0,0 0-1,0-1 1,0 1 0,-1-1 0,1 1 0,0 0-1,0-1 1,0 1 0,0-1 0,0 1 0,0 0-1,0-1 1,0 1 0,0-1 0,0 1 0,0 0-1,1-1 1,-1 1 0,0-1 0,0 1 0,0 0-1,1-1 1,-1-1-861,0-19-4632</inkml:trace>
</inkml:ink>
</file>

<file path=ppt/ink/ink13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7:01:56.28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19 4722,'0'0'15170,"6"-3"-14066,2 0-792,0 0-1,1 0 0,-1 1 0,1 1 1,-1-1-1,1 1 0,0 1 0,13 0 1,-21 1-304,0-1 0,-1 1 0,1 0 0,0-1 0,-1 1 0,1 0 1,-1 0-1,1 0 0,-1-1 0,1 1 0,-1 0 0,0 0 0,0 0 1,1 0-1,-1 0 0,0 0 0,0 0 0,0 0 0,0 0 0,0 0 1,0 0-1,0 0 0,0 0 0,0 0 0,-1 0 0,1-1 1,-1 3-1,-7 32 444,-25 16 411,7-13-237,17-24-376,7-13-190,1 1 0,0-1 0,0 0 0,0 1-1,0-1 1,0 1 0,1-1 0,-1 1 0,0 0 0,1-1-1,-1 1 1,1 0 0,-1 1 0,36-3 1583,-21 1-1918,-11-1-184,1 0 0,-1 0-1,1 0 1,-1 0 0,1 0 0,-1-1 0,1 1 0,5-3 0,-7 2-155,-1 1 0,0-1 0,0 0 0,0 0 0,0 0 0,0 0 0,0 1 0,0-1 0,0-1 0,0 1 0,0 0-1,-1 0 1,1 0 0,0 0 0,-1-1 0,1 1 0,0-2 0,4-8-6061</inkml:trace>
</inkml:ink>
</file>

<file path=ppt/ink/ink13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7:01:57.38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86 57 2353,'0'0'19003,"-8"26"-17738,-4-4-1073,0 1 0,2 0 0,1 1 0,1 0 0,1 1-1,1 0 1,1-1 0,1 2 0,1-1 0,2 0 0,0 1 0,2-1 0,1 1 0,6 34 0,-5-48-158,0-1 1,1 0-1,1 0 1,-1-1 0,2 1-1,-1-1 1,1 0-1,1-1 1,0 1 0,0-1-1,1-1 1,0 1-1,1-1 1,0-1 0,0 1-1,0-1 1,1-1-1,0 0 1,0-1 0,1 0-1,-1 0 1,1-1-1,0 0 1,1-1-1,-1 0 1,0-1 0,1 0-1,0-1 1,11 0-1,-17-1-26,3 1 23,0-1 1,0 0-1,0 0 0,0-1 1,0 0-1,0 0 0,0-1 1,0 0-1,-1-1 0,1 0 1,0 0-1,-1-1 0,0 0 1,15-10-1,-7 2 182,0-1 0,0 0 0,-1-1 0,-1-1-1,0-1 1,-1 0 0,13-20 0,-18 23-91,-1 0 0,-1-1 0,0 1 0,-1-1 0,0 0 0,-1-1-1,-1 1 1,0-1 0,-1 0 0,0-26 0,-1 19-27,-2 0 0,0 0 0,-2 1 0,0-1 0,-1 1 1,-2 0-1,0 0 0,-1 0 0,-1 1 0,-15-27 0,21 43-24,-1 1-1,0-1 1,0 1 0,0 0 0,0 0-1,0 0 1,-1 0 0,0 1 0,1-1 0,-1 1-1,0 0 1,0 0 0,0 1 0,0-1-1,0 1 1,-1 0 0,-5-1 0,-7 0 48,0 0 0,0 2 1,-20 1-1,6-1-208,21 1 89,1 0 0,0 0 0,0 1 0,0 0 0,0 0 0,-11 5 0,-34 9 0,48-16-128,5 0-608,3-1 344,0 1 1,0-1-1,0 0 0,0 0 1,0 0-1,0 0 1,0-1-1,0 1 1,-1-1-1,1 1 1,-1-1-1,1 1 1,-1-1-1,1 0 0,-1 1 1,0-1-1,0 0 1,0 0-1,0 0 1,1-3-1,12-27-7649</inkml:trace>
</inkml:ink>
</file>

<file path=ppt/ink/ink13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7:02:56.62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0 468 3314,'0'0'1400,"8"23"1367,2-3-2128,-10-19-554,0 0-1,0 0 1,1 0-1,-1 0 1,0 0 0,0 0-1,1 0 1,-1 0-1,1 0 1,-1 0-1,1 0 1,0 0 0,-1 0-1,1 0 1,0 0-1,-1-1 1,1 1-1,0 0 1,0-1 0,0 1-1,-1 0 1,1-1-1,0 1 1,0-1-1,0 0 1,0 1 0,0-1-1,0 0 1,0 1-1,0-1 1,0 0 0,1 0-1,-1 0 1,0 0-1,0 0 1,0 0-1,0 0 1,2-1 0,215-8 6381,3 0-4969,1067-61-139,-429 11-1286,930-69 2634,-908 56-1789,502 15 113,-918 46-211,146 2-550,207-7 22,268 3-143,-398 12-85,-101-12-34,-211-3 36,-173 5-36,234 3-24,-103 4-72,-308 3 123,0-1-1,0-1 1,-1-1-1,41-12 1,-65 15 213,53 1 321,-48 0-585,-5 0 171,-53 0-845,30 0-4881,14 0-1570</inkml:trace>
</inkml:ink>
</file>

<file path=ppt/ink/ink13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7:02:57.65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 0 3057,'0'0'13327,"5"10"-12106,-1 1-808,0 0 0,-1 1 0,0-1 0,0 1 0,-1 0 0,-1 0 0,0-1 0,-1 1 0,0 0-1,0 0 1,-1 0 0,-5 17 0,-5 24 593,1 1 1,3 0-1,2 0 0,5 107 1,1-86-556,1-37-285,1 0 1,12 48 0,-8-48-36,-1 0 0,1 51 0,-8-59 295,-1 0 0,-7 36 0,5-39 177,0 52 0,1-76-546,-1-12-394,1-61-4254,-1-7-7863,4 39 2540</inkml:trace>
</inkml:ink>
</file>

<file path=ppt/ink/ink13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7:02:59.43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176 39 368,'0'0'5211,"0"-27"-1323,0 15 9426,-3 24-12934,1-1 0,-2 0-1,0 1 1,0-1 0,-1-1 0,0 1 0,-1-1-1,0 1 1,-12 13 0,-6 14 245,8-11-266,5-10-123,1 1 1,0 0 0,-10 32-1,17-41-104,3-7-116,0 0 0,0-1 0,-1 1 0,1-1 0,-1 1 0,0 0 0,1-1 1,-1 0-1,0 1 0,0-1 0,0 1 0,0-1 0,0 0 0,0 0 0,0 0 0,0 1 0,-1-1 0,-1 1 1,-4 5 150,21-21-137,-5 0-100,27-36-1559,53-104 1,-73 128 1625,-14 23 6,0 0 0,0 0-1,0 0 1,0 0 0,0 0-1,-1 0 1,1-1 0,-1 1-1,1-4 1,-2 6 216,3 2-137,0-1-1,0 1 1,0-1-1,1 1 1,-1 0 0,0 0-1,0 0 1,0 1-1,-1-1 1,1 1 0,0-1-1,0 1 1,-1 0-1,1 0 1,-1 0 0,0 1-1,1-1 1,-1 1-1,0-1 1,0 1 0,1 2-1,6 10 184,-1 0 0,11 31-1,-1-6 199,-13-29-303,-1 0 0,0 1 1,0-1-1,3 21 0,-6-23-30,0-1 0,1 1 0,1-1 0,-1 0 0,1 0 0,1 0 0,-1 0 0,1 0 0,1-1-1,5 8 1,-6-9-1,6 7-110,-10-13-10,0 0-1,0 0 0,1 0 1,-1 0-1,0 0 1,0-1-1,0 1 1,0 0-1,0 0 0,0 0 1,0 0-1,0 0 1,0 0-1,0 0 1,0 0-1,0-1 0,1 1 1,-1 0-1,0 0 1,0 0-1,0 0 1,0 0-1,0 0 1,0 0-1,0 0 0,1 0 1,-1 0-1,0 0 1,0 0-1,0 0 1,0 0-1,0 0 0,0 0 1,1 0-1,-1 0 1,0 0-1,0 0 1,0 0-1,0 0 0,0 0 1,0 0-1,1 0 1,-1 0-1,0 0 1,0 0-1,0 0 0,0 0 1,0 1-1,0-1 1,0 0-1,0 0 1,1 0-1,-1 0 1,0 0-1,0 0 0,0 0 1,0 0-1,0 1 1,0-1-1,0 0 1,0 0-1,0 0 0,0 0 1,0 0-1,0 1 1,-1-3-9,0 0 1,0 0-1,-1 1 0,1-1 1,0 0-1,-1 1 1,1 0-1,-1-1 1,0 1-1,0 0 1,1 0-1,-1 0 0,0 0 1,0 0-1,0 0 1,0 0-1,0 1 1,0-1-1,0 1 1,-4-1-1,-43-9 1,-86 3-27,161 6 1043,1 0-5220,-21-8-3877,-4-2-2392</inkml:trace>
</inkml:ink>
</file>

<file path=ppt/ink/ink13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7:03:00.85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64 1 5170,'0'0'10563,"0"0"-10167,1 0 1,0 0 0,0 0-1,-1 0 1,1 0 0,0 1-1,0-1 1,-1 0 0,1 1-1,0-1 1,-1 0 0,1 1-1,0-1 1,-1 1 0,1-1-1,-1 1 1,1-1 0,0 2-1,-1 1-220,0 1 0,-1-1 0,1 1 0,-1-1 0,0 1 0,0-1 0,-1 0-1,1 0 1,-1 1 0,1-1 0,-1 0 0,0 0 0,0 0 0,0-1 0,0 1-1,-1-1 1,1 1 0,-1-1 0,0 1 0,-3 1 0,2-1-117,1-1 0,0 1 0,0 0 0,0 0 0,0 0 0,1 0 0,-1 0 0,1 1 0,0-1 0,0 1 0,0 0 0,-2 5 0,3-8-58,1 0 0,-1 1 0,1-1 0,0 0 0,-1 0 0,1 1 0,0-1 0,0 0 0,0 1 0,0-1 0,0 0 0,0 1 0,0-1 0,0 0 0,0 0 0,1 1 0,-1-1 0,1 0 0,-1 0 0,1 1 0,-1-1 0,1 0 0,0 0 0,-1 0 0,1 0 0,0 0 0,0 0 0,0 0 0,0 0 0,0 0 0,0 0 0,0-1 0,0 1 0,0 0 0,0-1 0,0 1 0,1-1 0,-1 1 0,0-1 0,2 1 0,6 0 15,-1 1 1,1-2 0,-1 0-1,1 0 1,11-1 0,3-1 29,235-18 987,-116 5-447,-123 14-503,-18 1-211</inkml:trace>
</inkml:ink>
</file>

<file path=ppt/ink/ink13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7:03:01.13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102 1 4946,'0'0'15546,"-9"18"-14031,-28 62-378,34-72-974,0 0 0,0 1 0,1 0 0,1 0 0,-1-1 0,1 1 0,1 0 0,0 0 0,1 16 0,0-18-352,-1 0 0,1 0 1,-2 0-1,1 0 0,-1 0 0,-3 11 0,3-15-310,0 0-1,0 0 1,-1 0 0,0 0 0,1 0-1,-1-1 1,0 1 0,0-1 0,-1 1-1,-4 3 1,1-2-4274,-1-3-1867</inkml:trace>
</inkml:ink>
</file>

<file path=ppt/ink/ink13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7:03:01.77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428 0 3522,'0'0'5162,"-22"1"-3118,-75 8-465,84-6-1170,0 0 1,1 2-1,0-1 1,0 1-1,0 1 1,1 0-1,0 1 1,0 0-1,0 1 1,1 0-1,-18 19 1,5-7 215,12-10-397,0 1 1,0 1 0,1 0 0,0 0-1,1 1 1,1 0 0,0 0 0,1 1 0,0 0-1,1 1 1,-5 17 0,5-9-87,1 1 0,1 0 0,1 0 0,1 0 1,1 0-1,4 37 0,-2-53-142,0-1 0,0 1 0,1-1 0,0 0 0,0 1 0,1-1 0,0 0 0,0-1 0,1 1 0,0 0 0,0-1 0,9 11-1,-4-8 0,0 0-1,1 0 1,0-1-1,1-1 1,-1 1-1,24 10 1,-2-4 11,0-2 0,1-1 0,1-2 1,58 9-1,-52-12 0,0-2 1,1-2-1,-1-1 1,1-2-1,-1-2 1,1-2-1,-1-2 1,0-1-1,-1-2 1,0-2-1,-1-1 1,0-3-1,-1 0 1,50-32-1,-77 42 15,-1-1-1,1 0 1,-1 0 0,-1-1-1,0 0 1,0 0-1,0-1 1,-1 0 0,0 0-1,-1-1 1,0 0-1,0 0 1,-1-1 0,-1 1-1,0-1 1,0 0-1,-1 0 1,0 0-1,-1-1 1,-1 1 0,1-1-1,-2 1 1,0-1-1,0 1 1,-1-1 0,0 0-1,-1 1 1,-1 0-1,1 0 1,-2-1 0,0 2-1,0-1 1,-1 0-1,0 1 1,0 0-1,-15-18 1,7 11 160,-1 0 0,-1 1 0,0 1 0,-2 0 0,1 1 0,-2 1-1,-26-16 1,32 23-100,0-1 0,0 2 0,0-1-1,-1 2 1,1 0 0,-1 0-1,0 1 1,0 1 0,-1 0-1,1 1 1,0 0 0,-1 1 0,-19 2-1,33-2-153,0 1 0,-1-1 0,1 0 0,-1 0 0,1 0 0,0 0 0,-1 0 0,1 1 0,0-1 0,-1 0 0,1 0 0,0 1 0,0-1 0,-1 0 0,1 1 0,0-1 0,0 0 0,-1 1 0,1-1 0,0 0 0,0 1-1,0-1 1,0 0 0,0 1 0,-1-1 0,1 0 0,0 1 0,0-1 0,0 1 0,0 0 0,0 8-5053,1-4-163</inkml:trace>
</inkml:ink>
</file>

<file path=ppt/ink/ink13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7:09:10.07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14 39 3874,'0'0'8094,"-3"-9"-6771,1 0-1999,-4-12 4996,3 45-371,17 281-494,-14 483 229,14-790-5903,-7-8 830,-1 0 0,0 0 0,-1 0-1,0-1 1,0 0 0,4-18 0,0 2-2760,6-19-3172</inkml:trace>
</inkml:ink>
</file>

<file path=ppt/ink/ink13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7:09:10.07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83 127 1473,'0'0'4247,"-10"-9"-3428,-32-26-51,20 19 940,21 16-1548,1 0 0,-1 0 1,1 0-1,-1-1 1,1 1-1,-1 0 0,1 0 1,0-1-1,-1 1 1,1 0-1,0-1 1,-1 1-1,1 0 0,0-1 1,-1 1-1,1-1 1,0 1-1,0-1 0,0 1 1,-1 0-1,1-1 1,0 1-1,0-1 0,0 1 1,0-1-1,0 1 1,0-1-1,0 1 0,0-1 1,0 1-1,0-1 1,0 1-1,0-1 0,0 1 1,1-1-1,-1-9 295,0 9-407,1 1 0,0-1 0,-1 0 0,1 0 0,0 1 0,0-1 0,0 1 0,-1-1 0,1 1 0,0-1 0,0 1 0,0-1 0,0 1 0,0 0 0,0 0 0,0-1 0,0 1 0,0 0 0,0 0 0,0 0 0,0 0 0,0 0 0,1 0 0,37 0 683,-30 0-533,230 5 1246,219-8-1028,420-12-306,-565 17-52,-71-1-39,469-11-70,-196-4-62,-296 14 2586,-161 0-1106,-56 0-156,-10 10-2934,-5 12-5886,6-11 61</inkml:trace>
</inkml:ink>
</file>

<file path=ppt/ink/ink13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7:09:10.07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100 172 1985,'0'0'3252,"-4"0"-2924,-4 0-21,-56 1 12631,41 4-14207,47-8 2441,0 2-1,47 4 1,-8-1-463,603-37 1017,-426 18-1425,-1-1-272,510-19 153,822 28 781,-1547 8-648,46-8 0,19-1 2689,-88 10-1657,-48-6-2812,-2 1-3731,43 4 3725,0 0 0,1-1-1,-1 0 1,0 0 0,1 0 0,-6-3-1,-10-12-7401</inkml:trace>
</inkml:ink>
</file>

<file path=ppt/ink/ink13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7:09:10.07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34 181 16,'0'0'3207,"3"-9"-2916,0-9 146,0 0 0,-1 1 0,-1-1 0,0 0 0,-2 0 1,-3-27-1,4 44-225,0 0 0,0 0 0,0 0 0,0 0 0,0 0 0,0 0 1,-1 0-1,1 0 0,0 0 0,-1 1 0,1-1 0,0 0 0,-1 0 0,1 0 0,-1 0 1,0 1-1,1-1 0,-1 0 0,1 1 0,-2-2 0,-6 22 3180,-13 160 5344,16 94-4348,5-193-3527,0 708 2346,4-842-8285,-1-5-4203,-3 16-1201</inkml:trace>
</inkml:ink>
</file>

<file path=ppt/ink/ink13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7:09:10.07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28 33 768,'0'0'4997,"0"-7"-3890,2-18 7077,2 35-5678,3 19 141,0 79 1280,-6 15-2438,-8 266 2524,3-229-3060,-5 58 30,4-178-796,-5 70 235,-3 17-171,13-101 591,0-18-2302,0-19-7644,0-12 1807</inkml:trace>
</inkml:ink>
</file>

<file path=ppt/ink/ink13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7:09:10.08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21 207 1601,'0'0'4906,"-21"-9"-2380,26 7-2216,0 1-1,0 0 1,0 0-1,1 0 1,-1 1-1,0-1 1,8 2-1,50-5 894,0-2 0,69-17 0,10-1-861,723-54 407,-736 68-812,-122 10 64,742-47 3,-730 48 393,-16 3 1068,-30 13-1809,23-15-681,0 0 0,0-1 0,-1 1 0,1-1 0,0 0 0,-1 0-1,-6 0 1,-8 0-3657</inkml:trace>
</inkml:ink>
</file>

<file path=ppt/ink/ink13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7:09:10.08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0 3826,'0'0'8537,"4"0"-8118,6 1-90,-1 0 0,1 0 0,-1 1 0,0 0 0,1 0 0,-1 1 0,0 1 0,-1-1 0,1 1 0,-1 1 0,1 0 0,-1 0 0,-1 0 0,1 1 0,13 13 0,-10-9-336,0-1 267,0 0 0,-1 1 0,0 0 1,-1 1-1,12 15 0,-20-23-190,1-1 1,-1 0 0,0 1 0,0-1 0,0 1 0,0-1-1,0 1 1,0 0 0,-1-1 0,0 1 0,1 0-1,-1 0 1,0-1 0,0 1 0,0 0 0,0-1-1,-1 1 1,1 0 0,-1 0 0,0-1 0,0 1-1,0-1 1,0 1 0,0-1 0,0 1 0,-1-1 0,1 0-1,-1 0 1,1 1 0,-1-1 0,0 0 0,0 0-1,0-1 1,0 1 0,-3 1 0,-65 48 602,-10 7-817,35-14-3066,43-42 2163,-2 2-501</inkml:trace>
</inkml:ink>
</file>

<file path=ppt/ink/ink13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7:09:10.08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48 0 5106,'0'0'10250,"0"8"-9068,-2 285 6481,-16 154-5639,4 84-1229,0-288-3745,14-260-3213,3-13 1705,8-9-1724</inkml:trace>
</inkml:ink>
</file>

<file path=ppt/ink/ink13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7:09:10.08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427 282 400,'0'0'3949,"3"3"-3264,-1 0-548,0-1-1,1 0 1,-1-1-1,1 1 0,0 0 1,0-1-1,-1 1 1,1-1-1,0 0 1,0 0-1,0 0 0,1 0 1,-1-1-1,0 1 1,0-1-1,3 0 0,67 0 1886,-41-1-1424,56-4 637,170-32 0,-116 14-555,959-81 646,-371 47-80,-507 33-389,393-30 3622,-593 53-2488,-37 1 759,12 1-2723,1-1 0,-1 1 0,1 0 0,-1 0 0,1-1 0,0 1 0,-1 0 1,1 0-1,0 1 0,0-1 0,0 0 0,-1 0 0,1 0 0,0 1 0,1-1 0,-1 1 0,0-1 0,0 0 1,1 1-1,-1-1 0,1 1 0,-1 0 0,0 2 0,-12 47 473,11-41-487,-6 43 90,3 1 1,1 0-1,6 76 0,0-38-6,19 246 138,-9-228-111,-5 1 1,-9 130-1,-6-184 53,-25 95 0,18-93 45,-9 77 0,18-50-180,6-85-48,0-1 0,-1 0-1,1 1 1,0-1 0,-1 0-1,1 1 1,0-1 0,-1 0-1,1 0 1,-1 1 0,1-1-1,0 0 1,-1 0 0,1 0-1,-1 1 1,1-1 0,-1 0-1,1 0 1,-1 0 0,1 0-1,0 0 1,-1 0 0,1 0-1,-1 0 1,1 0 0,-1 0-1,1 0 1,-1 0 0,1-1-1,-1 1 1,1 0 0,0 0-1,-1 0 1,1-1 0,-1 1-1,1 0 1,0 0 0,-1-1-1,1 1 1,-1-1 0,-17-8-324,5 2 61,-1 0 1,-1 1 0,1 1 0,-1 0 0,0 1-1,-28-4 1,-98-3-557,118 10 758,-1102-10-2435,729 12 2040,-1404-1 3720,1799 0-3381,27 0-2001,3-4-190,-28 3 1770,0 0 1,1 0 0,-1 0 0,0 0 0,1 0-1,-1 0 1,0-1 0,0 1 0,0 0 0,0-1 0,0 1-1,0-1 1,-1 1 0,1-1 0,1-2 0,8-17-3952,8-5-977</inkml:trace>
</inkml:ink>
</file>

<file path=ppt/ink/ink13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7:09:10.08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21 1 3826,'0'0'9732,"10"1"-8366,-4-1-1108,-4-1-157,1 1-1,0 0 1,0 0 0,0 0-1,-1 0 1,1 0 0,0 1-1,0-1 1,-1 1-1,1 0 1,0 0 0,-1 0-1,1 0 1,-1 0 0,1 1-1,-1-1 1,0 1 0,1-1-1,-1 1 1,0 0-1,0 0 1,0 0 0,3 4-1,0 7 376,0 0 0,-1 0-1,-1 0 1,0 0 0,0 1-1,0 23 1,-4 90 1609,-2-55-1027,-29 305 1056,3-118-1171,18-65-353,-25 259-22,34-443-602,-3 30-221,-2 50 0,7-89-796,2-6-524,3-12-231,1 1 0,0 0 0,13-22 0,-2 5-2265,10-27-5555</inkml:trace>
</inkml:ink>
</file>

<file path=ppt/ink/ink13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7:09:10.08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5 233 1105,'0'0'5639,"0"-1"-5576,0 1-1,-1 0 0,1 0 0,0 0 1,-1 0-1,1-1 0,0 1 0,0 0 1,-1 0-1,1-1 0,0 1 0,0 0 1,0-1-1,-1 1 0,1 0 0,0-1 1,0 1-1,0 0 0,0-1 0,0 1 1,0 0-1,0-1 0,0 1 0,0 0 1,0-1-1,0 1 0,0 0 0,0-1 1,0 0-1,18-5 778,0 0 1,1 1-1,-1 0 0,1 2 0,19-1 1,8-3 0,893-66 2979,-743 66-3839,44-2 288,258-12-1023,-4-40 5404,-478 56-2960,-16 5-1607,0 0 0,0 0-1,0 0 1,0-1-1,0 1 1,0 0 0,0 0-1,0 0 1,0 0-1,-1 0 1,1 0-1,0 0 1,0-1 0,0 1-1,0 0 1,0 0-1,0 0 1,0 0-1,0 0 1,0 0 0,0-1-1,0 1 1,0 0-1,0 0 1,0 0-1,0 0 1,0 0 0,0 0-1,0 0 1,1-1-1,-1 1 1,0 0-1,0 0 1,-1 0-1553,-12-1-12958,12-5 7465</inkml:trace>
</inkml:ink>
</file>

<file path=ppt/ink/ink13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7:09:10.08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0 9268,'0'0'9917,"22"18"-8162,-4-5-1435,22 18 743,75 43 1,-99-65-769,19 10 77,0 1-1,-1 2 1,-1 1-1,49 46 1,-80-67-346,0 0 1,1 1-1,-1 0 1,0-1-1,-1 1 1,1 0-1,0 0 0,-1 0 1,0 0-1,1 0 1,-1 0-1,0 0 1,-1 0-1,1 0 1,0 1-1,-1-1 1,0 0-1,0 0 1,0 1-1,0-1 1,0 0-1,-1 1 1,1-1-1,-1 0 1,0 0-1,0 0 0,0 0 1,-1 0-1,1 0 1,-1 0-1,1 0 1,-1 0-1,0-1 1,0 1-1,0 0 1,-1-1-1,1 0 1,-4 3-1,-65 36 1326,50-30-1086,0 1-1,0 0 1,-30 26 0,43-26 245,6-4-2638,23-5-17560</inkml:trace>
</inkml:ink>
</file>

<file path=ppt/ink/ink13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7:09:10.08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414 0 2145,'0'2'16443,"0"20"-15694,-2 3 72,-1 0-1,-1 0 1,-2-1 0,0 0 0,-14 34-1,-1 8 18,-86 426 2138,58-233-2499,11-62-385,9-43 6,-59 186 0,78-308-82,1 2 1,2-1-1,-4 44 1,8-3-3114,13-122-1078,0 8-96,-2-5-2551,4-8-2166</inkml:trace>
</inkml:ink>
</file>

<file path=ppt/ink/ink13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7:09:10.08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669 275 2081,'0'0'3932,"20"0"-3169,355-1 4064,125-40-2204,-181 9-2418,287 2-364,45-4 1875,-452 15 2399,245-56 1,-260 32 1793,-183 44-5882,0 0 0,-1-1 0,1 1 0,0 0 0,-1 0 0,1 0 0,-1 0 1,1 0-1,-1 0 0,0 0 0,1 0 0,-1 0 0,0 0 0,0 0 0,1 0 0,-1 0 0,0 0 0,0 0 0,0 0 0,0 0 0,0 0 0,-1 1 0,1 38 537,0-31-504,-3 20-56,0 0 1,-2-1-1,-2 0 0,0 0 0,-18 43 0,-5 22 3,-114 570-32,55 12 37,35-392 44,22-141 251,31-134-265,1-7-40,0-1 0,0 1 0,0 0 1,0 0-1,0-1 0,0 1 0,0 0 0,0 0 0,0-1 0,0 1 1,0 0-1,-1-1 0,1 1 0,0 0 0,-1 0 0,1-1 0,0 1 1,-1-1-1,1 1 0,-1 0 0,1-1 0,-1 1 0,1-1 0,-1 1 1,1-1-1,-1 1 0,0-1 0,1 0 0,-1 1 0,0-1 0,1 0 1,-1 1-1,0-1 0,0 0 0,1 0 0,-1 0 0,0 0 0,1 1 1,-1-1-1,0 0 0,0 0 0,1 0 0,-1-1 0,0 1 0,0 0 1,1 0-1,-1 0 0,0 0 0,0-1 0,1 1 0,-1 0 0,0-1 1,1 1-1,-2-1 0,-27-7-216,-26-8-674,-101-13 0,-593-17-1877,0 40 2517,612 6 238,59 0 48,-648 8 156,6 51 841,689-55-928,12-2-26,1 1 0,-1 0 0,1 2 0,-24 8 0,49-12-367,0 1-1,0-1 0,0 0 1,1 0-1,-1-1 0,0 0 1,0 0-1,0-1 0,0 0 1,8-2-1,-8-1-289,0 1 0,0-1 1,-1-1-1,0 1 0,0-1 0,8-8 0,29-37-7421,-30 34 4802,14-21-5254</inkml:trace>
</inkml:ink>
</file>

<file path=ppt/ink/ink13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7:09:10.08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326 1 1265,'0'0'10260,"1"6"-8285,0 15-409,0-1 1,-2 1-1,0 0 1,-1 0-1,-8 35 1,-5 50 748,-82 621 2606,29-290-4864,53-356-46,-3-2 0,-41 110 0,24-81-14,33-99-32,0 1 0,0 0 0,1 0 1,0 0-1,1 13 0,0-17-58,14-19-934,-2-28-2936,-10-3-6777,-2 35 7440,0-11-4132</inkml:trace>
</inkml:ink>
</file>

<file path=ppt/ink/ink13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7:09:10.09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21 76 3890,'0'0'8452,"10"0"-7068,41 0 1815,-53 22 1889,-2-20-4779,1-1 1,-1 1-1,0-1 1,1 0-1,-1 0 1,0-1 0,1 1-1,-1-1 1,-5 0-1,8 0-247,0 1 1,0-1-1,-1 0 0,1 0 0,0 0 0,0 0 1,0 0-1,0 0 0,0-1 0,0 1 0,0 0 1,0 0-1,0-1 0,0 1 0,0-1 0,0 1 1,0-1-1,0 1 0,0-1 0,0 0 0,0 1 1,0-1-1,1 0 0,-1 0 0,0 1 0,0-1 1,1 0-1,-1 0 0,1 0 0,-1 0 1,1 0-1,-1 0 0,0-2 0,1-13 77,0 12-130,-1-1 0,1 0-1,0 0 1,1 0 0,-1 1-1,1-1 1,0 0 0,3-8-1,-3 11-14,1 1 0,-1-1 0,1 0 0,-1 1 0,1-1 0,-1 1 0,1 0 0,0 0 0,0-1 0,-1 1 0,1 0 0,0 0 0,0 1 0,0-1 0,0 0 0,0 1 0,1-1 0,-1 1 0,0 0 0,0 0 0,0-1 0,0 1 0,0 1 0,4-1 0,-5 0 7,1 0 1,0 0-1,-1 0 1,1 0-1,0 0 0,0 0 1,-1 0-1,1 0 1,0 1-1,-1-1 1,1 1-1,0-1 1,-1 1-1,1 0 0,-1 0 1,1 0-1,-1 0 1,1 0-1,-1 0 1,0 0-1,0 0 1,1 0-1,-1 0 0,0 1 1,1 1-1,0 2 25,-1 0-1,0 0 0,0 0 1,0 0-1,-1 0 1,0 0-1,0 9 0,0-11-12,0-2 31,0 0-1,0 0 0,0 0 1,0 0-1,0 0 1,0 0-1,0 0 0,0 0 1,-1 0-1,1 0 0,0 0 1,-1 0-1,1 0 1,0-1-1,-1 1 0,1 0 1,-1 0-1,0 0 0,1 0 1,-1-1-1,0 1 1,1 0-1,-1-1 0,0 1 1,0 0-1,0-1 0,1 1 1,-1-1-1,-2 1 1,-30 0 1163,13-2-466,19 0-718,0 0 0,1 0 0,-1 0 0,0 0-1,0 0 1,1 0 0,-1 0 0,0 0 0,1 0 0,-1 0 0,1-1 0,0 1 0,-1 0 0,1 0 0,0-1 0,0 1 0,0 0 0,0 0 0,0-1 0,0 1-1,0 0 1,0 0 0,0-1 0,1-1 0,-1 1-31,0 1 0,0-1 1,0 0-1,1 0 0,-1 0 0,1 0 0,-1 0 0,1 0 0,-1 1 1,1-1-1,0 0 0,0 0 0,0 1 0,0-1 0,0 0 0,0 1 1,0 0-1,1-1 0,1-1 0,0 2-9,0-1 1,0 1-1,0 0 0,0 0 1,0 0-1,0 0 0,1 1 1,-1-1-1,0 1 0,0 0 1,0 0-1,1 0 0,-1 1 1,0-1-1,4 1 0,-6 0 29,1 1 0,-1-1 0,1 0-1,-1 0 1,0 1 0,1-1 0,-1 1 0,0-1-1,0 1 1,0 0 0,0-1 0,0 1 0,0 0-1,0 0 1,-1-1 0,1 1 0,-1 0 0,1 0-1,-1 0 1,0 0 0,0 0 0,0 0 0,0 0-1,0 0 1,-1 3 0,2-3 18,-1 0-1,0 0 1,0 1 0,0-1 0,0 0-1,-1 0 1,1 1 0,-1-1 0,1 0-1,-1 0 1,0 0 0,0 0 0,0 0-1,0 0 1,-1 2 0,0-3-113,1 0 0,-1-1 0,1 1 0,0-1 0,-1 1-1,1-1 1,-1 0 0,1 1 0,-1-1 0,1 0 0,-1 0 0,0 0 0,1 0 0,-1 0 0,1-1 0,-1 1 0,1 0 0,-1-1 0,1 1 0,0-1 0,-1 1-1,1-1 1,-1 0 0,-1-1 0,-2-1-1362,-1-1 0,1 0 0,0 0-1,1 0 1,-9-9 0,-3-3-5776,-5-2-3622</inkml:trace>
</inkml:ink>
</file>

<file path=ppt/ink/ink13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7:09:10.09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1 160 3602,'0'0'5093,"1"0"-5210,9-5 8249,-7 3-7402,-2 2-629,1 0 0,-1 0 0,0 0 1,0-1-1,0 1 0,0 0 0,0-1 0,0 1 0,0-1 1,0 1-1,0-1 0,0 1 0,0-1 0,0 0 0,-1 1 1,1-1-1,0 0 0,0 0 0,-1 0 0,1 0 0,0 0 1,-1 0-1,1 0 0,-1 0 0,1 0 0,-1 0 0,0 0 1,1 0-1,-1 0 0,0 0 0,0 0 0,0 0 0,1 0 0,-2-2 1,4-17-193,2-19 90,-4 31 4,0 0 0,0 0-1,0-1 1,1 1 0,0 0 0,3-8-1,-4 16 10,-1 0 0,0 0-1,0 0 1,0 0 0,0 0 0,0 0-1,0-1 1,0 1 0,1 0 0,-1 0-1,0 0 1,0 0 0,0 0-1,0 0 1,0 0 0,0 0 0,1 0-1,-1 0 1,0 0 0,0 0 0,0 0-1,0 0 1,1-1 0,-1 1 0,0 1-1,0-1 1,0 0 0,0 0-1,1 0 1,-1 0 0,0 0 0,0 0-1,0 0 1,0 0 0,0 0 0,1 0-1,-1 0 1,0 0 0,0 0 0,0 0-1,0 0 1,0 1 0,0-1-1,1 0 1,-1 0 0,0 0 0,0 0-1,0 0 1,0 1 0,0-1 0,0 0-1,0 0 1,0 0 0,0 0 0,0 0-1,0 1 1,0-1 0,0 0-1,9 19 535,4 25 412,15 199 2444,-9-66-2573,-6-14-770,-12-93-2604,-1-70 1256,0-15-8065,0-10 3314,0-9-557</inkml:trace>
</inkml:ink>
</file>

<file path=ppt/ink/ink13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7:09:10.09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334 144 1649,'0'0'7742,"4"-6"-6435,0 3-1064,1-1-1,-1 1 0,0 0 0,1 0 1,0 1-1,-1-1 0,1 1 1,0 0-1,0 0 0,0 1 1,1 0-1,-1-1 0,0 2 1,0-1-1,1 1 0,9 0 0,449-47 3738,286-11-3808,-749 58-145,1 0 0,-1 0 0,1 0 1,-1 0-1,1 0 0,0 0 0,-1 0 0,1 0 1,-1 1-1,1-1 0,-1 1 0,1-1 1,-1 1-1,1 0 0,-1-1 0,1 1 0,-1 0 1,0 0-1,1 0 0,-1 0 0,0 0 1,1 2-1,-1-1 198,0 1 0,0 0 0,-1-1 0,1 1 0,-1 0 0,0-1 0,1 1 0,-1 0 0,-1 0 0,1 3 0,-1 15 924,-1-5-817,0 0 1,0 0 0,-2 0 0,0 0 0,-9 21 0,-2 9 81,-2 30-73,3 0-1,3 1 1,4 0-1,3 114 1,4-185-345,1 0 1,0 0-1,0 0 1,1-1 0,3 12-1,-3-12-23,0 1-1,0-1 0,-1 1 0,0 0 1,1 11-1,-23-17-140,-63 4-114,-137 25 1,109-12 265,-242 25 492,-460-6 0,965-37-383,-70 0-2767,-3 1-7065,-69 0 1703</inkml:trace>
</inkml:ink>
</file>

<file path=ppt/ink/ink13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7:09:10.09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400 293 3073,'0'0'10192,"12"-21"-8536,38-63-92,-48 80-1401,0 0-1,0 1 1,0-1-1,-1 0 1,0 0 0,1 0-1,-2 0 1,1 0 0,0 0-1,-1 0 1,0-1 0,1 1-1,-2 0 1,1 0 0,0 0-1,-1 0 1,0 0-1,0-1 1,0 1 0,-1 1-1,1-1 1,-1 0 0,0 0-1,0 1 1,0-1 0,-3-3-1,-2-1 18,0 1 0,0 0 0,-1 0 1,0 1-1,0 0 0,-1 0 0,-13-7 0,16 11-168,0-1-1,1 1 1,-1-1 0,0 2-1,0-1 1,0 1 0,-1 0-1,1 0 1,0 0 0,0 1-1,-1 0 1,1 0-1,0 1 1,0 0 0,0 0-1,0 0 1,-1 1 0,2 0-1,-1 0 1,0 0 0,0 1-1,1 0 1,-1 0 0,1 0-1,0 1 1,0 0 0,0 0-1,1 0 1,-1 1 0,1-1-1,0 1 1,0 0 0,1 0-1,-5 7 1,-7 14 71,2 0 0,0 1 1,1 1-1,2 0 0,1 0 0,1 1 0,2 0 0,-5 41 0,4 26 615,7 123-1,3-143-445,-4 1 1,-20 148-1,8-154-332,13-70-56,0-1 71,-1 0 0,1 0 0,0 0 0,0 0 0,0 0 0,-1 0 0,1 0 0,0 0 1,0 0-1,-1 0 0,1 0 0,0 0 0,0 0 0,0 0 0,-1 0 0,1 0 0,0 0 0,0 0 0,-1 0 0,1 0 0,0 0 0,0 0 0,0 0 0,-1 0 0,1 0 1,0-1-1,0 1 0,0 0 0,0 0 0,-1 0 0,1 0 0,0 0 0,0-1 0,0 1 0,0 0 0,0 0 0,-1 0 0,1-1 0,0 1 0,0 0 0,0 0 1,0 0-1,0-1 0,-22-82-12325,4 43 4853</inkml:trace>
</inkml:ink>
</file>

<file path=ppt/ink/ink13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7:09:10.09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91 7459,'0'0'9093,"142"-29"-7028,-87 22-977,-1 0-224,-7 0-527,7 0-337,-13 1-96,0 1-801,-7-2-1856,-7 1-3378,-21-3-4434</inkml:trace>
</inkml:ink>
</file>

<file path=ppt/ink/ink13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7:09:10.09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93 9861,'0'0'11066,"4"22"-9548,-2-11-1296,5 23 900,-1 0 0,2 56 0,-8-90-1081,-1 0-1,1-1 0,0 1 0,0 0 1,0 0-1,0-1 0,-1 1 1,1 0-1,0-1 0,0 1 1,0 0-1,-1 0 0,1 0 0,0-1 1,0 1-1,-1 0 0,1 0 1,0 0-1,-1 0 0,1-1 1,0 1-1,-1 0 0,1 0 0,0 0 1,-1 0-1,1 0 0,0 0 1,-1 0-1,1 0 0,0 0 1,-1 0-1,1 0 0,0 0 0,-1 0 1,1 0-1,0 0 0,-1 1 1,1-1-1,0 0 0,0 0 1,-1 0-1,1 0 0,0 1 0,-1-1 1,1 0-1,0 0 0,0 0 1,0 1-1,-1-1 0,1 0 1,0 0-1,0 1 0,0-1 0,-1 0 1,1 1-1,0-1 0,-4-20 116,1-1-1,1 0 0,1 1 1,3-42-1,-2 54-149,1 0 0,0-1-1,1 1 1,0 0-1,0 0 1,0 0 0,1 1-1,1-1 1,-1 0 0,1 1-1,1 0 1,-1 0-1,1 0 1,0 1 0,9-9-1,-13 14-78,1 0 1,0-1-1,0 1 0,0 0 0,0 0 0,0 1 0,0-1 0,0 0 0,0 1 0,0-1 0,0 1 0,1 0 0,-1-1 0,0 1 0,0 0 0,0 0 1,1 1-1,-1-1 0,0 0 0,0 1 0,0-1 0,0 1 0,0 0 0,3 1 0,6 3-1560,0 1 0,-1 0 0,15 12 0,20 11-10248,-19-22 4329</inkml:trace>
</inkml:ink>
</file>

<file path=ppt/ink/ink13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7:09:10.09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30 115 1601,'0'0'23181,"-5"9"-21962,4-8-1210,-2 4 188,0 0 0,0 1-1,0-1 1,0 1 0,1 0-1,0 0 1,-2 9 0,3-13-161,1 1 1,0 0-1,0-1 0,1 1 1,-1 0-1,0-1 0,1 1 1,0 0-1,-1-1 0,1 1 1,0-1-1,1 1 1,-1-1-1,0 0 0,1 0 1,-1 1-1,1-1 0,-1 0 1,1 0-1,0 0 1,0 0-1,0-1 0,0 1 1,5 2-1,-1 0-40,1 0 0,0-1-1,0 0 1,0 0 0,1 0 0,-1-1 0,1 0 0,-1-1-1,1 1 1,0-2 0,-1 1 0,1-1 0,15-1-1,-21-2-38,0 1-1,0-1 1,0 0-1,0 0 0,0 0 1,-1 0-1,0 0 1,1 0-1,-1 0 1,0 0-1,1-7 0,-2 7-4,2-5 43,0 0-1,-1 1 0,0-1 0,-1 0 0,1 0 1,-2 0-1,1 0 0,-1 0 0,0 0 0,-1 0 1,0 0-1,0 1 0,-1-1 0,1 1 0,-2-1 1,1 1-1,-1 0 0,0 1 0,-1-1 0,1 1 1,-1-1-1,-9-8 0,6 7 45,6 5-52,-1-1 1,0 1-1,1 0 0,-1 1 0,0-1 1,0 0-1,-1 1 0,1 0 0,0-1 0,-8-2 1,10 5-842,2 2-2304,0 0 2498,0-1 0,-1 0 0,1 0 0,0 0 0,0 0 0,0 0 0,0 0 0,0-1 0,0 1 0,0 0 0,0 0 0,0-1 0,0 1 0,0 0 0,0-1 0,0 1 0,1-1 0,1 1 0,16 4-6927</inkml:trace>
</inkml:ink>
</file>

<file path=ppt/ink/ink13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7:09:10.09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84 0 13974,'0'0'6057,"-7"22"-1712,1-3-3376,-10 33 1823,-16 78 0,25-84-2288,1-20-282,2-1 0,1 1 1,1 0-1,2-1 1,3 44-1,-3-67-281,1 0 0,0 0 0,-1 0 1,1 0-1,0 0 0,0 0 0,0 0 0,0 0 0,0-1 0,1 1 0,-1 0 1,0-1-1,1 1 0,-1-1 0,1 0 0,0 1 0,-1-1 0,1 0 1,0 0-1,0 0 0,0 0 0,-1 0 0,1 0 0,0-1 0,0 1 0,3 0 1,6 1-553,0-1 1,-1 0-1,1-1 1,11-1-1,-6 1-200,-15 0 454,1 0-1,-1 0 1,1 0 0,-1 0 0,0 0-1,1 0 1,-1 0 0,1 0-1,-1-1 1,1 1 0,-1-1 0,0 1-1,1-1 1,-1 0 0,0 1 0,0-1-1,0 0 1,2-1 0,5-18-9580,-3 1-428</inkml:trace>
</inkml:ink>
</file>

<file path=ppt/ink/ink13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7:09:10.09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52 95 704,'0'0'5632,"-8"-5"-4487,-23-14-227,29 17-714,1 1 1,0-1 0,0 0 0,0 1 0,0-1 0,0 0 0,0 1-1,1-1 1,-1 0 0,1 0 0,-1 0 0,1 0 0,-1 0 0,1 1 0,0-1-1,0 0 1,0 0 0,0 0 0,0 0 0,1-3 0,-1 4-66,0-1 0,0 1 1,0 0-1,1-1 0,-1 1 1,0-1-1,1 1 0,-1 0 1,1-1-1,-1 1 0,1 0 1,0 0-1,-1-1 0,1 1 1,0 0-1,0 0 0,0 0 1,0 0-1,0 0 0,0 0 1,0 0-1,0 0 0,3-1 1,-2 2-75,1 0 1,0 1-1,0-1 1,-1 0-1,1 1 1,0 0-1,-1 0 1,1-1-1,-1 2 1,1-1-1,-1 0 1,1 0-1,-1 1 1,0-1-1,1 1 1,-1 0-1,0 0 1,0 0-1,0 0 1,-1 0-1,1 0 1,0 0-1,-1 1 1,1-1-1,-1 0 1,0 1-1,0 0 1,0-1-1,1 5 1,4 11 120,-1 0 0,-1 0 0,3 24 0,-7-37-147,1 78 1174,-1-82-1015,8-16-99,2-1-82,0 0 0,1 0 0,0 1 0,2 0 0,-1 1 0,2 1 0,24-20 0,-37 32 10,0 0 1,1 0 0,-1 0-1,1 1 1,-1-1-1,1 0 1,-1 1 0,1-1-1,-1 1 1,1-1-1,0 1 1,-1 0 0,1 0-1,-1-1 1,1 1 0,0 0-1,-1 1 1,1-1-1,0 0 1,-1 0 0,1 1-1,-1-1 1,1 1 0,0-1-1,-1 1 1,1 0-1,-1-1 1,0 1 0,1 0-1,-1 0 1,0 0-1,1 0 1,-1 0 0,0 1-1,0-1 1,0 0 0,0 0-1,0 1 1,0-1-1,0 1 1,-1-1 0,2 3-1,2 6 265,-1 0 0,0 0 0,0 0 1,-1 1-1,1 12 0,2 61 845,-5-48-9502</inkml:trace>
</inkml:ink>
</file>

<file path=ppt/ink/ink13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7:09:10.10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59 1601,'0'-3'8513,"264"-37"-5021,-174 30-3199,0 4-1,108 7 1,-73 0-61,-111-1-184,-1 0 0,1 1-1,0 1 1,0 0 0,-1 1-1,19 6 1,-28-8 11,0 1-1,0 0 0,0 0 1,-1 0-1,1 0 0,0 1 1,-1-1-1,0 1 0,0 0 1,0 0-1,0 0 0,0 0 1,0 1-1,-1-1 0,0 1 1,1 0-1,-1 0 0,-1-1 1,1 1-1,-1 0 1,1 1-1,-1-1 0,0 0 1,0 8-1,8 62 1011,11 181 468,-20-235-1512,0 44 71,-1 0 0,-19 110 0,-4-67 470,-6-1 1,-50 121-1,-14-4 56,91-215-595,0-1 1,1 1 0,0-1 0,0 1 0,1 0 0,0 0 0,0 0 0,0 10-1,5-17 37,1 1-1,-1-1 0,0 0 1,0-1-1,0 1 0,1-1 1,-1 1-1,0-1 0,0-1 1,7 0-1,0 1 81,14-2 50,0-1 1,0-1-1,0-1 1,31-11-1,31-6-8,100-5-106,246-6-1,-47 7-110,-216 6 64,134-12 1356,-300 32-1456,25-1 1221,-26 1-447,-17 3-666,-12 6-302,6-2-3799,4-5-7285</inkml:trace>
</inkml:ink>
</file>

<file path=ppt/ink/ink13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7:09:10.10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124 0 3217,'0'0'11998,"-7"21"-8311,7-13-3085,1-1 0,-1 1 0,1 0 0,1-1-1,-1 1 1,4 8 0,-1-7-361,1 0 0,0 0 0,0 0-1,1 0 1,0-1 0,14 14 0,-12-14-169,0 0 0,0-1 0,1-1 0,0 1 0,0-1 0,1-1 0,-1 0 1,12 4-1,87 26 127,-43-16-20,-64-19-154,-1 0 0,1 1 0,-1-1 0,1 0 0,-1 0 0,1 0 0,-1 0 0,0 0 0,1 0 0,-1 0-1,1 1 1,-1-1 0,1 0 0,-1 0 0,0 1 0,1-1 0,-1 0 0,0 1 0,1-1 0,-1 0 0,0 1 0,0-1 0,1 0 0,-1 1 0,0-1 0,0 1 0,1-1 0,-1 0 0,0 1 0,0-1 0,0 1 0,0-1 0,0 1 0,0-1 0,0 0 0,0 1 0,0-1 0,0 1 0,0 0 0,-17 15 382,-34 8-269,47-22-100,-66 28 499,1 4 1,1 2 0,-88 64-1,140-76-40,15-20-5508</inkml:trace>
</inkml:ink>
</file>

<file path=ppt/ink/ink13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7:09:10.10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0 144 4306,'0'0'5979,"6"-3"-5102,18-12 87,-24 14-903,1 1 0,-1 0 1,1 0-1,-1-1 0,1 1 1,0 0-1,-1 0 1,1 0-1,-1 0 0,1 0 1,0 0-1,-1 0 0,1 0 1,-1 0-1,1 0 1,0 1-1,-1-1 0,1 0 1,-1 0-1,1 0 0,-1 1 1,1-1-1,0 0 1,-1 1-1,0-1 0,1 1 1,-1-1-1,1 0 0,-1 1 1,1-1-1,-1 1 1,0-1-1,1 1 0,-1-1 1,0 1-1,1-1 0,-1 1 1,0 0-1,11 28 1228,-9-20-705,6 10 52,-1 1 0,0 0 0,-2 1 1,-1-1-1,0 1 0,-2 0 1,1 21-1,-3-41-92,-1-2-496,0 0 0,0 1 0,0-1 0,0 0 0,0 1-1,0-1 1,0 0 0,0 0 0,1 0 0,-1 0 0,0 0 0,1 0 0,-1 0 0,0 0-1,1 0 1,-1 0 0,1 0 0,0 0 0,-1 0 0,1 0 0,0-1 0,0 1 0,0 0 0,0 0-1,0 0 1,0-1 0,0 1 0,0-2 0,1-51 21,-1 36 74,2-2-136,1-1 0,1 1 0,1 0 0,0 0 0,2 0 0,14-31 0,6-19-358,-27 69 86,1 1 0,-1-1 0,1 0 0,-1 0 0,1 1 0,0-1 0,-1 0 0,1 1 0,0-1 0,-1 0 0,1 1 0,0-1 0,0 1 0,0 0 0,0-1 0,-1 1 0,1 0 0,0-1 0,0 1 0,0 0 0,0 0 0,0 0 0,0 0 0,0-1 0,0 1 0,0 1 0,2-1 0,28 7-7188,-11 3 2491</inkml:trace>
</inkml:ink>
</file>

<file path=ppt/ink/ink13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7:09:10.10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1 118 1088,'0'0'9015,"22"0"-6782,12 2-1415,-15-1-80,1 0 0,-1-2 0,36-4 0,-43 3-531,-1-1 0,0 0 0,0-1-1,0 0 1,0-1 0,-1 0 0,0 0 0,0-1 0,0-1 0,-1 0 0,1 0-1,12-14 1,-21 20-145,-1 1-1,1-1 0,0 1 0,-1-1 0,1 0 1,0 0-1,-1 1 0,1-1 0,-1 0 1,0 0-1,1 1 0,-1-1 0,1 0 1,-1 0-1,0 0 0,0 0 0,0 0 0,1 1 1,-1-1-1,0 0 0,0 0 0,0 0 1,0 0-1,0 0 0,-1 0 0,1 0 1,0 0-1,0 1 0,0-1 0,-2-2 1,1 2 11,0 0 1,-1 0 0,1 0 0,-1 0-1,0 1 1,1-1 0,-1 0 0,1 1-1,-1-1 1,0 1 0,0-1 0,1 1 0,-1 0-1,-3 0 1,-6-1 85,0 1 1,0 1-1,-22 3 0,24-1-92,0 0 0,0 0-1,0 1 1,0 0 0,1 0 0,-1 1 0,-14 11 0,20-13-11,-1-1 1,1 1 0,-1 1-1,1-1 1,0 0 0,0 1-1,1-1 1,-1 1 0,1 0-1,0 0 1,0 0 0,0 0-1,0 0 1,1 1 0,0-1-1,0 0 1,0 1 0,-1 6-1,2-9-51,0 1 1,1-1-1,-1 0 0,0 1 0,1-1 0,0 1 0,-1-1 0,1 1 0,0-1 1,0 0-1,0 0 0,0 0 0,1 1 0,-1-1 0,1 0 0,-1 0 0,1-1 1,0 1-1,0 0 0,1 1 0,2 0-40,0 0-1,0 0 1,0-1-1,0 0 1,0 0 0,0 0-1,0-1 1,11 2-1,3 0-939,0-2 0,0 0-1,0-2 1,30-3 0,-38 1-408,0 0 0,0 0 0,0-1 0,0 0 0,15-9 1,14-7-3968</inkml:trace>
</inkml:ink>
</file>

<file path=ppt/ink/ink13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7:09:10.10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115 1 2801,'0'0'14559,"-4"1"-13017,-3 1-1310,1 1 0,-1 0 0,1 1 0,0-1-1,0 1 1,0 0 0,0 1 0,0-1 0,1 1 0,0 0 0,0 0 0,1 1 0,-1 0-1,1 0 1,0 0 0,1 0 0,0 0 0,0 1 0,0-1 0,0 1 0,1 0 0,1 0 0,-1 0-1,-1 14 1,7-20-229,1 0-1,-1-1 1,0 1-1,0-1 0,0 0 1,0 0-1,1 0 1,-1-1-1,5 0 0,1-5 1,0 1 0,0-1 0,0-1 0,-1 0 0,0 0 0,-1-1-1,1 0 1,-1 0 0,-1-1 0,10-13 0,-1 2-11,-4 3-119,-5 10 1440,-6 27-706,-1 1-537,-1-13-273,1 0-1,0 0 0,0 0 0,1-1 0,0 1 1,4 13-1,-4-19-138,0 0 0,0 1 1,0-1-1,0 0 0,1 0 0,-1-1 1,1 1-1,0 0 0,-1 0 0,1-1 1,0 1-1,0-1 0,0 1 0,0-1 1,0 0-1,0 0 0,1 0 0,-1 0 1,0 0-1,1-1 0,-1 1 0,0-1 1,1 1-1,-1-1 0,0 0 0,5 0 1,13 0-4846,1 0-1005</inkml:trace>
</inkml:ink>
</file>

<file path=ppt/ink/ink13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7:09:10.10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0 212 5603,'0'0'10794,"6"14"-9652,41 104 1005,-62-179 234,11 34-2385,2-1 0,1 1 0,0-1 0,8-50 0,-6 73-14,1 0 0,0 0-1,0 0 1,0 0-1,0 0 1,1 0-1,0 1 1,0-1 0,1 1-1,-1 0 1,1 0-1,0 0 1,0 1-1,0-1 1,0 1-1,7-4 1,-8 5-149,1-1-1,-1 1 0,1 1 1,0-1-1,0 0 1,0 1-1,0 0 1,0 0-1,0 0 1,0 0-1,0 1 1,1-1-1,-1 1 1,0 0-1,0 1 0,0-1 1,1 1-1,-1-1 1,0 1-1,0 0 1,5 3-1,-6-2-390,-1 0 1,1 1-1,-1 0 0,0-1 0,1 1 1,-1 0-1,0 0 0,-1 0 0,1 1 0,-1-1 1,1 0-1,-1 1 0,1 3 0,6 23-7328</inkml:trace>
</inkml:ink>
</file>

<file path=ppt/ink/ink13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7:09:10.10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9668,'0'0'9207,"7"18"-7870,15 33-64,-2 1 0,-3 1 1,18 92-1,-21 113-601,-21-217-3164,7-59-6712,0 15 7838,0-29-3889,0-7-228</inkml:trace>
</inkml:ink>
</file>

<file path=ppt/ink/ink13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7:09:10.10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409 207 4130,'0'0'7795,"4"-4"-6765,1 2-733,0-1 0,0 0 0,1 1 0,-1 0 0,0 0 0,1 1 0,-1 0 0,1 0 0,-1 0 0,10 0 0,71 2 1881,-38 0-1198,31-3 914,151-25 1,78-39-507,-18 5-1152,-230 49-248,1 4 1,0 1 0,111 4-1,-168 4 19,-1-1-1,0 1 0,0-1 0,0 1 0,0 0 1,0 0-1,0 1 0,0-1 0,0 1 1,-1-1-1,1 1 0,0 0 0,-1 0 0,0 0 1,1 0-1,-1 1 0,0-1 0,0 0 1,0 1-1,0 0 0,-1-1 0,1 1 0,-1 0 1,1 0-1,-1 0 0,0 0 0,0 0 1,0 0-1,0 5 0,2 11 161,-1 0 1,-1 0-1,-1-1 0,-1 21 1,-1-3 206,2 696 1152,0-732-1568,-21-20-607,12 13 446,-1 1 0,1 1 0,-1-1 0,0 1 0,-1 1 0,1 0 0,-1 1 0,0 0 0,0 0 0,-16-1 0,-13 0-330,-65 3 0,57 2 348,-86 3-13,-142 22 0,-128 41 293,165-25 78,185-33 5,-442 55 1656,583-71-5347,-15-2-4972,-19 0-1824</inkml:trace>
</inkml:ink>
</file>

<file path=ppt/ink/ink13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7:09:10.10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3240 1809,'0'0'6747,"15"-4"-5613,18-5 440,0 2 0,49-5 0,403-44 2953,-69 5-3692,215 28-682,2 32 47,-44-1-110,183-27 926,-4 0 169,-69 35-44,5-1-668,63-13 251,592-2-100,-597-26-331,0 0-69,-314 24-126,998-27 18,-330 14-36,-767 17-67,216 23 23,-278-7-27,798 52 405,-247 2-115,-716-58-248,33 4-31,-51-14 2987,-130-24-280,18-5-2727,1 15 0,-1-1 0,1 1 0,1-2 0,0 1 0,0-1 0,1 0 0,1 0 0,-3-13 0,-18-105 0,18 83 0,-3-35 0,0-144 0,8 194 4,-1 0 0,-2 1 0,-10-38-1,-6-34-191,17 61 8,3-60 1,3 72 100,-2 1-1,-1 0 1,-2 0-1,-1 0 1,-7-29 0,5 32 73,1 0 1,1 0 0,1 0-1,1-41 1,-12-101-209,12 44 181,6-139-272,-2 234 300,5-48 31,23-111 1,-22 142-16,-2-1-1,-2 1 1,-2-1 0,-6-60 0,2 4-28,2-208-378,6 210-747,1 11 1028,-7 53-281,0 37 400,-1 36-475,-16-8-2386,0-16-6957,5-11 963</inkml:trace>
</inkml:ink>
</file>

<file path=ppt/ink/ink13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7:09:10.10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243 1 1008,'0'0'5262,"3"1"-4732,4 1-744,29 10 15080,-48 14-14408,-2-1-1,0 0 0,-2-1 1,-29 35-1,27-39-303,-2 0 0,-25 20 1,-26 26 556,50-40-68,9-11-3827,22-34-2300,13-26-3774,-4 16 3373</inkml:trace>
</inkml:ink>
</file>

<file path=ppt/ink/ink14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7:09:10.11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1217,'0'0'6851,"5"16"4171,-4-10-10170,1-2-674,-1-1 0,0 1 0,1-1 0,0 1 0,0-1 0,0 0 0,0 0 0,0 0 0,1 0 0,-1 0 0,1-1 0,0 1 0,0-1 0,0 0 0,0 0 1,0 0-1,4 2 0,30 28 518,-30-20-372,-1 0 0,1 0 0,6 21 1,15 30 1401,-24-57-1468,1 0 1,0 0 0,0 0 0,0-1 0,1 1-1,0-1 1,0-1 0,0 1 0,0-1-1,1 0 1,11 5 0,-14-4-577,-8 5-4688,-7 2-3522,3-8 1261</inkml:trace>
</inkml:ink>
</file>

<file path=ppt/ink/ink14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7:09:10.11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0 178 26980,'3089'-178'0</inkml:trace>
</inkml:ink>
</file>

<file path=ppt/ink/ink14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7:09:10.11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2228 3650,'0'0'3457,"14"-32"-538,19-63 533,29-29-2685,84-125 0,94-106-511,50-38-170,-107 133-64,-74 101-2,-59 97-9,8-13-3,48-68 362,5-7 178,-86 115-72,-19 30-304,-1-1-1,-1 0 1,1 0 0,-1 0-1,0 0 1,0-1 0,-1 0-1,0 0 1,0 0 0,-1 0-1,0 0 1,2-12 715,-4 20-883,0 0 0,0 0-1,0 1 1,0-1 0,0 0 0,0 0 0,-1 0 0,1 0 0,-1 0 0,1 0 0,0 0 0,-1 0 0,0 0 0,1 0 0,-1 0 0,1 0-1,-1 0 1,0-1 0,0 1 0,0 0 0,1 0 0,-3 1 0,-27 21 8,24-18 8,-31 26-27,-42 47 0,50-47-4,-1-1 1,-53 39 0,66-56 15,-1-1 1,-1-1-1,0 0 0,-1-2 1,0 0-1,-33 9 0,51-17 17,2 1-14,0-2 96,4-5-95,1 0 0,-1 1 1,1-1-1,0 1 0,0 0 1,11-6-1,15-12-2,18-22 24,3 3 0,84-52 0,-112 76 62,-19 12 88,0 2 1,0-1-1,0 0 1,0 1-1,0 0 1,1 0-1,-1 0 1,1 1-1,10-3 1,31-29 805,-34 24-906,-11 9 1,0-1 0,-1 0 0,1 1 0,0-1 1,1 1-1,-1 0 0,0 0 0,0 0 0,1 0 0,-1 0 0,0 0 0,1 0 0,-1 1 0,4-1 0,-6 33 1116,-1 15-541,-11 86-1,5-53-771,6-45-7670,0-24 1222,-5-1-2948</inkml:trace>
</inkml:ink>
</file>

<file path=ppt/ink/ink14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7:09:10.11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34 5 496,'0'0'5536,"1"-4"-4258,3 15 4112,0 35-2436,1 62-88,-6 68-324,7 318-249,-4-372-1818,-23 214-1,13-153 75,4-31-425,-11 355 1431,8-365-1059,7-110-449,0-21-128,0-24-418,3-71-3704,1-5-6148,-4 36 955</inkml:trace>
</inkml:ink>
</file>

<file path=ppt/ink/ink14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7:09:10.11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47 181 304,'0'0'2206,"-4"0"-1928,-25 0 15,28 0-194,-11 0 6992,41-2 2443,15-6-5629,25-2-3068,290-18 377,-110 6-1128,79 21-119,-20 1-39,-168-12 62,88-2 18,528-11 85,-466-7-7,-133 12-70,-148 18-1080,-23-1-721,-29 1-3509,-2 2-1773</inkml:trace>
</inkml:ink>
</file>

<file path=ppt/ink/ink14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7:09:10.11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 26 192,'0'0'21338,"0"-5"-19487,0 2-1471,0 3-302,-1-1 0,1 0 0,0 1 0,0-1 0,0 1 0,0-1 0,0 1 0,0-1 0,0 1 0,0-1 0,0 1 0,0-1 0,0 0 0,0 1 0,1-1 0,-1 1 0,0-1 0,0 1 0,0-1 0,1 1 0,-1-1 0,0 1 0,1 0 0,-1-1 0,0 1 0,1-1 0,-1 1 0,1 0 0,-1-1 0,0 1 0,1 0 0,-1-1 0,1 1 0,-1 0 0,1 0 0,-1-1 0,1 1 0,-1 0 0,1 0 0,-1 0 0,1 0 0,0 0 0,-1 0 0,1 0 0,7 27-4386,6-7-4411,-7-13 1774</inkml:trace>
</inkml:ink>
</file>

<file path=ppt/ink/ink14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7:09:10.11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27 1 6819,'0'0'13574,"-1"8"-11658,-3 27-286,3-26 1150,1-14-2103,-1-9-1952,-6 10-5429,1 4 869,-1-2-2321</inkml:trace>
</inkml:ink>
</file>

<file path=ppt/ink/ink14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7:09:10.11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224 8 2945,'0'0'10597,"-12"-2"-8860,4 0-1441,-1 1 0,0-1 0,0 2 1,0-1-1,0 1 0,0 1 0,0-1 0,0 1 0,0 1 0,0 0 0,0 0 1,1 1-1,-13 5 0,3 1 316,-20 12 164,36-20-762,1 0 0,-1 0 0,1 1 0,0-1 0,-1 0 0,1 0 0,0 1 0,0-1 0,0 0 0,0 1 0,0-1 0,0 1 0,1-1-1,-1 1 1,0 0 0,1-1 0,-1 1 0,1 0 0,-1 2 0,1-3-16,1 0 0,-1 0 0,1 0 0,-1 0 0,0-1 0,1 1 0,0 0 0,-1 0 0,1-1 0,-1 1 0,1 0 0,0-1 0,-1 1 0,1 0 0,0-1 0,0 1 0,0-1 0,-1 1 0,1-1 0,0 0 0,0 1 0,0-1 1,0 0-1,0 0 0,0 0 0,0 1 0,1-1 0,34 4-38,-25-3 5,3 1-41,41 6-434,-51-8 452,-1 1 0,1 0 0,-1 0 1,1 0-1,-1 0 0,0 1 0,1-1 0,-1 1 0,0 0 0,0 0 0,4 3 0,-7-4 59,1 0 1,-1-1-1,1 1 1,-1 0-1,1 0 1,-1 0-1,1 0 0,-1-1 1,0 1-1,1 0 1,-1 0-1,0 0 1,0 0-1,0 0 0,0 0 1,0 0-1,0 0 1,0 0-1,0-1 1,0 1-1,0 0 0,0 0 1,-1 0-1,1 0 1,0 0-1,-1 0 1,1-1-1,-1 1 0,1 0 1,-1 0-1,1 0 1,-1-1-1,1 1 0,-1 0 1,0-1-1,1 1 1,-1-1-1,0 1 1,0-1-1,1 1 0,-3 0 1,-38 20 533,32-17-386,-49 26 648,37-17-8754,38-27 2557,3-9-1088</inkml:trace>
</inkml:ink>
</file>

<file path=ppt/ink/ink14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7:09:10.11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190 0 4402,'0'0'12416,"-11"25"-8873,-3 6-2659,-49 123 2448,56-132-2681,-14 37 835,-24 118 0,44-164-239,-1 3-9015,2-16 7489,0 1 1,0-1-1,-1 0 1,1 1-1,0-1 1,0 0 0,-1 0-1,1 0 1,0 1-1,0-1 1,-1 0-1,1 0 1,0 0-1,-1 1 1,1-1-1,0 0 1,-1 0-1,1 0 1,0 0-1,-1 0 1,1 0-1,0 0 1,-1 0-1,1 0 1,0 0-1,-1 0 1,1 0 0,0 0-1,-1 0 1,1 0-1,-1 0 1,1 0-1,0 0 1,0-1-1,-1 1 1,1 0-1,0 0 1,-1-1-1,-13-8-8394</inkml:trace>
</inkml:ink>
</file>

<file path=ppt/ink/ink14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7:09:10.11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50 7796,'0'0'10303,"24"-7"-9377,9-3-621,-5 0 260,55-10 0,-35 17 1596,-47 49-1129,-1-45-1062,-1 1-1,1 0 1,0-1-1,0 1 1,0 0-1,1 0 1,-1-1-1,0 1 1,1 0-1,-1-1 0,1 1 1,-1 0-1,1-1 1,0 1-1,-1-1 1,1 1-1,0-1 1,0 1-1,0-1 1,1 0-1,-1 1 0,1 0 1,0-2-17,0 1 0,0-1 1,0 0-1,0 0 0,0 0 1,0 0-1,0 0 0,-1-1 1,1 1-1,0 0 0,0-1 0,0 1 1,0-1-1,-1 0 0,1 0 1,0 0-1,-1 0 0,1 0 0,-1 0 1,1 0-1,-1 0 0,2-2 1,76-66-296,-72 70 5089,5 18-3177,5 5-1772,-9-21-295,1 0 0,-1-1 1,0 0-1,1-1 0,0 1 1,-1-2-1,1 1 0,-1-1 0,1-1 1,12-1-1,10 0-2899,-19 2 1097,0-1 0,0-1-1,0 0 1,18-6 0,-2-1-4035</inkml:trace>
</inkml:ink>
</file>

<file path=ppt/ink/ink14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7:09:10.12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170 251 3858,'0'0'14700,"-9"-1"-12198,3-1-2194,2 1-53,-1 0 0,1 0 0,-1 0 0,1 0 0,-1 1 0,1 0 0,-1 0 0,1 0-1,-1 1 1,1-1 0,-1 1 0,1 0 0,-1 0 0,1 1 0,0-1 0,-1 1 0,1 0 0,-4 3 0,3-2-49,1-1-93,-1 1 0,1-1-1,0 1 1,1 0 0,-1 0 0,0 0 0,1 0 0,0 0 0,0 1 0,0 0 0,0 0-1,0-1 1,1 2 0,0-1 0,0 0 0,0 0 0,0 1 0,0-1 0,1 1-1,0-1 1,-1 6 0,3-9-111,-1 0-1,1-1 1,-1 1 0,1 0-1,0-1 1,-1 1 0,1-1-1,0 1 1,-1-1-1,1 1 1,0-1 0,-1 0-1,1 1 1,0-1-1,0 0 1,0 1 0,-1-1-1,1 0 1,0 0-1,0 0 1,0 0 0,0 0-1,-1 0 1,1 0 0,2 0-1,30 0-7,-25-1 5,3 0-56,0 0 1,0-1 0,-1 0-1,1-1 1,-1 0-1,0-1 1,0 0-1,0 0 1,14-10-1,6-4-422,45-37 0,-53 37 198,-1 0 1,-1-1 0,-1-2 0,-1 1 0,0-2 0,-2-1 0,0 0 0,21-43-1,-37 66 307,0 0 0,-1 0-1,1 1 1,-1-1 0,1 0-1,0 0 1,-1 0 0,1 1-1,0-1 1,-1 0-1,1 0 1,-1 0 0,1 0-1,-1 0 1,1 0 0,0 0-1,-1 0 1,1 0 0,-1 0-1,1 0 1,-1 0-1,1 0 1,0 0 0,-1 0-1,1-1 1,-1 1 0,1 0-1,0 0 1,-1 0 0,1-1-1,0 1 1,-1 0-1,1 0 1,0-1 0,-1 1-1,1 0 1,0-1 0,-1 1-1,1 0 1,0-1 0,0 1-1,0 0 1,-1-1-1,1 1 1,0-1 0,0 1-1,0-1 1,0 1 0,0 0-1,0-1 1,0 1 0,0-1-1,0 1 1,0-1-1,0 1 1,0 0 0,0-1-1,0 1 1,0-1 0,0 1-1,0 0 1,1-1 0,-1 1-1,0-1 1,0 1-1,1-1 1,-34 20 828,17-5-557,1 0-1,1 2 1,0 0-1,-18 28 1,26-34-233,1-1 0,0 1 0,0 0 0,1 0 0,0 0 0,1 1 0,0 0 1,0-1-1,1 1 0,0 19 0,1-27-61,1 0 0,0 0 0,0 1 0,1-1 0,-1 0 0,0 0 0,1 0 0,0 0 0,0 0 0,0 0 0,0 0 0,1 0 0,-1 0 0,1 0 0,-1 0 0,1-1 0,0 1 0,3 2 0,-2-2-10,1-1 1,1 0-1,-1 1 0,0-2 1,0 1-1,1 0 0,-1-1 1,1 0-1,0 0 0,-1 0 1,1-1-1,5 1 1,10 1-159,-1-1 1,1-1-1,-1-1 1,38-6-1,-49 5 113,0 0-1,0 0 1,-1-1-1,1 0 1,-1 0 0,1-1-1,-1 1 1,0-2-1,-1 1 1,1-1 0,-1 0-1,0-1 1,0 1-1,8-12 1,-13 17 56,0-1-1,0 0 1,0 0 0,-1 0 0,1 0-1,0 0 1,-1 0 0,1 0 0,-1 0-1,1 0 1,-1 0 0,0-1-1,1 1 1,-1 0 0,0 0 0,0 0-1,0-1 1,0 1 0,0 0 0,0 0-1,0 0 1,0-1 0,0 1 0,-1-1-1,0 1 8,1 0-1,-1 0 0,0 0 1,0 1-1,0-1 0,0 0 1,0 0-1,0 1 0,0-1 1,0 1-1,0-1 0,0 1 1,0-1-1,0 1 0,0 0 1,0 0-1,-1-1 0,1 1 1,-2 0-1,0 0 7,-1 0 0,1 0 0,0 0 0,0 0 1,-1 1-1,1-1 0,0 1 0,0 0 0,0 0 0,0 0 0,0 0 0,0 1 1,0-1-1,0 1 0,0 0 0,0 0 0,-2 2 0,3-2-33,0 1 0,0-1 0,1 1-1,-1 0 1,1-1 0,-1 1 0,1 0 0,0 0 0,0 0-1,0 0 1,0 0 0,1 0 0,-1 0 0,1 0 0,0 0 0,0 0-1,0 0 1,0 0 0,0 0 0,1 0 0,-1 0 0,1 0-1,0 0 1,0 0 0,0 0 0,3 5 0,-2-5-151,1 0 1,-1 0-1,1 0 1,0-1-1,0 1 1,0-1-1,0 0 1,0 1-1,0-2 1,1 1-1,-1 0 1,1-1 0,-1 1-1,1-1 1,0 0-1,-1 0 1,1 0-1,0-1 1,0 1-1,7-1 1,1 0-190,-2 0-122,-1 0 0,1 0 1,0-1-1,13-3 0,-20 3 423,0 0 0,0-1 0,0 1 0,1-1 0,-1 1-1,-1-1 1,1 0 0,0 0 0,0 0 0,-1-1 0,1 1 0,-1 0-1,0-1 1,1 0 0,-1 0 0,2-3 0,5-12-376,-3 10 5815,6 21-2382,-11-11-3124,1-1 105,1 1 1,0-1-1,-1 0 0,1 0 1,0 0-1,0 0 0,0 0 1,-1-1-1,1 1 1,0-1-1,0 0 0,0 0 1,0 0-1,0 0 0,5-1 1,-4 1-34,0 0 1,0-1-1,1 0 1,-1 1-1,0-1 1,0-1-1,0 1 0,0-1 1,0 1-1,5-4 1,-9 5 80,1-1 0,-1 1 0,0-1 0,0 1 0,1-1 0,-1 1 0,0-1 0,1 1 0,-1-1 0,0 1 0,1 0 0,-1-1 0,1 1 0,-1 0 0,0-1 0,1 1 0,-1 0 0,1 0 0,-1-1 0,1 1 0,-1 0 0,1 0 1,-1 0-1,1 0 0,-1-1 0,1 1 0,-1 0 0,1 0 0,0 0 0,-1 0 0,1 0 0,-1 1 0,2-1 0,-3 19 2030,1 13-2421,1-31 156,0 1 1,0 0-1,0-1 0,0 1 1,1-1-1,-1 1 0,0-1 1,1 0-1,-1 0 0,1 1 1,-1-1-1,1 0 1,0 0-1,-1-1 0,1 1 1,0 0-1,0 0 0,0-1 1,-1 1-1,1-1 1,0 0-1,0 1 0,0-1 1,0 0-1,3-1 0,53-1-6666,-57 2 6757,44-10-5609,2-10-2533</inkml:trace>
</inkml:ink>
</file>

<file path=ppt/ink/ink14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7:09:10.12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105 0 9332,'0'0'17024,"-15"22"-15186,-45 72-432,56-87-1274,0 0-1,1 0 0,-1 0 1,2 1-1,-1-1 1,1 1-1,0 0 0,0-1 1,1 1-1,0 0 1,0 0-1,1 0 0,0 0 1,1 8-1,0 12-176,0-27 6,-1-1 0,0 1-1,1 0 1,-1-1 0,1 1-1,-1 0 1,1-1 0,-1 1-1,1 0 1,-1-1 0,1 1-1,-1-1 1,1 1 0,0-1-1,-1 1 1,1-1 0,0 1 0,0-1-1,-1 0 1,1 0 0,0 1-1,0-1 1,0 0 0,-1 0-1,1 0 1,0 0 0,0 0-1,0 0 1,0 0 0,0 0-1,37 0-2574,-28 0 1090,-7 0 1048,0 0 0,-1 0 0,1 0-1,0 0 1,-1-1 0,1 1 0,0-1 0,-1 1-1,1-1 1,-1 0 0,1 0 0,-1 0-1,1 0 1,-1-1 0,3-1 0,4-12-6981</inkml:trace>
</inkml:ink>
</file>

<file path=ppt/ink/ink14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7:09:10.12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12310,'0'0'4834,"129"0"-4834,-88 0-576,-14 0-5843</inkml:trace>
</inkml:ink>
</file>

<file path=ppt/ink/ink14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7:09:10.12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285 51 3890,'0'0'11829,"5"-10"-9892,-3 7-1739,-1 0 0,1 0-1,-1-1 1,0 1 0,0-1 0,0 1-1,0-1 1,0-3 0,-1 7-165,0-1 1,0 1-1,0 0 0,0 0 1,0-1-1,0 1 0,-1 0 1,1-1-1,0 1 1,0 0-1,0 0 0,0-1 1,-1 1-1,1 0 0,0 0 1,0 0-1,0-1 1,-1 1-1,1 0 0,0 0 1,0 0-1,-1 0 0,1-1 1,0 1-1,0 0 1,-1 0-1,1 0 0,0 0 1,-1 0-1,1 0 0,0 0 1,0 0-1,-1 0 1,1 0-1,0 0 0,-1 0 1,1 0-1,0 0 0,-1 0 1,-27 12 1360,0 4-706,0 1 0,1 2 1,1 0-1,1 2 0,0 1 1,2 0-1,-30 39 0,49-54-656,0 1 0,0 0-1,1 0 1,0 0-1,0 0 1,1 0 0,0 1-1,0-1 1,1 1-1,0-1 1,1 1 0,1 15-1,-1-22-30,0 0 0,0 0 0,0 0-1,1 0 1,-1 0 0,1 0 0,0 0-1,-1 0 1,1 0 0,0 0 0,0-1 0,0 1-1,0 0 1,0 0 0,0-1 0,1 1-1,-1-1 1,1 1 0,-1-1 0,1 0 0,2 2-1,1 0 3,0 0 0,0-1 0,0 0-1,0 0 1,1 0 0,-1-1-1,11 2 1,2-1-10,0-1 0,0 0 0,34-4 0,-43 1-350,0 0 1,-1 0-1,1 0 0,-1-1 1,0 0-1,8-5 1,21-17-9271,-23 14 780</inkml:trace>
</inkml:ink>
</file>

<file path=ppt/ink/ink14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7:09:10.12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 1 12102,'0'0'14598,"-13"47"-13813,13-29-465,0-2-288,0-5-32,0-2-96,0 0-1041,0-7-944</inkml:trace>
</inkml:ink>
</file>

<file path=ppt/ink/ink14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7:09:10.12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3986,'0'0'17064,"0"93"-17064,0-64-417,0 1-1423,7-3-1730,0-5-1873,-7-1-2272</inkml:trace>
</inkml:ink>
</file>

<file path=ppt/ink/ink14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7:09:10.12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 1 9780,'0'0'14436,"0"8"-13358,-1-6-1049,1 0-1,0 0 0,-1 0 1,1 0-1,0 0 1,0 0-1,1 0 0,-1 0 1,0 0-1,1 0 1,-1 0-1,1 0 0,0 0 1,-1-1-1,1 1 1,0 0-1,0 0 0,0-1 1,0 1-1,0 0 1,1-1-1,-1 1 0,1-1 1,-1 0-1,1 1 1,-1-1-1,1 0 0,-1 0 1,1 0-1,0 0 1,0 0-1,0-1 0,-1 1 1,1 0-1,0-1 1,0 1-1,0-1 0,0 0 1,0 0-1,0 1 1,0-1-1,0-1 0,0 1 1,4-1-1,-1 1-87,-1 0-1,1 0 1,-1 0 0,1-1-1,-1 0 1,1 0 0,-1 0-1,1 0 1,-1-1 0,0 0-1,0 0 1,0 0 0,0 0-1,0-1 1,0 1 0,0-1-1,-1 0 1,0 0 0,1 0-1,-1-1 1,0 1 0,0-1-1,-1 0 1,3-5 0,-4 9 75,-1 0 0,0 0 0,0-1 0,1 1 0,-1 0 0,0 0 0,1 0 0,-1-1 0,0 1 0,1 0-1,-1 0 1,0 0 0,1 0 0,-1 0 0,0 0 0,1 0 0,-1 0 0,0 0 0,1-1 0,-1 2 0,0-1 0,1 0 0,-1 0 0,1 0 0,-1 0 0,0 0 0,1 0 0,-1 0 0,0 0 0,1 0 0,-1 1 0,0-1 0,1 0 0,-1 0 0,1 1 0,20 12-958,15 7-4494,-11-15 124,-3-3-2163</inkml:trace>
</inkml:ink>
</file>

<file path=ppt/ink/ink14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7:09:10.12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150 422 6211,'0'0'15383,"-12"-6"-13684,8 3-1543,-4-2 126,0 0-1,0 1 1,0 0 0,-12-3 0,18 6-229,-1 0 1,1 0-1,0 1 1,0-1-1,0 1 1,-1 0-1,1 0 1,0-1-1,-1 1 1,1 1-1,0-1 1,0 0-1,-1 1 1,1-1-1,0 1 1,0-1-1,0 1 1,-1 0-1,1 0 1,0 0-1,0 0 1,1 1-1,-1-1 1,0 0 0,0 1-1,1 0 1,-3 1-1,1 2-18,0-1-1,1 1 1,0 0-1,0-1 1,0 1-1,0 0 1,1 0-1,0 0 1,0 0-1,0 1 1,0-1-1,1 0 1,0 0-1,1 6 1,-1-10-38,1 0 1,0 0 0,0-1 0,0 1 0,0 0-1,0-1 1,0 1 0,0 0 0,0-1 0,0 1-1,0-1 1,0 0 0,0 1 0,0-1-1,1 0 1,-1 0 0,0 0 0,0 0 0,0 0-1,0 0 1,1 0 0,-1 0 0,0 0 0,0 0-1,2-1 1,0 1-2,5-1-49,-1 0 0,1-1-1,-1 1 1,1-2 0,-1 1-1,0-1 1,0 0 0,0 0 0,-1-1-1,1 0 1,-1 0 0,1 0-1,9-11 1,9-9-528,38-45-1,-48 51 432,18-22-237,-2-1 0,-2-1 0,-2-2 0,41-88 0,-59 105 1375,-9 27-946,0 0-1,0-1 1,0 1-1,0 0 1,0 0-1,-1 0 1,1 0-1,0 0 0,0 0 1,0 0-1,0-1 1,0 1-1,0 0 1,0 0-1,-1 0 1,1 0-1,0 0 1,0 0-1,0 0 1,0 0-1,0 0 1,-1 0-1,1 0 1,0 0-1,0 0 1,0 0-1,0 0 1,0 0-1,-1 0 1,1 0-1,0 0 1,0 0-1,0 0 1,0 0-1,0 0 1,-1 0-1,1 0 1,0 0-1,0 0 1,0 0-1,0 0 1,0 1-1,0-1 1,-1 0-1,1 0 1,0 0-1,0 0 1,0 0-1,0 0 1,0 0-1,0 1 1,0-1-1,0 0 1,0 0-1,0 0 0,0 0 1,-1 0-1,1 1 1,0-1-1,0 0 1,0 0-1,0 0 1,0 0-1,0 0 1,0 1-1,-27 40 2274,18-22-1981,0 0 1,2 1-1,0-1 1,1 2-1,1-1 1,1 0-1,1 1 1,0 0 0,2 36-1,0-49-302,1-1 0,1 0-1,-1 1 1,1-1 0,1 1 0,-1-1 0,1 0-1,5 14 1,-5-19-139,-1 0 0,1 1 0,-1-1 0,1 0 0,0 0 0,0 0 0,0 0 0,0 0 0,0-1 0,0 1 0,3 1 0,-1-1-443,0 0 0,0-1 1,0 0-1,0 1 0,0-1 0,0 0 0,0-1 0,7 1 0,15-1-5230,-18 0 2252,6 0-5065</inkml:trace>
</inkml:ink>
</file>

<file path=ppt/ink/ink14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7:09:10.12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11397,'0'0'16584,"48"29"-16184,-28-20-288,1-2-112,-1-3-96,0-1-1009,7-3-799,-6 0-1058,-1 0-2032,-7 0-3474</inkml:trace>
</inkml:ink>
</file>

<file path=ppt/ink/ink14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7:09:10.12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287 0 5186,'0'0'19687,"-5"22"-17772,-4 21-1125,-52 262 3268,59-291-4032,-2 0 1,1 0 0,-1 0-1,-1 0 1,-1-1 0,0 0-1,-1 0 1,0-1 0,-10 14-1,14-21-121,-1 0-1,0 0 0,-1 0 0,1 0 1,-1-1-1,0 0 0,0 0 1,-1 0-1,1-1 0,-1 1 1,0-1-1,0-1 0,0 1 1,0-1-1,0 0 0,0 0 1,-1-1-1,1 0 0,-1 0 1,1 0-1,-1-1 0,-9 0 1,16 0 19,-1-1 0,1 1 0,-1 0 0,1 0 0,-1 0 0,0 0 0,1 0 1,-1-1-1,1 1 0,-1 0 0,1 0 0,-1-1 0,1 1 0,-1 0 1,1-1-1,0 1 0,-1-1 0,1 1 0,-1 0 0,1-1 0,0 1 0,-1-1 1,1 1-1,0-1 0,0 1 0,-1-1 0,1 0 0,0 1 0,0-1 0,0 1 1,0-1-1,-1 1 0,1-1 0,0 0 0,0 1 0,0-1 0,0 1 0,1-1 1,-1 1-1,0-1 0,0 0 0,0 1 0,0-1 0,1 0 0,-3-19-7821</inkml:trace>
</inkml:ink>
</file>

<file path=ppt/ink/ink14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7:09:10.13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89 359 256,'0'0'3388,"-22"5"2858,-45-5-2991,96-17-286,94-12-1463,2 6 0,164-10 1,256 18-946,-393 10 763,239-36 1,40-6-578,-355 40-601,-1-3 0,91-25 0,-15 3-109,-82 19 168,77-12-356,-50 18 3007,-27-2-2004,-56 3-3374,-46 3-2824,5 2-1038,-5-4-3325</inkml:trace>
</inkml:ink>
</file>

<file path=ppt/ink/ink14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7:09:10.13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322 30 2001,'0'0'5589,"0"-5"-4978,0-14 232,0 14 825,-2 9 2237,-3 15-2187,-7 202 4902,-34 110-3907,42-308-2478,-75 325 1864,66-295-1784,-3 10 181,4 0 0,3 1 1,-3 117-1,9-133-314,-2 0 1,-2 0-1,-14 49 1,-10 68 517,29-129-519,3 53 0,0-64-89,0-1-1,-1 0 0,-2 0 0,0 0 0,-9 37 1,-8 39 31,12-53-121,4-21-2,1 0 0,4 51 0,0-18 0,-2-57-52,0 0-1,0 0 1,0 0 0,1 0-1,-1 0 1,1 0 0,0-1-1,-1 1 1,1 0 0,0 0-1,0 0 1,0-1-1,0 1 1,1-1 0,-1 1-1,0-1 1,1 1 0,1 1-1,13 4-8012,-9-7 1022</inkml:trace>
</inkml:ink>
</file>

<file path=ppt/ink/ink14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7:09:10.13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2347 3858,'0'0'7096,"9"-22"-4908,145-211 1725,100-102-2917,96-138-1359,-255 325 367,227-320 158,-302 443-50,-1-2 0,-1 0 0,-2 0 0,0-2 0,20-53 0,-17 37 35,2 1-1,2 1 1,2 1 0,1 1-1,3 1 1,42-45 0,-63 69 2199,-9 16-2245,1 0 1,0-1-1,0 1 1,-1 0-1,1-1 1,0 1-1,-1 0 1,1-1-1,0 1 1,-1 0 0,1-1-1,0 1 1,-1 0-1,1 0 1,0-1-1,-1 1 1,1 0-1,-1 0 1,1 0-1,-1 0 1,1 0-1,0 0 1,-1-1 0,1 1-1,-1 0 1,1 0-1,-1 0 1,1 0-1,-2 1 1,1-1 87,-39 5 860,-17 27-1018,-92 69 0,-22 13 40,164-110-59,-9 5-14,11-7 19,7-5 31,24-21-57,1 1 0,0 1 0,2 2 0,41-23 0,24-17-2,-44 24 2,136-88-1,-186 124 35,1 0 1,-1 0-1,0-1 0,1 1 0,-1 0 1,1 0-1,-1 0 0,1-1 1,-1 1-1,1 0 0,-1 0 1,1 0-1,-1 0 0,1 0 0,-1 0 1,1 0-1,-1 0 0,1 0 1,-1 0-1,0 0 0,1 0 0,-1 1 1,1-1-1,-1 0 0,1 0 1,-1 0-1,1 1 0,-1-1 0,0 0 1,1 0-1,-1 1 0,1-1 1,-1 0-1,0 1 0,1-1 0,-1 1 1,8 25 642,-9 48 281,0-51-541,1 14 45,-1-20-236,0 0 1,1 0-1,1 1 0,0-1 0,1 0 0,1 0 0,1 0 0,0-1 0,2 1 1,8 19-1,1-8 30,-11-20-229,-1 0 0,2-1 0,-1 1 0,1-1 0,0 0 0,1 0 0,-1-1 0,1 0 0,11 9 0,-17-13-231</inkml:trace>
</inkml:ink>
</file>

<file path=ppt/ink/ink14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7:09:10.13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61 16,'0'0'7438,"9"-9"-5405,1-2-1371,-5 5-136,0 1 1,0-1-1,0 2 1,1-1-1,9-6 0,-15 11-404,1-1 0,-1 1-1,1 0 1,-1 0-1,1-1 1,-1 1 0,1 0-1,-1 0 1,1-1-1,-1 1 1,1 0-1,-1 0 1,1 0 0,-1 0-1,1 0 1,-1 0-1,1 0 1,-1 0 0,1 0-1,0 0 1,-1 0-1,1 0 1,-1 0-1,1 0 1,-1 1 0,1-1-1,-1 0 1,1 0-1,-1 1 1,1-1 0,-1 0-1,0 1 1,1-1-1,-1 0 1,1 1-1,-1-1 1,0 1 0,1-1-1,-1 0 1,0 1-1,1-1 1,-1 1-1,0 0 1,8 26 522,-8-27-587,23 199 3669,-5-37-1993,44 316 1227,-31-219-2292,-24-194-373,-3 0 1,-8 124-1,1-170-224,0 1-1,-2-1 1,-7 19 0,-3 13-37,10-30-624,6-64-10313,-12 2 3169</inkml:trace>
</inkml:ink>
</file>

<file path=ppt/ink/ink14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7:09:10.13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41 397 592,'0'0'3533,"0"3"-3567,0-4-578,0-7 345,4-15 3357,18 21 802,-6 2-4081,535-29 4308,-3-33-4538,-510 58 507,580-88-586,-118 17 622,53-16 2040,-531 84-1499,-3 1 2182,-17 10-1809,-10 8-954,-11 13 172,2 1-1,1 0 1,1 1-1,1 0 1,2 2-1,1-1 1,1 1-1,1 1 1,2 0 0,-4 31-1,-2 46 510,2 167-1,9-130-350,-1 11 41,-10 154 750,-12 86 158,11-117-683,6 48 1055,9-275-1517,-48-51 265,-577-16-838,-11 24 3,5 45 331,467-37-11,-218-7 0,313-9 67,-79 16 893,146-16-779,8-18 236,13 15-539,-11 3-2983,3 1-7461,-6-1 3941</inkml:trace>
</inkml:ink>
</file>

<file path=ppt/ink/ink14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7:09:10.13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2 455 112,'0'0'1550,"-1"3"-846,0 10 369,1-13-816,1 0 0,-1 1 0,0-1 1,0 1-1,1-1 0,-1 0 0,0 1 0,1-1 0,-1 1 0,1-1 0,-1 0 0,0 0 0,1 1 0,-1-1 0,1 0 0,-1 0 0,1 1 0,-1-1 0,1 0 0,-1 0 0,1 0 0,-1 0 0,1 0 0,-1 0 0,2 0 0,19-2 5608,-5-2-6246,-16 4 329,326-74 3335,431-58-3071,-71 1-318,-153 26 1436,-463 93 1573,138-4 0,-260 18-443,-2 4-6810,10-1-1753,5-2-1066</inkml:trace>
</inkml:ink>
</file>

<file path=ppt/ink/ink14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7:09:10.13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 23 2081,'0'0'10509,"4"-3"-8482,25-16 1193,-36 23 3145,3-1-6219,0-1 1,1 1-1,0 0 0,0 0 1,0 0-1,0 0 0,0 0 1,1 1-1,-3 3 0,25-20-47,-19 12-168,1-1-1,-1 1 1,0 0 0,1 0 0,-1 0-1,0 0 1,1 0 0,0 0 0,-1 1 0,1-1-1,-1 0 1,1 1 0,0-1 0,-1 1-1,1 0 1,0 0 0,2-1 0,-3 2-188,-1 0 1,1-1-1,-1 1 1,1 0-1,-1 0 1,1-1 0,-1 1-1,1 0 1,-1 0-1,0 0 1,1 0-1,-1 0 1,0 0-1,0 0 1,0-1 0,0 1-1,0 0 1,0 0-1,0 0 1,0 0-1,0 0 1,0 0-1,0 0 1,-1 0 0,1 0-1,0 0 1,-1-1-1,1 1 1,0 0-1,-1 0 1,0 1-1,-10 18-7266</inkml:trace>
</inkml:ink>
</file>

<file path=ppt/ink/ink14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7:09:10.13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21 10229,'0'0'17250,"21"-9"-17082,25-3-485,-45 12 189,-15 5-4463,10-3 806</inkml:trace>
</inkml:ink>
</file>

<file path=ppt/ink/ink14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7:09:10.13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286 0 10645,'0'0'11136,"-23"4"-8607,-78 16-1363,93-17-998,-1 0 0,1 1 0,0 0 0,0 0 0,1 1 0,-1 0 0,1 0 0,0 1 0,0 0 0,1 0 0,-1 1 0,-6 10 0,-1-1 33,-20 30 277,33-43-468,-1-1 0,1 1 0,0-1 0,0 1 0,0-1 0,0 1 0,0 0 0,1-1 0,-1 1 0,1 0 0,0 0 0,0 0 0,0-1 1,0 1-1,0 0 0,1 0 0,0 4 0,1-6-25,1 1 0,-1-1 1,1 0-1,0 1 1,-1-1-1,1 0 0,0-1 1,0 1-1,0 0 0,0-1 1,-1 0-1,1 0 0,0 0 1,0 0-1,0 0 1,4-1-1,2 1-115,-2 0 9,0 1 1,-1 0-1,1 0 0,0 0 1,-1 1-1,1 0 0,0 0 1,7 4-1,-12-4 73,1-1 0,-1 0 0,0 1 0,0 0 0,0-1 0,0 1 1,0 0-1,0 0 0,-1 0 0,1 0 0,0 0 0,-1 1 0,0-1 0,0 0 0,1 1 0,-1-1 0,-1 1 1,1-1-1,0 1 0,-1 0 0,1-1 0,-1 1 0,0-1 0,0 4 0,0-2 44,-1 0 0,1 1 0,-1-1 0,-1 0 0,1 0 1,-1 0-1,1 0 0,-1 0 0,0 0 0,0 0 0,-1-1 0,1 1 0,-1-1 0,0 0 0,0 0 0,0 0 0,-5 4 0,-10 8 48,-1-2-1,-24 14 1,8-6-2,103-98-16573,-29 33 7375</inkml:trace>
</inkml:ink>
</file>

<file path=ppt/ink/ink14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7:09:10.13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190 0 4610,'0'0'17400,"-40"120"-15399,13-62-208,-7 3-256,0-4-497,7-7-512,13-12-320,1-6-192,13-12-16,0-4-480,0-10-832,0-3-1074,6-3-1455</inkml:trace>
</inkml:ink>
</file>

<file path=ppt/ink/ink14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7:09:10.14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97 6867,'0'0'9394,"25"-7"-7471,-1 0-1598,162-50 2152,-163 47-2004,-17 8-76,-1-1-1,1 1 1,-1 0 0,1 0-1,0 1 1,0-1 0,7 0 0,-15 32 1217,-11 5-1161,8-25-421,1 1 0,0 0 0,1 0 0,0 0 0,0 0 0,0 19 0,37-30-451,-31 0 378,1-1 0,0 0-1,0 0 1,0 0-1,-1-1 1,1 1-1,-1-1 1,1 0-1,-1 0 1,0 0-1,6-5 1,36-37-63,-18 17 143,-18 20 1079,-8 12 947,-1-4-2022,-1 0 0,1 0 0,0 0 0,0 1 0,0-1 0,1 0 1,-1 0-1,0 0 0,0 0 0,1 0 0,-1 1 0,0-1 0,1 0 0,-1 0 0,1 0 0,0 0 1,0 1-1,1 0-324,0 1 0,1-1 0,-1 1 0,1-1 0,0 0 0,-1 0 0,1 0 0,0-1 0,0 1 0,0-1 0,0 1 0,0-1 0,1 0 1,-1 0-1,6 0 0,33 1-9345,-26-2 4570,10 0-4677</inkml:trace>
</inkml:ink>
</file>

<file path=ppt/ink/ink14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7:09:10.14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150 385 4466,'0'0'19972,"-18"-4"-18668,-57-9-410,73 13-854,0 0-1,1-1 0,-1 2 1,0-1-1,0 0 0,0 0 1,0 0-1,0 1 0,0-1 1,0 1-1,0 0 0,0 0 1,1-1-1,-1 1 0,0 0 1,1 0-1,-1 1 0,0-1 1,1 0-1,0 0 0,-1 1 1,1-1-1,0 1 0,-1-1 1,1 1-1,0 0 0,0-1 1,0 1-1,1 0 0,-2 3 1,0 1 29,0 1 1,1 0 0,0 0-1,0-1 1,1 14 0,0-17-62,2-2-11,-1 0 0,1 0 0,0 0 0,0-1 0,0 1 1,-1-1-1,1 1 0,0-1 0,0 1 0,0-1 0,0 0 0,0 0 0,0 0 0,0 0 0,0 0 0,3-2 0,1 2-16,1 0-45,0-1 0,1 0 1,-1 0-1,0-1 0,1 0 0,-1-1 1,0 1-1,0-1 0,-1-1 0,10-5 0,62-49-767,-53 37 550,12-12-239,-2 0-1,-1-3 1,-2 0 0,-1-3 0,-2 0-1,41-76 1,-61 92 1339,-22 30 1074,-23 31-259,35-36-1602,-32 41 1064,-42 70 1,67-99-1030,1 1-1,0 0 1,1 0 0,1 0-1,0 1 1,1 0 0,0 0 0,2 0-1,-2 26 1,4-40-91,0 0 0,1 0 0,-1 0 0,0 0 0,1 0 0,-1-1 0,1 1 0,0 0 0,0 0 1,0-1-1,0 1 0,0-1 0,0 1 0,0-1 0,0 1 0,0-1 0,1 1 0,-1-1 0,1 0 0,-1 0 0,1 0 0,-1 0 0,1 0 0,0 0 0,-1 0 0,1-1 0,0 1 0,0 0 0,0-1 0,-1 0 0,1 1 0,0-1 1,0 0-1,0 0 0,0 0 0,0 0 0,3-1 0,1 1-50,0 0 0,1-1 0,-1 0 0,0 0 0,0-1 0,0 1 0,0-1 0,0-1 0,0 1 1,10-7-1,-1-2-365,0 0 0,0-1 1,25-28-1,-35 35 407,-1-1 0,-1 0 1,1 1-1,-1-2 0,0 1 0,0 0 0,-1 0 0,1-1 0,-2 1 0,1-1 0,-1 0 0,0 0 0,0 1 1,0-10-1,-4 15 109,0 0 1,0 1-1,0-1 1,0 1 0,0 0-1,0 0 1,0 0-1,0 0 1,0 0-1,0 1 1,-4 0 0,3 1-20,0 0 0,0 1 1,1-1-1,-1 1 0,0 0 1,1 0-1,0 0 0,0 0 1,0 1-1,0-1 0,0 1 1,1 0-1,0 0 0,0 0 1,-4 8-1,3-4-31,0 1 0,0 0 0,1-1 1,0 1-1,1 0 0,-1 17 0,3-24-35,0 0 0,-1 1 1,1-1-1,0 0 0,0 0 0,1-1 0,-1 1 1,0 0-1,1 0 0,-1 0 0,1-1 1,-1 1-1,1-1 0,0 1 0,0-1 0,0 0 1,0 0-1,0 0 0,0 0 0,0 0 1,0 0-1,0 0 0,0-1 0,0 1 0,0-1 1,1 1-1,-1-1 0,0 0 0,4 0 1,0 1-114,0 0 1,0-1-1,0 0 1,1 0-1,-1 0 1,0-1 0,0 0-1,1 0 1,-1 0-1,8-4 1,-6 0-108,0 0 0,0-1 0,0 0 0,10-12 1,-15 16 214,0-1 1,0 0-1,-1 0 1,1-1 0,-1 1-1,0 0 1,0-1 0,0 1-1,0-1 1,-1 0-1,0 1 1,1-1 0,0-9 2710,0 50-1522,6-35-1218,0 0 0,1-1 0,-1 0 0,0 0 0,0-1 0,0 0 0,1 0 0,-1-1 0,0 0 0,0 0 0,0-1-1,13-5 1,14-9 2676,-23 41-2114,-9-24-1341,0 0 1,0-1-1,0 1 1,0-1-1,0 1 1,0-1-1,0 0 1,0 0-1,0-1 1,0 1-1,0-1 1,0 1-1,0-1 1,0 0-1,0 0 1,-1 0-1,1 0 1,0-1-1,3-2 1,15-16-10020</inkml:trace>
</inkml:ink>
</file>

<file path=ppt/ink/ink14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7:09:10.14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116 1 11125,'0'0'16200,"-88"135"-14504,74-96-335,7-5-609,1-5-464,6-2-288,0-7 0,0-6-448,0-5-800,0-5-1041</inkml:trace>
</inkml:ink>
</file>

<file path=ppt/ink/ink14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7:09:10.14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34 9652,'0'0'12342,"122"-33"-10805,-82 33-1313,-13 0-224,0 0-1569,-20 4-2865,-7 10-6659</inkml:trace>
</inkml:ink>
</file>

<file path=ppt/ink/ink14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7:09:10.14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136 13 1105,'0'0'10882,"2"-3"-8532,8-6-176,-10 18 729,-13 26 205,3-18-2766,2 0-1,0 0 1,1 1-1,1 0 1,0 1-1,2 0 1,0-1-1,1 1 1,-1 30-1,4-45-623,0 1-1,-1-1 1,1 0-1,-1 1 1,0-1-1,0 0 1,-1 1-1,1-1 1,-1 0-1,-2 5 1,2-7-352,0 1 0,1-1 1,-1 1-1,0-1 0,0 0 1,0 0-1,-1 0 0,1 0 1,0 0-1,-1-1 0,1 1 1,-1-1-1,0 1 0,1-1 1,-6 2-1,-13 1-5334</inkml:trace>
</inkml:ink>
</file>

<file path=ppt/ink/ink14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7:09:10.14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1 432 8052,'0'0'2849,"24"-12"-112,345-143 5486,-182 91-6557,143-55-558,-320 115-1104,1-1 0,-1-1 1,16-11-1,-24 16 78,0-1 0,0 0 0,0 0 0,0 0 0,0 0 0,0 0 0,0 0 0,0 0 0,-1-1 0,0 1 0,1-1 0,-1 1 0,0-1 0,0 1 0,0-1 0,0 0 0,-1 0 0,1 1 0,-1-4 0,0 5 145,-4 2-194,-1 0 1,1 0-1,0 0 1,-1 0-1,1 1 0,0-1 1,0 1-1,0 0 1,0 0-1,0 1 1,0-1-1,1 1 0,-6 5 1,-47 50 314,38-38-78,-24 25 317,3 1-1,-66 101 1,92-126-556,2 1 0,0 0 0,2 0 0,0 1-1,2 0 1,0 1 0,2 0 0,0 0 0,2 0-1,-1 33 1,4-56-47,0 0 0,0 0-1,-1 0 1,1 0 0,0 0-1,0 0 1,1 0 0,-1 0-1,0 0 1,0 0 0,0 0-1,1 0 1,-1 0 0,0 0-1,1-1 1,-1 1 0,1 0-1,-1 0 1,1 0 0,0 1-1,1-2-7,-1 0 0,0 0 1,1-1-1,-1 1 0,0 0 0,1 0 0,-1-1 0,0 1 0,1-1 0,-1 1 0,0-1 0,0 1 0,1-1 0,-1 0 0,0 0 1,1-1-1,26-18-382,0-2 0,47-49 1,-67 63 392,-6 86 2350,-2-71-2886,0 0 1,1 0 0,-1 0-1,1 0 1,1 0-1,-1-1 1,1 1 0,0 0-1,5 9 1,-5-14 196,-1 1-1,1-1 1,0 1 0,0-1 0,0 0 0,1 0-1,-1 0 1,0 0 0,1 0 0,-1 0 0,1 0-1,0-1 1,-1 0 0,1 1 0,0-1-1,0 0 1,0 0 0,0-1 0,0 1 0,0-1-1,0 1 1,0-1 0,6 0 0,17 0-6670,1 0-896</inkml:trace>
</inkml:ink>
</file>

<file path=ppt/ink/ink14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7:09:10.14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103 0 6547,'0'0'16138,"-11"12"-14209,2-3-1682,-1 0 98,1 1 0,0 0-1,0 1 1,1 0 0,0 0 0,1 1 0,0 0 0,-7 17 0,14-29-343,0 1 1,0-1-1,-1 1 0,1-1 1,0 1-1,0-1 0,0 1 1,0-1-1,0 1 0,0-1 1,0 1-1,0 0 0,0-1 1,0 1-1,0-1 0,0 1 1,0-1-1,0 1 0,0-1 1,1 1-1,-1-1 1,0 1-1,0-1 0,1 1 1,-1-1-1,0 1 0,1-1 1,-1 0-1,0 1 0,1-1 1,-1 1-1,1-1 0,-1 0 1,0 0-1,1 1 0,-1-1 1,2 1-1,24-2-466,-18-1 208,-1 0-1,0 0 1,0-1 0,0 0-1,10-7 1,-14 9 207,-1-1-1,0 0 1,0 0 0,0 0-1,0-1 1,0 1 0,0 0 0,-1-1-1,1 1 1,-1-1 0,0 1-1,1-1 1,-1 0 0,0 0 0,-1 1-1,1-1 1,0 0 0,-1-3 0,0 6 411,0 27 172,0-23-570,0 0 0,0 0 0,0 0-1,0 0 1,1 0 0,-1 0 0,1 0 0,0 0 0,0 0 0,0 0 0,1 0-1,0-1 1,3 7 0,18 3-2558,16-8-3505,-14-6 110,-4-5-1457</inkml:trace>
</inkml:ink>
</file>

<file path=ppt/ink/ink14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7:09:10.14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284 1 3169,'0'0'20015,"-20"22"-18092,-4 4-1396,10-12-161,1 1 1,1 0-1,0 0 1,0 2-1,2-1 1,-16 34 0,-48 135 2422,47-114-2468,-6-8-195,33-63-129,0 0 0,0 0 0,0-1 0,0 1 0,-1 0 0,1 0 0,0 0 0,0 0 0,0 0-1,0 0 1,0 0 0,0 0 0,-1 0 0,1 0 0,0 0 0,0 0 0,0-1 0,0 1 0,0 0 0,-1 0 0,1 0 0,0 0 0,0 0 0,0 0 0,0 0 0,0 0 0,-1 1 0,1-1 0,0 0 0,0 0 0,0 0 0,0 0 0,0 0 0,-1 0 0,1 0 0,0 0 0,0 0 0,0 0 0,0 0 0,0 1 0,0-1 0,0 0 0,-1 0 0,1 0 0,0 0 0,0 0 0,0 0 0,0 1-1,0-1 1,0 0 0,0 0 0,0 0 0,0 0 0,0 0 0,0 1 0,0-1 0,0 0 0,0 0 0,0 0 0,0 0 0,0 1 0,0-16-423,4 9 286,-1-1 0,1 1 0,0-1 0,0 1 0,0 0 0,1 1 0,0-1 1,0 1-1,1 0 0,6-5 0,62-40-1458,-72 49 1552,0 0 0,1-1 0,-1 1-1,0 0 1,1 0 0,-1 0 0,0 1 0,1-1 0,-1 1 0,1-1 0,-1 1 0,1 0 0,-1 0 0,4 0 0,-1 0-10,-3 4 53,0 0 0,0 0 1,-1 0-1,1 1 0,-1-1 1,0 1-1,-1-1 0,1 1 0,-1-1 1,0 6-1,1-4 3,0 1 24,-1 1 0,0 0 0,0 0 0,0 0-1,-1 0 1,0 0 0,-1-1 0,1 1 0,-1 0-1,-1-1 1,0 1 0,0-1 0,0 0 0,-1 0-1,-6 9 1,5-11-4,1 0 0,-1-1 0,1 1 0,-1-1 0,-1 0 0,1-1 0,0 1 1,-1-1-1,0 0 0,0 0 0,0-1 0,0 0 0,0 0 0,0 0 0,0-1 0,-1 0 0,1 0 0,-1 0 0,-9-1 0,15 0-40,0 0-1,0 0 1,1 0-1,-1 0 1,0 0-1,0 0 1,0-1 0,0 1-1,0 0 1,0 0-1,1-1 1,-1 1-1,0 0 1,0-1 0,0 1-1,1-1 1,-1 1-1,0-1 1,1 1-1,-1-1 1,0 0 0,1 1-1,-1-1 1,1 0-1,-1 1 1,1-1-1,-1 0 1,1 0 0,0 0-1,-1 1 1,1-1-1,0 0 1,0 0-1,-1 0 1,1 0 0,0 0-1,0 1 1,0-1-1,0 0 1,0 0 0,0 0-1,0 0 1,0 0-1,1 0 1,-1 1-1,0-1 1,1 0 0,-1 0-1,0 0 1,1 1-1,-1-1 1,1 0-1,0-1 1,2-4-678,-1 1 0,2-1 0,-1 1 1,0 0-1,1 0 0,0 0 0,7-6 0,20-14-5022,3-2-3337</inkml:trace>
</inkml:ink>
</file>

<file path=ppt/ink/ink14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7:09:10.14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34 0 9748,'0'0'15448,"-13"118"-14536,-1-100-464,7-5-384,7-4-64,0-4-416,0-25-15079,14-12 6611</inkml:trace>
</inkml:ink>
</file>

<file path=ppt/ink/ink14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7:09:10.14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34 1 7379,'0'0'15159,"-34"81"-15159,34-67-1248,7-1-1906,7-6-3761,-1-3-4130</inkml:trace>
</inkml:ink>
</file>

<file path=ppt/ink/ink14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7:09:10.15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52 1 9284,'36'127'5451,"-35"-125"-5199,-1-1 0,0 1 1,0 0-1,1-1 0,-1 1 1,-1 0-1,1-1 0,0 1 1,0 0-1,0-1 0,-1 1 1,1-1-1,-1 1 1,1 0-1,-1-1 0,0 1 1,0-1-1,0 0 0,0 1 1,0-1-1,0 0 0,0 1 1,0-1-1,0 0 0,0 0 1,-1 0-1,1 0 0,0 0 1,-1 0-1,1 0 0,-1 0 1,-1 0-1,-9 7 1519,7-1-1640,0 1 0,0 0-1,1 0 1,0 0 0,1 1 0,0-1 0,0 1 0,0 0 0,1 0 0,1 0 0,-1 0 0,2 0-1,-1 0 1,2 9 0,-1-17-172,1 0-1,-1 0 0,1 0 0,0 0 1,-1 0-1,1 0 0,0 0 1,0-1-1,0 1 0,0 0 1,0-1-1,0 1 0,0 0 0,0-1 1,0 1-1,0-1 0,0 0 1,0 1-1,0-1 0,0 0 1,3 0-1,32 8-316,-28-7 217,-7-1 144,0 0 1,-1 0 0,1 0-1,0 0 1,0 0 0,-1 0-1,1 0 1,0 0 0,0 0 0,-1 0-1,1 1 1,0-1 0,-1 0-1,1 1 1,0-1 0,-1 0-1,1 1 1,0-1 0,-1 1-1,1-1 1,-1 1 0,1-1 0,-1 1-1,1-1 1,-1 1 0,1-1-1,-1 1 1,0 0 0,1-1-1,-1 1 1,0 0 0,1-1 0,-1 1-1,0 0 1,0 0 0,0 1-1,-1 0 49,0 0 0,0-1 0,0 1 0,0 0 0,-1 0 0,1-1-1,-1 1 1,1-1 0,-1 1 0,1-1 0,-1 0 0,-3 2 0,-59 30 356,52-32-1873,14-9-3056,14-11-2898,-16 18 7407,26-25-9296</inkml:trace>
</inkml:ink>
</file>

<file path=ppt/ink/ink14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7:09:10.15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73 90 10421,'0'0'19278,"-11"10"-17675,-34 36-712,42-42-861,1 0 0,0 0-1,0 0 1,1 0-1,-1 0 1,1 1 0,0-1-1,0 1 1,1-1-1,-1 1 1,1-1 0,0 1-1,0-1 1,0 1-1,1-1 1,1 7 0,-1 7-27,-1-17-11,1 0 0,-1 0 0,0 0 0,0 0 0,1-1 0,-1 1 1,0 0-1,1 0 0,-1 0 0,1-1 0,-1 1 0,1 0 0,-1 0 0,1-1 0,-1 1 0,1 0 0,0-1 0,-1 1 0,1-1 0,0 1 0,0-1 0,0 1 0,-1-1 0,1 0 0,0 1 0,0-1 0,0 0 0,0 0 0,-1 1 0,1-1 0,0 0 0,2 0 0,-1 0-17,0 0-1,0 0 1,1 0-1,-1 0 1,0 0-1,0 0 1,1-1-1,-1 1 0,0-1 1,0 1-1,0-1 1,3-2-1,9-7-171,-2-2 0,1 0-1,-2 0 1,1-1-1,16-26 1,-23 31 211,0 0 1,0-1 0,-1 0-1,0 0 1,0 0-1,-1 0 1,0-1-1,-1 1 1,0-1 0,-1 0-1,0 0 1,0-14-1,-1 23 14,0 0-1,0 0 1,0 0-1,-1 1 1,1-1-1,0 0 1,0 0-1,-1 0 1,1 1 0,-1-1-1,1 0 1,-1 0-1,1 1 1,-1-1-1,1 0 1,-1 1-1,1-1 1,-1 1-1,0-1 1,0 1-1,1-1 1,-1 1-1,0-1 1,0 1-1,1-1 1,-2 1-1,-31-7 433,-33 9-20,65-2-437,-1 1-10,0-1 0,1 1 0,-1 0 0,0-1-1,0 1 1,0 0 0,1 0 0,-1 0 0,0 1-1,1-1 1,-1 0 0,1 0 0,0 1 0,-1-1-1,1 1 1,0-1 0,0 1 0,0 0 0,0 0-1,0-1 1,0 1 0,0 0 0,1 0 0,-1 0-1,1 0 1,-1 0 0,1 2 0,0 26-2293,1-29 1861,-1 1-1,1-1 0,-1 1 1,1-1-1,0 1 1,-1-1-1,1 1 1,0-1-1,0 0 0,0 1 1,0-1-1,0 0 1,0 0-1,3 2 1,15 5-7568</inkml:trace>
</inkml:ink>
</file>

<file path=ppt/ink/ink14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7:09:10.15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1822 480,'0'0'13326,"0"-18"-8961,122-148-1665,100-158-3181,-5 9-1405,-124 170 1007,159-192 0,-243 326 879,93-105 76,99-150 0,-166 196 612,-29 56 118,-5 13-628,-1 1-1,0-1 0,1 0 1,-1 1-1,1-1 1,-1 0-1,0 0 0,1 1 1,-1-1-1,0 0 0,0 0 1,0 1-1,1-1 0,-1 0 1,0 0-1,0 1 1,0-1-1,0 0 0,0 0 1,-1 0-1,1 1 0,0-1 1,-1-1-1,-12 10 2630,-19 25-1475,12-12-1121,-1 0 1,-1-1-1,-1-2 0,-35 23 0,-107 53 489,123-72-595,-1-3 0,-47 15 0,116-61-47,-7 9-62,1 1 0,1 1 0,0 1-1,1 0 1,32-14 0,123-45-221,9-5-152,-134 42 409,-20 13 899,-32 24-885,1 0-1,-1 0 1,0 0-1,1 0 1,-1 0-1,1 0 1,-1 0-1,0 0 1,1 0-1,-1 0 1,1 0-1,-1 0 1,0 0-1,1 0 1,-1 0-1,0 0 1,1 1 0,-1-1-1,0 0 1,1 0-1,-1 0 1,0 1-1,1-1 1,-1 0-1,0 1 1,0-1-1,1 0 1,-1 0-1,0 1 1,0-1-1,1 0 1,-1 1-1,0-1 1,0 1-1,0-1 1,0 0-1,0 1 1,0-1-1,0 0 1,1 1-1,-1-1 1,0 1-1,-1 0 1,7 26 341,-4-17 11,0-2-371,0 1 0,1-1 0,-1 0 0,2 0 0,-1 0 0,1-1-1,0 1 1,1-1 0,0 0 0,0 0 0,0-1 0,1 1 0,0-1 0,1-1-1,-1 1 1,1-1 0,0 0 0,0 0 0,0-1 0,1 0 0,0 0 0,0-1-1,0 0 1,0 0 0,0-1 0,16 2 0,-12-2-473,26 2 1011,-14-7-6764</inkml:trace>
</inkml:ink>
</file>

<file path=ppt/ink/ink14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7:09:10.15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523 121 5955,'0'0'13553,"-3"0"-11587,-18 7-728,0 0-1,-33 16 1,-31 12-370,83-35-855,-160 42 852,139-37-778,-1-1 0,0-2 0,0 0-1,-47-3 1,71 1-90,-1-1-1,1 1 1,-1 0 0,1-1-1,-1 1 1,1 0-1,-1-1 1,1 1 0,-1 0-1,1-1 1,-1 1 0,1-1-1,0 1 1,-1-1-1,1 1 1,0-1 0,-1 1-1,1-1 1,0 1-1,0-1 1,0 1 0,-1-1-1,1 0 1,0 1 0,0-1-1,0 1 1,0-1-1,0 0 1,0 1 0,0-1-1,0 1 1,0-1-1,1 0 1,-1 1 0,0-1-1,0 1 1,0-1-1,1 1 1,-1-1 0,0 1-1,1-1 1,-1 1 0,0-1-1,1 1 1,-1-1-1,0 1 1,2-1 0,17-28-360,5 7 130,1 1 1,1 1-1,1 1 1,0 1 0,2 1-1,0 2 1,0 1-1,63-20 1,-83 31 234,0 0-1,0 1 1,1 0-1,-1 1 1,1 0 0,-1 0-1,0 1 1,1 0-1,12 2 1,-20-1 8,-1 0-1,0 0 1,1 0-1,-1 0 1,0 0-1,0 0 1,0 0-1,0 0 1,0 0-1,0 1 1,0-1 0,-1 0-1,1 1 1,0-1-1,-1 1 1,1-1-1,-1 1 1,1-1-1,-1 1 1,0-1 0,0 1-1,0 0 1,1-1-1,-2 1 1,1-1-1,0 1 1,0-1-1,0 1 1,-1 2-1,0 6 89,1 35 465,-2 0 0,-3-1 0,-1 1 0,-15 52 0,-1-6 254,10-39-887,-34 94 0,71-185-11386,15-1 4049,-21 23 4845,2 1-1,27-17 1,-47 32 2553,68-35 1284,-32 26 4059,-1 14 6199,-35-4-11293,0 1-1,0 0 1,0 0-1,0-1 0,0 1 1,-1 0-1,1 0 1,0 0-1,0 0 1,-1 0-1,1 0 0,-1 0 1,1 0-1,-1 0 1,1 1-1,-1-1 1,0 0-1,1 0 1,-1 0-1,0 0 0,0 1 1,0-1-1,0 0 1,0 0-1,0 1 1,-1 0-1,1-1-146,0 0 1,0-1-1,0 1 0,-1 0 1,1 0-1,0 0 1,0 0-1,0 0 0,0 0 1,1 0-1,-1-1 0,0 1 1,0 0-1,0 0 0,1 0 1,-1 0-1,0 0 1,1-1-1,-1 1 0,1 0 1,-1 0-1,1-1 0,-1 1 1,1 0-1,0-1 0,-1 1 1,1-1-1,0 1 1,-1 0-1,1-1 0,0 0 1,0 1-1,-1-1 0,1 1 1,0-1-1,0 0 0,1 1 1,7-2-107,1 0-1,-1 0 1,0-1 0,0 0 0,0-1-1,0 0 1,0 0 0,15-9 0,65-45-585,-59 36 605,-29 21 954,-1 18-196,-1-12-651,1 1 0,0 0 0,0 0 0,1-1 0,0 1 0,0-1 0,4 11 0,-4-14-229,0-1-1,1 0 1,-1 0-1,1 0 1,-1 0 0,1-1-1,0 1 1,0 0-1,0-1 1,0 1-1,0-1 1,0 1-1,1-1 1,-1 0 0,0 0-1,1 0 1,-1-1-1,0 1 1,1 0-1,-1-1 1,1 1-1,-1-1 1,1 0 0,3 0-1,87 1-8785,-31-12-1361,-22-3 2466</inkml:trace>
</inkml:ink>
</file>

<file path=ppt/ink/ink14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7:09:10.15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408 61 3105,'0'0'17480,"-23"-8"-15062,-71-23-535,44 21-115,48 10-1677,1 0 0,-1 0 1,1 1-1,-1-1 0,1 0 1,-1 0-1,1 1 0,-1-1 1,1 1-1,-1-1 0,1 1 1,-1 0-1,1-1 0,0 1 1,-3 2-1,3-1-6,-1 1 1,1 0-1,-1 0 1,1 0-1,0 0 1,0 0-1,1 0 1,-1 0-1,0 0 1,1 0-1,0 0 0,0 0 1,0 1-1,0-1 1,1 3-1,-1-2-89,0-1 6,1-1 1,-1 0 0,1 0 0,-1 1 0,1-1-1,0 0 1,0 0 0,0 0 0,0 0 0,1 0 0,-1 0-1,0-1 1,1 1 0,0 0 0,-1-1 0,1 1 0,0-1-1,0 1 1,-1-1 0,1 0 0,0 0 0,0 0-1,1 0 1,-1 0 0,0 0 0,0-1 0,0 1 0,1-1-1,-1 1 1,3-1 0,11 3-304,0-1 1,0-1-1,17 0 0,-29-1 136,-4 6 141,0-1 1,-1 1-1,0 0 1,0-1-1,-4 11 1,-32 99 110,-24 122 0,52-198-67,-2 12 20,-20 74-11,28-114-22,-1-1 0,0 1 0,-1-1 0,0 0-1,-1 0 1,0-1 0,-1 0 0,-14 16 0,17-21 34,0-1 0,-1 0 0,1 0 0,-1-1 1,0 1-1,0-1 0,0 0 0,0 0 0,0-1 0,0 0 0,-1 0 0,1 0 1,0 0-1,-1-1 0,1 0 0,-8 0 0,11-1-32,1 1 0,-1-1 0,1 0 0,0 1 0,-1-1 0,1 0 1,0 0-1,0 0 0,-1 0 0,1 0 0,0 0 0,0 0 0,0 0 0,0-1 0,0 1 0,1 0 0,-1-1 0,0 1 0,1 0 1,-1-1-1,0 1 0,1-1 0,0 1 0,-1-1 0,1 1 0,0-1 0,0 1 0,0-1 0,0-1 0,-3-55-74,3 53 42,0 2 9,-1-9-141,0 0 1,1 0 0,1 0 0,0 1 0,1-1-1,0 0 1,1 0 0,0 1 0,1-1 0,0 1-1,7-12 1,14-17-845,1 1 0,3 2-1,1 0 1,1 2 0,2 2 0,1 1-1,2 1 1,1 2 0,1 2 0,66-35 0,199-120-520,-302 182 1614,22-19 445,-17 3 5922,-12 16-3150,-16 0-2049,17 1-1080,0-1-1,-1 0 0,1 1 0,0 0 0,0 0 0,0 1 0,0 0 0,0-1 1,0 2-1,0-1 0,1 0 0,-1 1 0,1 0 0,0 0 0,0 0 0,0 1 1,0-1-1,0 1 0,1 0 0,-1 0 0,1 0 0,0 1 0,1-1 0,-1 1 1,1 0-1,0-1 0,0 1 0,0 0 0,0 0 0,1 0 0,0 0 0,0 1 1,0 6-1,1-11-182,0 1 1,0 0-1,1-1 1,-1 1-1,0 0 1,1-1-1,-1 1 1,1-1-1,-1 1 1,1-1-1,0 1 1,0-1 0,0 1-1,-1-1 1,1 0-1,1 0 1,-1 1-1,0-1 1,0 0-1,0 0 1,3 2-1,0-1 1,0 0-1,0 0 1,0-1-1,0 1 0,0-1 1,1 0-1,-1 0 1,6 1-1,11-1-3,0 0 0,37-5 1,-49 3 0,1 0-53,1-1-1,0-1 1,-1 0 0,1 0-1,-1-1 1,0-1-1,0 0 1,-1 0 0,1 0-1,-1-1 1,0-1 0,-1 0-1,1 0 1,-1-1 0,7-8-1,-7 0 217,-14 11 330,4 6-480,1-1 1,-1 0-1,1 1 1,-1-1 0,1 1-1,0 0 1,-1 0-1,1-1 1,0 1-1,0 0 1,-1 0-1,1 0 1,0 0-1,0 0 1,0 0-1,0 0 1,0 1-1,0-1 1,1 0-1,-2 2 1,-1 3 55,1 1 0,0 0 0,0-1-1,0 1 1,1 0 0,0 0 0,0 0 0,1 0-1,0 0 1,0 0 0,1 0 0,1 10 0,0-12-385,-1-1 1,0 0 0,1 0-1,0 1 1,0-1-1,0 0 1,0 0 0,5 5-1,11 8-4712,6-5-3460</inkml:trace>
</inkml:ink>
</file>

<file path=ppt/ink/ink14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7:09:10.15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29 1 2417,'0'0'9885,"0"14"-8349,11 108 2412,5 60 287,-38 204-1641,2-82-1320,17-94-574,-5 101-69,6-132-452,2-141-3724,1 0-3907</inkml:trace>
</inkml:ink>
</file>

<file path=ppt/ink/ink14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7:09:10.15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300 624 944,'0'0'5336,"5"0"-4469,25-1 2294,49-8 0,34-13-658,-11 2-1961,736-156-51,264-40 667,-1034 206-1046,573-98 1897,-498 64 1598,-94 27 1817,-50 25-5397,0 0 1,0-1-1,-1 1 0,0 0 1,-5 10-1,-7 34-10,0 174 366,9-87 136,-3 180 1155,2-27-1008,0-177-645,-2 55-17,-45 259 0,24-294-4,3-24 0,5 1 0,-12 227 0,33-258 0,-1-82 0,0 1 0,0-1 0,0 0 0,0 1 0,0-1 0,0 1 0,0-1 0,-1 1 0,1-1 0,0 1 0,0 0 0,0 0 0,0 0 0,-1-1 0,1 1 0,0 0 0,0 0 0,-3 1 0,-36-1 0,29 0 0,-19 2-534,0 1-1,-33 8 1,-30 3-288,-364-6-58,280-10 44,72 2 408,-614 7-700,7 43 1564,689-47-403,-348 47 811,6 29 523,352-72-2043,29-9-38,-10-1 524,-1 0 0,1-1 0,0 1 1,-1-1-1,0-1 0,9-8 0,27-20-4545,-35 27-1296</inkml:trace>
</inkml:ink>
</file>

<file path=ppt/ink/ink14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7:09:10.15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5 412 1249,'0'0'5581,"-5"0"-4901,24 0 5241,63 0 873,-8-1-6355,110-15 0,537-87-248,-164 27-211,556-46 1898,-1042 119-1425,-12 2 305,90-14 0,-147 15-619,1 0 1,0-1 0,-1 1-1,1-1 1,-1 0-1,1 0 1,-1 0 0,0 0-1,1 0 1,3-3-1,-5 3 153,-1 0-1,1-1 1,0 1-1,0 0 1,-1-1-1,1 1 1,-1-1-1,1 1 1,-1-1-1,0 1 1,0-1-1,1 0 1,-1 1-1,0-1 1,0 1-1,-1-3 1,1 4 127,41-29-646,-41 28 112,0 1 1,0 0-1,0-1 1,0 1-1,0 0 1,-1 0-1,1-1 1,0 1-1,0 0 1,0-1-1,0 1 1,0 0-1,-1 0 1,1-1 0,0 1-1,0 0 1,0 0-1,-1-1 1,1 1-1,0 0 1,0 0-1,-1-1 1,1 1-1,0 0 1,0 0-1,-1 0 1,1 0-1,0 0 1,-1 0-1,1-1 1,0 1-1,-1 0 1,1 0-1,0 0 1,-1 0-1,1 0 1,0 0-1,-1 0 1,1 0-1,0 0 1,0 1-1,-1-1 1,1 0-1,0 0 1,-1 0-1,0 0 1,-84 0-11299,19 0 1621</inkml:trace>
</inkml:ink>
</file>

<file path=ppt/ink/ink14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7:09:10.15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19 37 1585,'0'0'10666,"-3"-1"-8537,2 0-1931,0 1 0,0-1 0,0 0 0,0 1 0,0-1 1,0 0-1,1 1 0,-1-1 0,0 0 0,0 0 0,1 0 0,-1 0 0,0 0 1,1 0-1,-1 0 0,1 0 0,-1 0 0,1 0 0,0 0 0,-1 0 0,1 0 0,0-2 1,0 3-8,0-1 1,1 0-1,-1 0 1,0 0 0,1 1-1,-1-1 1,1 0 0,-1 1-1,1-1 1,-1 0-1,1 1 1,0-1 0,-1 1-1,1-1 1,0 1-1,0-1 1,-1 1 0,1-1-1,0 1 1,0 0 0,-1-1-1,1 1 1,0 0-1,0 0 1,0 0 0,0 0-1,0-1 1,-1 1 0,1 0-1,0 1 1,0-1-1,0 0 1,1 0 0,1 4-647,-5 9 3904,-3-2-6094</inkml:trace>
</inkml:ink>
</file>

<file path=ppt/ink/ink14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7:09:10.15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0 0 4834</inkml:trace>
</inkml:ink>
</file>

<file path=ppt/ink/ink14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7:09:10.16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4834,'29'110'5155,"-26"-83"9648,-15-4-12369,11-23-2416,1 1 1,0-1-1,0 0 1,-1 1-1,1-1 1,0 0-1,0 1 1,-1-1-1,1 0 0,0 1 1,-1-1-1,1 0 1,0 0-1,-1 0 1,1 1-1,-1-1 1,1 0-1,0 0 1,-1 0-1,1 0 1,-1 0-1,1 0 1,-1 0-1,1 0 1,0 0-1,-1 0 0,1 0 1,-1 0-1,1 0 1,-1 0-1,1 0 1,0 0-1,-1 0 1,1 0-1,-1-1 1,1 1-1,0 0 1,-1 0-1,1 0 1,0-1-1,-1 0 1,1 1-28,0-1 1,1 0-1,-1 0 1,0 0-1,1 1 1,-1-1 0,1 0-1,-1 1 1,1-1-1,0 0 1,-1 1-1,1-1 1,0 1 0,-1-1-1,1 1 1,0-1-1,0 1 1,-1 0-1,1-1 1,0 1 0,0 0-1,0-1 1,1 1-1,-1-1-9,-1 0-44</inkml:trace>
</inkml:ink>
</file>

<file path=ppt/ink/ink14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7:09:10.16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257 0 11941,'0'0'11881,"-22"6"-10788,-74 18-25,89-21-950,-1-1 1,1 1 0,0 0 0,0 0 0,0 1-1,1 0 1,-1 1 0,1-1 0,0 1 0,-5 6-1,8-8-92,0 0 0,1 1 0,-1-1-1,1 1 1,0 0 0,0 0-1,0 0 1,1 0 0,-1 0-1,1 0 1,0 0 0,0 0 0,1 1-1,-1-1 1,1 6 0,0-9-30,1 0 0,-1 0 0,1 0 0,-1 0-1,1 0 1,-1 0 0,1 0 0,0 0 0,-1 0 0,1 0 0,0 0 0,0-1 0,0 1 0,0 0 0,0 0 0,0-1 0,0 1 0,0-1 0,0 1 0,1 0 0,31 13-86,-16-7-23,-12-4 28,1 0 0,0 0 1,0 1-1,-1 0 1,0 0-1,0 1 1,0 0-1,6 7 0,-11-11 71,1 0 0,0 1-1,0-1 1,0 0 0,-1 1 0,1-1-1,-1 1 1,1-1 0,-1 1-1,1-1 1,-1 1 0,0 0-1,0-1 1,0 1 0,0-1-1,0 1 1,0 0 0,0-1-1,-1 1 1,1-1 0,0 1-1,-1-1 1,1 1 0,-1-1-1,0 1 1,0-1 0,1 0-1,-1 1 1,0-1 0,0 0-1,0 1 1,0-1 0,0 0 0,-1 0-1,1 0 1,0 0 0,0 0-1,-1 0 1,-1 0 0,-9 7 93,0-1 1,-1-1 0,-23 9-1,22-10 22,0 1 0,-25 14 0,38-19-296,4-3-2638,43-38-4994,-14 10 882</inkml:trace>
</inkml:ink>
</file>

<file path=ppt/ink/ink14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7:09:10.16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190 1 3794,'0'0'10829,"-5"21"-6187,-98 307 7446,99-318-12061,0 0 0,1 1 0,0-1 1,1 1-1,-2 21 0,4-32-140,-1 1 0,1 0 0,0-1 0,0 1 0,0-1 1,0 1-1,-1 0 0,1-1 0,0 1 0,0-1 0,-1 1 0,1-1 0,-1 1 1,1-1-1,0 1 0,-1-1 0,1 1 0,-1-1 0,1 1 0,-1-1 0,1 0 1,-1 1-1,1-1 0,-1 0 0,0 1 0,1-1 0,-1 0 0,1 0 0,-1 0 1,0 0-1,1 1 0,-2-1 0,-23 0-8111,18 0 5884,-7 0-6035</inkml:trace>
</inkml:ink>
</file>

<file path=ppt/ink/ink14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7:09:10.16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60 8500,'0'0'10477,"21"-8"-8532,-5 2-1668,4-3 413,0 2 0,1 0 0,0 1-1,1 1 1,-1 1 0,27-1 0,-47 5-644,0 0 0,-1 0-1,1 0 1,0 0 0,0 0 0,0 0 0,-1 0-1,1 0 1,0 0 0,0 1 0,0-1 0,-1 0-1,1 0 1,0 1 0,0-1 0,-1 1 0,1-1-1,0 0 1,-1 1 0,1-1 0,-1 1 0,1 0-1,0-1 1,-1 1 0,1-1 0,-1 1 0,1 1-1,0 23-51,-2-8-243,1-16 184,0 0 1,0 0-1,0-1 0,0 1 1,0 0-1,1 0 0,-1 0 1,0 0-1,0 0 0,1-1 1,-1 1-1,0 0 0,1 0 1,-1-1-1,1 1 0,-1 0 1,1-1-1,-1 1 0,1 0 1,0-1-1,-1 1 0,1-1 1,0 1-1,-1-1 0,1 1 1,0-1-1,-1 1 0,1-1 1,0 0-1,0 1 0,1-1 1,2 1-16,-1-1 1,1 0 0,0 0-1,-1 0 1,1 0-1,-1 0 1,1-1 0,4-1-1,59-22-412,-59 21 499,1-1-1,-1 0 1,0-1 0,0 0-1,0 0 1,-1-1 0,13-11-1,-21 30 3464,2 32-3282,0-7-2010,-1-37 1644,0 0 1,0 0 0,0 0-1,0 0 1,0 0-1,0 0 1,1 0 0,-1 0-1,0 0 1,1 0-1,-1 0 1,1 0 0,-1 0-1,1 0 1,0 0 0,-1 0-1,1-1 1,0 1-1,-1 0 1,1-1 0,0 1-1,0 0 1,0-1-1,-1 1 1,1-1 0,0 1-1,0-1 1,0 1-1,0-1 1,1 1 0,35 2-9304,-37-3 9393,26 0-8287</inkml:trace>
</inkml:ink>
</file>

<file path=ppt/ink/ink14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7:09:10.16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193 366 12486,'0'0'9660,"-19"3"-7904,-61 12-551,75-14-1080,0 1-1,0-1 1,0 1-1,0 1 0,0-1 1,1 1-1,-1 0 1,1 0-1,0 0 0,0 0 1,0 1-1,0 0 1,1-1-1,-1 1 0,1 1 1,0-1-1,0 0 1,0 1-1,1 0 0,0 0 1,0-1-1,0 1 0,-1 7 1,2-11-127,1 0 1,-1 0-1,1 1 1,-1-1-1,1 0 1,0 0-1,-1 1 1,1-1-1,0 0 1,0 0-1,0 1 1,0-1-1,0 0 1,0 1-1,0-1 1,1 0-1,-1 0 1,0 1-1,1-1 1,-1 0-1,1 0 1,-1 0-1,1 0 1,0 1-1,-1-1 1,1 0-1,0 0 1,0 0-1,0 0 1,0-1-1,0 1 0,0 0 1,0 0-1,0 0 1,0-1-1,0 1 1,0-1-1,0 1 1,1-1-1,-1 1 1,2-1-1,4 1-71,1 0-1,-1-1 0,1 0 1,0 0-1,-1-1 1,9-1-1,-8 0-57,0 0 0,-1-1 0,1 0 0,-1 0 0,1 0 0,-1-1 0,0 0 0,8-7 0,57-47-1042,-42 31 692,-2 4-164,-1-2 0,-1 0 0,-2-2 0,33-46 1,-46 56 595,-1 0 0,0-1 0,12-35 0,-17 38 759,-1 0 0,0 0 0,-2-1 0,1 1 0,-1-27 931,-25 57-558,-9 17-406,0 2 0,3 1 0,0 1-1,3 1 1,-31 56 0,50-78-671,1 0 1,1 0-1,0 1 1,1 0 0,0 0-1,2 0 1,0 1-1,0-1 1,2 1-1,1 16 1,-1-31-36,0 0 1,0 0 0,1 0-1,-1-1 1,1 1-1,-1 0 1,1 0 0,0 0-1,0-1 1,-1 1 0,1 0-1,0-1 1,1 1-1,-1 0 1,0-1 0,0 0-1,1 1 1,-1-1-1,1 0 1,-1 1 0,1-1-1,-1 0 1,1 0-1,0-1 1,0 1 0,-1 0-1,1 0 1,0-1-1,0 1 1,0-1 0,0 0-1,2 1 1,8 1-163,1-1 0,-1 0 0,24-2 0,-22 0 54,-1 0-85,1-1 1,-1 0-1,0-1 0,0 0 1,0-1-1,19-9 1,-24 10 89,0-1-1,0 0 1,0-1-1,-1 1 1,1-2 0,-1 1-1,0-1 1,-1 0 0,0 0-1,10-13 1,-13 14 165,-1 0 0,-1-1 0,1 1 0,-1 0 0,0-1 0,0 1 0,0 0 0,-1-1 0,0 1 0,0-1 0,0 1 0,-1-1 0,-2-7-1,1 11 16,-1 0 0,0 0 0,0 1 0,0-1 0,0 1-1,0 0 1,0 0 0,0 0 0,0 0 0,-1 0-1,1 1 1,0 0 0,-1-1 0,1 1 0,0 1-1,0-1 1,-1 0 0,1 1 0,0-1 0,0 1-1,-1 0 1,1 0 0,0 1 0,-3 1 0,2 2-26,1 1 0,-1 1 1,1-1-1,0 1 1,1-1-1,-1 1 0,1 0 1,1 0-1,-1-1 1,1 1-1,0 1 0,1-1 1,0 0-1,0 0 0,0 0 1,1 0-1,2 10 1,-2-15-93,1 0 1,-1 0 0,0 0-1,0 0 1,1-1 0,0 1-1,-1 0 1,1-1 0,0 1 0,0-1-1,-1 1 1,1-1 0,0 0-1,0 0 1,1 0 0,-1 0-1,0 0 1,0-1 0,0 1 0,1 0-1,-1-1 1,0 0 0,0 1-1,1-1 1,3-1 0,4 2-349,0-1 1,0 0-1,-1-1 0,20-3 1,-17 0-56,0 0 1,0-1-1,-1-1 1,1 0-1,17-13 1,-21 14 438,-2 0 1,1 0-1,-1-1 1,1 0 0,-2 0-1,1 0 1,-1-1-1,0 0 1,7-11-1,-10 13 6027,-2 11-3422,-2 20-2743,2-25 175,0 0-1,0 0 0,0-1 0,0 1 0,0 0 0,0 0 0,0 0 0,0 0 0,1-1 0,-1 1 1,0 0-1,1 0 0,-1 0 0,0-1 0,1 1 0,-1 0 0,1-1 0,-1 1 0,1 0 0,0-1 0,-1 1 1,1 0-1,0-1 0,-1 1 0,2 0 0,6 1-157,1-1-1,-1 1 1,1-1-1,0-1 1,-1 1 0,15-2-1,-21 1 133,0 0 0,0 0 0,0 0 0,0 0-1,0-1 1,0 1 0,0-1 0,0 1 0,0-1 0,0 0-1,0 1 1,0-1 0,0 0 0,0 0 0,0 0 0,-1-1-1,1 1 1,0 0 0,-1-1 0,1 1 0,-1-1-1,0 1 1,1-1 0,-1 0 0,0 0 0,0 1 0,0-1-1,0 0 1,0 0 0,-1 0 0,1 0 0,-1 0 0,1-3-1,-1 5 52,0 0 0,0 0 0,0-1 0,0 1 0,0 0 0,0 0-1,0-1 1,0 1 0,0 0 0,0 0 0,1 0 0,-1-1 0,0 1 0,0 0-1,0 0 1,0 0 0,0-1 0,0 1 0,0 0 0,1 0 0,-1 0 0,0-1-1,0 1 1,0 0 0,0 0 0,1 0 0,-1 0 0,0 0 0,0 0 0,0-1-1,1 1 1,-1 0 0,0 0 0,0 0 0,0 0 0,1 0 0,-1 0 0,0 0-1,0 0 1,1 0 0,-1 0 0,0 0 0,0 0 0,0 0 0,1 0 0,-1 0-1,0 0 1,0 0 0,1 0 0,-1 1 0,0-1 0,0 0 0,0 0 0,1 0-1,-1 0 1,0 0 0,0 0 0,0 1 0,1-1 0,9 9 372,5 28-3797,-14-35 2885,1 0 1,-1-1 0,0 1 0,1-1 0,-1 0 0,0 1-1,1-1 1,0 0 0,-1 0 0,1 0 0,0 0 0,0 0-1,-1 0 1,1-1 0,0 1 0,0-1 0,0 1-1,3 0 1,21-1-7738</inkml:trace>
</inkml:ink>
</file>

<file path=ppt/ink/ink14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7:09:10.16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66 1 6307,'0'0'16877,"-9"22"-14793,-28 72-342,32-80-1328,1-1 1,1 1 0,0 0 0,1 0 0,0 0-1,1 0 1,1 0 0,3 27 0,-1 6-205,-2-44-250,-1 0 0,1 0-1,0 0 1,0-1 0,0 1 0,1 0 0,-1 0 0,1 0 0,-1 0 0,1-1-1,0 1 1,0 0 0,0-1 0,1 1 0,-1-1 0,0 1 0,1-1-1,0 0 1,3 4 0,-1-4-562,1 0 0,-1 0 0,1-1 0,0 1 0,-1-1 0,1 0 0,0-1 0,0 1-1,-1-1 1,1 0 0,7-1 0,9-1-4189,-1-9-2554</inkml:trace>
</inkml:ink>
</file>

<file path=ppt/ink/ink14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7:09:10.16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23 2865,'0'0'19753,"128"-14"-18184,-94 10-801,0 1-704,-14 1-64,-6 2-1248</inkml:trace>
</inkml:ink>
</file>

<file path=ppt/ink/ink14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7:09:10.167"/>
    </inkml:context>
    <inkml:brush xml:id="br0">
      <inkml:brushProperty name="width" value="0.5" units="cm"/>
      <inkml:brushProperty name="height" value="1" units="cm"/>
      <inkml:brushProperty name="color" value="#E6E6E6"/>
      <inkml:brushProperty name="tip" value="rectangle"/>
      <inkml:brushProperty name="rasterOp" value="maskPen"/>
    </inkml:brush>
  </inkml:definitions>
  <inkml:trace contextRef="#ctx0" brushRef="#br0">28 47 176,'-28'-43'7195,"294"39"-6756,200 4-5,-290 12-369,107 3-13,220 14 7,-214-16-45,-31-4-23,326 23 36,-396-30-20,200-4-14,-191-26 14,-50 4-11,-106 19 42,88-6 804,-129 42-386,-1-24-430,0-1 0,-1 1 0,0 0-1,0 0 1,0-1 0,-1 1 0,0-1-1,-1 0 1,1 0 0,-6 7 0,-47 56 48,34-48-28,0-2 0,-2-1 0,-47 29 1,37-26 27,-37 30 0,-193 148 92,254-192-157,-1 0 0,0 0 0,-1-1 0,1 0 0,-1-1 0,-1 0 0,1-1 0,0 0 0,-19 2 0,-16 1 38,-56 2 0,78-8-18,-501 4 992,286-8-625,40 4-352,-298-4 40,302-10-96,-54-1-14,-220 14-46,440 1 50,-47 9 0,46-5 78,-53 2-1,31-9 25,-31 1-139,77 2 61,0 0-1,1 0 1,-1 0 0,1 1-1,-1 0 1,1 0-1,0 0 1,0 1 0,-9 5-1,-45 39-60,42-32 74,-40 26 0,58-41-16,-1 1-1,1-1 1,-1 0-1,1 0 1,0 0-1,-1 0 1,1 1 0,-1-1-1,1 0 1,-1 0-1,1 1 1,-1-1 0,1 0-1,0 1 1,-1-1-1,1 0 1,0 1-1,-1-1 1,1 1 0,0-1-1,0 0 1,-1 1-1,1-1 1,0 1 0,0-1-1,0 1 1,0-1-1,-1 1 1,1-1-1,0 1 1,0-1 0,0 1-1,0-1 1,0 1-1,0-1 1,0 1-1,1-1 1,-1 1 0,0-1-1,0 1 1,23 11-5,47 1 122,-63-13-85,278 35 628,301-2 0,199-55-633,-33 4-16,-278 13 42,-75-4-44,-45-2 355,-341 11-237,41 0 1567,-101 1-2304,17 5-1058</inkml:trace>
</inkml:ink>
</file>

<file path=ppt/ink/ink14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7:09:10.168"/>
    </inkml:context>
    <inkml:brush xml:id="br0">
      <inkml:brushProperty name="width" value="0.5" units="cm"/>
      <inkml:brushProperty name="height" value="1" units="cm"/>
      <inkml:brushProperty name="color" value="#E6E6E6"/>
      <inkml:brushProperty name="tip" value="rectangle"/>
      <inkml:brushProperty name="rasterOp" value="maskPen"/>
    </inkml:brush>
  </inkml:definitions>
  <inkml:trace contextRef="#ctx0" brushRef="#br0">1 2368 864,'0'0'5163,"14"-13"-4464,46-41-86,-58 53-560,0-1 0,0 0-1,0 1 1,0-1-1,1 1 1,-1 0-1,0 0 1,1 0 0,-1 0-1,0 0 1,1 0-1,-1 1 1,1-1-1,0 1 1,-1 0 0,1-1-1,-1 1 1,1 1-1,-1-1 1,1 0-1,-1 0 1,1 1 0,-1 0-1,1-1 1,-1 1-1,1 0 1,-1 0-1,0 0 1,1 1 0,-1-1-1,0 0 1,0 1-1,0 0 1,0-1 0,2 3-1,6 4 3,0-3-30,-1 0-1,1-1 1,0 0 0,0 0-1,0-1 1,0-1 0,0 1 0,15 0-1,10-1 130,43-3 0,-20 0 66,82-6 169,197-36 0,-115 12-335,1543-64-22,-1745 95-32,215-5 38,-188 1-23,-1-1 0,88-24 0,-99 14 77,-33 15-88,-1-1 0,0 0 0,1 1 0,-1-1 0,0 0-1,0 0 1,1 0 0,-1 0 0,0 0 0,0-1 0,0 1 0,0 0-1,-1 0 1,1-1 0,0 1 0,0 0 0,-1-1 0,1 1-1,-1-1 1,1-1 0,2 1-12,0 0 0,0 1 0,0-1 0,0 1-1,1 0 1,-1 0 0,0 0 0,1 0 0,-1 0 0,0 1 0,1-1 0,5 1-1,-3 0-5,85-20-994,129-43-1,-194 50 963,-26 13 48,0-1 1,0 1-1,0 0 0,0 0 0,0-1 0,0 1 1,0 0-1,0-1 0,0 1 0,-1 0 0,1 0 0,0-1 1,0 1-1,0 0 0,0 0 0,0-1 0,0 1 0,-1 0 1,1 0-1,0-1 0,0 1 0,0 0 0,0 0 0,-1 0 1,1-1-1,0 1 0,0 0 0,-1 0 0,1 0 0,0 0 1,0 0-1,-1 0 0,1-1 0,0 1 0,0 0 1,-1 0-1,1 0 0,0 0 0,-1 0 0,1 0 0,0 0 1,0 0-1,-1 0 0,-53-4 156,-609 34 1117,-4 1 913,538-31-1744,-525-9 176,457-3-512,-249-46 1,441 57-103,-38-11 41,42 12-46,1 0-1,-1 0 0,0 0 0,1-1 1,-1 1-1,0 0 0,1-1 1,-1 1-1,1 0 0,-1-1 0,0 1 1,1-1-1,-1 1 0,1-1 1,0 1-1,-1-1 0,1 0 1,-1 1-1,1-1 0,0 1 0,-1-1 1,1 0-1,0 1 0,0-1 1,0 0-1,-1 1 0,1-1 0,0 0 1,0 1-1,0-1 0,0 0 1,0 0-1,0 1 0,0-1 1,1 0-1,-1 1 0,0-1 0,0 0 1,0 1-1,1-1 0,-1 0 1,0 1-1,1-1 0,-1 1 0,0-1 1,1 0-1,-1 1 0,1-1 1,-1 1-1,1-1 0,-1 1 1,1 0-1,0-1 0,11-8-10,0 1 0,0 1 0,1 0 0,0 0 0,0 1 0,0 1 0,27-7 0,0-1-11,308-100-131,377-69 0,413-1-1126,-925 154 1374,-119 17 69,127-1 238,-246 14 568,13-2-894,-848 62 15,565-30-50,67-9-79,-1041 60 159,1119-80-111,34 1-22,0-5-1,-181-26 0,292 28 13,0-1 0,1 0 0,-1 0-1,1-1 1,-1 1 0,1-1 0,0 0-1,-1 0 1,-5-5 0,10 7-1,0 0 0,-1-1 0,1 1 1,0 0-1,-1-1 0,1 1 0,0-1 0,0 1 1,0 0-1,-1-1 0,1 1 0,0-1 0,0 1 0,0-1 1,0 1-1,0-1 0,0 1 0,0-1 0,0 1 1,0-1-1,0 1 0,0 0 0,0-1 0,0 1 1,0-1-1,0 1 0,0-1 0,1 1 0,-1-1 0,0 1 1,0 0-1,1-1 0,26-19-8,14 2-5,1 1 0,68-18 1,102-13 29,-152 36-20,1375-230-816,-325 65 248,-840 114 1480,-291 60-466,-1036 14-173,25 2-201,634-55-109,155 11 19,188 25 13,5 3-18,1-2-1,-1-2 0,1-3 0,1-1 0,-63-24 1,87 18 13,24 17 9,-1-1 0,1 0 0,0 1 0,-1-1 0,1 0 0,0 1 0,-1-1 0,1 0 0,0 0 0,0 1 1,0-1-1,0 0 0,0 0 0,0 1 0,0-1 0,0 0 0,0 0 0,0 1 0,0-1 0,0 0 0,0 0 0,1 0 0,1-2-6,0 0 1,1 0-1,-1 1 0,0-1 0,1 1 1,0 0-1,-1-1 0,1 1 0,0 1 1,0-1-1,0 0 0,1 1 0,5-3 0,67-24-11,127-28-1,90-2 27,-212 43-12,1351-179-767,-1417 192 761,131-14 3,464-56-20,-554 67 33,-40 5 0,-1-1 0,1-1 0,-1 0 0,1-1 0,18-7 0,-33 10 4,-1-1 0,0 1 0,0 0-1,1-1 1,-1 1 0,0 0 0,0-1-1,0 1 1,1 0 0,-1-1-1,0 1 1,0 0 0,0-1 0,0 1-1,0-1 1,0 1 0,0 0 0,0-1-1,0 1 1,0-1 0,0 1 0,0 0-1,0-1 1,0 1 0,0-1 0,0 1-1,0 0 1,-1-1 0,1 1-1,0 0 1,0-1 0,0 1 0,-1 0-1,1-1 1,0 1 0,0 0 0,-1-1-1,1 1 1,0 0 0,-1 0 0,1-1-1,0 1 1,-1 0 0,1 0-1,0 0 1,-1 0 0,1-1 0,-1 1-1,1 0 1,0 0 0,-1 0 0,1 0-1,-1 0 1,1 0 0,0 0 0,-1 0-1,1 0 1,-1 0 0,1 0 0,-1 1-1,-33-6 16,0 1-1,0 2 1,-54 4-1,19-1 3,-1285 15 13,715-8-10,94-2-9,258-2-7,305-5 2,0-2 1,0 0-1,25-7 0,8-3-10,876-110-2001,-900 122 1410,-66 27-2423,-15-2 831,-5 1-1395</inkml:trace>
</inkml:ink>
</file>

<file path=ppt/ink/ink14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7:09:10.169"/>
    </inkml:context>
    <inkml:brush xml:id="br0">
      <inkml:brushProperty name="width" value="0.5" units="cm"/>
      <inkml:brushProperty name="height" value="1" units="cm"/>
      <inkml:brushProperty name="color" value="#A2D762"/>
      <inkml:brushProperty name="tip" value="rectangle"/>
      <inkml:brushProperty name="rasterOp" value="maskPen"/>
    </inkml:brush>
  </inkml:definitions>
  <inkml:trace contextRef="#ctx0" brushRef="#br0">398 483 64,'0'0'3124,"-7"-13"-2905,-40-66 1104,46 75-1087,-1 0 1,1 0-1,0 0 0,0 0 0,0 0 1,1 0-1,0 0 0,-1 0 0,2-24 2155,-36 28-2114,27 2-270,0 0 0,0 1 0,0 0 0,0 0 0,0 0 0,1 1 0,-15 10 0,-29 13 17,10-16-8,-4 2 15,38-9-17,18-3-5,49-4 136,0-4 1,94-22 0,-19 3 12,354-26-34,4 30-94,36-1-35,93 14 8,-162 55 74,-419-40-77,-22-3-5,1 0 0,0 1 0,-1 2 0,0 0 0,0 0 0,-1 2 0,0 0 0,20 14 0,-25-16 3,-1 0 1,0-1 0,1 0-1,0-1 1,0-1-1,24 4 1,90 4-17,-57-7 11,-47-2 5,-3-1-50,1 1-1,-1 0 0,0 2 1,0 1-1,32 11 1,-51-16 52,0 1 0,0 0 0,0 0 0,0 0 1,-1 0-1,1 0 0,0 0 0,0 0 0,-1 0 0,1 0 1,0 0-1,-1 0 0,1 1 0,-1-1 0,0 0 0,1 0 1,-1 0-1,0 1 0,0-1 0,0 0 0,0 0 1,0 1-1,0-1 0,0 0 0,0 1 0,0-1 0,-1 0 1,1 0-1,0 0 0,-1 1 0,1-1 0,-2 1 1,1 2 2,0 0 1,-1 0 0,0 0-1,0-1 1,0 1 0,0-1-1,-1 1 1,1-1 0,-4 3-1,-17 12 5,-2-2-1,0 0 1,0-2-1,-53 22 0,-118 31 25,183-63-31,-197 59 79,-3-9 0,-2-9 0,-393 30 0,-864-50 267,1455-25 5,-1-1 0,1 0 0,-1-1 0,1-1 0,-21-6 326,-3 7-577,-56 2 33,116-2-135,0-1 1,0-1 0,0-1-1,25-9 1,21-6 5,76-8-6,1 5 0,150-4 1,289 16 5,-401 11-11,1000 42-1485,-1114-35 1409,69 7-307,179 42 0,-307-54 408,1-1 0,-1 2-1,0-1 1,-1 1 0,1 0-1,0 1 1,-1 0 0,0 0-1,0 0 1,9 9-1,-12-10 7,0 1 0,0-1 0,0 1 0,0 0 0,-1 1-1,0-1 1,0 0 0,0 0 0,-1 1 0,1-1-1,-1 1 1,0 0 0,0-1 0,-1 1 0,1 0 0,-1 5-1,0-8-24,0-1 0,0 0 0,1 1 0,-1-1-1,0 0 1,1 1 0,-1-1 0,1 0-1,-1 0 1,1 1 0,0-1 0,-1 0 0,1 0-1,0 0 1,0 0 0,0 0 0,0 0-1,0 0 1,0 0 0,0-1 0,0 1 0,0 0-1,1 0 1,-1-1 0,0 1 0,0-1 0,1 1-1,-1-1 1,2 1 0,52 7 35,-47-8-37,-1 1-1,0 0 1,1 0-1,-1 1 0,10 3 1,-16-5 1,0 0 1,-1 0-1,1 0 1,0 1 0,-1-1-1,1 0 1,0 1-1,-1-1 1,1 0-1,0 1 1,-1-1 0,1 1-1,-1-1 1,1 1-1,-1-1 1,1 1-1,-1-1 1,1 1 0,-1 0-1,0-1 1,1 1-1,-1-1 1,0 1-1,1 0 1,-1-1 0,0 1-1,0 0 1,0 0-1,0-1 1,0 1-1,0 0 1,0-1 0,0 1-1,0 0 1,0 0-1,0 0 1,-1 1 1,-1 0 0,1-1 0,-1 1 0,1 0 0,-1-1 0,1 1-1,-1-1 1,0 0 0,0 1 0,0-1 0,-4 2 0,-64 23 42,67-26-41,-149 39 293,0-6 1,-3-7 0,0-7-1,-167-2 1,263-14-131,0-3 1,1-3-1,-1-2 0,-97-21 1,-105-52-58,-92-23-32,105 51-65,-25-7 231,124 9 141,97 29-315,-79-18-1,11 15-51,28 7-9,-123-39-1,192 45-8,0-2-1,1 0 0,-35-24 1,20 12 7,-6-10-27,35 26-1,-1 0 0,0 0-1,-18-10 1,-10 0-58,-41-11 0,55 21 78,-1-2 1,2 0 0,-1-1 0,1-1-1,-38-27 1,56 35 3,1 0 0,-1 0-1,1-1 1,0 1 0,0-1-1,0 0 1,1 0 0,-1 0-1,1 0 1,0-1 0,0 1-1,1 0 1,-1-1 0,1 1-1,0-1 1,0 0 0,0 1 0,1-1-1,0 0 1,0 0 0,0 1-1,0-1 1,1 0 0,2-8-1,-1 4-5,1 0-1,0 1 1,0-1 0,1 0-1,1 1 1,-1 0-1,1 0 1,0 0-1,1 1 1,0 0 0,12-11-1,5-1-6,1 1-1,1 1 1,0 2-1,2 0 1,-1 2-1,2 1 1,0 1-1,43-11 1,31-1-46,111-12 0,-189 31 57,701-55-1886,3 55-172,-549 15 1685,234 43 0,-192-20 167,58 2 288,314 0 1,-583-36 56,-1 1 0,0-1 0,0 2 0,1-1 0,-1 1 0,0 1 0,0-1 1,14 8-1,-2-3 113,0 0 0,41 6 0,23 7-239,-84-20-10,1 0 0,-1 1 0,0 0 0,1-1 0,-1 1 0,0 0 0,0-1 0,1 1 0,-1 0 0,0 0 0,0 0 0,0 0 0,0 0 0,0 0 0,0 0 0,-1 1 0,1-1 0,0 0 0,0 0 0,-1 1 0,1-1 0,-1 0 1,1 3-1,-1-1 21,1 0 1,-1 0 0,0 0 0,0 0 0,-1 0-1,1 0 1,-1 0 0,1 0 0,-1 0 0,-2 4 0,-1 3 102,0 0 1,-1 0-1,-1-1 1,0 0 0,-8 10-1,-23 26 131,-1-3 0,-2-1 0,-2-2 0,-2-1 0,-1-3 0,-2-2 0,-1-1 0,-60 28 0,27-26-172,-1-3 0,-124 30 0,-182 14 151,31-45-211,-5-30-38,147-3 25,191 3-9,-408-6 5,296-2-22,-157-30 1,168 5 14,97 24-1,-2 1 1,1 1-1,-1 1 0,-55-3 1,-231 20-65,-10 1 123,324-12-60,0 0 0,0 1 0,0-1 0,0 1 0,1 0 0,-1 0 0,0 0 0,1 0 0,-1 0 0,0 0 1,1 0-1,-1 0 0,1 1 0,0-1 0,-1 1 0,1-1 0,0 1 0,0-1 0,0 1 0,-2 3 1,-18 47 3,1-4 58,18-45-16,0 1 0,0-1 0,0 1 0,1 0 0,-1 0 0,1-1 0,0 1 0,0 0 0,1 0 0,-1 1 0,1 5 0,0-8-15,0-1 0,0 1-1,0-1 1,0 1 0,1 0-1,-1-1 1,1 1 0,-1-1-1,1 1 1,-1-1 0,1 1-1,0-1 1,0 1 0,0-1-1,0 0 1,0 0-1,0 1 1,0-1 0,0 0-1,1 0 1,-1 0 0,0 0-1,1 0 1,-1-1 0,1 1-1,-1 0 1,1 0 0,-1-1-1,3 1 1,46 8 156,0-2 0,1-2 0,0-2 1,75-6-1,-76 1-125,183-24-10,-121 10-38,-17 4-36,461-44-399,-418 49 237,861-63-1810,-653 40 1983,163-21 40,-468 44-26,1-2 0,-2-1 0,1-3 0,-2-1 0,0-1 0,0-3 0,37-22 0,-56 28 21,-1 0 0,1-1 0,-2-1 0,0-1-1,-1-1 1,-1 0 0,0-1 0,-1-1 0,-1 0 0,0-1-1,-2-1 1,0 0 0,-1 0 0,-1-1 0,8-26 0,-14 29 3,-1 0 0,0 1 0,-2-1 0,0 0 0,-3-33 0,0 1 194,2 47-209,-1 0-1,1 0 1,-1 0 0,0 0 0,0 0-1,-1 0 1,1 0 0,0 1-1,-1-1 1,0 0 0,1 1 0,-1-1-1,0 1 1,-1 0 0,1-1 0,0 1-1,0 0 1,-1 0 0,0 1-1,1-1 1,-6-2 0,-8-5 10,-1 1 1,-27-9-1,27 11-12,-20-6-11,1 1-1,-1 2 0,-58-6 0,-117 0-2,189 14 11,-53-3 4,-1 4 1,1 4 0,-1 3-1,-104 22 1,14 9 98,-1-7 1,-215 12-1,305-35-92,1 3 0,-105 28-1,44-8-31,-342 86-47,457-109-125,1 1 0,-1 1 0,2 1 0,0 1 0,-31 22 0,50-33 152,-4 3-227,0-1 1,0 0-1,-1-1 1,0 1 0,-11 2-1,-4 1 281</inkml:trace>
</inkml:ink>
</file>

<file path=ppt/ink/ink14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7:09:22.88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38 192,'0'0'4407,"5"-3"-4054,13-5 785,37 1 7626,-33 7-8644,-13 0-1112,76 2 1422,-51 1-6,0-2-1,0-2 1,0 0 0,0-3 0,62-14-1,-81 16-202,-15 14-4059,0 3-2336,0-6-269</inkml:trace>
</inkml:ink>
</file>

<file path=ppt/ink/ink14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7:09:24.32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1649,'0'0'11098,"0"6"-9665,0 110 1848,0-115-3360,1 0 1,-1 0-1,0 1 0,0-1 0,1 0 0,-1 0 0,1 0 0,-1 0 0,1 0 0,-1 0 1,1 0-1,-1 0 0,1 0 0,0 0 0,0-1 0,-1 1 0,1 0 0,0 0 0,1 0 1,13 6-6647,-8-7 1904</inkml:trace>
</inkml:ink>
</file>

<file path=ppt/ink/ink14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7:09:24.55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5186,'0'0'11798,"0"55"-10806,0-28-560,0 0-271,0-2-113,0-3-48,0-1-81,0-3-943,0-5-1473,0-2-1489,0-6-1280</inkml:trace>
</inkml:ink>
</file>

<file path=ppt/ink/ink14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7:09:24.79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27 0 5410,'0'0'13271,"-20"120"-12631,13-95-416,7-5-224,0 0-16,0-4-224,0 0-1585,0-7-896,14-2-1345,-1-7-976,1 0-545</inkml:trace>
</inkml:ink>
</file>

<file path=ppt/ink/ink14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7:09:24.99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 0 5907,'0'0'13702,"-7"93"-13158,1-73-432,6-2-112,0-2-48,0 0-656,0-5-1473,0-4-1777,0-2-1568</inkml:trace>
</inkml:ink>
</file>

<file path=ppt/ink/ink14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7:09:25.21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4306,'0'0'16456,"0"67"-15768,0-49-416,0-2-240,0 0-32,0-3-112,0-1-1121,0-3-928,0-5-1856</inkml:trace>
</inkml:ink>
</file>

<file path=ppt/ink/ink14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7:09:25.38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1697,'0'0'19016,"27"16"-17703,-27 22-272,0 7-273,-7-2-592,-6-4-160,13-3-16,-7-5-2065,7-4-2785,0-6-5315</inkml:trace>
</inkml:ink>
</file>

<file path=ppt/ink/ink14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7:09:26.53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 70 3554,'0'0'10444,"-3"-3"-8864,3 2-1493,-1 1 0,0-1 0,1 0 0,-1 0 0,0 0 1,1 0-1,-1 1 0,1-1 0,0 0 0,-1 0 0,1 0 0,0 0 0,-1 0 1,1 0-1,0 0 0,0 0 0,0 0 0,0 0 0,0 0 0,0 0 0,0-1 1,0 1-1,1 0 0,-1 0 0,0 0 0,0 0 0,1 1 0,-1-1 1,1 0-1,-1 0 0,1 0 0,-1 0 0,1 0 0,1-1 0,1 0 73,0-1 0,0 1 0,1 0 0,-1 0 0,1 0 0,0 0 1,0 1-1,-1 0 0,8-2 0,8-1 201,0 0-1,1 2 1,25-1 0,-44 4-360,0-1 0,1 1 0,-1-1 0,0 1-1,1-1 1,-1 1 0,0 0 0,0 0 0,0 0 0,0 0-1,0-1 1,0 1 0,0 1 0,0-1 0,0 0 0,0 0-1,-1 0 1,1 0 0,0 1 0,-1-1 0,1 0 0,-1 1-1,1-1 1,-1 0 0,0 1 0,1-1 0,-1 0-1,0 1 1,0-1 0,0 1 0,0-1 0,0 1 0,-1-1-1,1 2 1,0 3 22,-1 0 0,1-1 0,-1 1 0,0 0 0,0 0-1,-1-1 1,1 1 0,-4 5 0,0-3 14,-1 0 1,1-1-1,-1 0 0,-12 10 1,-13 17 68,31-34-94,0 1-1,-1-1 0,1 1 0,0-1 0,0 0 0,0 1 0,0-1 0,0 1 0,0-1 0,0 1 0,0-1 0,0 1 0,0-1 0,0 1 0,0-1 0,0 1 0,0-1 1,0 1-1,0-1 0,1 1 0,-1-1 0,0 1 0,0-1 0,0 0 0,1 1 0,-1-1 0,0 1 0,1-1 0,-1 0 0,0 1 0,1-1 0,-1 0 0,1 1 0,-1-1 1,0 0-1,1 0 0,-1 0 0,1 1 0,-1-1 0,1 0 0,-1 0 0,1 0 0,-1 0 0,1 0 0,0 0 0,28 8 542,-23-6-366,8 1-156,0 0 0,0 0 0,0-1 0,0-1 0,19-1-1,12 0-2601,-3-1-4052,-21 1-565</inkml:trace>
</inkml:ink>
</file>

<file path=ppt/ink/ink14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7:09:26.94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13 5603,'0'0'10989,"15"-8"-8810,-9 6-1826,1 1-1,1 0 0,-1 1 1,0 0-1,9 0 0,-2 1 50,-13-1-398,0 0 0,0 0 0,-1 1-1,1-1 1,0 0 0,0 1 0,0-1 0,-1 1-1,1-1 1,0 1 0,-1-1 0,1 1 0,0-1-1,-1 1 1,1 0 0,-1 0 0,1-1 0,-1 1 0,1 0-1,-1 0 1,1-1 0,-1 1 0,0 0 0,1 0-1,-1 0 1,0 0 0,0-1 0,0 1 0,0 0-1,0 0 1,0 0 0,0 0 0,0 0 0,0 0 0,0 0-1,0-1 1,0 1 0,-1 1 0,1 0 12,-2 6 2,1-1 0,-1 0 0,0 1-1,-1-1 1,1 0 0,-2-1 0,1 1-1,-1 0 1,0-1 0,0 0 0,0 0-1,-1 0 1,0 0 0,-8 6 0,-8 12 20,20-23-39,0 0 1,0 0-1,0 0 0,0 0 1,0 0-1,1 0 1,-1 0-1,0 0 1,1 0-1,-1 0 1,0 0-1,1 1 1,0-1-1,-1 0 0,1 0 1,0 0-1,-1 1 1,1-1-1,0 0 1,0 0-1,0 1 1,0-1-1,0 0 1,1 2-1,0-2 6,0 0 0,0 0 0,0 0-1,0-1 1,0 1 0,0-1 0,0 1 0,0-1 0,0 1 0,1-1-1,-1 1 1,0-1 0,0 0 0,0 0 0,1 0 0,-1 0 0,0 0-1,0 0 1,2 0 0,9-1 16,-1 0 0,1-1 1,20-7-1,27-10-406,83-29-7469,-94 30 1435</inkml:trace>
</inkml:ink>
</file>

<file path=ppt/ink/ink14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7:09:27.36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16 8020,'0'0'12096,"8"-3"-11386,0 0-592,-1 0 0,0 1 1,1 1-1,-1-1 0,1 1 1,0 0-1,-1 1 0,12 0 1,-17 0-102,1 1 0,-1-1 0,1 0 0,-1 1 0,0-1 0,1 1 0,-1 0 0,0 0 0,1 0 1,-1 0-1,0 0 0,0 0 0,0 1 0,0-1 0,0 1 0,0-1 0,0 1 0,-1 0 0,1 0 0,-1-1 0,1 1 0,-1 0 0,0 1 0,1-1 0,-1 0 1,0 0-1,0 0 0,-1 1 0,1-1 0,0 0 0,-1 1 0,0-1 0,1 1 0,-1-1 0,0 1 0,0 1 0,-1 2-6,1-1 1,-1 0-1,0 0 0,0 0 0,0 0 0,-1 0 0,0 0 0,0 0 1,0-1-1,0 1 0,-5 5 0,-39 47 133,35-46-120,2 0 0,-1 1 0,2-1 0,-8 15 0,16-26-22,-1 0-1,1 1 1,0-1 0,0 0 0,0 1-1,0-1 1,-1 1 0,1-1 0,0 0-1,0 1 1,0-1 0,0 0 0,0 1-1,0-1 1,0 1 0,0-1-1,0 0 1,0 1 0,1-1 0,-1 0-1,0 1 1,0-1 0,0 0 0,0 1-1,0-1 1,1 0 0,-1 1 0,0-1-1,0 0 1,1 1 0,-1-1 0,0 0-1,0 0 1,1 1 0,-1-1 0,20 6 85,36-6-71,-38-1-163,14 1-645,-4 1-1455,0-1 1,0-2-1,30-5 1,-10-8-4032</inkml:trace>
</inkml:ink>
</file>

<file path=ppt/ink/ink14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7:09:27.78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 29 7684,'0'0'13315,"0"0"-13256,-1-1 0,1 0 0,0 1 1,0-1-1,0 0 0,0 1 0,0-1 0,0 1 0,0-1 0,0 0 0,0 1 1,0-1-1,0 0 0,1 1 0,-1-1 0,0 0 0,0 1 0,1-1 1,-1 1-1,0-1 0,1 1 0,-1-1 0,1 0 0,7-2 136,-1 1 1,1 0-1,-1 0 0,1 0 0,0 1 0,0 0 0,0 1 1,0 0-1,10 1 0,-9-1-4,-7 0-188,-1 0 1,0 0 0,1 0-1,-1 0 1,0 0 0,1 0 0,-1 0-1,0 1 1,0-1 0,1 0-1,-1 1 1,0-1 0,1 1 0,-1 0-1,0-1 1,0 1 0,0 0-1,0-1 1,0 1 0,0 0 0,0 0-1,0 0 1,0 0 0,0 0-1,0 0 1,-1 0 0,1 1 0,1 1-1,-1 1-5,-1 1-1,1-1 1,0 1-1,-1 0 1,0-1-1,-1 10 1,0 5 37,0-16-30,0 1-1,0-1 1,-1 0 0,1 0-1,-1 0 1,0 0 0,0 0-1,0 0 1,0 0-1,0-1 1,-1 1 0,1-1-1,-1 0 1,1 1 0,-1-1-1,0 0 1,0-1 0,-4 3-1,-22 20 1,83-12-4204,-38-7 2914,-4-2-1775,-1 0-1,1 0 1,23 1 0,-14-4-2105</inkml:trace>
</inkml:ink>
</file>

<file path=ppt/ink/ink14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7:09:28.17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 49 6035,'0'0'12859,"-2"-7"-12067,3-22-251,0 28-509,-1 0 1,1 0-1,0 0 1,-1 1 0,1-1-1,0 0 1,-1 0-1,1 1 1,0-1-1,0 1 1,0-1-1,0 1 1,-1-1-1,1 1 1,0-1 0,0 1-1,0 0 1,0-1-1,0 1 1,0 0-1,0 0 1,0 0-1,0 0 1,0 0 0,0 0-1,0 0 1,0 0-1,0 0 1,0 0-1,0 1 1,0-1-1,0 0 1,0 1 0,0-1-1,0 0 1,1 2-1,0-1-20,-1 0 0,0 0 0,0 0 0,0 0 0,-1 0-1,1 1 1,0-1 0,0 0 0,-1 1 0,1-1 0,0 0 0,-1 1 0,0-1-1,1 0 1,-1 1 0,0-1 0,1 1 0,-1-1 0,0 3 0,1 35 66,-1-34-58,0 6 157,-1 1 0,0-1 1,0 1-1,-1-1 0,-1 0 0,0 1 0,-6 15 0,7-21-61,0 1 0,1-1 0,0 1 0,0-1 0,1 1 0,0 10 0,0-12-48,2-4-32,0 0 0,0 0 1,0 0-1,0-1 0,0 1 0,0 0 0,0-1 0,0 0 0,0 1 0,0-1 0,0 0 0,1 0 0,-1 0 0,0 0 0,4-1 0,-1 0-7,31 3-68,-18-1-657,1-1 0,27-3 0,-41 2-282,0 0 0,0 0 0,0 0 0,0-1 0,-1 0 0,1 0 0,9-5 0,14-16-8539</inkml:trace>
</inkml:ink>
</file>

<file path=ppt/ink/ink14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7:09:29.34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31 46 3249,'0'0'11032,"-6"-6"-8836,-17-15-283,23 21-1816,0 0 0,0 0 0,0 0 0,0 0 0,-1 0 0,1-1 0,0 1 0,0 0 0,0 0 0,0 0 0,0 0 0,0-1 0,-1 1 0,1 0 0,0 0 0,0 0 0,0 0 0,0-1 0,0 1 0,0 0 0,0 0 0,0 0 0,0-1 0,0 1 0,0 0 0,0 0 0,0 0 0,0-1 0,0 1 0,0 0 0,0 0 0,0 0 0,0 0 0,0-1 0,1 1 0,-1 0 0,0 0 0,0 0 0,0 0 0,0-1 0,0 1 0,0 0 0,0 0 0,1 0 0,-1 0 0,0-1 0,13-4 968,15 2-1193,-27 3 400,100-3 755,-101 3-1030,1 0 0,0 0 0,-1 1 0,1-1 0,0 0 0,-1 0 0,1 0 0,0 0 0,-1 1 0,1-1 0,0 0 0,-1 1 0,1-1 0,0 0 0,-1 1 0,1-1 0,-1 1 0,1-1 0,-1 1 0,1-1 0,-1 1 0,0-1 0,1 1 0,-1 0 0,0-1 0,1 1 0,-1 0 0,0-1 0,1 1 0,-1 0 0,0-1 0,0 1 0,0 0 0,0-1 0,0 1 0,0 0 0,0-1 0,0 1 0,0 0 0,0-1 0,0 1 0,0 0 0,-1 0 0,1 0 0,-1 2 16,1-1 0,-1 1 0,0-1 0,0 1 0,0-1 0,0 0 0,0 1 0,-1-1 0,1 0 0,-3 3 0,-48 30 94,66-34-134,0 1 0,0 1 1,0 0-1,-1 1 1,1 0-1,19 10 0,-30-13 22,0 0 0,0 1-1,-1-1 1,1 1 0,0-1-1,-1 1 1,1 0 0,-1 0-1,0 0 1,0 0-1,0 0 1,0 1 0,0-1-1,0 1 1,0-1 0,-1 1-1,1-1 1,-1 1 0,0 0-1,0 0 1,0 0 0,0 0-1,0 0 1,-1 0 0,0 0-1,1 0 1,-1 0 0,0 0-1,0 0 1,-1 0 0,1 0-1,0 0 1,-1 0 0,0 0-1,0 0 1,0 0-1,-2 5 1,-2-1 50,0 0 0,0 0 0,-1 0 1,1 0-1,-1-1 0,-1 0 0,1 0 0,-15 9 0,-66 39 889,69-44-623,13-8-233,3 0-40,-1 0 1,0 0-1,0-1 0,0 0 0,0 1 0,0-1 0,0 0 0,-1 0 0,-4 0 0,6-1-75,3-10-893,0 0-1,0-1 1,1 1 0,0 0 0,1 0-1,0 1 1,0-1 0,10-17-1,26-37-10070,-19 34 3648</inkml:trace>
</inkml:ink>
</file>

<file path=ppt/ink/ink14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7:09:29.84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3458,'0'0'16063,"24"2"-14289,-14-1-1620,31 2 479,0 1 0,-1 3 0,53 14 1,-92-21-624,1 0 1,-1 1 0,1-1 0,-1 0 0,0 1-1,1-1 1,-1 0 0,0 1 0,0 0 0,1-1-1,-1 1 1,0 0 0,0 0 0,0-1-1,0 1 1,0 0 0,0 0 0,0 0 0,0 0-1,0 0 1,-1 1 0,1-1 0,0 0 0,0 0-1,-1 0 1,1 1 0,-1-1 0,0 0-1,1 1 1,-1-1 0,0 0 0,0 1 0,1-1-1,-1 0 1,0 1 0,0-1 0,-1 1 0,1-1-1,0 0 1,0 1 0,-1-1 0,1 0-1,-1 1 1,1-1 0,-1 0 0,1 0 0,-2 2-1,-2 3 64,0-1-1,0 0 1,-1 0-1,1-1 1,-1 1-1,0-1 1,0 0-1,-10 6 1,-9 3 107,-1 0 1,-47 15-1,66-23-703,18-2 95,16-2-9,8-2 157,-13 0 57,0 1 1,-1 1-1,1 0 1,-1 2-1,1 1 1,25 7-1,-47-11 207,1 1 0,-1-1 0,0 0 0,0 0 0,0 1 0,0-1 0,0 0 0,0 1 0,0-1 0,0 1 0,0 0 0,0-1-1,0 1 1,0 0 0,-1-1 0,1 1 0,0 0 0,0 0 0,-1 0 0,1 0 0,0 0 0,-1-1 0,1 1 0,-1 0 0,1 1 0,-1-1 0,0 0-1,1 0 1,-1 0 0,0 0 0,0 0 0,0 0 0,0 0 0,0 0 0,0 1 0,0-1 0,0 0 0,0 0 0,0 0 0,-1 0 0,1 0 0,0 0-1,-1 0 1,0 1 0,-1 1 63,0 0 0,0-1 0,0 1 0,0-1 0,0 0-1,-1 1 1,0-1 0,1 0 0,-1 0 0,0-1 0,0 1 0,0-1-1,-5 3 1,-45 9 1229,38-10-1057,0 0 1,0 1-1,-19 9 1,49-11-8767,15-2 2312</inkml:trace>
</inkml:ink>
</file>

<file path=ppt/ink/ink14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7:09:30.32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38 27 12534,'0'0'13056,"11"-5"-12989,12-1-67,0 1 0,1 1 0,-1 1 0,1 1 0,36 2 0,-59-1-4,0 1 0,0 0 0,0 0 0,0 0 0,0 0 0,0 0 0,0 0 0,0 0 0,0 0 0,0 0 0,0 1 0,-1-1 0,1 0 0,0 0 0,0 1 0,0-1 1,0 1-1,0-1 0,0 1 0,0-1 0,-1 1 0,1 0 0,0-1 0,-1 1 0,1 0 0,0 0 0,-1-1 0,1 1 0,-1 0 0,1 0 0,-1 0 0,1 0 0,-1 0 0,0-1 0,1 1 0,-1 2 0,0-2 5,0 1 1,-1 0-1,1 0 0,-1 0 1,0 0-1,0-1 0,1 1 1,-1 0-1,0-1 1,0 1-1,-1-1 0,1 1 1,0-1-1,0 1 0,-1-1 1,1 0-1,-1 0 0,1 1 1,-4 0-1,-19 12 65,-2-1 1,0-1-1,-37 12 0,-15 6 53,65-22-140,15-3-107,23-1 13,207-4-1870,-232 0 1975,1 0-1,-1 0 0,1 0 0,-1 0 1,0 0-1,1 1 0,-1-1 1,1 0-1,-1 0 0,1 0 1,-1 1-1,0-1 0,1 0 1,-1 0-1,1 1 0,-1-1 1,0 0-1,1 1 0,-1-1 1,0 1-1,0-1 0,1 0 1,-1 1-1,0-1 0,0 1 1,1-1-1,-1 0 0,0 1 1,0-1-1,0 1 0,0-1 1,0 1-1,0-1 0,0 1 1,0-1-1,0 1 0,0-1 1,0 1-1,0-1 0,0 1 1,0-1-1,0 1 0,-1-1 1,1 0-1,0 1 0,0-1 1,0 1-1,-1-1 0,1 0 1,0 1-1,-1-1 0,1 1 1,0-1-1,-1 0 0,1 0 1,0 1-1,-1-1 0,0 1 1,-10 6 128,-1 0 1,0-1-1,0 0 1,-1-1-1,0 0 1,0-1-1,0 0 1,-17 2-1,-19 6 848,31-7-658,12-4-207,-1 1-1,1 0 1,0 0 0,0 0 0,0 1 0,-6 3 0,12-6-173,0 0-1,1 0 1,-1 0-1,0 0 1,0 0-1,0 0 1,0 0 0,0 0-1,0 0 1,0 0-1,0 0 1,1 0-1,-1 0 1,0 0-1,0 0 1,0 0-1,0 0 1,0 0-1,0 0 1,0 0-1,0 1 1,0-1-1,0 0 1,1 0 0,-1 0-1,0 0 1,0 0-1,0 0 1,0 0-1,0 0 1,0 0-1,0 0 1,0 1-1,0-1 1,0 0-1,0 0 1,0 0-1,0 0 1,0 0-1,0 0 1,0 0 0,0 0-1,0 1 1,0-1-1,0 0 1,0 0-1,0 0 1,0 0-1,0 0 1,0 0-1,0 0 1,0 0-1,0 0 1,0 1-1,0-1 1,0 0-1,0 0 1,0 0 0,-1 0-1,1 0 1,12 1-4443,-11-1 4145,24 0-7738</inkml:trace>
</inkml:ink>
</file>

<file path=ppt/ink/ink14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7:09:30.84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56 12822,'0'0'12120,"15"-9"-11669,54-25 5,-64 31-403,-1 2 0,1-1 0,-1 0-1,1 1 1,0 0 0,0 0 0,0 0 0,0 1 0,-1 0-1,1 0 1,0 0 0,0 0 0,8 2 0,-12-1-35,1 0 0,-1-1-1,1 1 1,-1 0 0,1 0 0,-1 0 0,0 0 0,0 0 0,1 1 0,-1-1-1,0 0 1,0 0 0,0 1 0,0-1 0,0 1 0,-1-1 0,1 1 0,0-1-1,-1 1 1,1-1 0,-1 1 0,1 0 0,-1-1 0,0 1 0,0 0-1,0-1 1,0 1 0,0 0 0,0-1 0,0 1 0,0 0 0,-1-1 0,0 3-1,0 0 39,0 0-1,-1-1 0,0 1 0,1 0 0,-2-1 0,1 0 1,0 1-1,0-1 0,-1 0 0,0 0 0,0 0 0,0-1 1,0 1-1,0-1 0,0 1 0,-5 1 0,-68 35 754,49-26-504,128 6-852,-89-17 287,0 1 0,0 0 0,16 8-1,-26-11 212,0 1 0,0 0 0,0 0 0,-1 0 0,1 1 0,0-1 0,-1 0 0,1 1-1,0-1 1,-1 1 0,0-1 0,3 4 0,-4-4 41,0 0 0,1 0-1,-1 0 1,0 0 0,0 0 0,0 0-1,0 0 1,0 0 0,0 0 0,0 0-1,0 0 1,0 0 0,0 0-1,-1 0 1,1 0 0,0 0 0,-1 0-1,1 0 1,-1 0 0,1 0 0,-1 0-1,1 0 1,-1 0 0,0-1 0,1 1-1,-1 0 1,-1 1 0,-4 3 169,0 0 0,-1-1 0,0 0 0,0 0 0,0 0 0,0-1 0,0 0 1,-1 0-1,-14 3 0,14-4 229,0 0 0,0 1 0,0 0 0,0 0 1,1 1-1,-1 0 0,1 0 0,-13 10 0,17-5-3568,25-4-23684</inkml:trace>
</inkml:ink>
</file>

<file path=ppt/ink/ink14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7:09:10.07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14 39 3874,'0'0'8094,"-3"-9"-6771,1 0-1999,-4-12 4996,3 45-371,17 281-494,-14 483 229,14-790-5903,-7-8 830,-1 0 0,0 0 0,-1 0-1,0-1 1,0 0 0,4-18 0,0 2-2760,6-19-3172</inkml:trace>
</inkml:ink>
</file>

<file path=ppt/ink/ink14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7:09:10.07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83 127 1473,'0'0'4247,"-10"-9"-3428,-32-26-51,20 19 940,21 16-1548,1 0 0,-1 0 1,1 0-1,-1-1 1,1 1-1,-1 0 0,1 0 1,0-1-1,-1 1 1,1 0-1,0-1 1,-1 1-1,1 0 0,0-1 1,-1 1-1,1-1 1,0 1-1,0-1 0,0 1 1,-1 0-1,1-1 1,0 1-1,0-1 0,0 1 1,0-1-1,0 1 1,0-1-1,0 1 0,0-1 1,0 1-1,0-1 1,0 1-1,0-1 0,0 1 1,1-1-1,-1-9 295,0 9-407,1 1 0,0-1 0,-1 0 0,1 0 0,0 1 0,0-1 0,0 1 0,-1-1 0,1 1 0,0-1 0,0 1 0,0-1 0,0 1 0,0 0 0,0 0 0,0-1 0,0 1 0,0 0 0,0 0 0,0 0 0,0 0 0,0 0 0,1 0 0,37 0 683,-30 0-533,230 5 1246,219-8-1028,420-12-306,-565 17-52,-71-1-39,469-11-70,-196-4-62,-296 14 2586,-161 0-1106,-56 0-156,-10 10-2934,-5 12-5886,6-11 61</inkml:trace>
</inkml:ink>
</file>

<file path=ppt/ink/ink14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7:09:10.07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100 172 1985,'0'0'3252,"-4"0"-2924,-4 0-21,-56 1 12631,41 4-14207,47-8 2441,0 2-1,47 4 1,-8-1-463,603-37 1017,-426 18-1425,-1-1-272,510-19 153,822 28 781,-1547 8-648,46-8 0,19-1 2689,-88 10-1657,-48-6-2812,-2 1-3731,43 4 3725,0 0 0,1-1-1,-1 0 1,0 0 0,1 0 0,-6-3-1,-10-12-7401</inkml:trace>
</inkml:ink>
</file>

<file path=ppt/ink/ink14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7:09:10.07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34 181 16,'0'0'3207,"3"-9"-2916,0-9 146,0 0 0,-1 1 0,-1-1 0,0 0 0,-2 0 1,-3-27-1,4 44-225,0 0 0,0 0 0,0 0 0,0 0 0,0 0 0,0 0 1,-1 0-1,1 0 0,0 0 0,-1 1 0,1-1 0,0 0 0,-1 0 0,1 0 0,-1 0 1,0 1-1,1-1 0,-1 0 0,1 1 0,-2-2 0,-6 22 3180,-13 160 5344,16 94-4348,5-193-3527,0 708 2346,4-842-8285,-1-5-4203,-3 16-1201</inkml:trace>
</inkml:ink>
</file>

<file path=ppt/ink/ink14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7:09:10.07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28 33 768,'0'0'4997,"0"-7"-3890,2-18 7077,2 35-5678,3 19 141,0 79 1280,-6 15-2438,-8 266 2524,3-229-3060,-5 58 30,4-178-796,-5 70 235,-3 17-171,13-101 591,0-18-2302,0-19-7644,0-12 1807</inkml:trace>
</inkml:ink>
</file>

<file path=ppt/ink/ink14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7:09:10.08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21 207 1601,'0'0'4906,"-21"-9"-2380,26 7-2216,0 1-1,0 0 1,0 0-1,1 0 1,-1 1-1,0-1 1,8 2-1,50-5 894,0-2 0,69-17 0,10-1-861,723-54 407,-736 68-812,-122 10 64,742-47 3,-730 48 393,-16 3 1068,-30 13-1809,23-15-681,0 0 0,0-1 0,-1 1 0,1-1 0,0 0 0,-1 0-1,-6 0 1,-8 0-3657</inkml:trace>
</inkml:ink>
</file>

<file path=ppt/ink/ink14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7:09:10.08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0 3826,'0'0'8537,"4"0"-8118,6 1-90,-1 0 0,1 0 0,-1 1 0,0 0 0,1 0 0,-1 1 0,0 1 0,-1-1 0,1 1 0,-1 1 0,1 0 0,-1 0 0,-1 0 0,1 1 0,13 13 0,-10-9-336,0-1 267,0 0 0,-1 1 0,0 0 1,-1 1-1,12 15 0,-20-23-190,1-1 1,-1 0 0,0 1 0,0-1 0,0 1 0,0-1-1,0 1 1,0 0 0,-1-1 0,0 1 0,1 0-1,-1 0 1,0-1 0,0 1 0,0 0 0,0-1-1,-1 1 1,1 0 0,-1 0 0,0-1 0,0 1-1,0-1 1,0 1 0,0-1 0,0 1 0,-1-1 0,1 0-1,-1 0 1,1 1 0,-1-1 0,0 0 0,0 0-1,0-1 1,0 1 0,-3 1 0,-65 48 602,-10 7-817,35-14-3066,43-42 2163,-2 2-501</inkml:trace>
</inkml:ink>
</file>

<file path=ppt/ink/ink14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7:09:10.08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48 0 5106,'0'0'10250,"0"8"-9068,-2 285 6481,-16 154-5639,4 84-1229,0-288-3745,14-260-3213,3-13 1705,8-9-1724</inkml:trace>
</inkml:ink>
</file>

<file path=ppt/ink/ink14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7:09:10.08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427 282 400,'0'0'3949,"3"3"-3264,-1 0-548,0-1-1,1 0 1,-1-1-1,1 1 0,0 0 1,0-1-1,-1 1 1,1-1-1,0 0 1,0 0-1,0 0 0,1 0 1,-1-1-1,0 1 1,0-1-1,3 0 0,67 0 1886,-41-1-1424,56-4 637,170-32 0,-116 14-555,959-81 646,-371 47-80,-507 33-389,393-30 3622,-593 53-2488,-37 1 759,12 1-2723,1-1 0,-1 1 0,1 0 0,-1 0 0,1-1 0,0 1 0,-1 0 1,1 0-1,0 1 0,0-1 0,0 0 0,-1 0 0,1 0 0,0 1 0,1-1 0,-1 1 0,0-1 0,0 0 1,1 1-1,-1-1 0,1 1 0,-1 0 0,0 2 0,-12 47 473,11-41-487,-6 43 90,3 1 1,1 0-1,6 76 0,0-38-6,19 246 138,-9-228-111,-5 1 1,-9 130-1,-6-184 53,-25 95 0,18-93 45,-9 77 0,18-50-180,6-85-48,0-1 0,-1 0-1,1 1 1,0-1 0,-1 0-1,1 1 1,0-1 0,-1 0-1,1 0 1,-1 1 0,1-1-1,0 0 1,-1 0 0,1 0-1,-1 1 1,1-1 0,-1 0-1,1 0 1,-1 0 0,1 0-1,0 0 1,-1 0 0,1 0-1,-1 0 1,1 0 0,-1 0-1,1 0 1,-1 0 0,1-1-1,-1 1 1,1 0 0,0 0-1,-1 0 1,1-1 0,-1 1-1,1 0 1,0 0 0,-1-1-1,1 1 1,-1-1 0,-17-8-324,5 2 61,-1 0 1,-1 1 0,1 1 0,-1 0 0,0 1-1,-28-4 1,-98-3-557,118 10 758,-1102-10-2435,729 12 2040,-1404-1 3720,1799 0-3381,27 0-2001,3-4-190,-28 3 1770,0 0 1,1 0 0,-1 0 0,0 0 0,1 0-1,-1 0 1,0-1 0,0 1 0,0 0 0,0-1 0,0 1-1,0-1 1,-1 1 0,1-1 0,1-2 0,8-17-3952,8-5-977</inkml:trace>
</inkml:ink>
</file>

<file path=ppt/ink/ink14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7:09:10.08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21 1 3826,'0'0'9732,"10"1"-8366,-4-1-1108,-4-1-157,1 1-1,0 0 1,0 0 0,0 0-1,-1 0 1,1 0 0,0 1-1,0-1 1,-1 1-1,1 0 1,0 0 0,-1 0-1,1 0 1,-1 0 0,1 1-1,-1-1 1,0 1 0,1-1-1,-1 1 1,0 0-1,0 0 1,0 0 0,3 4-1,0 7 376,0 0 0,-1 0-1,-1 0 1,0 0 0,0 1-1,0 23 1,-4 90 1609,-2-55-1027,-29 305 1056,3-118-1171,18-65-353,-25 259-22,34-443-602,-3 30-221,-2 50 0,7-89-796,2-6-524,3-12-231,1 1 0,0 0 0,13-22 0,-2 5-2265,10-27-5555</inkml:trace>
</inkml:ink>
</file>

<file path=ppt/ink/ink14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7:09:10.08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5 233 1105,'0'0'5639,"0"-1"-5576,0 1-1,-1 0 0,1 0 0,0 0 1,-1 0-1,1-1 0,0 1 0,0 0 1,-1 0-1,1-1 0,0 1 0,0 0 1,0-1-1,-1 1 0,1 0 0,0-1 1,0 1-1,0 0 0,0-1 0,0 1 1,0 0-1,0-1 0,0 1 0,0 0 1,0-1-1,0 1 0,0 0 0,0-1 1,0 0-1,18-5 778,0 0 1,1 1-1,-1 0 0,1 2 0,19-1 1,8-3 0,893-66 2979,-743 66-3839,44-2 288,258-12-1023,-4-40 5404,-478 56-2960,-16 5-1607,0 0 0,0 0-1,0 0 1,0-1-1,0 1 1,0 0 0,0 0-1,0 0 1,0 0-1,-1 0 1,1 0-1,0 0 1,0-1 0,0 1-1,0 0 1,0 0-1,0 0 1,0 0-1,0 0 1,0 0 0,0-1-1,0 1 1,0 0-1,0 0 1,0 0-1,0 0 1,0 0 0,0 0-1,0 0 1,1-1-1,-1 1 1,0 0-1,0 0 1,-1 0-1553,-12-1-12958,12-5 7465</inkml:trace>
</inkml:ink>
</file>

<file path=ppt/ink/ink14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7:09:10.08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0 9268,'0'0'9917,"22"18"-8162,-4-5-1435,22 18 743,75 43 1,-99-65-769,19 10 77,0 1-1,-1 2 1,-1 1-1,49 46 1,-80-67-346,0 0 1,1 1-1,-1 0 1,0-1-1,-1 1 1,1 0-1,0 0 0,-1 0 1,0 0-1,1 0 1,-1 0-1,0 0 1,-1 0-1,1 0 1,0 1-1,-1-1 1,0 0-1,0 0 1,0 1-1,0-1 1,0 0-1,-1 1 1,1-1-1,-1 0 1,0 0-1,0 0 0,0 0 1,-1 0-1,1 0 1,-1 0-1,1 0 1,-1 0-1,0-1 1,0 1-1,0 0 1,-1-1-1,1 0 1,-4 3-1,-65 36 1326,50-30-1086,0 1-1,0 0 1,-30 26 0,43-26 245,6-4-2638,23-5-17560</inkml:trace>
</inkml:ink>
</file>

<file path=ppt/ink/ink14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7:09:10.08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414 0 2145,'0'2'16443,"0"20"-15694,-2 3 72,-1 0-1,-1 0 1,-2-1 0,0 0 0,-14 34-1,-1 8 18,-86 426 2138,58-233-2499,11-62-385,9-43 6,-59 186 0,78-308-82,1 2 1,2-1-1,-4 44 1,8-3-3114,13-122-1078,0 8-96,-2-5-2551,4-8-2166</inkml:trace>
</inkml:ink>
</file>

<file path=ppt/ink/ink14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7:09:10.08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669 275 2081,'0'0'3932,"20"0"-3169,355-1 4064,125-40-2204,-181 9-2418,287 2-364,45-4 1875,-452 15 2399,245-56 1,-260 32 1793,-183 44-5882,0 0 0,-1-1 0,1 1 0,0 0 0,-1 0 0,1 0 0,-1 0 1,1 0-1,-1 0 0,0 0 0,1 0 0,-1 0 0,0 0 0,0 0 0,1 0 0,-1 0 0,0 0 0,0 0 0,0 0 0,0 0 0,0 0 0,-1 1 0,1 38 537,0-31-504,-3 20-56,0 0 1,-2-1-1,-2 0 0,0 0 0,-18 43 0,-5 22 3,-114 570-32,55 12 37,35-392 44,22-141 251,31-134-265,1-7-40,0-1 0,0 1 0,0 0 1,0 0-1,0-1 0,0 1 0,0 0 0,0 0 0,0-1 0,0 1 1,0 0-1,-1-1 0,1 1 0,0 0 0,-1 0 0,1-1 0,0 1 1,-1-1-1,1 1 0,-1 0 0,1-1 0,-1 1 0,1-1 0,-1 1 1,1-1-1,-1 1 0,0-1 0,1 0 0,-1 1 0,0-1 0,1 0 1,-1 1-1,0-1 0,0 0 0,1 0 0,-1 0 0,0 0 0,1 1 1,-1-1-1,0 0 0,0 0 0,1 0 0,-1-1 0,0 1 0,0 0 1,1 0-1,-1 0 0,0 0 0,0-1 0,1 1 0,-1 0 0,0-1 1,1 1-1,-2-1 0,-27-7-216,-26-8-674,-101-13 0,-593-17-1877,0 40 2517,612 6 238,59 0 48,-648 8 156,6 51 841,689-55-928,12-2-26,1 1 0,-1 0 0,1 2 0,-24 8 0,49-12-367,0 1-1,0-1 0,0 0 1,1 0-1,-1-1 0,0 0 1,0 0-1,0-1 0,0 0 1,8-2-1,-8-1-289,0 1 0,0-1 1,-1-1-1,0 1 0,0-1 0,8-8 0,29-37-7421,-30 34 4802,14-21-5254</inkml:trace>
</inkml:ink>
</file>

<file path=ppt/ink/ink14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7:09:10.08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326 1 1265,'0'0'10260,"1"6"-8285,0 15-409,0-1 1,-2 1-1,0 0 1,-1 0-1,-8 35 1,-5 50 748,-82 621 2606,29-290-4864,53-356-46,-3-2 0,-41 110 0,24-81-14,33-99-32,0 1 0,0 0 0,1 0 1,0 0-1,1 13 0,0-17-58,14-19-934,-2-28-2936,-10-3-6777,-2 35 7440,0-11-4132</inkml:trace>
</inkml:ink>
</file>

<file path=ppt/ink/ink14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7:09:10.09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21 76 3890,'0'0'8452,"10"0"-7068,41 0 1815,-53 22 1889,-2-20-4779,1-1 1,-1 1-1,0-1 1,1 0-1,-1 0 1,0-1 0,1 1-1,-1-1 1,-5 0-1,8 0-247,0 1 1,0-1-1,-1 0 0,1 0 0,0 0 0,0 0 1,0 0-1,0 0 0,0-1 0,0 1 0,0 0 1,0 0-1,0-1 0,0 1 0,0-1 0,0 1 1,0-1-1,0 1 0,0-1 0,0 0 0,0 1 1,0-1-1,1 0 0,-1 0 0,0 1 0,0-1 1,1 0-1,-1 0 0,1 0 0,-1 0 1,1 0-1,-1 0 0,0-2 0,1-13 77,0 12-130,-1-1 0,1 0-1,0 0 1,1 0 0,-1 1-1,1-1 1,0 0 0,3-8-1,-3 11-14,1 1 0,-1-1 0,1 0 0,-1 1 0,1-1 0,-1 1 0,1 0 0,0 0 0,0-1 0,-1 1 0,1 0 0,0 0 0,0 1 0,0-1 0,0 0 0,0 1 0,1-1 0,-1 1 0,0 0 0,0 0 0,0-1 0,0 1 0,0 1 0,4-1 0,-5 0 7,1 0 1,0 0-1,-1 0 1,1 0-1,0 0 0,0 0 1,-1 0-1,1 0 1,0 1-1,-1-1 1,1 1-1,0-1 1,-1 1-1,1 0 0,-1 0 1,1 0-1,-1 0 1,1 0-1,-1 0 1,0 0-1,0 0 1,1 0-1,-1 0 0,0 1 1,1 1-1,0 2 25,-1 0-1,0 0 0,0 0 1,0 0-1,-1 0 1,0 0-1,0 9 0,0-11-12,0-2 31,0 0-1,0 0 0,0 0 1,0 0-1,0 0 1,0 0-1,0 0 0,0 0 1,-1 0-1,1 0 0,0 0 1,-1 0-1,1 0 1,0-1-1,-1 1 0,1 0 1,-1 0-1,0 0 0,1 0 1,-1-1-1,0 1 1,1 0-1,-1-1 0,0 1 1,0 0-1,0-1 0,1 1 1,-1-1-1,-2 1 1,-30 0 1163,13-2-466,19 0-718,0 0 0,1 0 0,-1 0 0,0 0-1,0 0 1,1 0 0,-1 0 0,0 0 0,1 0 0,-1 0 0,1-1 0,0 1 0,-1 0 0,1 0 0,0-1 0,0 1 0,0 0 0,0 0 0,0-1 0,0 1-1,0 0 1,0 0 0,0-1 0,1-1 0,-1 1-31,0 1 0,0-1 1,0 0-1,1 0 0,-1 0 0,1 0 0,-1 0 0,1 0 0,-1 1 1,1-1-1,0 0 0,0 0 0,0 1 0,0-1 0,0 0 0,0 1 1,0 0-1,1-1 0,1-1 0,0 2-9,0-1 1,0 1-1,0 0 0,0 0 1,0 0-1,0 0 0,1 1 1,-1-1-1,0 1 0,0 0 1,0 0-1,1 0 0,-1 1 1,0-1-1,4 1 0,-6 0 29,1 1 0,-1-1 0,1 0-1,-1 0 1,0 1 0,1-1 0,-1 1 0,0-1-1,0 1 1,0 0 0,0-1 0,0 1 0,0 0-1,0 0 1,-1-1 0,1 1 0,-1 0 0,1 0-1,-1 0 1,0 0 0,0 0 0,0 0 0,0 0-1,0 0 1,-1 3 0,2-3 18,-1 0-1,0 0 1,0 1 0,0-1 0,0 0-1,-1 0 1,1 1 0,-1-1 0,1 0-1,-1 0 1,0 0 0,0 0 0,0 0-1,0 0 1,-1 2 0,0-3-113,1 0 0,-1-1 0,1 1 0,0-1 0,-1 1-1,1-1 1,-1 0 0,1 1 0,-1-1 0,1 0 0,-1 0 0,0 0 0,1 0 0,-1 0 0,1-1 0,-1 1 0,1 0 0,-1-1 0,1 1 0,0-1 0,-1 1-1,1-1 1,-1 0 0,-1-1 0,-2-1-1362,-1-1 0,1 0 0,0 0-1,1 0 1,-9-9 0,-3-3-5776,-5-2-3622</inkml:trace>
</inkml:ink>
</file>

<file path=ppt/ink/ink14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7:09:10.09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1 160 3602,'0'0'5093,"1"0"-5210,9-5 8249,-7 3-7402,-2 2-629,1 0 0,-1 0 0,0 0 1,0-1-1,0 1 0,0 0 0,0-1 0,0 1 0,0-1 1,0 1-1,0-1 0,0 1 0,0-1 0,0 0 0,-1 1 1,1-1-1,0 0 0,0 0 0,-1 0 0,1 0 0,0 0 1,-1 0-1,1 0 0,-1 0 0,1 0 0,-1 0 0,0 0 1,1 0-1,-1 0 0,0 0 0,0 0 0,0 0 0,1 0 0,-2-2 1,4-17-193,2-19 90,-4 31 4,0 0 0,0 0-1,0-1 1,1 1 0,0 0 0,3-8-1,-4 16 10,-1 0 0,0 0-1,0 0 1,0 0 0,0 0 0,0 0-1,0-1 1,0 1 0,1 0 0,-1 0-1,0 0 1,0 0 0,0 0-1,0 0 1,0 0 0,0 0 0,1 0-1,-1 0 1,0 0 0,0 0 0,0 0-1,0 0 1,1-1 0,-1 1 0,0 1-1,0-1 1,0 0 0,0 0-1,1 0 1,-1 0 0,0 0 0,0 0-1,0 0 1,0 0 0,0 0 0,1 0-1,-1 0 1,0 0 0,0 0 0,0 0-1,0 0 1,0 1 0,0-1-1,1 0 1,-1 0 0,0 0 0,0 0-1,0 0 1,0 1 0,0-1 0,0 0-1,0 0 1,0 0 0,0 0 0,0 0-1,0 1 1,0-1 0,0 0-1,9 19 535,4 25 412,15 199 2444,-9-66-2573,-6-14-770,-12-93-2604,-1-70 1256,0-15-8065,0-10 3314,0-9-557</inkml:trace>
</inkml:ink>
</file>

<file path=ppt/ink/ink14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7:09:10.09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334 144 1649,'0'0'7742,"4"-6"-6435,0 3-1064,1-1-1,-1 1 0,0 0 0,1 0 1,0 1-1,-1-1 0,1 1 1,0 0-1,0 0 0,0 1 1,1 0-1,-1-1 0,0 2 1,0-1-1,1 1 0,9 0 0,449-47 3738,286-11-3808,-749 58-145,1 0 0,-1 0 0,1 0 1,-1 0-1,1 0 0,0 0 0,-1 0 0,1 0 1,-1 1-1,1-1 0,-1 1 0,1-1 1,-1 1-1,1 0 0,-1-1 0,1 1 0,-1 0 1,0 0-1,1 0 0,-1 0 0,0 0 1,1 2-1,-1-1 198,0 1 0,0 0 0,-1-1 0,1 1 0,-1 0 0,0-1 0,1 1 0,-1 0 0,-1 0 0,1 3 0,-1 15 924,-1-5-817,0 0 1,0 0 0,-2 0 0,0 0 0,-9 21 0,-2 9 81,-2 30-73,3 0-1,3 1 1,4 0-1,3 114 1,4-185-345,1 0 1,0 0-1,0 0 1,1-1 0,3 12-1,-3-12-23,0 1-1,0-1 0,-1 1 0,0 0 1,1 11-1,-23-17-140,-63 4-114,-137 25 1,109-12 265,-242 25 492,-460-6 0,965-37-383,-70 0-2767,-3 1-7065,-69 0 1703</inkml:trace>
</inkml:ink>
</file>

<file path=ppt/ink/ink14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7:09:10.09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400 293 3073,'0'0'10192,"12"-21"-8536,38-63-92,-48 80-1401,0 0-1,0 1 1,0-1-1,-1 0 1,0 0 0,1 0-1,-2 0 1,1 0 0,0 0-1,-1 0 1,0-1 0,1 1-1,-2 0 1,1 0 0,0 0-1,-1 0 1,0 0-1,0-1 1,0 1 0,-1 1-1,1-1 1,-1 0 0,0 0-1,0 1 1,0-1 0,-3-3-1,-2-1 18,0 1 0,0 0 0,-1 0 1,0 1-1,0 0 0,-1 0 0,-13-7 0,16 11-168,0-1-1,1 1 1,-1-1 0,0 2-1,0-1 1,0 1 0,-1 0-1,1 0 1,0 0 0,0 1-1,-1 0 1,1 0-1,0 1 1,0 0 0,0 0-1,0 0 1,-1 1 0,2 0-1,-1 0 1,0 0 0,0 1-1,1 0 1,-1 0 0,1 0-1,0 1 1,0 0 0,0 0-1,1 0 1,-1 1 0,1-1-1,0 1 1,0 0 0,1 0-1,-5 7 1,-7 14 71,2 0 0,0 1 1,1 1-1,2 0 0,1 0 0,1 1 0,2 0 0,-5 41 0,4 26 615,7 123-1,3-143-445,-4 1 1,-20 148-1,8-154-332,13-70-56,0-1 71,-1 0 0,1 0 0,0 0 0,0 0 0,0 0 0,-1 0 0,1 0 0,0 0 1,0 0-1,-1 0 0,1 0 0,0 0 0,0 0 0,0 0 0,-1 0 0,1 0 0,0 0 0,0 0 0,-1 0 0,1 0 0,0 0 0,0 0 0,0 0 0,-1 0 0,1 0 1,0-1-1,0 1 0,0 0 0,0 0 0,-1 0 0,1 0 0,0 0 0,0-1 0,0 1 0,0 0 0,0 0 0,-1 0 0,1-1 0,0 1 0,0 0 0,0 0 1,0 0-1,0-1 0,-22-82-12325,4 43 4853</inkml:trace>
</inkml:ink>
</file>

<file path=ppt/ink/ink14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7:09:10.09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91 7459,'0'0'9093,"142"-29"-7028,-87 22-977,-1 0-224,-7 0-527,7 0-337,-13 1-96,0 1-801,-7-2-1856,-7 1-3378,-21-3-4434</inkml:trace>
</inkml:ink>
</file>

<file path=ppt/ink/ink14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7:09:10.09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93 9861,'0'0'11066,"4"22"-9548,-2-11-1296,5 23 900,-1 0 0,2 56 0,-8-90-1081,-1 0-1,1-1 0,0 1 0,0 0 1,0 0-1,0-1 0,-1 1 1,1 0-1,0-1 0,0 1 1,0 0-1,-1 0 0,1 0 0,0-1 1,0 1-1,-1 0 0,1 0 1,0 0-1,-1 0 0,1-1 1,0 1-1,-1 0 0,1 0 0,0 0 1,-1 0-1,1 0 0,0 0 1,-1 0-1,1 0 0,0 0 1,-1 0-1,1 0 0,0 0 0,-1 0 1,1 0-1,0 0 0,-1 1 1,1-1-1,0 0 0,0 0 1,-1 0-1,1 0 0,0 1 0,-1-1 1,1 0-1,0 0 0,0 0 1,0 1-1,-1-1 0,1 0 1,0 0-1,0 1 0,0-1 0,-1 0 1,1 1-1,0-1 0,-4-20 116,1-1-1,1 0 0,1 1 1,3-42-1,-2 54-149,1 0 0,0-1-1,1 1 1,0 0-1,0 0 1,0 0 0,1 1-1,1-1 1,-1 0 0,1 1-1,1 0 1,-1 0-1,1 0 1,0 1 0,9-9-1,-13 14-78,1 0 1,0-1-1,0 1 0,0 0 0,0 0 0,0 1 0,0-1 0,0 0 0,0 1 0,0-1 0,0 1 0,1 0 0,-1-1 0,0 1 0,0 0 0,0 0 1,1 1-1,-1-1 0,0 0 0,0 1 0,0-1 0,0 1 0,0 0 0,3 1 0,6 3-1560,0 1 0,-1 0 0,15 12 0,20 11-10248,-19-22 4329</inkml:trace>
</inkml:ink>
</file>

<file path=ppt/ink/ink14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7:09:10.09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30 115 1601,'0'0'23181,"-5"9"-21962,4-8-1210,-2 4 188,0 0 0,0 1-1,0-1 1,0 1 0,1 0-1,0 0 1,-2 9 0,3-13-161,1 1 1,0 0-1,0-1 0,1 1 1,-1 0-1,0-1 0,1 1 1,0 0-1,-1-1 0,1 1 1,0-1-1,1 1 1,-1-1-1,0 0 0,1 0 1,-1 1-1,1-1 0,-1 0 1,1 0-1,0 0 1,0 0-1,0-1 0,0 1 1,5 2-1,-1 0-40,1 0 0,0-1-1,0 0 1,0 0 0,1 0 0,-1-1 0,1 0 0,-1-1-1,1 1 1,0-2 0,-1 1 0,1-1 0,15-1-1,-21-2-38,0 1-1,0-1 1,0 0-1,0 0 0,0 0 1,-1 0-1,0 0 1,1 0-1,-1 0 1,0 0-1,1-7 0,-2 7-4,2-5 43,0 0-1,-1 1 0,0-1 0,-1 0 0,1 0 1,-2 0-1,1 0 0,-1 0 0,0 0 0,-1 0 1,0 0-1,0 1 0,-1-1 0,1 1 0,-2-1 1,1 1-1,-1 0 0,0 1 0,-1-1 0,1 1 1,-1-1-1,-9-8 0,6 7 45,6 5-52,-1-1 1,0 1-1,1 0 0,-1 1 0,0-1 1,0 0-1,-1 1 0,1 0 0,0-1 0,-8-2 1,10 5-842,2 2-2304,0 0 2498,0-1 0,-1 0 0,1 0 0,0 0 0,0 0 0,0 0 0,0 0 0,0-1 0,0 1 0,0 0 0,0 0 0,0-1 0,0 1 0,0 0 0,0-1 0,0 1 0,1-1 0,1 1 0,16 4-6927</inkml:trace>
</inkml:ink>
</file>

<file path=ppt/ink/ink14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7:09:10.09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84 0 13974,'0'0'6057,"-7"22"-1712,1-3-3376,-10 33 1823,-16 78 0,25-84-2288,1-20-282,2-1 0,1 1 1,1 0-1,2-1 1,3 44-1,-3-67-281,1 0 0,0 0 0,-1 0 1,1 0-1,0 0 0,0 0 0,0 0 0,0 0 0,0-1 0,1 1 0,-1 0 1,0-1-1,1 1 0,-1-1 0,1 0 0,0 1 0,-1-1 0,1 0 1,0 0-1,0 0 0,0 0 0,-1 0 0,1 0 0,0-1 0,0 1 0,3 0 1,6 1-553,0-1 1,-1 0-1,1-1 1,11-1-1,-6 1-200,-15 0 454,1 0-1,-1 0 1,1 0 0,-1 0 0,0 0-1,1 0 1,-1 0 0,1 0-1,-1-1 1,1 1 0,-1-1 0,0 1-1,1-1 1,-1 0 0,0 1 0,0-1-1,0 0 1,2-1 0,5-18-9580,-3 1-428</inkml:trace>
</inkml:ink>
</file>

<file path=ppt/ink/ink14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7:09:10.09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52 95 704,'0'0'5632,"-8"-5"-4487,-23-14-227,29 17-714,1 1 1,0-1 0,0 0 0,0 1 0,0-1 0,0 0 0,0 1-1,1-1 1,-1 0 0,1 0 0,-1 0 0,1 0 0,-1 0 0,1 1 0,0-1-1,0 0 1,0 0 0,0 0 0,0 0 0,1-3 0,-1 4-66,0-1 0,0 1 1,0 0-1,1-1 0,-1 1 1,0-1-1,1 1 0,-1 0 1,1-1-1,-1 1 0,1 0 1,0 0-1,-1-1 0,1 1 1,0 0-1,0 0 0,0 0 1,0 0-1,0 0 0,0 0 1,0 0-1,0 0 0,3-1 1,-2 2-75,1 0 1,0 1-1,0-1 1,-1 0-1,1 1 1,0 0-1,-1 0 1,1-1-1,-1 2 1,1-1-1,-1 0 1,1 0-1,-1 1 1,0-1-1,1 1 1,-1 0-1,0 0 1,0 0-1,0 0 1,-1 0-1,1 0 1,0 0-1,-1 1 1,1-1-1,-1 0 1,0 1-1,0 0 1,0-1-1,1 5 1,4 11 120,-1 0 0,-1 0 0,3 24 0,-7-37-147,1 78 1174,-1-82-1015,8-16-99,2-1-82,0 0 0,1 0 0,0 1 0,2 0 0,-1 1 0,2 1 0,24-20 0,-37 32 10,0 0 1,1 0 0,-1 0-1,1 1 1,-1-1-1,1 0 1,-1 1 0,1-1-1,-1 1 1,1-1-1,0 1 1,-1 0 0,1 0-1,-1-1 1,1 1 0,0 0-1,-1 1 1,1-1-1,0 0 1,-1 0 0,1 1-1,-1-1 1,1 1 0,0-1-1,-1 1 1,1 0-1,-1-1 1,0 1 0,1 0-1,-1 0 1,0 0-1,1 0 1,-1 0 0,0 1-1,0-1 1,0 0 0,0 0-1,0 1 1,0-1-1,0 1 1,-1-1 0,2 3-1,2 6 265,-1 0 0,0 0 0,0 0 1,-1 1-1,1 12 0,2 61 845,-5-48-9502</inkml:trace>
</inkml:ink>
</file>

<file path=ppt/ink/ink15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7:09:10.10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59 1601,'0'-3'8513,"264"-37"-5021,-174 30-3199,0 4-1,108 7 1,-73 0-61,-111-1-184,-1 0 0,1 1-1,0 1 1,0 0 0,-1 1-1,19 6 1,-28-8 11,0 1-1,0 0 0,0 0 1,-1 0-1,1 0 0,0 1 1,-1-1-1,0 1 0,0 0 1,0 0-1,0 0 0,0 0 1,0 1-1,-1-1 0,0 1 1,1 0-1,-1 0 0,-1-1 1,1 1-1,-1 0 1,1 1-1,-1-1 0,0 0 1,0 8-1,8 62 1011,11 181 468,-20-235-1512,0 44 71,-1 0 0,-19 110 0,-4-67 470,-6-1 1,-50 121-1,-14-4 56,91-215-595,0-1 1,1 1 0,0-1 0,0 1 0,1 0 0,0 0 0,0 0 0,0 10-1,5-17 37,1 1-1,-1-1 0,0 0 1,0-1-1,0 1 0,1-1 1,-1 1-1,0-1 0,0-1 1,7 0-1,0 1 81,14-2 50,0-1 1,0-1-1,0-1 1,31-11-1,31-6-8,100-5-106,246-6-1,-47 7-110,-216 6 64,134-12 1356,-300 32-1456,25-1 1221,-26 1-447,-17 3-666,-12 6-302,6-2-3799,4-5-7285</inkml:trace>
</inkml:ink>
</file>

<file path=ppt/ink/ink15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7:09:10.10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124 0 3217,'0'0'11998,"-7"21"-8311,7-13-3085,1-1 0,-1 1 0,1 0 0,1-1-1,-1 1 1,4 8 0,-1-7-361,1 0 0,0 0 0,0 0-1,1 0 1,0-1 0,14 14 0,-12-14-169,0 0 0,0-1 0,1-1 0,0 1 0,0-1 0,1-1 0,-1 0 1,12 4-1,87 26 127,-43-16-20,-64-19-154,-1 0 0,1 1 0,-1-1 0,1 0 0,-1 0 0,1 0 0,-1 0 0,0 0 0,1 0 0,-1 0-1,1 1 1,-1-1 0,1 0 0,-1 0 0,0 1 0,1-1 0,-1 0 0,0 1 0,1-1 0,-1 0 0,0 1 0,0-1 0,1 0 0,-1 1 0,0-1 0,0 1 0,1-1 0,-1 0 0,0 1 0,0-1 0,0 1 0,0-1 0,0 1 0,0-1 0,0 0 0,0 1 0,0-1 0,0 1 0,0 0 0,-17 15 382,-34 8-269,47-22-100,-66 28 499,1 4 1,1 2 0,-88 64-1,140-76-40,15-20-5508</inkml:trace>
</inkml:ink>
</file>

<file path=ppt/ink/ink15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7:09:10.10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0 144 4306,'0'0'5979,"6"-3"-5102,18-12 87,-24 14-903,1 1 0,-1 0 1,1 0-1,-1-1 0,1 1 1,0 0-1,-1 0 1,1 0-1,-1 0 0,1 0 1,0 0-1,-1 0 0,1 0 1,-1 0-1,1 0 1,0 1-1,-1-1 0,1 0 1,-1 0-1,1 0 0,-1 1 1,1-1-1,0 0 1,-1 1-1,0-1 0,1 1 1,-1-1-1,1 0 0,-1 1 1,1-1-1,-1 1 1,0-1-1,1 1 0,-1-1 1,0 1-1,1-1 0,-1 1 1,0 0-1,11 28 1228,-9-20-705,6 10 52,-1 1 0,0 0 0,-2 1 1,-1-1-1,0 1 0,-2 0 1,1 21-1,-3-41-92,-1-2-496,0 0 0,0 1 0,0-1 0,0 0 0,0 1-1,0-1 1,0 0 0,0 0 0,1 0 0,-1 0 0,0 0 0,1 0 0,-1 0 0,0 0-1,1 0 1,-1 0 0,1 0 0,0 0 0,-1 0 0,1 0 0,0-1 0,0 1 0,0 0 0,0 0-1,0 0 1,0-1 0,0 1 0,0-2 0,1-51 21,-1 36 74,2-2-136,1-1 0,1 1 0,1 0 0,0 0 0,2 0 0,14-31 0,6-19-358,-27 69 86,1 1 0,-1-1 0,1 0 0,-1 0 0,1 1 0,0-1 0,-1 0 0,1 1 0,0-1 0,-1 0 0,1 1 0,0-1 0,0 1 0,0 0 0,0-1 0,-1 1 0,1 0 0,0-1 0,0 1 0,0 0 0,0 0 0,0 0 0,0 0 0,0-1 0,0 1 0,0 1 0,2-1 0,28 7-7188,-11 3 2491</inkml:trace>
</inkml:ink>
</file>

<file path=ppt/ink/ink15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7:09:10.10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1 118 1088,'0'0'9015,"22"0"-6782,12 2-1415,-15-1-80,1 0 0,-1-2 0,36-4 0,-43 3-531,-1-1 0,0 0 0,0-1-1,0 0 1,0-1 0,-1 0 0,0 0 0,0-1 0,0-1 0,-1 0 0,1 0-1,12-14 1,-21 20-145,-1 1-1,1-1 0,0 1 0,-1-1 0,1 0 1,0 0-1,-1 1 0,1-1 0,-1 0 1,0 0-1,1 1 0,-1-1 0,1 0 1,-1 0-1,0 0 0,0 0 0,0 0 0,1 1 1,-1-1-1,0 0 0,0 0 0,0 0 1,0 0-1,0 0 0,-1 0 0,1 0 1,0 0-1,0 1 0,0-1 0,-2-2 1,1 2 11,0 0 1,-1 0 0,1 0 0,-1 0-1,0 1 1,1-1 0,-1 0 0,1 1-1,-1-1 1,0 1 0,0-1 0,1 1 0,-1 0-1,-3 0 1,-6-1 85,0 1 1,0 1-1,-22 3 0,24-1-92,0 0 0,0 0-1,0 1 1,0 0 0,1 0 0,-1 1 0,-14 11 0,20-13-11,-1-1 1,1 1 0,-1 1-1,1-1 1,0 0 0,0 1-1,1-1 1,-1 1 0,1 0-1,0 0 1,0 0 0,0 0-1,0 0 1,1 1 0,0-1-1,0 0 1,0 1 0,-1 6-1,2-9-51,0 1 1,1-1-1,-1 0 0,0 1 0,1-1 0,0 1 0,-1-1 0,1 1 0,0-1 1,0 0-1,0 0 0,0 0 0,1 1 0,-1-1 0,1 0 0,-1 0 0,1-1 1,0 1-1,0 0 0,1 1 0,2 0-40,0 0-1,0 0 1,0-1-1,0 0 1,0 0 0,0 0-1,0-1 1,11 2-1,3 0-939,0-2 0,0 0-1,0-2 1,30-3 0,-38 1-408,0 0 0,0 0 0,0-1 0,0 0 0,15-9 1,14-7-3968</inkml:trace>
</inkml:ink>
</file>

<file path=ppt/ink/ink15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7:09:10.10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115 1 2801,'0'0'14559,"-4"1"-13017,-3 1-1310,1 1 0,-1 0 0,1 1 0,0-1-1,0 1 1,0 0 0,0 1 0,0-1 0,1 1 0,0 0 0,0 0 0,1 1 0,-1 0-1,1 0 1,0 0 0,1 0 0,0 0 0,0 1 0,0-1 0,0 1 0,1 0 0,1 0 0,-1 0-1,-1 14 1,7-20-229,1 0-1,-1-1 1,0 1-1,0-1 0,0 0 1,0 0-1,1 0 1,-1-1-1,5 0 0,1-5 1,0 1 0,0-1 0,0-1 0,-1 0 0,0 0 0,-1-1-1,1 0 1,-1 0 0,-1-1 0,10-13 0,-1 2-11,-4 3-119,-5 10 1440,-6 27-706,-1 1-537,-1-13-273,1 0-1,0 0 0,0 0 0,1-1 0,0 1 1,4 13-1,-4-19-138,0 0 0,0 1 1,0-1-1,0 0 0,1 0 0,-1-1 1,1 1-1,0 0 0,-1 0 0,1-1 1,0 1-1,0-1 0,0 1 0,0-1 1,0 0-1,0 0 0,1 0 0,-1 0 1,0 0-1,1-1 0,-1 1 0,0-1 1,1 1-1,-1-1 0,0 0 0,5 0 1,13 0-4846,1 0-1005</inkml:trace>
</inkml:ink>
</file>

<file path=ppt/ink/ink15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7:09:10.10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0 212 5603,'0'0'10794,"6"14"-9652,41 104 1005,-62-179 234,11 34-2385,2-1 0,1 1 0,0-1 0,8-50 0,-6 73-14,1 0 0,0 0-1,0 0 1,0 0-1,0 0 1,1 0-1,0 1 1,0-1 0,1 1-1,-1 0 1,1 0-1,0 0 1,0 1-1,0-1 1,0 1-1,7-4 1,-8 5-149,1-1-1,-1 1 0,1 1 1,0-1-1,0 0 1,0 1-1,0 0 1,0 0-1,0 0 1,0 0-1,0 1 1,1-1-1,-1 1 1,0 0-1,0 1 0,0-1 1,1 1-1,-1-1 1,0 1-1,0 0 1,5 3-1,-6-2-390,-1 0 1,1 1-1,-1 0 0,0-1 0,1 1 1,-1 0-1,0 0 0,-1 0 0,1 1 0,-1-1 1,1 0-1,-1 1 0,1 3 0,6 23-7328</inkml:trace>
</inkml:ink>
</file>

<file path=ppt/ink/ink15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7:09:10.10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9668,'0'0'9207,"7"18"-7870,15 33-64,-2 1 0,-3 1 1,18 92-1,-21 113-601,-21-217-3164,7-59-6712,0 15 7838,0-29-3889,0-7-228</inkml:trace>
</inkml:ink>
</file>

<file path=ppt/ink/ink15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7:09:10.10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409 207 4130,'0'0'7795,"4"-4"-6765,1 2-733,0-1 0,0 0 0,1 1 0,-1 0 0,0 0 0,1 1 0,-1 0 0,1 0 0,-1 0 0,10 0 0,71 2 1881,-38 0-1198,31-3 914,151-25 1,78-39-507,-18 5-1152,-230 49-248,1 4 1,0 1 0,111 4-1,-168 4 19,-1-1-1,0 1 0,0-1 0,0 1 0,0 0 1,0 0-1,0 1 0,0-1 0,0 1 1,-1-1-1,1 1 0,0 0 0,-1 0 0,0 0 1,1 0-1,-1 1 0,0-1 0,0 0 1,0 1-1,0 0 0,-1-1 0,1 1 0,-1 0 1,1 0-1,-1 0 0,0 0 0,0 0 1,0 0-1,0 5 0,2 11 161,-1 0 1,-1 0-1,-1-1 0,-1 21 1,-1-3 206,2 696 1152,0-732-1568,-21-20-607,12 13 446,-1 1 0,1 1 0,-1-1 0,0 1 0,-1 1 0,1 0 0,-1 1 0,0 0 0,0 0 0,-16-1 0,-13 0-330,-65 3 0,57 2 348,-86 3-13,-142 22 0,-128 41 293,165-25 78,185-33 5,-442 55 1656,583-71-5347,-15-2-4972,-19 0-1824</inkml:trace>
</inkml:ink>
</file>

<file path=ppt/ink/ink15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7:09:10.10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3240 1809,'0'0'6747,"15"-4"-5613,18-5 440,0 2 0,49-5 0,403-44 2953,-69 5-3692,215 28-682,2 32 47,-44-1-110,183-27 926,-4 0 169,-69 35-44,5-1-668,63-13 251,592-2-100,-597-26-331,0 0-69,-314 24-126,998-27 18,-330 14-36,-767 17-67,216 23 23,-278-7-27,798 52 405,-247 2-115,-716-58-248,33 4-31,-51-14 2987,-130-24-280,18-5-2727,1 15 0,-1-1 0,1 1 0,1-2 0,0 1 0,0-1 0,1 0 0,1 0 0,-3-13 0,-18-105 0,18 83 0,-3-35 0,0-144 0,8 194 4,-1 0 0,-2 1 0,-10-38-1,-6-34-191,17 61 8,3-60 1,3 72 100,-2 1-1,-1 0 1,-2 0-1,-1 0 1,-7-29 0,5 32 73,1 0 1,1 0 0,1 0-1,1-41 1,-12-101-209,12 44 181,6-139-272,-2 234 300,5-48 31,23-111 1,-22 142-16,-2-1-1,-2 1 1,-2-1 0,-6-60 0,2 4-28,2-208-378,6 210-747,1 11 1028,-7 53-281,0 37 400,-1 36-475,-16-8-2386,0-16-6957,5-11 963</inkml:trace>
</inkml:ink>
</file>

<file path=ppt/ink/ink15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7:09:10.10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243 1 1008,'0'0'5262,"3"1"-4732,4 1-744,29 10 15080,-48 14-14408,-2-1-1,0 0 0,-2-1 1,-29 35-1,27-39-303,-2 0 0,-25 20 1,-26 26 556,50-40-68,9-11-3827,22-34-2300,13-26-3774,-4 16 3373</inkml:trace>
</inkml:ink>
</file>

<file path=ppt/ink/ink15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7:09:10.11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1217,'0'0'6851,"5"16"4171,-4-10-10170,1-2-674,-1-1 0,0 1 0,1-1 0,0 1 0,0-1 0,0 0 0,0 0 0,0 0 0,1 0 0,-1 0 0,1-1 0,0 1 0,0-1 0,0 0 0,0 0 1,0 0-1,4 2 0,30 28 518,-30-20-372,-1 0 0,1 0 0,6 21 1,15 30 1401,-24-57-1468,1 0 1,0 0 0,0 0 0,0-1 0,1 1-1,0-1 1,0-1 0,0 1 0,0-1-1,1 0 1,11 5 0,-14-4-577,-8 5-4688,-7 2-3522,3-8 1261</inkml:trace>
</inkml:ink>
</file>

<file path=ppt/ink/ink15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7:09:10.11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0 178 26980,'3089'-178'0</inkml:trace>
</inkml:ink>
</file>

<file path=ppt/ink/ink15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7:09:10.11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2228 3650,'0'0'3457,"14"-32"-538,19-63 533,29-29-2685,84-125 0,94-106-511,50-38-170,-107 133-64,-74 101-2,-59 97-9,8-13-3,48-68 362,5-7 178,-86 115-72,-19 30-304,-1-1-1,-1 0 1,1 0 0,-1 0-1,0 0 1,0-1 0,-1 0-1,0 0 1,0 0 0,-1 0-1,0 0 1,2-12 715,-4 20-883,0 0 0,0 0-1,0 1 1,0-1 0,0 0 0,0 0 0,-1 0 0,1 0 0,-1 0 0,1 0 0,0 0 0,-1 0 0,0 0 0,1 0 0,-1 0 0,1 0-1,-1 0 1,0-1 0,0 1 0,0 0 0,1 0 0,-3 1 0,-27 21 8,24-18 8,-31 26-27,-42 47 0,50-47-4,-1-1 1,-53 39 0,66-56 15,-1-1 1,-1-1-1,0 0 0,-1-2 1,0 0-1,-33 9 0,51-17 17,2 1-14,0-2 96,4-5-95,1 0 0,-1 1 1,1-1-1,0 1 0,0 0 1,11-6-1,15-12-2,18-22 24,3 3 0,84-52 0,-112 76 62,-19 12 88,0 2 1,0-1-1,0 0 1,0 1-1,0 0 1,1 0-1,-1 0 1,1 1-1,10-3 1,31-29 805,-34 24-906,-11 9 1,0-1 0,-1 0 0,1 1 0,0-1 1,1 1-1,-1 0 0,0 0 0,0 0 0,1 0 0,-1 0 0,0 0 0,1 0 0,-1 1 0,4-1 0,-6 33 1116,-1 15-541,-11 86-1,5-53-771,6-45-7670,0-24 1222,-5-1-2948</inkml:trace>
</inkml:ink>
</file>

<file path=ppt/ink/ink15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7:09:10.11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34 5 496,'0'0'5536,"1"-4"-4258,3 15 4112,0 35-2436,1 62-88,-6 68-324,7 318-249,-4-372-1818,-23 214-1,13-153 75,4-31-425,-11 355 1431,8-365-1059,7-110-449,0-21-128,0-24-418,3-71-3704,1-5-6148,-4 36 955</inkml:trace>
</inkml:ink>
</file>

<file path=ppt/ink/ink15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7:09:10.11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47 181 304,'0'0'2206,"-4"0"-1928,-25 0 15,28 0-194,-11 0 6992,41-2 2443,15-6-5629,25-2-3068,290-18 377,-110 6-1128,79 21-119,-20 1-39,-168-12 62,88-2 18,528-11 85,-466-7-7,-133 12-70,-148 18-1080,-23-1-721,-29 1-3509,-2 2-1773</inkml:trace>
</inkml:ink>
</file>

<file path=ppt/ink/ink15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7:09:10.11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 26 192,'0'0'21338,"0"-5"-19487,0 2-1471,0 3-302,-1-1 0,1 0 0,0 1 0,0-1 0,0 1 0,0-1 0,0 1 0,0-1 0,0 1 0,0-1 0,0 1 0,0-1 0,0 0 0,0 1 0,1-1 0,-1 1 0,0-1 0,0 1 0,0-1 0,1 1 0,-1-1 0,0 1 0,1 0 0,-1-1 0,0 1 0,1-1 0,-1 1 0,1 0 0,-1-1 0,0 1 0,1 0 0,-1-1 0,1 1 0,-1 0 0,1 0 0,-1-1 0,1 1 0,-1 0 0,1 0 0,-1 0 0,1 0 0,0 0 0,-1 0 0,1 0 0,7 27-4386,6-7-4411,-7-13 1774</inkml:trace>
</inkml:ink>
</file>

<file path=ppt/ink/ink15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7:09:10.11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27 1 6819,'0'0'13574,"-1"8"-11658,-3 27-286,3-26 1150,1-14-2103,-1-9-1952,-6 10-5429,1 4 869,-1-2-2321</inkml:trace>
</inkml:ink>
</file>

<file path=ppt/ink/ink15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7:09:10.11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224 8 2945,'0'0'10597,"-12"-2"-8860,4 0-1441,-1 1 0,0-1 0,0 2 1,0-1-1,0 1 0,0 1 0,0-1 0,0 1 0,0 1 0,0 0 0,0 0 1,1 1-1,-13 5 0,3 1 316,-20 12 164,36-20-762,1 0 0,-1 0 0,1 1 0,0-1 0,-1 0 0,1 0 0,0 1 0,0-1 0,0 0 0,0 1 0,0-1 0,0 1 0,1-1-1,-1 1 1,0 0 0,1-1 0,-1 1 0,1 0 0,-1 2 0,1-3-16,1 0 0,-1 0 0,1 0 0,-1 0 0,0-1 0,1 1 0,0 0 0,-1 0 0,1-1 0,-1 1 0,1 0 0,0-1 0,-1 1 0,1 0 0,0-1 0,0 1 0,0-1 0,-1 1 0,1-1 0,0 0 0,0 1 0,0-1 1,0 0-1,0 0 0,0 0 0,0 1 0,1-1 0,34 4-38,-25-3 5,3 1-41,41 6-434,-51-8 452,-1 1 0,1 0 0,-1 0 1,1 0-1,-1 0 0,0 1 0,1-1 0,-1 1 0,0 0 0,0 0 0,4 3 0,-7-4 59,1 0 1,-1-1-1,1 1 1,-1 0-1,1 0 1,-1 0-1,1 0 0,-1-1 1,0 1-1,1 0 1,-1 0-1,0 0 1,0 0-1,0 0 0,0 0 1,0 0-1,0 0 1,0 0-1,0-1 1,0 1-1,0 0 0,0 0 1,-1 0-1,1 0 1,0 0-1,-1 0 1,1-1-1,-1 1 0,1 0 1,-1 0-1,1 0 1,-1-1-1,1 1 0,-1 0 1,0-1-1,1 1 1,-1-1-1,0 1 1,0-1-1,1 1 0,-3 0 1,-38 20 533,32-17-386,-49 26 648,37-17-8754,38-27 2557,3-9-1088</inkml:trace>
</inkml:ink>
</file>

<file path=ppt/ink/ink15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7:09:10.11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190 0 4402,'0'0'12416,"-11"25"-8873,-3 6-2659,-49 123 2448,56-132-2681,-14 37 835,-24 118 0,44-164-239,-1 3-9015,2-16 7489,0 1 1,0-1-1,-1 0 1,1 1-1,0-1 1,0 0 0,-1 0-1,1 0 1,0 1-1,0-1 1,-1 0-1,1 0 1,0 0-1,-1 1 1,1-1-1,0 0 1,-1 0-1,1 0 1,0 0-1,-1 0 1,1 0-1,0 0 1,-1 0-1,1 0 1,0 0-1,-1 0 1,1 0 0,0 0-1,-1 0 1,1 0-1,-1 0 1,1 0-1,0 0 1,0-1-1,-1 1 1,1 0-1,0 0 1,-1-1-1,-13-8-8394</inkml:trace>
</inkml:ink>
</file>

<file path=ppt/ink/ink15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7:09:10.11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50 7796,'0'0'10303,"24"-7"-9377,9-3-621,-5 0 260,55-10 0,-35 17 1596,-47 49-1129,-1-45-1062,-1 1-1,1 0 1,0-1-1,0 1 1,0 0-1,1 0 1,-1-1-1,0 1 1,1 0-1,-1-1 0,1 1 1,-1 0-1,1-1 1,0 1-1,-1-1 1,1 1-1,0-1 1,0 1-1,0-1 1,1 0-1,-1 1 0,1 0 1,0-2-17,0 1 0,0-1 1,0 0-1,0 0 0,0 0 1,0 0-1,0 0 0,-1-1 1,1 1-1,0 0 0,0-1 0,0 1 1,0-1-1,-1 0 0,1 0 1,0 0-1,-1 0 0,1 0 0,-1 0 1,1 0-1,-1 0 0,2-2 1,76-66-296,-72 70 5089,5 18-3177,5 5-1772,-9-21-295,1 0 0,-1-1 1,0 0-1,1-1 0,0 1 1,-1-2-1,1 1 0,-1-1 0,1-1 1,12-1-1,10 0-2899,-19 2 1097,0-1 0,0-1-1,0 0 1,18-6 0,-2-1-4035</inkml:trace>
</inkml:ink>
</file>

<file path=ppt/ink/ink15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7:09:10.12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170 251 3858,'0'0'14700,"-9"-1"-12198,3-1-2194,2 1-53,-1 0 0,1 0 0,-1 0 0,1 0 0,-1 1 0,1 0 0,-1 0 0,1 0-1,-1 1 1,1-1 0,-1 1 0,1 0 0,-1 0 0,1 1 0,0-1 0,-1 1 0,1 0 0,-4 3 0,3-2-49,1-1-93,-1 1 0,1-1-1,0 1 1,1 0 0,-1 0 0,0 0 0,1 0 0,0 0 0,0 1 0,0 0 0,0 0-1,0-1 1,1 2 0,0-1 0,0 0 0,0 0 0,0 1 0,0-1 0,1 1-1,0-1 1,-1 6 0,3-9-111,-1 0-1,1-1 1,-1 1 0,1 0-1,0-1 1,-1 1 0,1-1-1,0 1 1,-1-1-1,1 1 1,0-1 0,-1 0-1,1 1 1,0-1-1,0 0 1,0 1 0,-1-1-1,1 0 1,0 0-1,0 0 1,0 0 0,0 0-1,-1 0 1,1 0 0,2 0-1,30 0-7,-25-1 5,3 0-56,0 0 1,0-1 0,-1 0-1,1-1 1,-1 0-1,0-1 1,0 0-1,0 0 1,14-10-1,6-4-422,45-37 0,-53 37 198,-1 0 1,-1-1 0,-1-2 0,-1 1 0,0-2 0,-2-1 0,0 0 0,21-43-1,-37 66 307,0 0 0,-1 0-1,1 1 1,-1-1 0,1 0-1,0 0 1,-1 0 0,1 1-1,0-1 1,-1 0-1,1 0 1,-1 0 0,1 0-1,-1 0 1,1 0 0,0 0-1,-1 0 1,1 0 0,-1 0-1,1 0 1,-1 0-1,1 0 1,0 0 0,-1 0-1,1-1 1,-1 1 0,1 0-1,0 0 1,-1 0 0,1-1-1,0 1 1,-1 0-1,1 0 1,0-1 0,-1 1-1,1 0 1,0-1 0,-1 1-1,1 0 1,0-1 0,0 1-1,0 0 1,-1-1-1,1 1 1,0-1 0,0 1-1,0-1 1,0 1 0,0 0-1,0-1 1,0 1 0,0-1-1,0 1 1,0-1-1,0 1 1,0 0 0,0-1-1,0 1 1,0-1 0,0 1-1,0 0 1,1-1 0,-1 1-1,0-1 1,0 1-1,1-1 1,-34 20 828,17-5-557,1 0-1,1 2 1,0 0-1,-18 28 1,26-34-233,1-1 0,0 1 0,0 0 0,1 0 0,0 0 0,1 1 0,0 0 1,0-1-1,1 1 0,0 19 0,1-27-61,1 0 0,0 0 0,0 1 0,1-1 0,-1 0 0,0 0 0,1 0 0,0 0 0,0 0 0,0 0 0,0 0 0,1 0 0,-1 0 0,1 0 0,-1 0 0,1-1 0,0 1 0,3 2 0,-2-2-10,1-1 1,1 0-1,-1 1 0,0-2 1,0 1-1,1 0 0,-1-1 1,1 0-1,0 0 0,-1 0 1,1-1-1,5 1 1,10 1-159,-1-1 1,1-1-1,-1-1 1,38-6-1,-49 5 113,0 0-1,0 0 1,-1-1-1,1 0 1,-1 0 0,1-1-1,-1 1 1,0-2-1,-1 1 1,1-1 0,-1 0-1,0-1 1,0 1-1,8-12 1,-13 17 56,0-1-1,0 0 1,0 0 0,-1 0 0,1 0-1,0 0 1,-1 0 0,1 0 0,-1 0-1,1 0 1,-1 0 0,0-1-1,1 1 1,-1 0 0,0 0 0,0 0-1,0-1 1,0 1 0,0 0 0,0 0-1,0 0 1,0-1 0,0 1 0,-1-1-1,0 1 8,1 0-1,-1 0 0,0 0 1,0 1-1,0-1 0,0 0 1,0 0-1,0 1 0,0-1 1,0 1-1,0-1 0,0 1 1,0-1-1,0 1 0,0 0 1,0 0-1,-1-1 0,1 1 1,-2 0-1,0 0 7,-1 0 0,1 0 0,0 0 0,0 0 1,-1 1-1,1-1 0,0 1 0,0 0 0,0 0 0,0 0 0,0 0 0,0 1 1,0-1-1,0 1 0,0 0 0,0 0 0,-2 2 0,3-2-33,0 1 0,0-1 0,1 1-1,-1 0 1,1-1 0,-1 1 0,1 0 0,0 0 0,0 0-1,0 0 1,0 0 0,1 0 0,-1 0 0,1 0 0,0 0 0,0 0-1,0 0 1,0 0 0,0 0 0,1 0 0,-1 0 0,1 0-1,0 0 1,0 0 0,0 0 0,3 5 0,-2-5-151,1 0 1,-1 0-1,1 0 1,0-1-1,0 1 1,0-1-1,0 0 1,0 1-1,0-2 1,1 1-1,-1 0 1,1-1 0,-1 1-1,1-1 1,0 0-1,-1 0 1,1 0-1,0-1 1,0 1-1,7-1 1,1 0-190,-2 0-122,-1 0 0,1 0 1,0-1-1,13-3 0,-20 3 423,0 0 0,0-1 0,0 1 0,1-1 0,-1 1-1,-1-1 1,1 0 0,0 0 0,0 0 0,-1-1 0,1 1 0,-1 0-1,0-1 1,1 0 0,-1 0 0,2-3 0,5-12-376,-3 10 5815,6 21-2382,-11-11-3124,1-1 105,1 1 1,0-1-1,-1 0 0,1 0 1,0 0-1,0 0 0,0 0 1,-1-1-1,1 1 1,0-1-1,0 0 0,0 0 1,0 0-1,0 0 0,5-1 1,-4 1-34,0 0 1,0-1-1,1 0 1,-1 1-1,0-1 1,0-1-1,0 1 0,0-1 1,0 1-1,5-4 1,-9 5 80,1-1 0,-1 1 0,0-1 0,0 1 0,1-1 0,-1 1 0,0-1 0,1 1 0,-1-1 0,0 1 0,1 0 0,-1-1 0,1 1 0,-1 0 0,0-1 0,1 1 0,-1 0 0,1 0 0,-1-1 0,1 1 0,-1 0 0,1 0 1,-1 0-1,1 0 0,-1-1 0,1 1 0,-1 0 0,1 0 0,0 0 0,-1 0 0,1 0 0,-1 1 0,2-1 0,-3 19 2030,1 13-2421,1-31 156,0 1 1,0 0-1,0-1 0,0 1 1,1-1-1,-1 1 0,0-1 1,1 0-1,-1 0 0,1 1 1,-1-1-1,1 0 1,0 0-1,-1-1 0,1 1 1,0 0-1,0 0 0,0-1 1,-1 1-1,1-1 1,0 0-1,0 1 0,0-1 1,0 0-1,3-1 0,53-1-6666,-57 2 6757,44-10-5609,2-10-2533</inkml:trace>
</inkml:ink>
</file>

<file path=ppt/ink/ink15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7:09:10.12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105 0 9332,'0'0'17024,"-15"22"-15186,-45 72-432,56-87-1274,0 0-1,1 0 0,-1 0 1,2 1-1,-1-1 1,1 1-1,0 0 0,0-1 1,1 1-1,0 0 1,0 0-1,1 0 0,0 0 1,1 8-1,0 12-176,0-27 6,-1-1 0,0 1-1,1 0 1,-1-1 0,1 1-1,-1 0 1,1-1 0,-1 1-1,1 0 1,-1-1 0,1 1-1,-1-1 1,1 1 0,0-1-1,-1 1 1,1-1 0,0 1 0,0-1-1,-1 0 1,1 0 0,0 1-1,0-1 1,0 0 0,-1 0-1,1 0 1,0 0 0,0 0-1,0 0 1,0 0 0,0 0-1,37 0-2574,-28 0 1090,-7 0 1048,0 0 0,-1 0 0,1 0-1,0 0 1,-1-1 0,1 1 0,0-1 0,-1 1-1,1-1 1,-1 0 0,1 0 0,-1 0-1,1 0 1,-1-1 0,3-1 0,4-12-6981</inkml:trace>
</inkml:ink>
</file>

<file path=ppt/ink/ink15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7:09:10.12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12310,'0'0'4834,"129"0"-4834,-88 0-576,-14 0-5843</inkml:trace>
</inkml:ink>
</file>

<file path=ppt/ink/ink15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7:09:10.12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285 51 3890,'0'0'11829,"5"-10"-9892,-3 7-1739,-1 0 0,1 0-1,-1-1 1,0 1 0,0-1 0,0 1-1,0-1 1,0-3 0,-1 7-165,0-1 1,0 1-1,0 0 0,0 0 1,0-1-1,0 1 0,-1 0 1,1-1-1,0 1 1,0 0-1,0 0 0,0-1 1,-1 1-1,1 0 0,0 0 1,0 0-1,0-1 1,-1 1-1,1 0 0,0 0 1,0 0-1,-1 0 0,1-1 1,0 1-1,0 0 1,-1 0-1,1 0 0,0 0 1,-1 0-1,1 0 0,0 0 1,0 0-1,-1 0 1,1 0-1,0 0 0,-1 0 1,1 0-1,0 0 0,-1 0 1,-27 12 1360,0 4-706,0 1 0,1 2 1,1 0-1,1 2 0,0 1 1,2 0-1,-30 39 0,49-54-656,0 1 0,0 0-1,1 0 1,0 0-1,0 0 1,1 0 0,0 1-1,0-1 1,1 1-1,0-1 1,1 1 0,1 15-1,-1-22-30,0 0 0,0 0 0,0 0-1,1 0 1,-1 0 0,1 0 0,0 0-1,-1 0 1,1 0 0,0 0 0,0-1 0,0 1-1,0 0 1,0 0 0,0-1 0,1 1-1,-1-1 1,1 1 0,-1-1 0,1 0 0,2 2-1,1 0 3,0 0 0,0-1 0,0 0-1,0 0 1,1 0 0,-1-1-1,11 2 1,2-1-10,0-1 0,0 0 0,34-4 0,-43 1-350,0 0 1,-1 0-1,1 0 0,-1-1 1,0 0-1,8-5 1,21-17-9271,-23 14 780</inkml:trace>
</inkml:ink>
</file>

<file path=ppt/ink/ink15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7:09:10.12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 1 12102,'0'0'14598,"-13"47"-13813,13-29-465,0-2-288,0-5-32,0-2-96,0 0-1041,0-7-944</inkml:trace>
</inkml:ink>
</file>

<file path=ppt/ink/ink15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7:09:10.12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3986,'0'0'17064,"0"93"-17064,0-64-417,0 1-1423,7-3-1730,0-5-1873,-7-1-2272</inkml:trace>
</inkml:ink>
</file>

<file path=ppt/ink/ink15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7:09:10.12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 1 9780,'0'0'14436,"0"8"-13358,-1-6-1049,1 0-1,0 0 0,-1 0 1,1 0-1,0 0 1,0 0-1,1 0 0,-1 0 1,0 0-1,1 0 1,-1 0-1,1 0 0,0 0 1,-1-1-1,1 1 1,0 0-1,0 0 0,0-1 1,0 1-1,0 0 1,1-1-1,-1 1 0,1-1 1,-1 0-1,1 1 1,-1-1-1,1 0 0,-1 0 1,1 0-1,0 0 1,0 0-1,0-1 0,-1 1 1,1 0-1,0-1 1,0 1-1,0-1 0,0 0 1,0 0-1,0 1 1,0-1-1,0-1 0,0 1 1,4-1-1,-1 1-87,-1 0-1,1 0 1,-1 0 0,1-1-1,-1 0 1,1 0 0,-1 0-1,1 0 1,-1-1 0,0 0-1,0 0 1,0 0 0,0 0-1,0-1 1,0 1 0,0-1-1,-1 0 1,0 0 0,1 0-1,-1-1 1,0 1 0,0-1-1,-1 0 1,3-5 0,-4 9 75,-1 0 0,0 0 0,0-1 0,1 1 0,-1 0 0,0 0 0,1 0 0,-1-1 0,0 1 0,1 0-1,-1 0 1,0 0 0,1 0 0,-1 0 0,0 0 0,1 0 0,-1 0 0,0 0 0,1-1 0,-1 2 0,0-1 0,1 0 0,-1 0 0,1 0 0,-1 0 0,0 0 0,1 0 0,-1 0 0,0 0 0,1 0 0,-1 1 0,0-1 0,1 0 0,-1 0 0,1 1 0,20 12-958,15 7-4494,-11-15 124,-3-3-2163</inkml:trace>
</inkml:ink>
</file>

<file path=ppt/ink/ink15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7:09:10.12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150 422 6211,'0'0'15383,"-12"-6"-13684,8 3-1543,-4-2 126,0 0-1,0 1 1,0 0 0,-12-3 0,18 6-229,-1 0 1,1 0-1,0 1 1,0-1-1,0 1 1,-1 0-1,1 0 1,0-1-1,-1 1 1,1 1-1,0-1 1,0 0-1,-1 1 1,1-1-1,0 1 1,0-1-1,0 1 1,-1 0-1,1 0 1,0 0-1,0 0 1,1 1-1,-1-1 1,0 0 0,0 1-1,1 0 1,-3 1-1,1 2-18,0-1-1,1 1 1,0 0-1,0-1 1,0 1-1,0 0 1,1 0-1,0 0 1,0 0-1,0 1 1,0-1-1,1 0 1,0 0-1,1 6 1,-1-10-38,1 0 1,0 0 0,0-1 0,0 1 0,0 0-1,0-1 1,0 1 0,0 0 0,0-1 0,0 1-1,0-1 1,0 0 0,0 1 0,0-1-1,1 0 1,-1 0 0,0 0 0,0 0 0,0 0-1,0 0 1,1 0 0,-1 0 0,0 0 0,0 0-1,2-1 1,0 1-2,5-1-49,-1 0 0,1-1-1,-1 1 1,1-2 0,-1 1-1,0-1 1,0 0 0,0 0 0,-1-1-1,1 0 1,-1 0 0,1 0-1,9-11 1,9-9-528,38-45-1,-48 51 432,18-22-237,-2-1 0,-2-1 0,-2-2 0,41-88 0,-59 105 1375,-9 27-946,0 0-1,0-1 1,0 1-1,0 0 1,0 0-1,-1 0 1,1 0-1,0 0 0,0 0 1,0 0-1,0-1 1,0 1-1,0 0 1,0 0-1,-1 0 1,1 0-1,0 0 1,0 0-1,0 0 1,0 0-1,0 0 1,-1 0-1,1 0 1,0 0-1,0 0 1,0 0-1,0 0 1,0 0-1,-1 0 1,1 0-1,0 0 1,0 0-1,0 0 1,0 0-1,0 0 1,-1 0-1,1 0 1,0 0-1,0 0 1,0 0-1,0 0 1,0 1-1,0-1 1,-1 0-1,1 0 1,0 0-1,0 0 1,0 0-1,0 0 1,0 0-1,0 1 1,0-1-1,0 0 1,0 0-1,0 0 0,0 0 1,-1 0-1,1 1 1,0-1-1,0 0 1,0 0-1,0 0 1,0 0-1,0 0 1,0 1-1,-27 40 2274,18-22-1981,0 0 1,2 1-1,0-1 1,1 2-1,1-1 1,1 0-1,1 1 1,0 0 0,2 36-1,0-49-302,1-1 0,1 0-1,-1 1 1,1-1 0,1 1 0,-1-1 0,1 0-1,5 14 1,-5-19-139,-1 0 0,1 1 0,-1-1 0,1 0 0,0 0 0,0 0 0,0 0 0,0 0 0,0-1 0,0 1 0,3 1 0,-1-1-443,0 0 0,0-1 1,0 0-1,0 1 0,0-1 0,0 0 0,0-1 0,7 1 0,15-1-5230,-18 0 2252,6 0-5065</inkml:trace>
</inkml:ink>
</file>

<file path=ppt/ink/ink15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7:09:10.12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11397,'0'0'16584,"48"29"-16184,-28-20-288,1-2-112,-1-3-96,0-1-1009,7-3-799,-6 0-1058,-1 0-2032,-7 0-3474</inkml:trace>
</inkml:ink>
</file>

<file path=ppt/ink/ink15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7:09:10.12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287 0 5186,'0'0'19687,"-5"22"-17772,-4 21-1125,-52 262 3268,59-291-4032,-2 0 1,1 0 0,-1 0-1,-1 0 1,-1-1 0,0 0-1,-1 0 1,0-1 0,-10 14-1,14-21-121,-1 0-1,0 0 0,-1 0 0,1 0 1,-1-1-1,0 0 0,0 0 1,-1 0-1,1-1 0,-1 1 1,0-1-1,0-1 0,0 1 1,0-1-1,0 0 0,0 0 1,-1-1-1,1 0 0,-1 0 1,1 0-1,-1-1 0,-9 0 1,16 0 19,-1-1 0,1 1 0,-1 0 0,1 0 0,-1 0 0,0 0 0,1 0 1,-1-1-1,1 1 0,-1 0 0,1 0 0,-1-1 0,1 1 0,-1 0 1,1-1-1,0 1 0,-1-1 0,1 1 0,-1 0 0,1-1 0,0 1 0,-1-1 1,1 1-1,0-1 0,0 1 0,-1-1 0,1 0 0,0 1 0,0-1 0,0 1 1,0-1-1,-1 1 0,1-1 0,0 0 0,0 1 0,0-1 0,0 1 0,1-1 1,-1 1-1,0-1 0,0 0 0,0 1 0,0-1 0,1 0 0,-3-19-7821</inkml:trace>
</inkml:ink>
</file>

<file path=ppt/ink/ink15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7:09:10.13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89 359 256,'0'0'3388,"-22"5"2858,-45-5-2991,96-17-286,94-12-1463,2 6 0,164-10 1,256 18-946,-393 10 763,239-36 1,40-6-578,-355 40-601,-1-3 0,91-25 0,-15 3-109,-82 19 168,77-12-356,-50 18 3007,-27-2-2004,-56 3-3374,-46 3-2824,5 2-1038,-5-4-3325</inkml:trace>
</inkml:ink>
</file>

<file path=ppt/ink/ink15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7:09:10.13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322 30 2001,'0'0'5589,"0"-5"-4978,0-14 232,0 14 825,-2 9 2237,-3 15-2187,-7 202 4902,-34 110-3907,42-308-2478,-75 325 1864,66-295-1784,-3 10 181,4 0 0,3 1 1,-3 117-1,9-133-314,-2 0 1,-2 0-1,-14 49 1,-10 68 517,29-129-519,3 53 0,0-64-89,0-1-1,-1 0 0,-2 0 0,0 0 0,-9 37 1,-8 39 31,12-53-121,4-21-2,1 0 0,4 51 0,0-18 0,-2-57-52,0 0-1,0 0 1,0 0 0,1 0-1,-1 0 1,1 0 0,0-1-1,-1 1 1,1 0 0,0 0-1,0 0 1,0-1-1,0 1 1,1-1 0,-1 1-1,0-1 1,1 1 0,1 1-1,13 4-8012,-9-7 1022</inkml:trace>
</inkml:ink>
</file>

<file path=ppt/ink/ink15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7:09:10.13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2347 3858,'0'0'7096,"9"-22"-4908,145-211 1725,100-102-2917,96-138-1359,-255 325 367,227-320 158,-302 443-50,-1-2 0,-1 0 0,-2 0 0,0-2 0,20-53 0,-17 37 35,2 1-1,2 1 1,2 1 0,1 1-1,3 1 1,42-45 0,-63 69 2199,-9 16-2245,1 0 1,0-1-1,0 1 1,-1 0-1,1-1 1,0 1-1,-1 0 1,1-1-1,0 1 1,-1 0 0,1-1-1,0 1 1,-1 0-1,1 0 1,0-1-1,-1 1 1,1 0-1,-1 0 1,1 0-1,-1 0 1,1 0-1,0 0 1,-1-1 0,1 1-1,-1 0 1,1 0-1,-1 0 1,1 0-1,-2 1 1,1-1 87,-39 5 860,-17 27-1018,-92 69 0,-22 13 40,164-110-59,-9 5-14,11-7 19,7-5 31,24-21-57,1 1 0,0 1 0,2 2 0,41-23 0,24-17-2,-44 24 2,136-88-1,-186 124 35,1 0 1,-1 0-1,0-1 0,1 1 0,-1 0 1,1 0-1,-1 0 0,1-1 1,-1 1-1,1 0 0,-1 0 1,1 0-1,-1 0 0,1 0 0,-1 0 1,1 0-1,-1 0 0,1 0 1,-1 0-1,0 0 0,1 0 0,-1 1 1,1-1-1,-1 0 0,1 0 1,-1 0-1,1 1 0,-1-1 0,0 0 1,1 0-1,-1 1 0,1-1 1,-1 0-1,0 1 0,1-1 0,-1 1 1,8 25 642,-9 48 281,0-51-541,1 14 45,-1-20-236,0 0 1,1 0-1,1 1 0,0-1 0,1 0 0,1 0 0,1 0 0,0-1 0,2 1 1,8 19-1,1-8 30,-11-20-229,-1 0 0,2-1 0,-1 1 0,1-1 0,0 0 0,1 0 0,-1-1 0,1 0 0,11 9 0,-17-13-231</inkml:trace>
</inkml:ink>
</file>

<file path=ppt/ink/ink15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7:09:10.13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61 16,'0'0'7438,"9"-9"-5405,1-2-1371,-5 5-136,0 1 1,0-1-1,0 2 1,1-1-1,9-6 0,-15 11-404,1-1 0,-1 1-1,1 0 1,-1 0-1,1-1 1,-1 1 0,1 0-1,-1 0 1,1-1-1,-1 1 1,1 0-1,-1 0 1,1 0 0,-1 0-1,1 0 1,-1 0-1,1 0 1,-1 0 0,1 0-1,0 0 1,-1 0-1,1 0 1,-1 0-1,1 0 1,-1 1 0,1-1-1,-1 0 1,1 0-1,-1 1 1,1-1 0,-1 0-1,0 1 1,1-1-1,-1 0 1,1 1-1,-1-1 1,0 1 0,1-1-1,-1 0 1,0 1-1,1-1 1,-1 1-1,0 0 1,8 26 522,-8-27-587,23 199 3669,-5-37-1993,44 316 1227,-31-219-2292,-24-194-373,-3 0 1,-8 124-1,1-170-224,0 1-1,-2-1 1,-7 19 0,-3 13-37,10-30-624,6-64-10313,-12 2 3169</inkml:trace>
</inkml:ink>
</file>

<file path=ppt/ink/ink15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7:09:10.13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41 397 592,'0'0'3533,"0"3"-3567,0-4-578,0-7 345,4-15 3357,18 21 802,-6 2-4081,535-29 4308,-3-33-4538,-510 58 507,580-88-586,-118 17 622,53-16 2040,-531 84-1499,-3 1 2182,-17 10-1809,-10 8-954,-11 13 172,2 1-1,1 0 1,1 1-1,1 0 1,2 2-1,1-1 1,1 1-1,1 1 1,2 0 0,-4 31-1,-2 46 510,2 167-1,9-130-350,-1 11 41,-10 154 750,-12 86 158,11-117-683,6 48 1055,9-275-1517,-48-51 265,-577-16-838,-11 24 3,5 45 331,467-37-11,-218-7 0,313-9 67,-79 16 893,146-16-779,8-18 236,13 15-539,-11 3-2983,3 1-7461,-6-1 3941</inkml:trace>
</inkml:ink>
</file>

<file path=ppt/ink/ink15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7:09:10.13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2 455 112,'0'0'1550,"-1"3"-846,0 10 369,1-13-816,1 0 0,-1 1 0,0-1 1,0 1-1,1-1 0,-1 0 0,0 1 0,1-1 0,-1 1 0,1-1 0,-1 0 0,0 0 0,1 1 0,-1-1 0,1 0 0,-1 0 0,1 1 0,-1-1 0,1 0 0,-1 0 0,1 0 0,-1 0 0,1 0 0,-1 0 0,2 0 0,19-2 5608,-5-2-6246,-16 4 329,326-74 3335,431-58-3071,-71 1-318,-153 26 1436,-463 93 1573,138-4 0,-260 18-443,-2 4-6810,10-1-1753,5-2-1066</inkml:trace>
</inkml:ink>
</file>

<file path=ppt/ink/ink15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7:09:10.13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 23 2081,'0'0'10509,"4"-3"-8482,25-16 1193,-36 23 3145,3-1-6219,0-1 1,1 1-1,0 0 0,0 0 1,0 0-1,0 0 0,0 0 1,1 1-1,-3 3 0,25-20-47,-19 12-168,1-1-1,-1 1 1,0 0 0,1 0 0,-1 0-1,0 0 1,1 0 0,0 0 0,-1 1 0,1-1-1,-1 0 1,1 1 0,0-1 0,-1 1-1,1 0 1,0 0 0,2-1 0,-3 2-188,-1 0 1,1-1-1,-1 1 1,1 0-1,-1 0 1,1-1 0,-1 1-1,1 0 1,-1 0-1,0 0 1,1 0-1,-1 0 1,0 0-1,0 0 1,0-1 0,0 1-1,0 0 1,0 0-1,0 0 1,0 0-1,0 0 1,0 0-1,0 0 1,-1 0 0,1 0-1,0 0 1,-1-1-1,1 1 1,0 0-1,-1 0 1,0 1-1,-10 18-7266</inkml:trace>
</inkml:ink>
</file>

<file path=ppt/ink/ink15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7:09:10.13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21 10229,'0'0'17250,"21"-9"-17082,25-3-485,-45 12 189,-15 5-4463,10-3 806</inkml:trace>
</inkml:ink>
</file>

<file path=ppt/ink/ink15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7:09:10.13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286 0 10645,'0'0'11136,"-23"4"-8607,-78 16-1363,93-17-998,-1 0 0,1 1 0,0 0 0,0 0 0,1 1 0,-1 0 0,1 0 0,0 1 0,0 0 0,1 0 0,-1 1 0,-6 10 0,-1-1 33,-20 30 277,33-43-468,-1-1 0,1 1 0,0-1 0,0 1 0,0-1 0,0 1 0,0 0 0,1-1 0,-1 1 0,1 0 0,0 0 0,0 0 0,0-1 1,0 1-1,0 0 0,1 0 0,0 4 0,1-6-25,1 1 0,-1-1 1,1 0-1,0 1 1,-1-1-1,1 0 0,0-1 1,0 1-1,0 0 0,0-1 1,-1 0-1,1 0 0,0 0 1,0 0-1,0 0 1,4-1-1,2 1-115,-2 0 9,0 1 1,-1 0-1,1 0 0,0 0 1,-1 1-1,1 0 0,0 0 1,7 4-1,-12-4 73,1-1 0,-1 0 0,0 1 0,0 0 0,0-1 0,0 1 1,0 0-1,0 0 0,-1 0 0,1 0 0,0 0 0,-1 1 0,0-1 0,0 0 0,1 1 0,-1-1 0,-1 1 1,1-1-1,0 1 0,-1 0 0,1-1 0,-1 1 0,0-1 0,0 4 0,0-2 44,-1 0 0,1 1 0,-1-1 0,-1 0 0,1 0 1,-1 0-1,1 0 0,-1 0 0,0 0 0,0 0 0,-1-1 0,1 1 0,-1-1 0,0 0 0,0 0 0,0 0 0,-5 4 0,-10 8 48,-1-2-1,-24 14 1,8-6-2,103-98-16573,-29 33 7375</inkml:trace>
</inkml:ink>
</file>

<file path=ppt/ink/ink15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7:09:10.13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190 0 4610,'0'0'17400,"-40"120"-15399,13-62-208,-7 3-256,0-4-497,7-7-512,13-12-320,1-6-192,13-12-16,0-4-480,0-10-832,0-3-1074,6-3-1455</inkml:trace>
</inkml:ink>
</file>

<file path=ppt/ink/ink15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7:09:10.14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97 6867,'0'0'9394,"25"-7"-7471,-1 0-1598,162-50 2152,-163 47-2004,-17 8-76,-1-1-1,1 1 1,-1 0 0,1 0-1,0 1 1,0-1 0,7 0 0,-15 32 1217,-11 5-1161,8-25-421,1 1 0,0 0 0,1 0 0,0 0 0,0 0 0,0 19 0,37-30-451,-31 0 378,1-1 0,0 0-1,0 0 1,0 0-1,-1-1 1,1 1-1,-1-1 1,1 0-1,-1 0 1,0 0-1,6-5 1,36-37-63,-18 17 143,-18 20 1079,-8 12 947,-1-4-2022,-1 0 0,1 0 0,0 0 0,0 1 0,0-1 0,1 0 1,-1 0-1,0 0 0,0 0 0,1 0 0,-1 1 0,0-1 0,1 0 0,-1 0 0,1 0 0,0 0 1,0 1-1,1 0-324,0 1 0,1-1 0,-1 1 0,1-1 0,0 0 0,-1 0 0,1 0 0,0-1 0,0 1 0,0-1 0,0 1 0,0-1 0,1 0 1,-1 0-1,6 0 0,33 1-9345,-26-2 4570,10 0-4677</inkml:trace>
</inkml:ink>
</file>

<file path=ppt/ink/ink15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7:09:10.14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150 385 4466,'0'0'19972,"-18"-4"-18668,-57-9-410,73 13-854,0 0-1,1-1 0,-1 2 1,0-1-1,0 0 0,0 0 1,0 0-1,0 1 0,0-1 1,0 1-1,0 0 0,0 0 1,1-1-1,-1 1 0,0 0 1,1 0-1,-1 1 0,0-1 1,1 0-1,0 0 0,-1 1 1,1-1-1,0 1 0,-1-1 1,1 1-1,0 0 0,0-1 1,0 1-1,1 0 0,-2 3 1,0 1 29,0 1 1,1 0 0,0 0-1,0-1 1,1 14 0,0-17-62,2-2-11,-1 0 0,1 0 0,0 0 0,0-1 0,0 1 1,-1-1-1,1 1 0,0-1 0,0 1 0,0-1 0,0 0 0,0 0 0,0 0 0,0 0 0,0 0 0,3-2 0,1 2-16,1 0-45,0-1 0,1 0 1,-1 0-1,0-1 0,1 0 0,-1-1 1,0 1-1,0-1 0,-1-1 0,10-5 0,62-49-767,-53 37 550,12-12-239,-2 0-1,-1-3 1,-2 0 0,-1-3 0,-2 0-1,41-76 1,-61 92 1339,-22 30 1074,-23 31-259,35-36-1602,-32 41 1064,-42 70 1,67-99-1030,1 1-1,0 0 1,1 0 0,1 0-1,0 1 1,1 0 0,0 0 0,2 0-1,-2 26 1,4-40-91,0 0 0,1 0 0,-1 0 0,0 0 0,1 0 0,-1-1 0,1 1 0,0 0 0,0 0 1,0-1-1,0 1 0,0-1 0,0 1 0,0-1 0,0 1 0,0-1 0,1 1 0,-1-1 0,1 0 0,-1 0 0,1 0 0,-1 0 0,1 0 0,0 0 0,-1 0 0,1-1 0,0 1 0,0 0 0,0-1 0,-1 0 0,1 1 0,0-1 1,0 0-1,0 0 0,0 0 0,0 0 0,3-1 0,1 1-50,0 0 0,1-1 0,-1 0 0,0 0 0,0-1 0,0 1 0,0-1 0,0-1 0,0 1 1,10-7-1,-1-2-365,0 0 0,0-1 1,25-28-1,-35 35 407,-1-1 0,-1 0 1,1 1-1,-1-2 0,0 1 0,0 0 0,-1 0 0,1-1 0,-2 1 0,1-1 0,-1 0 0,0 0 0,0 1 1,0-10-1,-4 15 109,0 0 1,0 1-1,0-1 1,0 1 0,0 0-1,0 0 1,0 0-1,0 0 1,0 0-1,0 1 1,-4 0 0,3 1-20,0 0 0,0 1 1,1-1-1,-1 1 0,0 0 1,1 0-1,0 0 0,0 0 1,0 1-1,0-1 0,0 1 1,1 0-1,0 0 0,0 0 1,-4 8-1,3-4-31,0 1 0,0 0 0,1-1 1,0 1-1,1 0 0,-1 17 0,3-24-35,0 0 0,-1 1 1,1-1-1,0 0 0,0 0 0,1-1 0,-1 1 1,0 0-1,1 0 0,-1 0 0,1-1 1,-1 1-1,1-1 0,0 1 0,0-1 0,0 0 1,0 0-1,0 0 0,0 0 0,0 0 1,0 0-1,0 0 0,0-1 0,0 1 0,0-1 1,1 1-1,-1-1 0,0 0 0,4 0 1,0 1-114,0 0 1,0-1-1,0 0 1,1 0-1,-1 0 1,0-1 0,0 0-1,1 0 1,-1 0-1,8-4 1,-6 0-108,0 0 0,0-1 0,0 0 0,10-12 1,-15 16 214,0-1 1,0 0-1,-1 0 1,1-1 0,-1 1-1,0 0 1,0-1 0,0 1-1,0-1 1,-1 0-1,0 1 1,1-1 0,0-9 2710,0 50-1522,6-35-1218,0 0 0,1-1 0,-1 0 0,0 0 0,0-1 0,0 0 0,1 0 0,-1-1 0,0 0 0,0 0 0,0-1-1,13-5 1,14-9 2676,-23 41-2114,-9-24-1341,0 0 1,0-1-1,0 1 1,0-1-1,0 1 1,0-1-1,0 0 1,0 0-1,0-1 1,0 1-1,0-1 1,0 1-1,0-1 1,0 0-1,0 0 1,-1 0-1,1 0 1,0-1-1,3-2 1,15-16-10020</inkml:trace>
</inkml:ink>
</file>

<file path=ppt/ink/ink15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7:09:10.14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116 1 11125,'0'0'16200,"-88"135"-14504,74-96-335,7-5-609,1-5-464,6-2-288,0-7 0,0-6-448,0-5-800,0-5-1041</inkml:trace>
</inkml:ink>
</file>

<file path=ppt/ink/ink15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7:09:10.14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34 9652,'0'0'12342,"122"-33"-10805,-82 33-1313,-13 0-224,0 0-1569,-20 4-2865,-7 10-6659</inkml:trace>
</inkml:ink>
</file>

<file path=ppt/ink/ink15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7:09:10.14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136 13 1105,'0'0'10882,"2"-3"-8532,8-6-176,-10 18 729,-13 26 205,3-18-2766,2 0-1,0 0 1,1 1-1,1 0 1,0 1-1,2 0 1,0-1-1,1 1 1,-1 30-1,4-45-623,0 1-1,-1-1 1,1 0-1,-1 1 1,0-1-1,0 0 1,-1 1-1,1-1 1,-1 0-1,-2 5 1,2-7-352,0 1 0,1-1 1,-1 1-1,0-1 0,0 0 1,0 0-1,-1 0 0,1 0 1,0 0-1,-1-1 0,1 1 1,-1-1-1,0 1 0,1-1 1,-6 2-1,-13 1-5334</inkml:trace>
</inkml:ink>
</file>

<file path=ppt/ink/ink15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7:09:10.14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1 432 8052,'0'0'2849,"24"-12"-112,345-143 5486,-182 91-6557,143-55-558,-320 115-1104,1-1 0,-1-1 1,16-11-1,-24 16 78,0-1 0,0 0 0,0 0 0,0 0 0,0 0 0,0 0 0,0 0 0,0 0 0,-1-1 0,0 1 0,1-1 0,-1 1 0,0-1 0,0 1 0,0-1 0,0 0 0,-1 0 0,1 1 0,-1-4 0,0 5 145,-4 2-194,-1 0 1,1 0-1,0 0 1,-1 0-1,1 1 0,0-1 1,0 1-1,0 0 1,0 0-1,0 1 1,0-1-1,1 1 0,-6 5 1,-47 50 314,38-38-78,-24 25 317,3 1-1,-66 101 1,92-126-556,2 1 0,0 0 0,2 0 0,0 1-1,2 0 1,0 1 0,2 0 0,0 0 0,2 0-1,-1 33 1,4-56-47,0 0 0,0 0-1,-1 0 1,1 0 0,0 0-1,0 0 1,1 0 0,-1 0-1,0 0 1,0 0 0,0 0-1,1 0 1,-1 0 0,0 0-1,1-1 1,-1 1 0,1 0-1,-1 0 1,1 0 0,0 1-1,1-2-7,-1 0 0,0 0 1,1-1-1,-1 1 0,0 0 0,1 0 0,-1-1 0,0 1 0,1-1 0,-1 1 0,0-1 0,0 1 0,1-1 0,-1 0 0,0 0 1,1-1-1,26-18-382,0-2 0,47-49 1,-67 63 392,-6 86 2350,-2-71-2886,0 0 1,1 0 0,-1 0-1,1 0 1,1 0-1,-1-1 1,1 1 0,0 0-1,5 9 1,-5-14 196,-1 1-1,1-1 1,0 1 0,0-1 0,0 0 0,1 0-1,-1 0 1,0 0 0,1 0 0,-1 0 0,1 0-1,0-1 1,-1 0 0,1 1 0,0-1-1,0 0 1,0 0 0,0-1 0,0 1 0,0-1-1,0 1 1,0-1 0,6 0 0,17 0-6670,1 0-896</inkml:trace>
</inkml:ink>
</file>

<file path=ppt/ink/ink15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7:09:10.14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103 0 6547,'0'0'16138,"-11"12"-14209,2-3-1682,-1 0 98,1 1 0,0 0-1,0 1 1,1 0 0,0 0 0,1 1 0,0 0 0,-7 17 0,14-29-343,0 1 1,0-1-1,-1 1 0,1-1 1,0 1-1,0-1 0,0 1 1,0-1-1,0 1 0,0-1 1,0 1-1,0 0 0,0-1 1,0 1-1,0-1 0,0 1 1,0-1-1,0 1 0,0-1 1,1 1-1,-1-1 1,0 1-1,0-1 0,1 1 1,-1-1-1,0 1 0,1-1 1,-1 0-1,0 1 0,1-1 1,-1 1-1,1-1 0,-1 0 1,0 0-1,1 1 0,-1-1 1,2 1-1,24-2-466,-18-1 208,-1 0-1,0 0 1,0-1 0,0 0-1,10-7 1,-14 9 207,-1-1-1,0 0 1,0 0 0,0 0-1,0-1 1,0 1 0,0 0 0,-1-1-1,1 1 1,-1-1 0,0 1-1,1-1 1,-1 0 0,0 0 0,-1 1-1,1-1 1,0 0 0,-1-3 0,0 6 411,0 27 172,0-23-570,0 0 0,0 0 0,0 0-1,0 0 1,1 0 0,-1 0 0,1 0 0,0 0 0,0 0 0,0 0 0,1 0-1,0-1 1,3 7 0,18 3-2558,16-8-3505,-14-6 110,-4-5-1457</inkml:trace>
</inkml:ink>
</file>

<file path=ppt/ink/ink15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7:09:10.14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284 1 3169,'0'0'20015,"-20"22"-18092,-4 4-1396,10-12-161,1 1 1,1 0-1,0 0 1,0 2-1,2-1 1,-16 34 0,-48 135 2422,47-114-2468,-6-8-195,33-63-129,0 0 0,0 0 0,0-1 0,0 1 0,-1 0 0,1 0 0,0 0 0,0 0 0,0 0-1,0 0 1,0 0 0,0 0 0,-1 0 0,1 0 0,0 0 0,0 0 0,0-1 0,0 1 0,0 0 0,-1 0 0,1 0 0,0 0 0,0 0 0,0 0 0,0 0 0,0 0 0,-1 1 0,1-1 0,0 0 0,0 0 0,0 0 0,0 0 0,0 0 0,-1 0 0,1 0 0,0 0 0,0 0 0,0 0 0,0 0 0,0 1 0,0-1 0,0 0 0,-1 0 0,1 0 0,0 0 0,0 0 0,0 0 0,0 1-1,0-1 1,0 0 0,0 0 0,0 0 0,0 0 0,0 0 0,0 1 0,0-1 0,0 0 0,0 0 0,0 0 0,0 0 0,0 1 0,0-16-423,4 9 286,-1-1 0,1 1 0,0-1 0,0 1 0,0 0 0,1 1 0,0-1 1,0 1-1,1 0 0,6-5 0,62-40-1458,-72 49 1552,0 0 0,1-1 0,-1 1-1,0 0 1,1 0 0,-1 0 0,0 1 0,1-1 0,-1 1 0,1-1 0,-1 1 0,1 0 0,-1 0 0,4 0 0,-1 0-10,-3 4 53,0 0 0,0 0 1,-1 0-1,1 1 0,-1-1 1,0 1-1,-1-1 0,1 1 0,-1-1 1,0 6-1,1-4 3,0 1 24,-1 1 0,0 0 0,0 0 0,0 0-1,-1 0 1,0 0 0,-1-1 0,1 1 0,-1 0-1,-1-1 1,0 1 0,0-1 0,0 0 0,-1 0-1,-6 9 1,5-11-4,1 0 0,-1-1 0,1 1 0,-1-1 0,-1 0 0,1-1 0,0 1 1,-1-1-1,0 0 0,0 0 0,0-1 0,0 0 0,0 0 0,0 0 0,0-1 0,-1 0 0,1 0 0,-1 0 0,-9-1 0,15 0-40,0 0-1,0 0 1,1 0-1,-1 0 1,0 0-1,0 0 1,0-1 0,0 1-1,0 0 1,0 0-1,1-1 1,-1 1-1,0 0 1,0-1 0,0 1-1,1-1 1,-1 1-1,0-1 1,1 1-1,-1-1 1,0 0 0,1 1-1,-1-1 1,1 0-1,-1 1 1,1-1-1,-1 0 1,1 0 0,0 0-1,-1 1 1,1-1-1,0 0 1,0 0-1,-1 0 1,1 0 0,0 0-1,0 1 1,0-1-1,0 0 1,0 0 0,0 0-1,0 0 1,0 0-1,1 0 1,-1 1-1,0-1 1,1 0 0,-1 0-1,0 0 1,1 1-1,-1-1 1,1 0-1,0-1 1,2-4-678,-1 1 0,2-1 0,-1 1 1,0 0-1,1 0 0,0 0 0,7-6 0,20-14-5022,3-2-3337</inkml:trace>
</inkml:ink>
</file>

<file path=ppt/ink/ink15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7:09:10.14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34 0 9748,'0'0'15448,"-13"118"-14536,-1-100-464,7-5-384,7-4-64,0-4-416,0-25-15079,14-12 6611</inkml:trace>
</inkml:ink>
</file>

<file path=ppt/ink/ink15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7:09:10.14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34 1 7379,'0'0'15159,"-34"81"-15159,34-67-1248,7-1-1906,7-6-3761,-1-3-4130</inkml:trace>
</inkml:ink>
</file>

<file path=ppt/ink/ink15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7:09:10.15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52 1 9284,'36'127'5451,"-35"-125"-5199,-1-1 0,0 1 1,0 0-1,1-1 0,-1 1 1,-1 0-1,1-1 0,0 1 1,0 0-1,0-1 0,-1 1 1,1-1-1,-1 1 1,1 0-1,-1-1 0,0 1 1,0-1-1,0 0 0,0 1 1,0-1-1,0 0 0,0 1 1,0-1-1,0 0 0,0 0 1,-1 0-1,1 0 0,0 0 1,-1 0-1,1 0 0,-1 0 1,-1 0-1,-9 7 1519,7-1-1640,0 1 0,0 0-1,1 0 1,0 0 0,1 1 0,0-1 0,0 1 0,0 0 0,1 0 0,1 0 0,-1 0 0,2 0-1,-1 0 1,2 9 0,-1-17-172,1 0-1,-1 0 0,1 0 0,0 0 1,-1 0-1,1 0 0,0 0 1,0-1-1,0 1 0,0 0 1,0-1-1,0 1 0,0 0 0,0-1 1,0 1-1,0-1 0,0 0 1,0 1-1,0-1 0,0 0 1,3 0-1,32 8-316,-28-7 217,-7-1 144,0 0 1,-1 0 0,1 0-1,0 0 1,0 0 0,-1 0-1,1 0 1,0 0 0,0 0 0,-1 0-1,1 1 1,0-1 0,-1 0-1,1 1 1,0-1 0,-1 0-1,1 1 1,0-1 0,-1 1-1,1-1 1,-1 1 0,1-1 0,-1 1-1,1-1 1,-1 1 0,1-1-1,-1 1 1,0 0 0,1-1-1,-1 1 1,0 0 0,1-1 0,-1 1-1,0 0 1,0 0 0,0 1-1,-1 0 49,0 0 0,0-1 0,0 1 0,0 0 0,-1 0 0,1-1-1,-1 1 1,1-1 0,-1 1 0,1-1 0,-1 0 0,-3 2 0,-59 30 356,52-32-1873,14-9-3056,14-11-2898,-16 18 7407,26-25-9296</inkml:trace>
</inkml:ink>
</file>

<file path=ppt/ink/ink15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7:09:10.15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73 90 10421,'0'0'19278,"-11"10"-17675,-34 36-712,42-42-861,1 0 0,0 0-1,0 0 1,1 0-1,-1 0 1,1 1 0,0-1-1,0 1 1,1-1-1,-1 1 1,1-1 0,0 1-1,0-1 1,0 1-1,1-1 1,1 7 0,-1 7-27,-1-17-11,1 0 0,-1 0 0,0 0 0,0 0 0,1-1 0,-1 1 1,0 0-1,1 0 0,-1 0 0,1-1 0,-1 1 0,1 0 0,-1 0 0,1-1 0,-1 1 0,1 0 0,0-1 0,-1 1 0,1-1 0,0 1 0,0-1 0,0 1 0,-1-1 0,1 0 0,0 1 0,0-1 0,0 0 0,0 0 0,-1 1 0,1-1 0,0 0 0,2 0 0,-1 0-17,0 0-1,0 0 1,1 0-1,-1 0 1,0 0-1,0 0 1,1-1-1,-1 1 0,0-1 1,0 1-1,0-1 1,3-2-1,9-7-171,-2-2 0,1 0-1,-2 0 1,1-1-1,16-26 1,-23 31 211,0 0 1,0-1 0,-1 0-1,0 0 1,0 0-1,-1 0 1,0-1-1,-1 1 1,0-1 0,-1 0-1,0 0 1,0-14-1,-1 23 14,0 0-1,0 0 1,0 0-1,-1 1 1,1-1-1,0 0 1,0 0-1,-1 0 1,1 1 0,-1-1-1,1 0 1,-1 0-1,1 1 1,-1-1-1,1 0 1,-1 1-1,1-1 1,-1 1-1,0-1 1,0 1-1,1-1 1,-1 1-1,0-1 1,0 1-1,1-1 1,-2 1-1,-31-7 433,-33 9-20,65-2-437,-1 1-10,0-1 0,1 1 0,-1 0 0,0-1-1,0 1 1,0 0 0,1 0 0,-1 0 0,0 1-1,1-1 1,-1 0 0,1 0 0,0 1 0,-1-1-1,1 1 1,0-1 0,0 1 0,0 0 0,0 0-1,0-1 1,0 1 0,0 0 0,1 0 0,-1 0-1,1 0 1,-1 0 0,1 2 0,0 26-2293,1-29 1861,-1 1-1,1-1 0,-1 1 1,1-1-1,0 1 1,-1-1-1,1 1 1,0-1-1,0 0 0,0 1 1,0-1-1,0 0 1,0 0-1,3 2 1,15 5-7568</inkml:trace>
</inkml:ink>
</file>

<file path=ppt/ink/ink15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7:09:10.15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1822 480,'0'0'13326,"0"-18"-8961,122-148-1665,100-158-3181,-5 9-1405,-124 170 1007,159-192 0,-243 326 879,93-105 76,99-150 0,-166 196 612,-29 56 118,-5 13-628,-1 1-1,0-1 0,1 0 1,-1 1-1,1-1 1,-1 0-1,0 0 0,1 1 1,-1-1-1,0 0 0,0 0 1,0 1-1,1-1 0,-1 0 1,0 0-1,0 1 1,0-1-1,0 0 0,0 0 1,-1 0-1,1 1 0,0-1 1,-1-1-1,-12 10 2630,-19 25-1475,12-12-1121,-1 0 1,-1-1-1,-1-2 0,-35 23 0,-107 53 489,123-72-595,-1-3 0,-47 15 0,116-61-47,-7 9-62,1 1 0,1 1 0,0 1-1,1 0 1,32-14 0,123-45-221,9-5-152,-134 42 409,-20 13 899,-32 24-885,1 0-1,-1 0 1,0 0-1,1 0 1,-1 0-1,1 0 1,-1 0-1,0 0 1,1 0-1,-1 0 1,1 0-1,-1 0 1,0 0-1,1 0 1,-1 0-1,0 0 1,1 1 0,-1-1-1,0 0 1,1 0-1,-1 0 1,0 1-1,1-1 1,-1 0-1,0 1 1,0-1-1,1 0 1,-1 0-1,0 1 1,0-1-1,1 0 1,-1 1-1,0-1 1,0 1-1,0-1 1,0 0-1,0 1 1,0-1-1,0 0 1,1 1-1,-1-1 1,0 1-1,-1 0 1,7 26 341,-4-17 11,0-2-371,0 1 0,1-1 0,-1 0 0,2 0 0,-1 0 0,1-1-1,0 1 1,1-1 0,0 0 0,0 0 0,0-1 0,1 1 0,0-1 0,1-1-1,-1 1 1,1-1 0,0 0 0,0 0 0,0-1 0,1 0 0,0 0 0,0-1-1,0 0 1,0 0 0,0-1 0,16 2 0,-12-2-473,26 2 1011,-14-7-6764</inkml:trace>
</inkml:ink>
</file>

<file path=ppt/ink/ink15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7:09:10.15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523 121 5955,'0'0'13553,"-3"0"-11587,-18 7-728,0 0-1,-33 16 1,-31 12-370,83-35-855,-160 42 852,139-37-778,-1-1 0,0-2 0,0 0-1,-47-3 1,71 1-90,-1-1-1,1 1 1,-1 0 0,1-1-1,-1 1 1,1 0-1,-1-1 1,1 1 0,-1 0-1,1-1 1,-1 1 0,1-1-1,0 1 1,-1-1-1,1 1 1,0-1 0,-1 1-1,1-1 1,0 1-1,0-1 1,0 1 0,-1-1-1,1 0 1,0 1 0,0-1-1,0 1 1,0-1-1,0 0 1,0 1 0,0-1-1,0 1 1,0-1-1,1 0 1,-1 1 0,0-1-1,0 1 1,0-1-1,1 1 1,-1-1 0,0 1-1,1-1 1,-1 1 0,0-1-1,1 1 1,-1-1-1,0 1 1,2-1 0,17-28-360,5 7 130,1 1 1,1 1-1,1 1 1,0 1 0,2 1-1,0 2 1,0 1-1,63-20 1,-83 31 234,0 0-1,0 1 1,1 0-1,-1 1 1,1 0 0,-1 0-1,0 1 1,1 0-1,12 2 1,-20-1 8,-1 0-1,0 0 1,1 0-1,-1 0 1,0 0-1,0 0 1,0 0-1,0 0 1,0 0-1,0 1 1,0-1 0,-1 0-1,1 1 1,0-1-1,-1 1 1,1-1-1,-1 1 1,1-1-1,-1 1 1,0-1 0,0 1-1,0 0 1,1-1-1,-2 1 1,1-1-1,0 1 1,0-1-1,0 1 1,-1 2-1,0 6 89,1 35 465,-2 0 0,-3-1 0,-1 1 0,-15 52 0,-1-6 254,10-39-887,-34 94 0,71-185-11386,15-1 4049,-21 23 4845,2 1-1,27-17 1,-47 32 2553,68-35 1284,-32 26 4059,-1 14 6199,-35-4-11293,0 1-1,0 0 1,0 0-1,0-1 0,0 1 1,-1 0-1,1 0 1,0 0-1,0 0 1,-1 0-1,1 0 0,-1 0 1,1 0-1,-1 0 1,1 1-1,-1-1 1,0 0-1,1 0 1,-1 0-1,0 0 0,0 1 1,0-1-1,0 0 1,0 0-1,0 1 1,-1 0-1,1-1-146,0 0 1,0-1-1,0 1 0,-1 0 1,1 0-1,0 0 1,0 0-1,0 0 0,0 0 1,1 0-1,-1-1 0,0 1 1,0 0-1,0 0 0,1 0 1,-1 0-1,0 0 1,1-1-1,-1 1 0,1 0 1,-1 0-1,1-1 0,-1 1 1,1 0-1,0-1 0,-1 1 1,1-1-1,0 1 1,-1 0-1,1-1 0,0 0 1,0 1-1,-1-1 0,1 1 1,0-1-1,0 0 0,1 1 1,7-2-107,1 0-1,-1 0 1,0-1 0,0 0 0,0-1-1,0 0 1,0 0 0,15-9 0,65-45-585,-59 36 605,-29 21 954,-1 18-196,-1-12-651,1 1 0,0 0 0,0 0 0,1-1 0,0 1 0,0-1 0,4 11 0,-4-14-229,0-1-1,1 0 1,-1 0-1,1 0 1,-1 0 0,1-1-1,0 1 1,0 0-1,0-1 1,0 1-1,0-1 1,0 1-1,1-1 1,-1 0 0,0 0-1,1 0 1,-1-1-1,0 1 1,1 0-1,-1-1 1,1 1-1,-1-1 1,1 0 0,3 0-1,87 1-8785,-31-12-1361,-22-3 2466</inkml:trace>
</inkml:ink>
</file>

<file path=ppt/ink/ink15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7:09:10.15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408 61 3105,'0'0'17480,"-23"-8"-15062,-71-23-535,44 21-115,48 10-1677,1 0 0,-1 0 1,1 1-1,-1-1 0,1 0 1,-1 0-1,1 1 0,-1-1 1,1 1-1,-1-1 0,1 1 1,-1 0-1,1-1 0,0 1 1,-3 2-1,3-1-6,-1 1 1,1 0-1,-1 0 1,1 0-1,0 0 1,0 0-1,1 0 1,-1 0-1,0 0 1,1 0-1,0 0 0,0 0 1,0 1-1,0-1 1,1 3-1,-1-2-89,0-1 6,1-1 1,-1 0 0,1 0 0,-1 1 0,1-1-1,0 0 1,0 0 0,0 0 0,0 0 0,1 0 0,-1 0-1,0-1 1,1 1 0,0 0 0,-1-1 0,1 1 0,0-1-1,0 1 1,-1-1 0,1 0 0,0 0 0,0 0-1,1 0 1,-1 0 0,0 0 0,0-1 0,0 1 0,1-1-1,-1 1 1,3-1 0,11 3-304,0-1 1,0-1-1,17 0 0,-29-1 136,-4 6 141,0-1 1,-1 1-1,0 0 1,0-1-1,-4 11 1,-32 99 110,-24 122 0,52-198-67,-2 12 20,-20 74-11,28-114-22,-1-1 0,0 1 0,-1-1 0,0 0-1,-1 0 1,0-1 0,-1 0 0,-14 16 0,17-21 34,0-1 0,-1 0 0,1 0 0,-1-1 1,0 1-1,0-1 0,0 0 0,0 0 0,0-1 0,0 0 0,-1 0 0,1 0 1,0 0-1,-1-1 0,1 0 0,-8 0 0,11-1-32,1 1 0,-1-1 0,1 0 0,0 1 0,-1-1 0,1 0 1,0 0-1,0 0 0,-1 0 0,1 0 0,0 0 0,0 0 0,0 0 0,0-1 0,0 1 0,1 0 0,-1-1 0,0 1 0,1 0 1,-1-1-1,0 1 0,1-1 0,0 1 0,-1-1 0,1 1 0,0-1 0,0 1 0,0-1 0,0-1 0,-3-55-74,3 53 42,0 2 9,-1-9-141,0 0 1,1 0 0,1 0 0,0 1 0,1-1-1,0 0 1,1 0 0,0 1 0,1-1 0,0 1-1,7-12 1,14-17-845,1 1 0,3 2-1,1 0 1,1 2 0,2 2 0,1 1-1,2 1 1,1 2 0,1 2 0,66-35 0,199-120-520,-302 182 1614,22-19 445,-17 3 5922,-12 16-3150,-16 0-2049,17 1-1080,0-1-1,-1 0 0,1 1 0,0 0 0,0 0 0,0 1 0,0 0 0,0-1 1,0 2-1,0-1 0,1 0 0,-1 1 0,1 0 0,0 0 0,0 0 0,0 1 1,0-1-1,0 1 0,1 0 0,-1 0 0,1 0 0,0 1 0,1-1 0,-1 1 1,1 0-1,0-1 0,0 1 0,0 0 0,0 0 0,1 0 0,0 0 0,0 1 1,0 6-1,1-11-182,0 1 1,0 0-1,1-1 1,-1 1-1,0 0 1,1-1-1,-1 1 1,1-1-1,-1 1 1,1-1-1,0 1 1,0-1 0,0 1-1,-1-1 1,1 0-1,1 0 1,-1 1-1,0-1 1,0 0-1,0 0 1,3 2-1,0-1 1,0 0-1,0 0 1,0-1-1,0 1 0,0-1 1,1 0-1,-1 0 1,6 1-1,11-1-3,0 0 0,37-5 1,-49 3 0,1 0-53,1-1-1,0-1 1,-1 0 0,1 0-1,-1-1 1,0-1-1,0 0 1,-1 0 0,1 0-1,-1-1 1,0-1 0,-1 0-1,1 0 1,-1-1 0,7-8-1,-7 0 217,-14 11 330,4 6-480,1-1 1,-1 0-1,1 1 1,-1-1 0,1 1-1,0 0 1,-1 0-1,1-1 1,0 1-1,0 0 1,-1 0-1,1 0 1,0 0-1,0 0 1,0 0-1,0 0 1,0 1-1,0-1 1,1 0-1,-2 2 1,-1 3 55,1 1 0,0 0 0,0-1-1,0 1 1,1 0 0,0 0 0,0 0 0,1 0-1,0 0 1,0 0 0,1 0 0,1 10 0,0-12-385,-1-1 1,0 0 0,1 0-1,0 1 1,0-1-1,0 0 1,0 0 0,5 5-1,11 8-4712,6-5-3460</inkml:trace>
</inkml:ink>
</file>

<file path=ppt/ink/ink15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7:09:10.15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29 1 2417,'0'0'9885,"0"14"-8349,11 108 2412,5 60 287,-38 204-1641,2-82-1320,17-94-574,-5 101-69,6-132-452,2-141-3724,1 0-3907</inkml:trace>
</inkml:ink>
</file>

<file path=ppt/ink/ink15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7:09:10.15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300 624 944,'0'0'5336,"5"0"-4469,25-1 2294,49-8 0,34-13-658,-11 2-1961,736-156-51,264-40 667,-1034 206-1046,573-98 1897,-498 64 1598,-94 27 1817,-50 25-5397,0 0 1,0-1-1,-1 1 0,0 0 1,-5 10-1,-7 34-10,0 174 366,9-87 136,-3 180 1155,2-27-1008,0-177-645,-2 55-17,-45 259 0,24-294-4,3-24 0,5 1 0,-12 227 0,33-258 0,-1-82 0,0 1 0,0-1 0,0 0 0,0 1 0,0-1 0,0 1 0,0-1 0,-1 1 0,1-1 0,0 1 0,0 0 0,0 0 0,0 0 0,-1-1 0,1 1 0,0 0 0,0 0 0,-3 1 0,-36-1 0,29 0 0,-19 2-534,0 1-1,-33 8 1,-30 3-288,-364-6-58,280-10 44,72 2 408,-614 7-700,7 43 1564,689-47-403,-348 47 811,6 29 523,352-72-2043,29-9-38,-10-1 524,-1 0 0,1-1 0,0 1 1,-1-1-1,0-1 0,9-8 0,27-20-4545,-35 27-1296</inkml:trace>
</inkml:ink>
</file>

<file path=ppt/ink/ink15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7:09:10.15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5 412 1249,'0'0'5581,"-5"0"-4901,24 0 5241,63 0 873,-8-1-6355,110-15 0,537-87-248,-164 27-211,556-46 1898,-1042 119-1425,-12 2 305,90-14 0,-147 15-619,1 0 1,0-1 0,-1 1-1,1-1 1,-1 0-1,1 0 1,-1 0 0,0 0-1,1 0 1,3-3-1,-5 3 153,-1 0-1,1-1 1,0 1-1,0 0 1,-1-1-1,1 1 1,-1-1-1,1 1 1,-1-1-1,0 1 1,0-1-1,1 0 1,-1 1-1,0-1 1,0 1-1,-1-3 1,1 4 127,41-29-646,-41 28 112,0 1 1,0 0-1,0-1 1,0 1-1,0 0 1,-1 0-1,1-1 1,0 1-1,0 0 1,0-1-1,0 1 1,0 0-1,-1 0 1,1-1 0,0 1-1,0 0 1,0 0-1,-1-1 1,1 1-1,0 0 1,0 0-1,-1-1 1,1 1-1,0 0 1,0 0-1,-1 0 1,1 0-1,0 0 1,-1 0-1,1-1 1,0 1-1,-1 0 1,1 0-1,0 0 1,-1 0-1,1 0 1,0 0-1,-1 0 1,1 0-1,0 0 1,0 1-1,-1-1 1,1 0-1,0 0 1,-1 0-1,0 0 1,-84 0-11299,19 0 1621</inkml:trace>
</inkml:ink>
</file>

<file path=ppt/ink/ink15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7:09:10.15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19 37 1585,'0'0'10666,"-3"-1"-8537,2 0-1931,0 1 0,0-1 0,0 0 0,0 1 0,0-1 1,0 0-1,1 1 0,-1-1 0,0 0 0,0 0 0,1 0 0,-1 0 0,0 0 1,1 0-1,-1 0 0,1 0 0,-1 0 0,1 0 0,0 0 0,-1 0 0,1 0 0,0-2 1,0 3-8,0-1 1,1 0-1,-1 0 1,0 0 0,1 1-1,-1-1 1,1 0 0,-1 1-1,1-1 1,-1 0-1,1 1 1,0-1 0,-1 1-1,1-1 1,0 1-1,0-1 1,-1 1 0,1-1-1,0 1 1,0 0 0,-1-1-1,1 1 1,0 0-1,0 0 1,0 0 0,0 0-1,0-1 1,-1 1 0,1 0-1,0 1 1,0-1-1,0 0 1,1 0 0,1 4-647,-5 9 3904,-3-2-6094</inkml:trace>
</inkml:ink>
</file>

<file path=ppt/ink/ink15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7:09:10.15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0 0 4834</inkml:trace>
</inkml:ink>
</file>

<file path=ppt/ink/ink15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7:09:10.16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4834,'29'110'5155,"-26"-83"9648,-15-4-12369,11-23-2416,1 1 1,0-1-1,0 0 1,-1 1-1,1-1 1,0 0-1,0 1 1,-1-1-1,1 0 0,0 1 1,-1-1-1,1 0 1,0 0-1,-1 0 1,1 1-1,-1-1 1,1 0-1,0 0 1,-1 0-1,1 0 1,-1 0-1,1 0 1,-1 0-1,1 0 1,0 0-1,-1 0 0,1 0 1,-1 0-1,1 0 1,-1 0-1,1 0 1,0 0-1,-1 0 1,1 0-1,-1-1 1,1 1-1,0 0 1,-1 0-1,1 0 1,0-1-1,-1 0 1,1 1-28,0-1 1,1 0-1,-1 0 1,0 0-1,1 1 1,-1-1 0,1 0-1,-1 1 1,1-1-1,0 0 1,-1 1-1,1-1 1,0 1 0,-1-1-1,1 1 1,0-1-1,0 1 1,-1 0-1,1-1 1,0 1 0,0 0-1,0-1 1,1 1-1,-1-1-9,-1 0-44</inkml:trace>
</inkml:ink>
</file>

<file path=ppt/ink/ink15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7:09:10.16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257 0 11941,'0'0'11881,"-22"6"-10788,-74 18-25,89-21-950,-1-1 1,1 1 0,0 0 0,0 0 0,0 1-1,1 0 1,-1 1 0,1-1 0,0 1 0,-5 6-1,8-8-92,0 0 0,1 1 0,-1-1-1,1 1 1,0 0 0,0 0-1,0 0 1,1 0 0,-1 0-1,1 0 1,0 0 0,0 0 0,1 1-1,-1-1 1,1 6 0,0-9-30,1 0 0,-1 0 0,1 0 0,-1 0-1,1 0 1,-1 0 0,1 0 0,0 0 0,-1 0 0,1 0 0,0 0 0,0-1 0,0 1 0,0 0 0,0 0 0,0-1 0,0 1 0,0-1 0,0 1 0,1 0 0,31 13-86,-16-7-23,-12-4 28,1 0 0,0 0 1,0 1-1,-1 0 1,0 0-1,0 1 1,0 0-1,6 7 0,-11-11 71,1 0 0,0 1-1,0-1 1,0 0 0,-1 1 0,1-1-1,-1 1 1,1-1 0,-1 1-1,1-1 1,-1 1 0,0 0-1,0-1 1,0 1 0,0-1-1,0 1 1,0 0 0,0-1-1,-1 1 1,1-1 0,0 1-1,-1-1 1,1 1 0,-1-1-1,0 1 1,0-1 0,1 0-1,-1 1 1,0-1 0,0 0-1,0 1 1,0-1 0,0 0 0,-1 0-1,1 0 1,0 0 0,0 0-1,-1 0 1,-1 0 0,-9 7 93,0-1 1,-1-1 0,-23 9-1,22-10 22,0 1 0,-25 14 0,38-19-296,4-3-2638,43-38-4994,-14 10 882</inkml:trace>
</inkml:ink>
</file>

<file path=ppt/ink/ink15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7:09:10.16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190 1 3794,'0'0'10829,"-5"21"-6187,-98 307 7446,99-318-12061,0 0 0,1 1 0,0-1 1,1 1-1,-2 21 0,4-32-140,-1 1 0,1 0 0,0-1 0,0 1 0,0-1 1,0 1-1,-1 0 0,1-1 0,0 1 0,0-1 0,-1 1 0,1-1 0,-1 1 1,1-1-1,0 1 0,-1-1 0,1 1 0,-1-1 0,1 1 0,-1-1 0,1 0 1,-1 1-1,1-1 0,-1 0 0,0 1 0,1-1 0,-1 0 0,1 0 0,-1 0 1,0 0-1,1 1 0,-2-1 0,-23 0-8111,18 0 5884,-7 0-6035</inkml:trace>
</inkml:ink>
</file>

<file path=ppt/ink/ink15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7:09:10.16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60 8500,'0'0'10477,"21"-8"-8532,-5 2-1668,4-3 413,0 2 0,1 0 0,0 1-1,1 1 1,-1 1 0,27-1 0,-47 5-644,0 0 0,-1 0-1,1 0 1,0 0 0,0 0 0,0 0 0,-1 0-1,1 0 1,0 0 0,0 1 0,0-1 0,-1 0-1,1 0 1,0 1 0,0-1 0,-1 1 0,1-1-1,0 0 1,-1 1 0,1-1 0,-1 1 0,1 0-1,0-1 1,-1 1 0,1-1 0,-1 1 0,1 1-1,0 23-51,-2-8-243,1-16 184,0 0 1,0 0-1,0-1 0,0 1 1,0 0-1,1 0 0,-1 0 1,0 0-1,0 0 0,1-1 1,-1 1-1,0 0 0,1 0 1,-1-1-1,1 1 0,-1 0 1,1-1-1,-1 1 0,1 0 1,0-1-1,-1 1 0,1-1 1,0 1-1,-1-1 0,1 1 1,0-1-1,-1 1 0,1-1 1,0 0-1,0 1 0,1-1 1,2 1-16,-1-1 1,1 0 0,0 0-1,-1 0 1,1 0-1,-1 0 1,1-1 0,4-1-1,59-22-412,-59 21 499,1-1-1,-1 0 1,0-1 0,0 0-1,0 0 1,-1-1 0,13-11-1,-21 30 3464,2 32-3282,0-7-2010,-1-37 1644,0 0 1,0 0 0,0 0-1,0 0 1,0 0-1,0 0 1,1 0 0,-1 0-1,0 0 1,1 0-1,-1 0 1,1 0 0,-1 0-1,1 0 1,0 0 0,-1 0-1,1-1 1,0 1-1,-1 0 1,1-1 0,0 1-1,0 0 1,0-1-1,-1 1 1,1-1 0,0 1-1,0-1 1,0 1-1,0-1 1,1 1 0,35 2-9304,-37-3 9393,26 0-8287</inkml:trace>
</inkml:ink>
</file>

<file path=ppt/ink/ink15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7:09:10.16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193 366 12486,'0'0'9660,"-19"3"-7904,-61 12-551,75-14-1080,0 1-1,0-1 1,0 1-1,0 1 0,0-1 1,1 1-1,-1 0 1,1 0-1,0 0 0,0 0 1,0 1-1,0 0 1,1-1-1,-1 1 0,1 1 1,0-1-1,0 0 1,0 1-1,1 0 0,0 0 1,0-1-1,0 1 0,-1 7 1,2-11-127,1 0 1,-1 0-1,1 1 1,-1-1-1,1 0 1,0 0-1,-1 1 1,1-1-1,0 0 1,0 0-1,0 1 1,0-1-1,0 0 1,0 1-1,0-1 1,1 0-1,-1 0 1,0 1-1,1-1 1,-1 0-1,1 0 1,-1 0-1,1 0 1,0 1-1,-1-1 1,1 0-1,0 0 1,0 0-1,0 0 1,0-1-1,0 1 0,0 0 1,0 0-1,0 0 1,0-1-1,0 1 1,0-1-1,0 1 1,1-1-1,-1 1 1,2-1-1,4 1-71,1 0-1,-1-1 0,1 0 1,0 0-1,-1-1 1,9-1-1,-8 0-57,0 0 0,-1-1 0,1 0 0,-1 0 0,1 0 0,-1-1 0,0 0 0,8-7 0,57-47-1042,-42 31 692,-2 4-164,-1-2 0,-1 0 0,-2-2 0,33-46 1,-46 56 595,-1 0 0,0-1 0,12-35 0,-17 38 759,-1 0 0,0 0 0,-2-1 0,1 1 0,-1-27 931,-25 57-558,-9 17-406,0 2 0,3 1 0,0 1-1,3 1 1,-31 56 0,50-78-671,1 0 1,1 0-1,0 1 1,1 0 0,0 0-1,2 0 1,0 1-1,0-1 1,2 1-1,1 16 1,-1-31-36,0 0 1,0 0 0,1 0-1,-1-1 1,1 1-1,-1 0 1,1 0 0,0 0-1,0-1 1,-1 1 0,1 0-1,0-1 1,1 1-1,-1 0 1,0-1 0,0 0-1,1 1 1,-1-1-1,1 0 1,-1 1 0,1-1-1,-1 0 1,1 0-1,0-1 1,0 1 0,-1 0-1,1 0 1,0-1-1,0 1 1,0-1 0,0 0-1,2 1 1,8 1-163,1-1 0,-1 0 0,24-2 0,-22 0 54,-1 0-85,1-1 1,-1 0-1,0-1 0,0 0 1,0-1-1,19-9 1,-24 10 89,0-1-1,0 0 1,0-1-1,-1 1 1,1-2 0,-1 1-1,0-1 1,-1 0 0,0 0-1,10-13 1,-13 14 165,-1 0 0,-1-1 0,1 1 0,-1 0 0,0-1 0,0 1 0,0 0 0,-1-1 0,0 1 0,0-1 0,0 1 0,-1-1 0,-2-7-1,1 11 16,-1 0 0,0 0 0,0 1 0,0-1 0,0 1-1,0 0 1,0 0 0,0 0 0,0 0 0,-1 0-1,1 1 1,0 0 0,-1-1 0,1 1 0,0 1-1,0-1 1,-1 0 0,1 1 0,0-1 0,0 1-1,-1 0 1,1 0 0,0 1 0,-3 1 0,2 2-26,1 1 0,-1 1 1,1-1-1,0 1 1,1-1-1,-1 1 0,1 0 1,1 0-1,-1-1 1,1 1-1,0 1 0,1-1 1,0 0-1,0 0 0,0 0 1,1 0-1,2 10 1,-2-15-93,1 0 1,-1 0 0,0 0-1,0 0 1,1-1 0,0 1-1,-1 0 1,1-1 0,0 1 0,0-1-1,-1 1 1,1-1 0,0 0-1,0 0 1,1 0 0,-1 0-1,0 0 1,0-1 0,0 1 0,1 0-1,-1-1 1,0 0 0,0 1-1,1-1 1,3-1 0,4 2-349,0-1 1,0 0-1,-1-1 0,20-3 1,-17 0-56,0 0 1,0-1-1,-1-1 1,1 0-1,17-13 1,-21 14 438,-2 0 1,1 0-1,-1-1 1,1 0 0,-2 0-1,1 0 1,-1-1-1,0 0 1,7-11-1,-10 13 6027,-2 11-3422,-2 20-2743,2-25 175,0 0-1,0 0 0,0-1 0,0 1 0,0 0 0,0 0 0,0 0 0,0 0 0,1-1 0,-1 1 1,0 0-1,1 0 0,-1 0 0,0-1 0,1 1 0,-1 0 0,1-1 0,-1 1 0,1 0 0,0-1 0,-1 1 1,1 0-1,0-1 0,-1 1 0,2 0 0,6 1-157,1-1-1,-1 1 1,1-1-1,0-1 1,-1 1 0,15-2-1,-21 1 133,0 0 0,0 0 0,0 0 0,0 0-1,0-1 1,0 1 0,0-1 0,0 1 0,0-1 0,0 0-1,0 1 1,0-1 0,0 0 0,0 0 0,0 0 0,-1-1-1,1 1 1,0 0 0,-1-1 0,1 1 0,-1-1-1,0 1 1,1-1 0,-1 0 0,0 0 0,0 1 0,0-1-1,0 0 1,0 0 0,-1 0 0,1 0 0,-1 0 0,1-3-1,-1 5 52,0 0 0,0 0 0,0-1 0,0 1 0,0 0 0,0 0-1,0-1 1,0 1 0,0 0 0,0 0 0,1 0 0,-1-1 0,0 1 0,0 0-1,0 0 1,0 0 0,0-1 0,0 1 0,0 0 0,1 0 0,-1 0 0,0-1-1,0 1 1,0 0 0,0 0 0,1 0 0,-1 0 0,0 0 0,0 0 0,0-1-1,1 1 1,-1 0 0,0 0 0,0 0 0,0 0 0,1 0 0,-1 0 0,0 0-1,0 0 1,1 0 0,-1 0 0,0 0 0,0 0 0,0 0 0,1 0 0,-1 0-1,0 0 1,0 0 0,1 0 0,-1 1 0,0-1 0,0 0 0,0 0 0,1 0-1,-1 0 1,0 0 0,0 0 0,0 1 0,1-1 0,9 9 372,5 28-3797,-14-35 2885,1 0 1,-1-1 0,0 1 0,1-1 0,-1 0 0,0 1-1,1-1 1,0 0 0,-1 0 0,1 0 0,0 0 0,0 0-1,-1 0 1,1-1 0,0 1 0,0-1 0,0 1-1,3 0 1,21-1-7738</inkml:trace>
</inkml:ink>
</file>

<file path=ppt/ink/ink15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7:09:10.16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66 1 6307,'0'0'16877,"-9"22"-14793,-28 72-342,32-80-1328,1-1 1,1 1 0,0 0 0,1 0 0,0 0-1,1 0 1,1 0 0,3 27 0,-1 6-205,-2-44-250,-1 0 0,1 0-1,0 0 1,0-1 0,0 1 0,1 0 0,-1 0 0,1 0 0,-1 0 0,1-1-1,0 1 1,0 0 0,0-1 0,1 1 0,-1-1 0,0 1 0,1-1-1,0 0 1,3 4 0,-1-4-562,1 0 0,-1 0 0,1-1 0,0 1 0,-1-1 0,1 0 0,0-1 0,0 1-1,-1-1 1,1 0 0,7-1 0,9-1-4189,-1-9-2554</inkml:trace>
</inkml:ink>
</file>

<file path=ppt/ink/ink15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7:09:10.16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23 2865,'0'0'19753,"128"-14"-18184,-94 10-801,0 1-704,-14 1-64,-6 2-1248</inkml:trace>
</inkml:ink>
</file>

<file path=ppt/ink/ink15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7:09:10.167"/>
    </inkml:context>
    <inkml:brush xml:id="br0">
      <inkml:brushProperty name="width" value="0.5" units="cm"/>
      <inkml:brushProperty name="height" value="1" units="cm"/>
      <inkml:brushProperty name="color" value="#E6E6E6"/>
      <inkml:brushProperty name="tip" value="rectangle"/>
      <inkml:brushProperty name="rasterOp" value="maskPen"/>
    </inkml:brush>
  </inkml:definitions>
  <inkml:trace contextRef="#ctx0" brushRef="#br0">28 47 176,'-28'-43'7195,"294"39"-6756,200 4-5,-290 12-369,107 3-13,220 14 7,-214-16-45,-31-4-23,326 23 36,-396-30-20,200-4-14,-191-26 14,-50 4-11,-106 19 42,88-6 804,-129 42-386,-1-24-430,0-1 0,-1 1 0,0 0-1,0 0 1,0-1 0,-1 1 0,0-1-1,-1 0 1,1 0 0,-6 7 0,-47 56 48,34-48-28,0-2 0,-2-1 0,-47 29 1,37-26 27,-37 30 0,-193 148 92,254-192-157,-1 0 0,0 0 0,-1-1 0,1 0 0,-1-1 0,-1 0 0,1-1 0,0 0 0,-19 2 0,-16 1 38,-56 2 0,78-8-18,-501 4 992,286-8-625,40 4-352,-298-4 40,302-10-96,-54-1-14,-220 14-46,440 1 50,-47 9 0,46-5 78,-53 2-1,31-9 25,-31 1-139,77 2 61,0 0-1,1 0 1,-1 0 0,1 1-1,-1 0 1,1 0-1,0 0 1,0 1 0,-9 5-1,-45 39-60,42-32 74,-40 26 0,58-41-16,-1 1-1,1-1 1,-1 0-1,1 0 1,0 0-1,-1 0 1,1 1 0,-1-1-1,1 0 1,-1 0-1,1 1 1,-1-1 0,1 0-1,0 1 1,-1-1-1,1 0 1,0 1-1,-1-1 1,1 1 0,0-1-1,0 0 1,-1 1-1,1-1 1,0 1 0,0-1-1,0 1 1,0-1-1,-1 1 1,1-1-1,0 1 1,0-1 0,0 1-1,0-1 1,0 1-1,0-1 1,0 1-1,1-1 1,-1 1 0,0-1-1,0 1 1,23 11-5,47 1 122,-63-13-85,278 35 628,301-2 0,199-55-633,-33 4-16,-278 13 42,-75-4-44,-45-2 355,-341 11-237,41 0 1567,-101 1-2304,17 5-1058</inkml:trace>
</inkml:ink>
</file>

<file path=ppt/ink/ink15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7:09:10.168"/>
    </inkml:context>
    <inkml:brush xml:id="br0">
      <inkml:brushProperty name="width" value="0.5" units="cm"/>
      <inkml:brushProperty name="height" value="1" units="cm"/>
      <inkml:brushProperty name="color" value="#E6E6E6"/>
      <inkml:brushProperty name="tip" value="rectangle"/>
      <inkml:brushProperty name="rasterOp" value="maskPen"/>
    </inkml:brush>
  </inkml:definitions>
  <inkml:trace contextRef="#ctx0" brushRef="#br0">1 2368 864,'0'0'5163,"14"-13"-4464,46-41-86,-58 53-560,0-1 0,0 0-1,0 1 1,0-1-1,1 1 1,-1 0-1,0 0 1,1 0 0,-1 0-1,0 0 1,1 0-1,-1 1 1,1-1-1,0 1 1,-1 0 0,1-1-1,-1 1 1,1 1-1,-1-1 1,1 0-1,-1 0 1,1 1 0,-1 0-1,1-1 1,-1 1-1,1 0 1,-1 0-1,0 0 1,1 1 0,-1-1-1,0 0 1,0 1-1,0 0 1,0-1 0,2 3-1,6 4 3,0-3-30,-1 0-1,1-1 1,0 0 0,0 0-1,0-1 1,0-1 0,0 1 0,15 0-1,10-1 130,43-3 0,-20 0 66,82-6 169,197-36 0,-115 12-335,1543-64-22,-1745 95-32,215-5 38,-188 1-23,-1-1 0,88-24 0,-99 14 77,-33 15-88,-1-1 0,0 0 0,1 1 0,-1-1 0,0 0-1,0 0 1,1 0 0,-1 0 0,0 0 0,0-1 0,0 1 0,0 0-1,-1 0 1,1-1 0,0 1 0,0 0 0,-1-1 0,1 1-1,-1-1 1,1-1 0,2 1-12,0 0 0,0 1 0,0-1 0,0 1-1,1 0 1,-1 0 0,0 0 0,1 0 0,-1 0 0,0 1 0,1-1 0,5 1-1,-3 0-5,85-20-994,129-43-1,-194 50 963,-26 13 48,0-1 1,0 1-1,0 0 0,0 0 0,0-1 0,0 1 1,0 0-1,0-1 0,0 1 0,-1 0 0,1 0 0,0-1 1,0 1-1,0 0 0,0 0 0,0-1 0,0 1 0,-1 0 1,1 0-1,0-1 0,0 1 0,0 0 0,0 0 0,-1 0 1,1-1-1,0 1 0,0 0 0,-1 0 0,1 0 0,0 0 1,0 0-1,-1 0 0,1-1 0,0 1 0,0 0 1,-1 0-1,1 0 0,0 0 0,-1 0 0,1 0 0,0 0 1,0 0-1,-1 0 0,-53-4 156,-609 34 1117,-4 1 913,538-31-1744,-525-9 176,457-3-512,-249-46 1,441 57-103,-38-11 41,42 12-46,1 0-1,-1 0 0,0 0 0,1-1 1,-1 1-1,0 0 0,1-1 1,-1 1-1,1 0 0,-1-1 0,0 1 1,1-1-1,-1 1 0,1-1 1,0 1-1,-1-1 0,1 0 1,-1 1-1,1-1 0,0 1 0,-1-1 1,1 0-1,0 1 0,0-1 1,0 0-1,-1 1 0,1-1 0,0 0 1,0 1-1,0-1 0,0 0 1,0 0-1,0 1 0,0-1 1,1 0-1,-1 1 0,0-1 0,0 0 1,0 1-1,1-1 0,-1 0 1,0 1-1,1-1 0,-1 1 0,0-1 1,1 0-1,-1 1 0,1-1 1,-1 1-1,1-1 0,-1 1 1,1 0-1,0-1 0,11-8-10,0 1 0,0 1 0,1 0 0,0 0 0,0 1 0,0 1 0,27-7 0,0-1-11,308-100-131,377-69 0,413-1-1126,-925 154 1374,-119 17 69,127-1 238,-246 14 568,13-2-894,-848 62 15,565-30-50,67-9-79,-1041 60 159,1119-80-111,34 1-22,0-5-1,-181-26 0,292 28 13,0-1 0,1 0 0,-1 0-1,1-1 1,-1 1 0,1-1 0,0 0-1,-1 0 1,-5-5 0,10 7-1,0 0 0,-1-1 0,1 1 1,0 0-1,-1-1 0,1 1 0,0-1 0,0 1 1,0 0-1,-1-1 0,1 1 0,0-1 0,0 1 0,0-1 1,0 1-1,0-1 0,0 1 0,0-1 0,0 1 1,0-1-1,0 1 0,0 0 0,0-1 0,0 1 1,0-1-1,0 1 0,0-1 0,1 1 0,-1-1 0,0 1 1,0 0-1,1-1 0,26-19-8,14 2-5,1 1 0,68-18 1,102-13 29,-152 36-20,1375-230-816,-325 65 248,-840 114 1480,-291 60-466,-1036 14-173,25 2-201,634-55-109,155 11 19,188 25 13,5 3-18,1-2-1,-1-2 0,1-3 0,1-1 0,-63-24 1,87 18 13,24 17 9,-1-1 0,1 0 0,0 1 0,-1-1 0,1 0 0,0 1 0,-1-1 0,1 0 0,0 0 0,0 1 1,0-1-1,0 0 0,0 0 0,0 1 0,0-1 0,0 0 0,0 0 0,0 1 0,0-1 0,0 0 0,0 0 0,1 0 0,1-2-6,0 0 1,1 0-1,-1 1 0,0-1 0,1 1 1,0 0-1,-1-1 0,1 1 0,0 1 1,0-1-1,0 0 0,1 1 0,5-3 0,67-24-11,127-28-1,90-2 27,-212 43-12,1351-179-767,-1417 192 761,131-14 3,464-56-20,-554 67 33,-40 5 0,-1-1 0,1-1 0,-1 0 0,1-1 0,18-7 0,-33 10 4,-1-1 0,0 1 0,0 0-1,1-1 1,-1 1 0,0 0 0,0-1-1,0 1 1,1 0 0,-1-1-1,0 1 1,0 0 0,0-1 0,0 1-1,0-1 1,0 1 0,0 0 0,0-1-1,0 1 1,0-1 0,0 1 0,0 0-1,0-1 1,0 1 0,0-1 0,0 1-1,0 0 1,-1-1 0,1 1-1,0 0 1,0-1 0,0 1 0,-1 0-1,1-1 1,0 1 0,0 0 0,-1-1-1,1 1 1,0 0 0,-1 0 0,1-1-1,0 1 1,-1 0 0,1 0-1,0 0 1,-1 0 0,1-1 0,-1 1-1,1 0 1,0 0 0,-1 0 0,1 0-1,-1 0 1,1 0 0,0 0 0,-1 0-1,1 0 1,-1 0 0,1 0 0,-1 1-1,-33-6 16,0 1-1,0 2 1,-54 4-1,19-1 3,-1285 15 13,715-8-10,94-2-9,258-2-7,305-5 2,0-2 1,0 0-1,25-7 0,8-3-10,876-110-2001,-900 122 1410,-66 27-2423,-15-2 831,-5 1-1395</inkml:trace>
</inkml:ink>
</file>

<file path=ppt/ink/ink15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7:09:10.169"/>
    </inkml:context>
    <inkml:brush xml:id="br0">
      <inkml:brushProperty name="width" value="0.5" units="cm"/>
      <inkml:brushProperty name="height" value="1" units="cm"/>
      <inkml:brushProperty name="color" value="#A2D762"/>
      <inkml:brushProperty name="tip" value="rectangle"/>
      <inkml:brushProperty name="rasterOp" value="maskPen"/>
    </inkml:brush>
  </inkml:definitions>
  <inkml:trace contextRef="#ctx0" brushRef="#br0">398 483 64,'0'0'3124,"-7"-13"-2905,-40-66 1104,46 75-1087,-1 0 1,1 0-1,0 0 0,0 0 0,0 0 1,1 0-1,0 0 0,-1 0 0,2-24 2155,-36 28-2114,27 2-270,0 0 0,0 1 0,0 0 0,0 0 0,0 0 0,1 1 0,-15 10 0,-29 13 17,10-16-8,-4 2 15,38-9-17,18-3-5,49-4 136,0-4 1,94-22 0,-19 3 12,354-26-34,4 30-94,36-1-35,93 14 8,-162 55 74,-419-40-77,-22-3-5,1 0 0,0 1 0,-1 2 0,0 0 0,0 0 0,-1 2 0,0 0 0,20 14 0,-25-16 3,-1 0 1,0-1 0,1 0-1,0-1 1,0-1-1,24 4 1,90 4-17,-57-7 11,-47-2 5,-3-1-50,1 1-1,-1 0 0,0 2 1,0 1-1,32 11 1,-51-16 52,0 1 0,0 0 0,0 0 0,0 0 1,-1 0-1,1 0 0,0 0 0,0 0 0,-1 0 0,1 0 1,0 0-1,-1 0 0,1 1 0,-1-1 0,0 0 0,1 0 1,-1 0-1,0 1 0,0-1 0,0 0 0,0 0 1,0 1-1,0-1 0,0 0 0,0 1 0,0-1 0,-1 0 1,1 0-1,0 0 0,-1 1 0,1-1 0,-2 1 1,1 2 2,0 0 1,-1 0 0,0 0-1,0-1 1,0 1 0,0-1-1,-1 1 1,1-1 0,-4 3-1,-17 12 5,-2-2-1,0 0 1,0-2-1,-53 22 0,-118 31 25,183-63-31,-197 59 79,-3-9 0,-2-9 0,-393 30 0,-864-50 267,1455-25 5,-1-1 0,1 0 0,-1-1 0,1-1 0,-21-6 326,-3 7-577,-56 2 33,116-2-135,0-1 1,0-1 0,0-1-1,25-9 1,21-6 5,76-8-6,1 5 0,150-4 1,289 16 5,-401 11-11,1000 42-1485,-1114-35 1409,69 7-307,179 42 0,-307-54 408,1-1 0,-1 2-1,0-1 1,-1 1 0,1 0-1,0 1 1,-1 0 0,0 0-1,0 0 1,9 9-1,-12-10 7,0 1 0,0-1 0,0 1 0,0 0 0,-1 1-1,0-1 1,0 0 0,0 0 0,-1 1 0,1-1-1,-1 1 1,0 0 0,0-1 0,-1 1 0,1 0 0,-1 5-1,0-8-24,0-1 0,0 0 0,1 1 0,-1-1-1,0 0 1,1 1 0,-1-1 0,1 0-1,-1 0 1,1 1 0,0-1 0,-1 0 0,1 0-1,0 0 1,0 0 0,0 0 0,0 0-1,0 0 1,0 0 0,0-1 0,0 1 0,0 0-1,1 0 1,-1-1 0,0 1 0,0-1 0,1 1-1,-1-1 1,2 1 0,52 7 35,-47-8-37,-1 1-1,0 0 1,1 0-1,-1 1 0,10 3 1,-16-5 1,0 0 1,-1 0-1,1 0 1,0 1 0,-1-1-1,1 0 1,0 1-1,-1-1 1,1 0-1,0 1 1,-1-1 0,1 1-1,-1-1 1,1 1-1,-1-1 1,1 1-1,-1-1 1,1 1 0,-1 0-1,0-1 1,1 1-1,-1-1 1,0 1-1,1 0 1,-1-1 0,0 1-1,0 0 1,0 0-1,0-1 1,0 1-1,0 0 1,0-1 0,0 1-1,0 0 1,0 0-1,0 0 1,-1 1 1,-1 0 0,1-1 0,-1 1 0,1 0 0,-1-1 0,1 1-1,-1-1 1,0 0 0,0 1 0,0-1 0,-4 2 0,-64 23 42,67-26-41,-149 39 293,0-6 1,-3-7 0,0-7-1,-167-2 1,263-14-131,0-3 1,1-3-1,-1-2 0,-97-21 1,-105-52-58,-92-23-32,105 51-65,-25-7 231,124 9 141,97 29-315,-79-18-1,11 15-51,28 7-9,-123-39-1,192 45-8,0-2-1,1 0 0,-35-24 1,20 12 7,-6-10-27,35 26-1,-1 0 0,0 0-1,-18-10 1,-10 0-58,-41-11 0,55 21 78,-1-2 1,2 0 0,-1-1 0,1-1-1,-38-27 1,56 35 3,1 0 0,-1 0-1,1-1 1,0 1 0,0-1-1,0 0 1,1 0 0,-1 0-1,1 0 1,0-1 0,0 1-1,1 0 1,-1-1 0,1 1-1,0-1 1,0 0 0,0 1 0,1-1-1,0 0 1,0 0 0,0 1-1,0-1 1,1 0 0,2-8-1,-1 4-5,1 0-1,0 1 1,0-1 0,1 0-1,1 1 1,-1 0-1,1 0 1,0 0-1,1 1 1,0 0 0,12-11-1,5-1-6,1 1-1,1 1 1,0 2-1,2 0 1,-1 2-1,2 1 1,0 1-1,43-11 1,31-1-46,111-12 0,-189 31 57,701-55-1886,3 55-172,-549 15 1685,234 43 0,-192-20 167,58 2 288,314 0 1,-583-36 56,-1 1 0,0-1 0,0 2 0,1-1 0,-1 1 0,0 1 0,0-1 1,14 8-1,-2-3 113,0 0 0,41 6 0,23 7-239,-84-20-10,1 0 0,-1 1 0,0 0 0,1-1 0,-1 1 0,0 0 0,0-1 0,1 1 0,-1 0 0,0 0 0,0 0 0,0 0 0,0 0 0,0 0 0,0 0 0,-1 1 0,1-1 0,0 0 0,0 0 0,-1 1 0,1-1 0,-1 0 1,1 3-1,-1-1 21,1 0 1,-1 0 0,0 0 0,0 0 0,-1 0-1,1 0 1,-1 0 0,1 0 0,-1 0 0,-2 4 0,-1 3 102,0 0 1,-1 0-1,-1-1 1,0 0 0,-8 10-1,-23 26 131,-1-3 0,-2-1 0,-2-2 0,-2-1 0,-1-3 0,-2-2 0,-1-1 0,-60 28 0,27-26-172,-1-3 0,-124 30 0,-182 14 151,31-45-211,-5-30-38,147-3 25,191 3-9,-408-6 5,296-2-22,-157-30 1,168 5 14,97 24-1,-2 1 1,1 1-1,-1 1 0,-55-3 1,-231 20-65,-10 1 123,324-12-60,0 0 0,0 1 0,0-1 0,0 1 0,1 0 0,-1 0 0,0 0 0,1 0 0,-1 0 0,0 0 1,1 0-1,-1 0 0,1 1 0,0-1 0,-1 1 0,1-1 0,0 1 0,0-1 0,0 1 0,-2 3 1,-18 47 3,1-4 58,18-45-16,0 1 0,0-1 0,0 1 0,1 0 0,-1 0 0,1-1 0,0 1 0,0 0 0,1 0 0,-1 1 0,1 5 0,0-8-15,0-1 0,0 1-1,0-1 1,0 1 0,1 0-1,-1-1 1,1 1 0,-1-1-1,1 1 1,-1-1 0,1 1-1,0-1 1,0 1 0,0-1-1,0 0 1,0 0-1,0 1 1,0-1 0,0 0-1,1 0 1,-1 0 0,0 0-1,1 0 1,-1-1 0,1 1-1,-1 0 1,1 0 0,-1-1-1,3 1 1,46 8 156,0-2 0,1-2 0,0-2 1,75-6-1,-76 1-125,183-24-10,-121 10-38,-17 4-36,461-44-399,-418 49 237,861-63-1810,-653 40 1983,163-21 40,-468 44-26,1-2 0,-2-1 0,1-3 0,-2-1 0,0-1 0,0-3 0,37-22 0,-56 28 21,-1 0 0,1-1 0,-2-1 0,0-1-1,-1-1 1,-1 0 0,0-1 0,-1-1 0,-1 0 0,0-1-1,-2-1 1,0 0 0,-1 0 0,-1-1 0,8-26 0,-14 29 3,-1 0 0,0 1 0,-2-1 0,0 0 0,-3-33 0,0 1 194,2 47-209,-1 0-1,1 0 1,-1 0 0,0 0 0,0 0-1,-1 0 1,1 0 0,0 1-1,-1-1 1,0 0 0,1 1 0,-1-1-1,0 1 1,-1 0 0,1-1 0,0 1-1,0 0 1,-1 0 0,0 1-1,1-1 1,-6-2 0,-8-5 10,-1 1 1,-27-9-1,27 11-12,-20-6-11,1 1-1,-1 2 0,-58-6 0,-117 0-2,189 14 11,-53-3 4,-1 4 1,1 4 0,-1 3-1,-104 22 1,14 9 98,-1-7 1,-215 12-1,305-35-92,1 3 0,-105 28-1,44-8-31,-342 86-47,457-109-125,1 1 0,-1 1 0,2 1 0,0 1 0,-31 22 0,50-33 152,-4 3-227,0-1 1,0 0-1,-1-1 1,0 1 0,-11 2-1,-4 1 281</inkml:trace>
</inkml:ink>
</file>

<file path=ppt/ink/ink15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7:09:22.88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38 192,'0'0'4407,"5"-3"-4054,13-5 785,37 1 7626,-33 7-8644,-13 0-1112,76 2 1422,-51 1-6,0-2-1,0-2 1,0 0 0,0-3 0,62-14-1,-81 16-202,-15 14-4059,0 3-2336,0-6-269</inkml:trace>
</inkml:ink>
</file>

<file path=ppt/ink/ink15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7:09:24.32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1649,'0'0'11098,"0"6"-9665,0 110 1848,0-115-3360,1 0 1,-1 0-1,0 1 0,0-1 0,1 0 0,-1 0 0,1 0 0,-1 0 0,1 0 0,-1 0 1,1 0-1,-1 0 0,1 0 0,0 0 0,0-1 0,-1 1 0,1 0 0,0 0 0,1 0 1,13 6-6647,-8-7 1904</inkml:trace>
</inkml:ink>
</file>

<file path=ppt/ink/ink15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7:09:24.55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5186,'0'0'11798,"0"55"-10806,0-28-560,0 0-271,0-2-113,0-3-48,0-1-81,0-3-943,0-5-1473,0-2-1489,0-6-1280</inkml:trace>
</inkml:ink>
</file>

<file path=ppt/ink/ink15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7:09:24.79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27 0 5410,'0'0'13271,"-20"120"-12631,13-95-416,7-5-224,0 0-16,0-4-224,0 0-1585,0-7-896,14-2-1345,-1-7-976,1 0-545</inkml:trace>
</inkml:ink>
</file>

<file path=ppt/ink/ink15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7:09:24.99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 0 5907,'0'0'13702,"-7"93"-13158,1-73-432,6-2-112,0-2-48,0 0-656,0-5-1473,0-4-1777,0-2-1568</inkml:trace>
</inkml:ink>
</file>

<file path=ppt/ink/ink15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7:09:25.21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4306,'0'0'16456,"0"67"-15768,0-49-416,0-2-240,0 0-32,0-3-112,0-1-1121,0-3-928,0-5-1856</inkml:trace>
</inkml:ink>
</file>

<file path=ppt/ink/ink15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7:09:25.38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1697,'0'0'19016,"27"16"-17703,-27 22-272,0 7-273,-7-2-592,-6-4-160,13-3-16,-7-5-2065,7-4-2785,0-6-5315</inkml:trace>
</inkml:ink>
</file>

<file path=ppt/ink/ink15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7:09:26.53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 70 3554,'0'0'10444,"-3"-3"-8864,3 2-1493,-1 1 0,0-1 0,1 0 0,-1 0 0,0 0 1,1 0-1,-1 1 0,1-1 0,0 0 0,-1 0 0,1 0 0,0 0 0,-1 0 1,1 0-1,0 0 0,0 0 0,0 0 0,0 0 0,0 0 0,0 0 0,0-1 1,0 1-1,1 0 0,-1 0 0,0 0 0,0 0 0,1 1 0,-1-1 1,1 0-1,-1 0 0,1 0 0,-1 0 0,1 0 0,1-1 0,1 0 73,0-1 0,0 1 0,1 0 0,-1 0 0,1 0 0,0 0 1,0 1-1,-1 0 0,8-2 0,8-1 201,0 0-1,1 2 1,25-1 0,-44 4-360,0-1 0,1 1 0,-1-1 0,0 1-1,1-1 1,-1 1 0,0 0 0,0 0 0,0 0 0,0 0-1,0-1 1,0 1 0,0 1 0,0-1 0,0 0 0,0 0-1,-1 0 1,1 0 0,0 1 0,-1-1 0,1 0 0,-1 1-1,1-1 1,-1 0 0,0 1 0,1-1 0,-1 0-1,0 1 1,0-1 0,0 1 0,0-1 0,0 1 0,-1-1-1,1 2 1,0 3 22,-1 0 0,1-1 0,-1 1 0,0 0 0,0 0-1,-1-1 1,1 1 0,-4 5 0,0-3 14,-1 0 1,1-1-1,-1 0 0,-12 10 1,-13 17 68,31-34-94,0 1-1,-1-1 0,1 1 0,0-1 0,0 0 0,0 1 0,0-1 0,0 1 0,0-1 0,0 1 0,0-1 0,0 1 0,0-1 0,0 1 0,0-1 0,0 1 0,0-1 1,0 1-1,0-1 0,1 1 0,-1-1 0,0 1 0,0-1 0,0 0 0,1 1 0,-1-1 0,0 1 0,1-1 0,-1 0 0,0 1 0,1-1 0,-1 0 0,1 1 0,-1-1 1,0 0-1,1 0 0,-1 0 0,1 1 0,-1-1 0,1 0 0,-1 0 0,1 0 0,-1 0 0,1 0 0,0 0 0,28 8 542,-23-6-366,8 1-156,0 0 0,0 0 0,0-1 0,0-1 0,19-1-1,12 0-2601,-3-1-4052,-21 1-565</inkml:trace>
</inkml:ink>
</file>

<file path=ppt/ink/ink15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7:09:26.94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13 5603,'0'0'10989,"15"-8"-8810,-9 6-1826,1 1-1,1 0 0,-1 1 1,0 0-1,9 0 0,-2 1 50,-13-1-398,0 0 0,0 0 0,-1 1-1,1-1 1,0 0 0,0 1 0,0-1 0,-1 1-1,1-1 1,0 1 0,-1-1 0,1 1 0,0-1-1,-1 1 1,1 0 0,-1 0 0,1-1 0,-1 1 0,1 0-1,-1 0 1,1-1 0,-1 1 0,0 0 0,1 0-1,-1 0 1,0 0 0,0-1 0,0 1 0,0 0-1,0 0 1,0 0 0,0 0 0,0 0 0,0 0 0,0 0-1,0-1 1,0 1 0,-1 1 0,1 0 12,-2 6 2,1-1 0,-1 0 0,0 1-1,-1-1 1,1 0 0,-2-1 0,1 1-1,-1 0 1,0-1 0,0 0 0,0 0-1,-1 0 1,0 0 0,-8 6 0,-8 12 20,20-23-39,0 0 1,0 0-1,0 0 0,0 0 1,0 0-1,1 0 1,-1 0-1,0 0 1,1 0-1,-1 0 1,0 0-1,1 1 1,0-1-1,-1 0 0,1 0 1,0 0-1,-1 1 1,1-1-1,0 0 1,0 0-1,0 1 1,0-1-1,0 0 1,1 2-1,0-2 6,0 0 0,0 0 0,0 0-1,0-1 1,0 1 0,0-1 0,0 1 0,0-1 0,0 1 0,1-1-1,-1 1 1,0-1 0,0 0 0,0 0 0,1 0 0,-1 0 0,0 0-1,0 0 1,2 0 0,9-1 16,-1 0 0,1-1 1,20-7-1,27-10-406,83-29-7469,-94 30 1435</inkml:trace>
</inkml:ink>
</file>

<file path=ppt/ink/ink15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7:09:27.36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16 8020,'0'0'12096,"8"-3"-11386,0 0-592,-1 0 0,0 1 1,1 1-1,-1-1 0,1 1 1,0 0-1,-1 1 0,12 0 1,-17 0-102,1 1 0,-1-1 0,1 0 0,-1 1 0,0-1 0,1 1 0,-1 0 0,0 0 0,1 0 1,-1 0-1,0 0 0,0 0 0,0 1 0,0-1 0,0 1 0,0-1 0,0 1 0,-1 0 0,1 0 0,-1-1 0,1 1 0,-1 0 0,0 1 0,1-1 0,-1 0 1,0 0-1,0 0 0,-1 1 0,1-1 0,0 0 0,-1 1 0,0-1 0,1 1 0,-1-1 0,0 1 0,0 1 0,-1 2-6,1-1 1,-1 0-1,0 0 0,0 0 0,0 0 0,-1 0 0,0 0 0,0 0 1,0-1-1,0 1 0,-5 5 0,-39 47 133,35-46-120,2 0 0,-1 1 0,2-1 0,-8 15 0,16-26-22,-1 0-1,1 1 1,0-1 0,0 0 0,0 1-1,0-1 1,-1 1 0,1-1 0,0 0-1,0 1 1,0-1 0,0 0 0,0 1-1,0-1 1,0 1 0,0-1-1,0 0 1,0 1 0,1-1 0,-1 0-1,0 1 1,0-1 0,0 0 0,0 1-1,0-1 1,1 0 0,-1 1 0,0-1-1,0 0 1,1 1 0,-1-1 0,0 0-1,0 0 1,1 1 0,-1-1 0,20 6 85,36-6-71,-38-1-163,14 1-645,-4 1-1455,0-1 1,0-2-1,30-5 1,-10-8-4032</inkml:trace>
</inkml:ink>
</file>

<file path=ppt/ink/ink15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7:09:27.78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 29 7684,'0'0'13315,"0"0"-13256,-1-1 0,1 0 0,0 1 1,0-1-1,0 0 0,0 1 0,0-1 0,0 1 0,0-1 0,0 0 0,0 1 1,0-1-1,0 0 0,1 1 0,-1-1 0,0 0 0,0 1 0,1-1 1,-1 1-1,0-1 0,1 1 0,-1-1 0,1 0 0,7-2 136,-1 1 1,1 0-1,-1 0 0,1 0 0,0 1 0,0 0 0,0 1 1,0 0-1,10 1 0,-9-1-4,-7 0-188,-1 0 1,0 0 0,1 0-1,-1 0 1,0 0 0,1 0 0,-1 0-1,0 1 1,0-1 0,1 0-1,-1 1 1,0-1 0,1 1 0,-1 0-1,0-1 1,0 1 0,0 0-1,0-1 1,0 1 0,0 0 0,0 0-1,0 0 1,0 0 0,0 0-1,0 0 1,-1 0 0,1 1 0,1 1-1,-1 1-5,-1 1-1,1-1 1,0 1-1,-1 0 1,0-1-1,-1 10 1,0 5 37,0-16-30,0 1-1,0-1 1,-1 0 0,1 0-1,-1 0 1,0 0 0,0 0-1,0 0 1,0 0-1,0-1 1,-1 1 0,1-1-1,-1 0 1,1 1 0,-1-1-1,0 0 1,0-1 0,-4 3-1,-22 20 1,83-12-4204,-38-7 2914,-4-2-1775,-1 0-1,1 0 1,23 1 0,-14-4-2105</inkml:trace>
</inkml:ink>
</file>

<file path=ppt/ink/ink15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7:09:28.17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 49 6035,'0'0'12859,"-2"-7"-12067,3-22-251,0 28-509,-1 0 1,1 0-1,0 0 1,-1 1 0,1-1-1,0 0 1,-1 0-1,1 1 1,0-1-1,0 1 1,0-1-1,0 1 1,-1-1-1,1 1 1,0-1 0,0 1-1,0 0 1,0-1-1,0 1 1,0 0-1,0 0 1,0 0-1,0 0 1,0 0 0,0 0-1,0 0 1,0 0-1,0 0 1,0 0-1,0 1 1,0-1-1,0 0 1,0 1 0,0-1-1,0 0 1,1 2-1,0-1-20,-1 0 0,0 0 0,0 0 0,0 0 0,-1 0-1,1 1 1,0-1 0,0 0 0,-1 1 0,1-1 0,0 0 0,-1 1 0,0-1-1,1 0 1,-1 1 0,0-1 0,1 1 0,-1-1 0,0 3 0,1 35 66,-1-34-58,0 6 157,-1 1 0,0-1 1,0 1-1,-1-1 0,-1 0 0,0 1 0,-6 15 0,7-21-61,0 1 0,1-1 0,0 1 0,0-1 0,1 1 0,0 10 0,0-12-48,2-4-32,0 0 0,0 0 1,0 0-1,0-1 0,0 1 0,0 0 0,0-1 0,0 0 0,0 1 0,0-1 0,0 0 0,1 0 0,-1 0 0,0 0 0,4-1 0,-1 0-7,31 3-68,-18-1-657,1-1 0,27-3 0,-41 2-282,0 0 0,0 0 0,0 0 0,0-1 0,-1 0 0,1 0 0,9-5 0,14-16-8539</inkml:trace>
</inkml:ink>
</file>

<file path=ppt/ink/ink15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7:09:29.34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31 46 3249,'0'0'11032,"-6"-6"-8836,-17-15-283,23 21-1816,0 0 0,0 0 0,0 0 0,0 0 0,-1 0 0,1-1 0,0 1 0,0 0 0,0 0 0,0 0 0,0 0 0,0-1 0,-1 1 0,1 0 0,0 0 0,0 0 0,0 0 0,0-1 0,0 1 0,0 0 0,0 0 0,0 0 0,0-1 0,0 1 0,0 0 0,0 0 0,0 0 0,0-1 0,0 1 0,0 0 0,0 0 0,0 0 0,0 0 0,0-1 0,1 1 0,-1 0 0,0 0 0,0 0 0,0 0 0,0-1 0,0 1 0,0 0 0,0 0 0,1 0 0,-1 0 0,0-1 0,13-4 968,15 2-1193,-27 3 400,100-3 755,-101 3-1030,1 0 0,0 0 0,-1 1 0,1-1 0,0 0 0,-1 0 0,1 0 0,0 0 0,-1 1 0,1-1 0,0 0 0,-1 1 0,1-1 0,0 0 0,-1 1 0,1-1 0,-1 1 0,1-1 0,-1 1 0,1-1 0,-1 1 0,0-1 0,1 1 0,-1 0 0,0-1 0,1 1 0,-1 0 0,0-1 0,1 1 0,-1 0 0,0-1 0,0 1 0,0 0 0,0-1 0,0 1 0,0 0 0,0-1 0,0 1 0,0 0 0,0-1 0,0 1 0,0 0 0,-1 0 0,1 0 0,-1 2 16,1-1 0,-1 1 0,0-1 0,0 1 0,0-1 0,0 0 0,0 1 0,-1-1 0,1 0 0,-3 3 0,-48 30 94,66-34-134,0 1 0,0 1 1,0 0-1,-1 1 1,1 0-1,19 10 0,-30-13 22,0 0 0,0 1-1,-1-1 1,1 1 0,0-1-1,-1 1 1,1 0 0,-1 0-1,0 0 1,0 0-1,0 0 1,0 1 0,0-1-1,0 1 1,0-1 0,-1 1-1,1-1 1,-1 1 0,0 0-1,0 0 1,0 0 0,0 0-1,0 0 1,-1 0 0,0 0-1,1 0 1,-1 0 0,0 0-1,0 0 1,-1 0 0,1 0-1,0 0 1,-1 0 0,0 0-1,0 0 1,0 0-1,-2 5 1,-2-1 50,0 0 0,0 0 0,-1 0 1,1 0-1,-1-1 0,-1 0 0,1 0 0,-15 9 0,-66 39 889,69-44-623,13-8-233,3 0-40,-1 0 1,0 0-1,0-1 0,0 0 0,0 1 0,0-1 0,0 0 0,-1 0 0,-4 0 0,6-1-75,3-10-893,0 0-1,0-1 1,1 1 0,0 0 0,1 0-1,0 1 1,0-1 0,10-17-1,26-37-10070,-19 34 3648</inkml:trace>
</inkml:ink>
</file>

<file path=ppt/ink/ink15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7:09:29.84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3458,'0'0'16063,"24"2"-14289,-14-1-1620,31 2 479,0 1 0,-1 3 0,53 14 1,-92-21-624,1 0 1,-1 1 0,1-1 0,-1 0 0,0 1-1,1-1 1,-1 0 0,0 1 0,0 0 0,1-1-1,-1 1 1,0 0 0,0 0 0,0-1-1,0 1 1,0 0 0,0 0 0,0 0 0,0 0-1,0 0 1,-1 1 0,1-1 0,0 0 0,0 0-1,-1 0 1,1 1 0,-1-1 0,0 0-1,1 1 1,-1-1 0,0 0 0,0 1 0,1-1-1,-1 0 1,0 1 0,0-1 0,-1 1 0,1-1-1,0 0 1,0 1 0,-1-1 0,1 0-1,-1 1 1,1-1 0,-1 0 0,1 0 0,-2 2-1,-2 3 64,0-1-1,0 0 1,-1 0-1,1-1 1,-1 1-1,0-1 1,0 0-1,-10 6 1,-9 3 107,-1 0 1,-47 15-1,66-23-703,18-2 95,16-2-9,8-2 157,-13 0 57,0 1 1,-1 1-1,1 0 1,-1 2-1,1 1 1,25 7-1,-47-11 207,1 1 0,-1-1 0,0 0 0,0 0 0,0 1 0,0-1 0,0 0 0,0 1 0,0-1 0,0 1 0,0 0 0,0-1-1,0 1 1,0 0 0,-1-1 0,1 1 0,0 0 0,0 0 0,-1 0 0,1 0 0,0 0 0,-1-1 0,1 1 0,-1 0 0,1 1 0,-1-1 0,0 0-1,1 0 1,-1 0 0,0 0 0,0 0 0,0 0 0,0 0 0,0 0 0,0 1 0,0-1 0,0 0 0,0 0 0,0 0 0,-1 0 0,1 0 0,0 0-1,-1 0 1,0 1 0,-1 1 63,0 0 0,0-1 0,0 1 0,0-1 0,0 0-1,-1 1 1,0-1 0,1 0 0,-1 0 0,0-1 0,0 1 0,0-1-1,-5 3 1,-45 9 1229,38-10-1057,0 0 1,0 1-1,-19 9 1,49-11-8767,15-2 2312</inkml:trace>
</inkml:ink>
</file>

<file path=ppt/ink/ink15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7:09:30.32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38 27 12534,'0'0'13056,"11"-5"-12989,12-1-67,0 1 0,1 1 0,-1 1 0,1 1 0,36 2 0,-59-1-4,0 1 0,0 0 0,0 0 0,0 0 0,0 0 0,0 0 0,0 0 0,0 0 0,0 0 0,0 0 0,0 1 0,-1-1 0,1 0 0,0 0 0,0 1 0,0-1 1,0 1-1,0-1 0,0 1 0,0-1 0,-1 1 0,1 0 0,0-1 0,-1 1 0,1 0 0,0 0 0,-1-1 0,1 1 0,-1 0 0,1 0 0,-1 0 0,1 0 0,-1 0 0,0-1 0,1 1 0,-1 2 0,0-2 5,0 1 1,-1 0-1,1 0 0,-1 0 1,0 0-1,0-1 0,1 1 1,-1 0-1,0-1 1,0 1-1,-1-1 0,1 1 1,0-1-1,0 1 0,-1-1 1,1 0-1,-1 0 0,1 1 1,-4 0-1,-19 12 65,-2-1 1,0-1-1,-37 12 0,-15 6 53,65-22-140,15-3-107,23-1 13,207-4-1870,-232 0 1975,1 0-1,-1 0 0,1 0 0,-1 0 1,0 0-1,1 1 0,-1-1 1,1 0-1,-1 0 0,1 0 1,-1 1-1,0-1 0,1 0 1,-1 0-1,1 1 0,-1-1 1,0 0-1,1 1 0,-1-1 1,0 1-1,0-1 0,1 0 1,-1 1-1,0-1 0,0 1 1,1-1-1,-1 0 0,0 1 1,0-1-1,0 1 0,0-1 1,0 1-1,0-1 0,0 1 1,0-1-1,0 1 0,0-1 1,0 1-1,0-1 0,0 1 1,0-1-1,0 1 0,-1-1 1,1 0-1,0 1 0,0-1 1,0 1-1,-1-1 0,1 0 1,0 1-1,-1-1 0,1 1 1,0-1-1,-1 0 0,1 0 1,0 1-1,-1-1 0,0 1 1,-10 6 128,-1 0 1,0-1-1,0 0 1,-1-1-1,0 0 1,0-1-1,0 0 1,-17 2-1,-19 6 848,31-7-658,12-4-207,-1 1-1,1 0 1,0 0 0,0 0 0,0 1 0,-6 3 0,12-6-173,0 0-1,1 0 1,-1 0-1,0 0 1,0 0-1,0 0 1,0 0 0,0 0-1,0 0 1,0 0-1,0 0 1,1 0-1,-1 0 1,0 0-1,0 0 1,0 0-1,0 0 1,0 0-1,0 0 1,0 0-1,0 1 1,0-1-1,0 0 1,1 0 0,-1 0-1,0 0 1,0 0-1,0 0 1,0 0-1,0 0 1,0 0-1,0 0 1,0 1-1,0-1 1,0 0-1,0 0 1,0 0-1,0 0 1,0 0-1,0 0 1,0 0 0,0 0-1,0 1 1,0-1-1,0 0 1,0 0-1,0 0 1,0 0-1,0 0 1,0 0-1,0 0 1,0 0-1,0 0 1,0 1-1,0-1 1,0 0-1,0 0 1,0 0 0,-1 0-1,1 0 1,12 1-4443,-11-1 4145,24 0-7738</inkml:trace>
</inkml:ink>
</file>

<file path=ppt/ink/ink15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7:09:30.84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56 12822,'0'0'12120,"15"-9"-11669,54-25 5,-64 31-403,-1 2 0,1-1 0,-1 0-1,1 1 1,0 0 0,0 0 0,0 0 0,0 1 0,-1 0-1,1 0 1,0 0 0,0 0 0,8 2 0,-12-1-35,1 0 0,-1-1-1,1 1 1,-1 0 0,1 0 0,-1 0 0,0 0 0,0 0 0,1 1 0,-1-1-1,0 0 1,0 0 0,0 1 0,0-1 0,0 1 0,-1-1 0,1 1 0,0-1-1,-1 1 1,1-1 0,-1 1 0,1 0 0,-1-1 0,0 1 0,0 0-1,0-1 1,0 1 0,0 0 0,0-1 0,0 1 0,0 0 0,-1-1 0,0 3-1,0 0 39,0 0-1,-1-1 0,0 1 0,1 0 0,-2-1 0,1 0 1,0 1-1,0-1 0,-1 0 0,0 0 0,0 0 0,0-1 1,0 1-1,0-1 0,0 1 0,-5 1 0,-68 35 754,49-26-504,128 6-852,-89-17 287,0 1 0,0 0 0,16 8-1,-26-11 212,0 1 0,0 0 0,0 0 0,-1 0 0,1 1 0,0-1 0,-1 0 0,1 1-1,0-1 1,-1 1 0,0-1 0,3 4 0,-4-4 41,0 0 0,1 0-1,-1 0 1,0 0 0,0 0 0,0 0-1,0 0 1,0 0 0,0 0 0,0 0-1,0 0 1,0 0 0,0 0-1,-1 0 1,1 0 0,0 0 0,-1 0-1,1 0 1,-1 0 0,1 0 0,-1 0-1,1 0 1,-1 0 0,0-1 0,1 1-1,-1 0 1,-1 1 0,-4 3 169,0 0 0,-1-1 0,0 0 0,0 0 0,0 0 0,0-1 0,0 0 1,-1 0-1,-14 3 0,14-4 229,0 0 0,0 1 0,0 0 0,0 0 1,1 1-1,-1 0 0,1 0 0,-13 10 0,17-5-3568,25-4-23684</inkml:trace>
</inkml:ink>
</file>

<file path=ppt/ink/ink15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7:09:52.87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380 937 608,'0'0'18926,"-5"-3"-17872,-6-3-417,0 1-1,0 0 0,-1 1 1,0 0-1,0 1 1,0 0-1,0 1 1,-24-2-1,5 3-364,0 1 0,-51 5 0,77-4-276,0 0 1,1 0-1,-1 0 0,0 1 0,0 0 0,1-1 0,-1 2 0,1-1 0,-1 0 0,1 1 0,0 0 0,0 0 0,0 0 0,1 1 0,-1-1 0,1 1 0,0 0 0,0 0 0,0 0 0,0 0 0,1 0 0,-1 1 0,1-1 0,0 1 0,1-1 0,-1 1 0,1 0 1,0 0-1,0 0 0,0 0 0,1 0 0,0 7 0,0-12 2,0 0 0,0 1 0,0-1 0,0 1-1,1-1 1,-1 1 0,0-1 0,0 1 0,1-1 0,-1 0 0,0 1 0,1-1 0,-1 0 0,0 1 0,1-1 0,-1 0 0,1 1 0,-1-1 0,1 0 0,-1 0 0,0 1 0,1-1 0,-1 0 0,1 0 0,-1 0 0,1 0 0,-1 0-1,1 0 1,-1 0 0,1 0 0,0 0 0,22 1-51,-15-1 30,4-1-34,0-1 0,-1 0 0,1-1 0,0 0 0,0 0 0,-1-1 0,0-1 0,0 0 0,0 0 0,13-10-1,17-13-406,44-38 0,-68 52 334,107-94-1108,147-164 0,78-149-53,-288 350 2524,-60 69-353,-5 7-173,-32 42 147,-2-3 1,-55 51-1,-6 8 14,77-79-712,-38 41 244,3 3 0,-67 103-1,120-164-455,1 0 0,0 0 0,0 0-1,0 1 1,1-1 0,0 1 0,1 0-1,0-1 1,0 1 0,1 0 0,0 0 0,0 8-1,1-15-114,0 0-1,0 0 0,0 1 0,0-1 0,0 0 1,0 0-1,0 0 0,1-1 0,-1 1 0,0 0 1,0 0-1,1-1 0,-1 1 0,1 0 0,-1-1 1,0 0-1,1 1 0,-1-1 0,1 0 1,-1 0-1,1 1 0,-1-1 0,1 0 0,-1-1 1,1 1-1,-1 0 0,3-1 0,45-3-5001,-16-12-1054,-5-6-1955</inkml:trace>
</inkml:ink>
</file>

<file path=ppt/ink/ink15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7:09:53.28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 1 4498,'0'0'12974,"0"19"-11181,0 63-665,0-79-1087,0 0-1,0 0 0,0 0 0,0 0 1,1 1-1,-1-1 0,1 0 0,0 0 1,0 0-1,0-1 0,0 1 1,0 0-1,1 0 0,-1 0 0,1-1 1,0 1-1,0-1 0,0 1 0,0-1 1,0 0-1,0 0 0,1 0 0,-1 0 1,1 0-1,-1-1 0,1 1 0,0-1 1,0 1-1,0-1 0,4 1 1,1 0-31,0-1 0,0 0 1,0 0-1,0-1 1,0 0-1,0 0 1,0-1-1,-1 0 1,10-3-1,-13 3-8,0 0 1,-1-1-1,1 1 0,-1-1 1,1 0-1,-1 0 0,0-1 1,0 1-1,0 0 0,0-1 1,0 0-1,-1 0 1,1 0-1,-1 0 0,0 0 1,1 0-1,-2-1 0,1 1 1,2-7-1,-1 4 13,-1 0-1,0 0 1,-1 0-1,0 0 1,0 0-1,0 0 1,-1-1-1,1 1 1,-1 0-1,-1 0 1,-1-11-1,1 15 0,0 0-1,-1 1 1,1-1 0,0 0-1,-1 1 1,1-1-1,-1 1 1,1-1-1,-1 1 1,0-1-1,0 1 1,0 0 0,0 0-1,1 0 1,-1 0-1,-1 0 1,1 1-1,0-1 1,0 1-1,0-1 1,0 1-1,0 0 1,0 0 0,-1 0-1,-2 0 1,-58 3 324,58-3-295,1 1-1,0 0 0,-1 0 1,1 1-1,0 0 0,0-1 1,-1 1-1,1 1 0,1-1 1,-1 0-1,0 1 0,1 0 1,-1 0-1,1 0 0,0 0 1,0 1-1,0-1 0,0 1 1,1 0-1,-1 0 0,-2 7 1,2-4-51,0 1 1,1 0 0,0 0-1,0 0 1,0 0-1,2 0 1,-1 0 0,1 1-1,0-1 1,0 0 0,2 9-1,-1-15-129,-1 1-1,1-1 0,0 1 0,0 0 0,0-1 0,1 0 0,-1 1 0,1-1 0,-1 0 0,1 0 0,-1 1 1,1-1-1,0 0 0,0-1 0,0 1 0,1 0 0,-1-1 0,0 1 0,0-1 0,1 0 0,-1 1 0,4 0 1,4 1-1124,1 1 1,0-1-1,-1-1 1,15 1 0,21 1-5181</inkml:trace>
</inkml:ink>
</file>

<file path=ppt/ink/ink15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7:09:53.83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719 47 1361,'0'0'16962,"-15"-6"-15823,-5-2-647,0 1 1,0 1-1,-1 1 0,0 0 0,-24-1 1,29 5-296,-4-1-212,19 3-22,10 2 28,-5-1 10,-1 0 0,1-1 0,0 1 1,-1 1-1,1-1 0,-1 0 0,0 1 0,0 0 1,0 0-1,0 0 0,0 0 0,-1 0 0,1 0 1,-1 1-1,0-1 0,0 1 0,0-1 1,-1 1-1,1 0 0,-1 0 0,0 0 0,0 0 1,1 7-1,-1-4 58,0-1 0,-1 0 1,0 1-1,0-1 0,-1 0 0,0 1 0,0-1 1,0 0-1,-1 0 0,0 1 0,0-1 1,0-1-1,-1 1 0,-6 10 0,-11 10 290,-2 0 0,0-1 0,-2-1 0,-33 26 0,-117 77 73,41-32-348,113-80-69,-38 32-5,54-43-2,1 0-1,-1 0 1,1 0 0,-1 0-1,1 0 1,0 1-1,1 0 1,-1-1 0,1 1-1,0 0 1,-1 6-1,2-10 1,1-1 0,0 1-1,0-1 1,0 1-1,0-1 1,0 1 0,0 0-1,0-1 1,0 1-1,0-1 1,0 1-1,0 0 1,0-1 0,0 1-1,0-1 1,1 1-1,-1-1 1,0 1 0,0 0-1,1-1 1,-1 1-1,0-1 1,1 1 0,-1-1-1,0 0 1,1 1-1,-1-1 1,1 1-1,-1-1 1,1 0 0,-1 1-1,1-1 1,-1 0-1,1 1 1,-1-1 0,2 0-1,23 2-17,-18-2 23,41-1 1,-1-1 1,0-2-1,0-2 0,-1-3 1,0-1-1,0-2 1,-1-3-1,52-23 1,-93 36-29,1 0 0,-1 0 1,0-1-1,0 1 0,0-1 1,0 0-1,0 0 0,-1 0 1,1 0-1,3-5 0,1-15-3924,-5-9-8275,-3 17 3227</inkml:trace>
</inkml:ink>
</file>

<file path=ppt/ink/ink15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7:09:54.30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 1 5010,'0'0'16288,"0"0"-16181,0 0 0,1 0-1,-1 0 1,0 0 0,0 0 0,1 0 0,-1 0 0,0 0 0,0 0 0,1 0 0,-1 0 0,0 0-1,0 0 1,1 0 0,-1 1 0,0-1 0,0 0 0,1 0 0,-1 0 0,0 0 0,0 1 0,0-1-1,0 0 1,1 0 0,-1 0 0,0 1 0,0-1 0,0 0 0,0 0 0,0 1 0,0-1 0,1 0-1,-1 0 1,0 1 0,0-1 0,0 0 0,0 0 0,0 1 0,0-1 0,0 0 0,0 0 0,0 1 0,-14 83 2296,15-83-2406,0 0 0,0-1-1,-1 1 1,1 0 0,0-1-1,0 1 1,0-1 0,0 0-1,0 1 1,0-1 0,0 0 0,0 1-1,0-1 1,0 0 0,0 0-1,0 0 1,1 0 0,-1 0-1,0 0 1,0 0 0,0 0-1,0 0 1,1-1 0,2 1-27,13-1-112,-1 0 0,0-1 0,0 0 0,-1-1 0,1-1 0,-1-1-1,1 0 1,-1-1 0,-1-1 0,1 0 0,22-16 3498,-44 50-2076,-2 6-1722,13-17-3582,-2-15 3295,0 0 1,1 0-1,-1 0 0,1-1 0,-1 1 0,1-1 0,-1 0 1,1 0-1,-1 0 0,1 0 0,-1 0 0,5-1 1,4 0-3559,15 1-4538</inkml:trace>
</inkml:ink>
</file>

<file path=ppt/ink/ink15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7:09:54.68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63 105 768,'0'0'20090,"6"1"-19357,-1 0-675,21 5 400,1-1-1,37 2 0,-63-8-451,0 0 1,0 0-1,0 0 0,0-1 0,-1 1 0,1 0 1,-1-1-1,1 1 0,-1 0 0,1-1 0,-1 1 1,0 0-1,1-1 0,-1 1 0,0-1 1,0 1-1,0-1 0,0 1 0,0 0 0,-1-2 1,-2-36 9,1 36 46,0-1 0,0 0 0,0 1 0,-1 0 1,1-1-1,-1 1 0,0 0 0,0 0 0,0 1 0,0-1 0,0 1 0,-1-1 1,1 1-1,-1 0 0,0 0 0,1 1 0,-1-1 0,0 1 0,0-1 0,0 1 1,0 1-1,0-1 0,-5 0 0,5 0 76,0 1 1,0 0-1,1-1 1,-1 1-1,0 1 1,0-1-1,0 0 0,0 1 1,1 0-1,-1 0 1,0 0-1,1 0 1,-1 1-1,1-1 1,-1 1-1,1 0 0,0 0 1,0 0-1,0 1 1,0-1-1,0 1 1,0-1-1,0 1 0,1 0 1,-3 4-1,1 3-117,0 2 1,0-1-1,1 0 0,1 0 0,0 1 1,0 0-1,1-1 0,1 1 0,1 15 1,-1-22-56,0-4-91,0 1-1,0 0 1,1 0 0,-1 0 0,1-1-1,-1 1 1,1 0 0,0-1 0,0 1-1,0 0 1,0-1 0,0 1 0,0-1-1,0 0 1,0 1 0,0-1 0,1 0-1,-1 1 1,1-1 0,-1 0-1,1 0 1,-1 0 0,1-1 0,-1 1-1,1 0 1,0 0 0,0-1 0,-1 1-1,1-1 1,0 0 0,3 1 0,8 1-1052,0-1 0,1 0 0,18-2 1,-16 0-695,32 1-3966,-1-2-1231</inkml:trace>
</inkml:ink>
</file>

<file path=ppt/ink/ink15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7:09:55.10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21 5378,'-1'-2'21844,"3"5"-20714,3 37 1095,-6-37-2154,1 1 1,0-1-1,1 1 1,-1-1-1,0 1 0,1 0 1,0-1-1,2 7 1,-2-9-80,0 0 1,0 0-1,0 1 1,1-1 0,-1 0-1,0 0 1,1 0 0,-1 0-1,0 0 1,1 0 0,-1 0-1,1-1 1,-1 1 0,1-1-1,0 1 1,-1-1-1,1 1 1,0-1 0,-1 0-1,1 0 1,0 0 0,-1 0-1,1 0 1,1 0 0,14-2-181,-1 0 0,1-1 1,-1-1-1,0-1 0,-1 0 1,1-1-1,-1-1 0,0 0 1,-1-1-1,1 0 0,12-11 1,-24 17 315,0 1 1,-1-1 0,1 0-1,-1 0 1,1 0-1,-1 0 1,1 0-1,-1 0 1,0-1-1,0 1 1,0-1 0,-1 1-1,1-1 1,-1 0-1,2-3 1783,-3 44-1767,0-25 214,1 14-1918,0-26 1405,-1 0 1,0 0 0,1 0 0,-1-1-1,1 1 1,0 0 0,-1-1 0,1 1-1,-1 0 1,1-1 0,0 1-1,-1 0 1,1-1 0,0 1 0,0-1-1,0 0 1,-1 1 0,1-1-1,0 1 1,0-1 0,0 0 0,0 0-1,0 0 1,0 1 0,-1-1 0,3 0-1,51 0-9980,-21 0 458</inkml:trace>
</inkml:ink>
</file>

<file path=ppt/ink/ink15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7:09:55.50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 59 7796,'0'0'13262,"1"7"-12166,0-3-1033,0-1 0,0 1 0,0-1-1,1 1 1,-1-1 0,1 0 0,0 0 0,0 0 0,0 0-1,0 0 1,0 0 0,1 0 0,-1-1 0,1 1 0,0-1-1,0 0 1,0 1 0,0-2 0,0 1 0,0 0-1,0 0 1,1-1 0,-1 0 0,1 0 0,-1 0 0,1 0-1,-1 0 1,1-1 0,0 1 0,6-1 0,-8 0-60,6 1 10,1-1-1,-1 0 1,1 0-1,-1-1 1,1 1-1,13-5 1,-20 4-19,0 0 0,0 0 0,0 0 1,0 0-1,0-1 0,0 1 1,0 0-1,0-1 0,-1 0 1,1 1-1,-1-1 0,1 0 0,-1 0 1,0 0-1,1 0 0,-1 0 1,0 0-1,0 0 0,-1-1 0,1 1 1,0 0-1,-1 0 0,1-1 1,-1 1-1,0 0 0,0-1 0,0 1 1,0-5-1,0 4 23,0 0 0,0 0 1,0 0-1,0 0 0,0 0 0,-1 0 0,1 0 1,-1 0-1,0 0 0,0 0 0,0 1 1,0-1-1,0 0 0,-1 1 0,1-1 0,-1 0 1,-3-3-1,2 4 74,-1 0 0,0 0 1,1 0-1,-1 1 0,0-1 0,0 1 1,1 0-1,-1 0 0,0 1 0,0-1 1,0 1-1,0 0 0,-5 0 0,0-1 217,0 1 1,0 0-1,0 1 0,0 0 0,0 0 0,1 1 0,-1 0 0,-13 5 0,19-6-223,0 1 0,0 0 1,1 0-1,-1 0 0,0 0 0,1 0 1,-1 1-1,1-1 0,0 1 0,0 0 1,0-1-1,0 1 0,1 0 0,-1 0 1,1 0-1,-1 0 0,1 0 0,0 1 1,0-1-1,1 0 0,-1 1 0,1-1 1,-1 0-1,1 1 0,1 5 0,-1-6-77,1 0-1,0 0 1,0 0-1,0 0 0,0 0 1,0 0-1,1 0 0,-1-1 1,1 1-1,0-1 1,0 1-1,0-1 0,0 1 1,0-1-1,0 0 1,1 0-1,-1 0 0,1-1 1,-1 1-1,1 0 1,0-1-1,-1 0 0,1 1 1,4 0-1,10 4-44,0 0-1,35 7 0,-14-7-1356,68 3 0,-7-8-4670,-12-1-1240</inkml:trace>
</inkml:ink>
</file>

<file path=ppt/ink/ink15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7:09:57.28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307 17 2945,'0'0'9319,"12"-3"-7545,38-8-79,-38 9 2784,-41 18-2027,18-10-2114,-41 25 721,2 1 0,-58 50 0,96-72-993,1 0 0,0 0 1,1 1-1,0 1 1,1-1-1,0 2 1,1-1-1,0 1 0,1 0 1,1 1-1,0 0 1,1 0-1,0 0 1,-5 27-1,8-24-33,1 0 0,1 0 0,0 0 0,1 0 0,1 0 0,0-1 0,1 1 0,8 23 0,-9-34-123,0 0 0,1 0-1,0-1 1,0 1 0,0-1 0,1 0 0,-1 0-1,1 0 1,0 0 0,1-1 0,-1 1-1,1-1 1,0 0 0,0-1 0,0 1-1,1-1 1,-1 0 0,1 0 0,0-1 0,-1 1-1,1-2 1,0 1 0,0 0 0,1-1-1,9 1 1,-11-2-293,26 2-3151,-6-6-3719,-16-7-1116</inkml:trace>
</inkml:ink>
</file>

<file path=ppt/ink/ink15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7:09:57.78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262 14 6099,'0'0'12784,"0"-14"-9310,2 45-1475,9 52 0,2 17-117,-10-62-1481,-2 1 0,-1-1 0,-3 1 1,-1-1-1,-11 48 0,12-75-303,0 1 0,-1-1 0,-1 0 1,0 0-1,0 0 0,-1 0 0,0-1 0,-1 0 1,-1 0-1,1-1 0,-1 0 0,-1 0 0,1-1 0,-2 0 1,1-1-1,-1 0 0,0 0 0,0-1 0,-1 0 0,-21 7 1,-5-2-33,29-9-67,1 0 0,-1 0 0,1 0 1,0 1-1,-13 7 0,51-6-1112,-28-4 592,0 0 0,0 0 0,1 0 0,-1-1 0,0 0 0,0 1 0,0-1 0,0-1 0,0 1 0,0 0-1,4-4 1,13-15-9003,-12 3-1471</inkml:trace>
</inkml:ink>
</file>

<file path=ppt/ink/ink15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7:10:08.29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773 5 400,'0'0'4946,"-5"-1"-4335,0 0-435,0 0 0,0 0 0,0 1 0,0 0 0,-1 0 0,1 0 0,0 1 0,0-1 0,0 1 0,-1 0 0,1 1 0,1-1 0,-1 1 0,0 0 0,0 1 0,0-1 0,1 1 0,0 0 0,-1 0 0,1 0 0,0 0 0,-6 8 0,-44 42 328,-65 81 1,43-44-490,32-41-9,1 2 8,-3-1 0,-3-2 0,-75 58-1,96-88-10,18-13-3,1 1-1,-1 0 1,1 1-1,1 0 1,-12 12-1,19-24-5887,1-8 3663</inkml:trace>
</inkml:ink>
</file>

<file path=ppt/ink/ink15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7:10:08.98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1409,'0'0'5071,"8"63"-301,-6-47-4407,1 1 0,0-2 0,1 1 0,1 0 0,1-1-1,0 0 1,1 0 0,15 24 0,42 74 1221,-26-40-455,-11-27-139,61 79 0,-86-122-948,0-1 0,0 0 0,0 0 1,0 1-1,-1-1 0,1 1 0,-1-1 0,1 1 0,-1-1 1,0 1-1,0 0 0,0 0 0,-1 0 0,1 0 1,0 4 1618,-16-5-10127,9-1 6381,-7 3-2560</inkml:trace>
</inkml:ink>
</file>

<file path=ppt/ink/ink15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7:10:13.42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3330,'0'0'7075,"3"20"-5989,36 140 1635,-24-98-2157,-2 1 0,-3 0 1,3 74-1,-10 200 61,-4-197-468,5-13 235,39 236 0,-28-235 100,-2 227 1,-6-47 147,-2-264-555,13 51 1,-10-60 22,-2 0 1,3 64-1,-10-41 44,-1-31 37,2-1 0,1 1-1,7 47 1,-4-40-145,-5-31-43,1 0 0,1 0 0,-1 0 0,0 1 0,1-1 0,-1 0 0,1 0 0,0 0 0,2 5 0,-1-7 3,-1 1 0,0-1 1,1 0-1,-1 0 0,1 0 0,-1 0 0,1 0 0,-1 0 0,1 0 0,0 0 0,-1-1 0,1 1 0,0-1 0,0 1 0,0-1 1,-1 1-1,1-1 0,0 0 0,0 0 0,0 0 0,3-1 0,25-1 23,-1-2-1,1 0 1,-1-3-1,0 0 1,40-16-1,41-11 4,-81 26-30,491-110-91,-395 96 80,1 6-1,155-1 1,447 22 104,651-7 142,-610-2-270,243-8-10,161-20 96,2 32-29,-489 3-7,485-26 332,-920 23 1155,-250 0-291,-2-29 1105,-2 20-2310,1 0 0,0 0-1,1 0 1,0 0 0,0-1 0,1 1 0,0 0-1,1 0 1,0 0 0,0 0 0,1 0-1,4-11 1,3-4-33,1 0 0,2 1 0,14-23 0,-10 18 28,8-15-1,-3-2-1,-1 0 1,-2-1 0,-3-1-1,-1 0 1,-3-1 0,8-70-1,-16 46 20,1-14-8,-2 44 51,-3 36-43,1-1-1,1 0 1,-1 0-1,1 0 1,3-12-1,4-27 692,-7 36-702,0 1 0,1-1 0,0 1 0,0-1 0,1 1 0,0 0 0,1 0 0,0 0 0,1 1 0,7-13 0,-8 15 150,-1 0 0,0-1 0,0 0 0,-1 0 0,0 0 0,0 0 0,1-8 0,1 12 158,-3 15-189,-6 2-111,-1-1 0,-1-1 0,0 1 0,0-1-1,-1 0 1,-1-1 0,-14 15 0,9-9-7,-107 152 50,118-165-50,-1 0 0,1 0-1,-1 0 1,0-1 0,0 0 0,0 1 0,0-1-1,0-1 1,-10 5 0,13-6 12,1 1-13,0-2 38,22-10-49,19-20-79,-1-2-1,52-54 1,-79 73 61,-1-2 1,-1 1-1,0-1 0,-1-1 0,-1 0 1,0 0-1,-1-1 0,-1 0 1,0 0-1,5-25 0,-11 38-10,4-16 147,-3 35 205,5 196 1458,-8-203-1696,2 0 0,-1 0 0,1 0 0,1 0 0,-1 0 0,1-1 0,1 1 0,-1 0 0,1-1-1,1 0 1,3 8 0,-13-20-79,0 0 0,-1 1 0,0 0 0,0 0 0,0 1 0,0 0 0,-1 0 0,0 1 0,1 0 0,-1 0 0,0 1 0,0 0 0,-9 0 0,-30-1-9,-48 4 1,34 0 8,59-3-4,1 1 0,0 0 0,0 0 0,0 0 0,0 0 0,0 0 0,0 0 0,0 0 0,0 0 0,0 1 0,0-1 0,0 0 0,0 1 0,0-1 0,0 0 0,0 1 0,0-1 0,0 1 0,0 0 0,0-1 0,0 1 0,0 0 0,1 0 0,-1-1 0,0 1 0,1 0 0,-1 0 0,0 0 0,1 0 0,-1 0 0,0 1 0,10 2 0,25-3 0,-29-1 0,68 0-37,-72 0-249,-43 13-9147,16-6 2749</inkml:trace>
</inkml:ink>
</file>

<file path=ppt/ink/ink15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7:10:22.06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1 178 816,'0'0'14076,"0"5"-13561,1 11 314,1 0 1,8 31-1,-6-29-128,0 0 1,-1 0-1,0 19 0,-3-36-511,0-18-110,0 3-153,-1 4 19,1 1 0,0-1 0,0 1 1,1 0-1,0-1 0,0 1 1,1 0-1,1-1 0,-1 1 1,2 1-1,-1-1 0,8-13 1,-9 20 18,-1 1 0,1 0 1,0 0-1,0-1 0,-1 1 1,1 0-1,0 1 0,0-1 1,0 0-1,0 1 0,0-1 1,0 1-1,0-1 0,0 1 0,0 0 1,4 0-1,43 2-50,-36 0 77,14 0 11,-2 1 8,-1-2 0,1 0 0,-1-1-1,46-7 1,-65 6-3,1-1-1,-1 1 0,0 0 1,0-1-1,0 0 1,0-1-1,0 1 0,0-1 1,-1 0-1,1 0 1,-1 0-1,0 0 0,0-1 1,0 0-1,0 0 1,-1 0-1,1 0 0,-1-1 1,0 1-1,0-1 1,-1 0-1,1 0 0,-1 0 1,0 0-1,-1 0 1,1 0-1,-1 0 0,1-6 1,-1 7 43,-1 1 0,1 0 0,-1-1 0,1 1 0,-1-1 0,0 1 0,0 0 1,-1-1-1,1 1 0,-1 0 0,0-1 0,1 1 0,-1 0 0,-3-5 0,3 6 34,-1 1-1,0-1 0,0 1 0,0-1 1,0 1-1,0 0 0,0 0 0,0 0 1,0 0-1,-1 0 0,1 1 0,0-1 1,-1 1-1,1-1 0,0 1 0,-1 0 1,1 0-1,0 0 0,-5 1 1,3-1-36,-1 0 1,1 1 0,0-1 0,0 1 0,0 0-1,0 0 1,0 1 0,0-1 0,0 1 0,1 0-1,-1 0 1,0 0 0,1 1 0,0-1 0,-1 1-1,1 0 1,0 0 0,1 0 0,-1 0 0,0 0-1,1 1 1,0-1 0,0 1 0,0 0 0,0-1-1,0 1 1,1 0 0,-3 8 0,1 1-44,0 1 1,1-1-1,0 1 1,1-1 0,0 1-1,1 0 1,3 22-1,-2-32-71,0-1-1,0 0 0,0 0 0,1 0 1,-1 0-1,1 0 0,0 0 1,-1 0-1,1 0 0,1-1 1,-1 1-1,0-1 0,1 1 1,-1-1-1,1 0 0,0 0 1,-1 0-1,1-1 0,0 1 0,0 0 1,1-1-1,-1 0 0,6 2 1,3 0-1472,-1 0 1,2 0 0,-1-1 0,0-1-1,17 0 1,5-1-4699</inkml:trace>
</inkml:ink>
</file>

<file path=ppt/ink/ink15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7:10:22.34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81 0 3217,'0'0'16749,"-10"26"-15281,-30 85-574,36-96-700,0 0 1,2-1 0,0 1 0,0 0 0,2 0 0,0 0 0,2 17 0,-1 10 28,0-13-217,0 0 0,10 48 0,-10-73 1122,0 5-1924,-1-2-3575,0-7 4143,0 0 1,0 1 0,-1-1-1,1 0 1,0 0 0,-1 0-1,1 0 1,0 0 0,0 0-1,-1 0 1,1 0 0,0 0-1,-1 0 1,1 0 0,0 0-1,-1 0 1,1 0 0,0 0-1,-1 0 1,1 0 0,0 0-1,-1 0 1,1 0 0,0 0 0,0-1-1,-1 1 1,1 0 0,0 0-1,0 0 1,-1 0 0,1-1-1,0 1 1,0 0 0,-1 0-1,1-1 1,0 1 0,0 0-1,0 0 1,0-1 0,-1 1-1,1 0 1,0-1 0,0 1-1,0 0 1,0-1 0,0 1-1,-24-22-6167</inkml:trace>
</inkml:ink>
</file>

<file path=ppt/ink/ink16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7:10:22.81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37 6627,'0'0'6208,"24"-5"-2521,4 0-2577,20-4 836,49-2 1,96 4 1542,-192 8-3480,0-1 0,0 0-1,0 1 1,0-1 0,0 1 0,0-1-1,0 1 1,-1-1 0,1 1 0,0-1 0,0 1-1,-1 0 1,1-1 0,0 1 0,-1 0-1,1 0 1,-1 0 0,1-1 0,-1 1-1,1 0 1,-1 0 0,1 0 0,-1 0 0,0 0-1,0 0 1,0 0 0,1 0 0,-1 0-1,0 0 1,0 0 0,0 0 0,-1 1-1,1 42 180,-1-31-163,1-12-44,0-1 0,0 1 0,0 0 0,0-1 0,0 1 0,0-1 0,0 1 0,1 0 0,-1-1 0,0 1 0,0-1 0,0 1 0,1-1 0,-1 1 0,0-1 0,1 1 0,-1-1 0,0 1 0,1-1 0,-1 1 0,1-1 0,-1 1 0,1-1 0,-1 0 0,1 1 0,-1-1 0,1 0 0,-1 0 0,1 1 0,-1-1 0,1 0 0,24-2-160,34-21 304,-46 16-170,96-38 114,-108 45 1182,2 12-1234,0 1 0,1-1 1,0 0-1,10 19 0,-12-28-340,0 0 1,0 0-1,0 0 1,0 0-1,0 0 1,1-1-1,-1 1 1,1-1-1,0 0 1,-1 0 0,1 0-1,0 0 1,5 2-1,27 5-9401,-15-9 1862</inkml:trace>
</inkml:ink>
</file>

<file path=ppt/ink/ink16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7:10:23.10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1 164 5122,'0'0'15514,"1"6"-14337,1 4-858,0-1 0,1 0 0,0 0 1,1 0-1,7 13 0,-10-104 948,-1-70-1632,24 149-5693,-13 4-50,1 3 351</inkml:trace>
</inkml:ink>
</file>

<file path=ppt/ink/ink16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7:10:23.45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19 544,'0'0'19863,"1"5"-18471,6 39 1036,-6-44-2429,0 1 0,0-1 0,0 1 0,0-1 0,0 0 0,0 1 0,1-1 0,-1 0 0,0 0 0,0 0 0,0 0 0,1 0 0,-1 0 0,0 0 0,0 0 0,0-1 0,1 1 0,-1 0 0,0-1 0,0 1 0,0-1 0,0 1 0,0-1 0,2-1 0,21-18-119,-20 16 76,10-10-40,-11 11 83,0 0 0,0 0 1,0 0-1,0 1 0,1-1 0,-1 1 0,1-1 1,4-1-1,-7 4 94,9 27 2801,-8-24-2909,0 1 0,0-1 0,1 0 0,-1 0 0,1-1 0,0 1 0,0 0 0,0-1 0,0 0 0,0 0 0,6 3 0,24 4-3214,0-6-5737,-12-3-3976</inkml:trace>
</inkml:ink>
</file>

<file path=ppt/ink/ink16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7:10:24.04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5 6067,'0'0'7606,"24"-1"-6443,19 0-883,101-2 1587,-117 4-1547,-1 1 0,0 1-1,44 10 1,-25 2-81,-2 1 0,1 2 0,-2 2 1,50 32-1,-60-30 1258,0 1 0,57 54 1,-87-74-2004,16 12 3903,-10-13-6376,4-20-17938</inkml:trace>
</inkml:ink>
</file>

<file path=ppt/ink/ink16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7:10:24.59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216 0 7459,'0'0'9165,"-1"5"-7599,-1 6-840,0 0 1,1 0-1,0 0 1,1 0 0,0 1-1,1-1 1,0 0-1,1 0 1,3 13 0,7 15 361,20 47 0,-3-10-214,-18-55-805,-9-19 5,-1 0-1,1 1 1,0-1-1,-1 1 1,0 0-1,1-1 1,-1 1-1,0 0 1,-1 0-1,1 0 1,0 0-1,0 5 1,-46-12 754,41 4-752,-16-3 19,-1 1 0,0 2 0,1 0 0,-36 4 0,46-2-103,0 0 0,-1 0 0,1 1 0,0 0 0,0 1 0,1 0 0,-1 1 0,1 0 0,0 0 0,-17 14 0,26-19-44,0 0 1,-1 0-1,1 0 0,0 0 1,-1 0-1,1 0 0,0 0 0,0 0 1,-1 0-1,1 1 0,0-1 0,0 0 1,-1 0-1,1 0 0,0 0 1,0 1-1,-1-1 0,1 0 0,0 0 1,0 1-1,0-1 0,-1 0 1,1 0-1,0 1 0,0-1 0,0 0 1,0 0-1,0 1 0,0-1 1,0 0-1,0 1 0,0-1 0,0 0 1,0 0-1,0 1 0,0-1 1,0 0-1,0 1 0,0-1 0,0 0 1,0 1-1,0-1 0,0 0 0,0 0 1,0 1-1,0-1 0,1 0 1,-1 0-1,0 1 0,0-1 0,0 0 1,1 0-1,-1 1 0,0-1 1,0 0-1,0 0 0,1 1 0,18 0-4677,-14-1 4220,27 0-7588</inkml:trace>
</inkml:ink>
</file>

<file path=ppt/ink/ink16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7:10:27.06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 37 96,'0'0'16370,"3"-9"-14788,1 1-1497,5-11 1454,-5 49 148,-4 234 93,-6-215-4196,-9-20-4954,2-18 1188</inkml:trace>
</inkml:ink>
</file>

<file path=ppt/ink/ink16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7:10:27.63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1 383 4610,'0'0'6488,"20"-16"-3150,4-4-2433,-7 5-255,2 0 0,0 1 1,0 1-1,41-20 1,86-31 1724,-87 41-2000,-2-3 0,-1-2 1,90-61-1,-120 65 160,-25 21 442,-14 17-635,-7 11-389,2 0 0,0 1 0,2 0 0,1 2 0,1 0 0,1 1 0,2 0 0,1 0 1,1 1-1,2 1 0,1-1 0,1 1 0,1 0 0,2 50 0,2-80 4,1-1-1,-1 1 1,1 0 0,-1-1 0,1 1 0,0-1-1,-1 1 1,1-1 0,0 1 0,-1-1 0,1 0-1,0 1 1,0-1 0,-1 0 0,1 0 0,0 1-1,0-1 1,-1 0 0,1 0 0,0 0 0,0 0-1,0 0 1,0 0 0,-1 0 0,1 0 0,0-1-1,0 1 1,-1 0 0,1 0 0,0-1-1,1 1 1,29-11-18,-6-11 109,-18 14 56,1 1-1,0 1 0,0 0 1,0 0-1,1 0 0,17-8 1,-25 14-28,-1 0 0,1 0 1,0 0-1,-1 0 0,1 0 1,-1 0-1,1 0 0,-1 0 1,1 0-1,-1 1 0,1-1 1,0 0-1,-1 0 1,1 0-1,-1 1 0,1-1 1,-1 0-1,0 1 0,1-1 1,-1 0-1,1 1 0,-1-1 1,0 1-1,1-1 1,-1 1-1,0-1 0,1 1 1,-1-1-1,0 1 0,0-1 1,1 1-1,-1-1 0,0 1 1,0 0-1,8 29 52,-2-8-42,-6-21-248,1 1 1,0 0-1,1 0 0,-1-1 1,0 1-1,0-1 0,1 1 0,-1-1 1,1 0-1,-1 1 0,1-1 1,0 0-1,-1 0 0,1 0 0,0 0 1,2 1-1,32 1-10238,-30-3 8468,20 0-7908</inkml:trace>
</inkml:ink>
</file>

<file path=ppt/ink/ink16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7:10:27.81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21 0 14263,'0'0'8387,"-20"63"-8483,20-60-608,0-1-1473</inkml:trace>
</inkml:ink>
</file>

<file path=ppt/ink/ink16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7:10:27.95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8932,'0'0'4434</inkml:trace>
</inkml:ink>
</file>

<file path=ppt/ink/ink16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7:10:28.32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122 0 10613,'0'0'13008,"-14"11"-12703,-45 35-201,57-45-141,1 1 0,0-1 0,-1 0 0,1 1 1,0-1-1,-1 1 0,1-1 0,0 1 0,0-1 0,0 1 1,0 0-1,1-1 0,-1 1 0,0 0 0,1 0 1,-1 0-1,1 0 0,0 0 0,-1-1 0,1 1 1,0 0-1,0 0 0,0 0 0,0 0 0,1 0 0,-1 0 1,1 0-1,-1 0 0,1-1 0,-1 1 0,1 0 1,0 0-1,0-1 0,0 1 0,0 0 0,0-1 0,0 1 1,1-1-1,-1 0 0,0 1 0,1-1 0,-1 0 1,1 0-1,-1 0 0,1 0 0,0 0 0,-1 0 0,1 0 1,2 1-1,6 0-230,-1 1 0,0 1 0,0-1 0,16 11 0,-24-14 255,0 0-1,-1 1 1,1-1-1,0 1 1,0 0-1,-1-1 1,1 1-1,0 0 1,-1-1-1,1 1 1,-1 0 0,1 0-1,-1-1 1,1 1-1,-1 0 1,0 0-1,1 0 1,-1 0-1,0 0 1,1 0-1,-1 0 1,0-1 0,0 3-1,-1-2 63,1 1 1,-1-1-1,0 0 0,0 0 1,0 1-1,0-1 0,0 0 1,0 0-1,-1 0 0,1 0 1,0 0-1,0 0 0,-1 0 1,1 0-1,-1-1 1,1 1-1,-1 0 0,1-1 1,-3 1-1,-5 2 49,-40 19 895,17 1-8466,14-12-732</inkml:trace>
</inkml:ink>
</file>

<file path=ppt/ink/ink16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7:10:29.32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79 267 8324,'0'0'11939,"-13"15"-11062,-36 48-68,47-61-754,0 1 0,0-1-1,1 1 1,-1-1 0,1 1 0,0 0 0,0-1 0,0 1 0,0 0 0,0 0 0,1 0 0,-1 0 0,1 0 0,0 0 0,0 0 0,0 0-1,0 0 1,1 0 0,0 2 0,0 9 114,-1-13-166,0 0-1,1-1 1,-1 1 0,0 0-1,0-1 1,1 1 0,-1 0-1,0-1 1,1 1 0,-1-1-1,0 1 1,1-1 0,-1 1-1,1-1 1,-1 1 0,1-1-1,-1 1 1,1-1 0,0 0-1,-1 1 1,1-1 0,-1 0-1,1 1 1,0-1 0,-1 0-1,1 0 1,1 1 0,28 3 29,27-7 10,-53 2-67,1-1-1,-1 1 1,1-1-1,-1 0 1,0 0-1,1-1 1,-1 1-1,0-1 1,-1 0-1,1 0 1,0 0-1,-1 0 1,0-1-1,0 1 1,0-1-1,0 0 1,0 0-1,-1 0 1,0 0-1,1-1 1,-2 1-1,3-7 1,-3 7 15,0 1 0,0 0 1,0 0-1,-1-1 1,1 1-1,-1 0 0,0-1 1,0 1-1,0-1 1,0 1-1,-1 0 0,0-1 1,1 1-1,-1 0 1,0 0-1,-1 0 0,1-1 1,0 1-1,-1 0 1,0 1-1,0-1 1,1 0-1,-2 0 0,1 1 1,0-1-1,-1 1 1,1 0-1,-1 0 0,1 0 1,-1 0-1,-6-3 1,-15-4 53,-11-7 10,34 16-58,1-1 0,0 1 0,-1 0-1,1 0 1,0-1 0,0 1-1,0 0 1,-1-1 0,1 1 0,0-1-1,0 1 1,0 0 0,0-1 0,0 1-1,-1-1 1,1 1 0,0 0 0,0-1-1,0 1 1,0-1 0,0 1 0,0 0-1,1-1 1,-1 1 0,0-1-1,0 1 1,0 0 0,0-1 0,0 1-1,0-1 1,1 1 0,-1 0 0,0-1-1,0 1 1,1 0 0,-1-1 0,0 1-1,1 0 1,-1 0 0,0-1 0,1 1-1,-1 0 1,17-10-318,-15 9 278,43-20-515,-16 9 190,-1-1 0,0-2 0,-1-1 0,45-35 0,-70 49 377,1 0-1,-1 0 1,0 0 0,0-1 0,0 1-1,0-1 1,-1 1 0,1-1 0,-1 0-1,0 1 1,1-1 0,-1 0 0,0 0-1,-1 0 1,1 0 0,0 0 0,-1-3 0,1-23 3326,-8 32-2379,2 5-675,1 1 0,0-1 0,0 1 0,0 0 0,1 0 0,1 0 0,-3 16 0,1-1-11,1-1 0,1 26-1,2 37-145,27-88-523,7-9-111,-22 7 234,0 1 0,0-1 0,0 2-1,0 0 1,21-2 0,-32 5 271,0-1 0,-1 0 0,1 1-1,-1-1 1,1 0 0,-1 1 0,1-1 0,-1 1 0,1-1 0,-1 1 0,1-1 0,-1 1 0,1-1 0,-1 1 0,0-1 0,1 1 0,-1 0 0,0-1 0,0 1 0,1-1 0,-1 1 0,0 0 0,0-1 0,0 1 0,0 0 0,0-1 0,0 1 0,0 0 0,0-1 0,0 1 0,0 0 0,0-1 0,0 1-1,-1 0 1,1 0 0,0 2 9,-1-1-1,1 0 1,-1 1 0,1-1-1,-1 0 1,0 0-1,0 1 1,0-1-1,0 0 1,-3 4-1,-3 0 84,-1 0 1,0 0-1,0 0 0,0-1 0,-1 0 0,1-1 0,-1 0 0,0 0 1,-16 3-1,7-2 307,0-2-1,-1 0 1,0-1 0,-20 0-1,38-2-311,1 0-91,0-1 0,-1 1 0,1 0 0,0 0 0,0-1 0,0 1 0,0 0 0,0 0 0,0-1 0,0 1 0,0 0 0,0 0 0,0-1 0,0 1 0,0 0 1,0-1-1,0 1 0,0 0 0,0 0 0,0-1 0,0 1 0,0 0 0,1 0 0,-1-1 0,0 1 0,0 0 0,0 0 0,0 0 0,1-1 0,-1 1 0,0 0 1,0 0-1,0 0 0,1 0 0,-1-1 0,0 1 0,0 0 0,1 0 0,-1 0 0,52-7-3936,17-3-8566,-31 0 3788</inkml:trace>
</inkml:ink>
</file>

<file path=ppt/ink/ink16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7:10:29.66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206 1 10917,'0'0'11691,"-5"21"-10381,-3 22-386,1 0 0,0 57 0,8-43-456,10 65 0,-10-76-375,-2-45-67,-1 0-1,1-1 0,-1 1 1,0 0-1,1-1 0,-1 1 1,0-1-1,0 1 0,1-1 1,-1 0-1,0 0 0,0 1 1,1-1-1,-1-1 0,0 1 1,-2 0-1,1-1 35,-6 1 19,0 0-1,0-1 0,1 0 0,-1-1 1,0 0-1,0-1 0,1 0 1,-17-7-1,21 8-79,0-1 0,0 1 0,0-1 0,0 0-1,1 0 1,-1 0 0,1 0 0,-1-1 0,1 0 0,0 1 0,0-1 0,1 0 0,-1 0 0,1-1 0,0 1 0,0 0-1,1-1 1,-1 1 0,0-6 0,1 4-249,0 0 0,0 0 0,1 0 0,0 0 0,0 0 0,0 0 0,1 0 0,0 0 0,0 0 1,1 0-1,-1 0 0,1 0 0,4-6 0,1-1-2080,0 2 0,1-1 0,1 1 1,15-17-1,3-1-6853</inkml:trace>
</inkml:ink>
</file>

<file path=ppt/ink/ink16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7:10:29.88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5 13782,'0'0'10469,"0"-5"-10469,7 12-16,-1 5-112,1 3-1281,0-1-1872,0 2-2530,-7-3-2449</inkml:trace>
</inkml:ink>
</file>

<file path=ppt/ink/ink16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7:10:30.27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56 47 10485,'0'0'10551,"7"4"-10089,-3-1-437,0-1-1,0 1 1,0-1 0,1 0 0,-1-1 0,1 1-1,-1-1 1,1 1 0,5-1 0,-9-1-23,1 0 1,-1 0-1,1 0 1,-1 0-1,0 0 1,1-1-1,-1 1 1,0-1 0,1 1-1,-1-1 1,0 1-1,1-1 1,-1 0-1,0 0 1,0 1-1,0-1 1,0 0 0,0 0-1,0 0 1,0 0-1,0 0 1,0-1-1,0 1 1,-1 0-1,1 0 1,0 0-1,-1-1 1,1 1 0,-1 0-1,0-1 1,1 1-1,-1 0 1,0-1-1,0 1 1,0-1-1,1 1 1,-2 0-1,1-1 1,0 1 0,0-1-1,-1-1 1,1 2-13,0 0 0,0 0 0,0 0 0,0 0 0,-1 0 0,1 0 0,0 0 0,-1 1 0,1-1 0,-1 0 0,1 0 0,-1 0 1,1 0-1,-1 1 0,0-1 0,1 0 0,-1 0 0,0 1 0,1-1 0,-1 0 0,0 1 0,0-1 0,0 1 0,0-1 0,0 1 0,-33-8-150,25 8 162,-1 0-1,1 0 1,0 1 0,0 0 0,-11 3-1,18-3 49,0 1-1,0-1 1,0 1-1,0-1 1,0 1-1,0 0 1,1 0-1,-1 0 1,1 0-1,-1 0 1,1 0-1,-1 0 1,1 0-1,0 1 1,0-1-1,0 0 1,1 1-1,-1-1 1,1 1-1,-1-1 1,1 1-1,0-1 1,-1 1-1,1-1 1,1 1-1,-1-1 1,0 1-1,1-1 1,-1 0-1,1 1 1,0-1-1,-1 1 1,1-1-1,0 0 1,1 0-1,-1 1 1,0-1-1,1 0 1,2 2-1,42 28-2342,-11-20-4199,-15-10 65</inkml:trace>
</inkml:ink>
</file>

<file path=ppt/ink/ink16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7:10:30.56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164 0 464,'0'0'20548,"-20"10"-19643,-64 32-110,81-40-736,-1 0 1,0 0-1,0 0 1,1 0-1,-1 1 1,1-1 0,0 1-1,0 0 1,0 0-1,0 0 1,0 1-1,1-1 1,0 1-1,-1-1 1,1 1 0,0 0-1,1 0 1,-1 0-1,1 0 1,0 0-1,0 0 1,0 0-1,0 0 1,1 1-1,-1-1 1,1 0 0,0 0-1,2 7 1,-2 1-61,1-11-37,1 0-1,0-1 1,-1 1 0,1 0 0,0 0 0,-1-1-1,1 1 1,0-1 0,0 0 0,0 1 0,-1-1-1,1 0 1,0 0 0,0 0 0,0 0 0,0 0-1,-1-1 1,3 0 0,1 1-245,0 0-200,0 0-1,0 0 0,0 0 0,0-1 1,0 0-1,0 0 0,-1 0 0,9-4 0,20-16-6676,4-3-1281</inkml:trace>
</inkml:ink>
</file>

<file path=ppt/ink/ink16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7:10:30.86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35 0 4818,'0'0'15639,"-1"18"-13587,-19 138 2147,15-126-3482,1 1 0,0 41 0,5-71-753,0-1 0,0 1 0,0 0 0,0-1 0,0 1 0,0-1 0,0 1 1,0-1-1,0 0 0,0 1 0,1-1 0,-1 0 0,0 0 0,0 0 1,0 0-1,0 0 0,1 0 0,-1 0 0,2-1 0,27-1-1258,-25 1 792,1 0 1,-1-1-1,0 0 0,0 0 0,0-1 1,0 1-1,0-1 0,6-5 1,16-16-6061,-11 2-3413</inkml:trace>
</inkml:ink>
</file>

<file path=ppt/ink/ink16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7:10:31.06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20 12214,'0'0'10196,"108"-4"-10148,-74-3-48,-14 3-1536,-6-1-2994</inkml:trace>
</inkml:ink>
</file>

<file path=ppt/ink/ink16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7:10:18.54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 62 1857,'0'0'6982,"6"-8"-5843,17-25-8,-14 12 5811,-13 39-5264,4 126 168,-15-144-5171,-4 0-6550,13 0 4798</inkml:trace>
</inkml:ink>
</file>

<file path=ppt/ink/ink16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7:10:19.75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211 31 64,'0'0'4845,"-4"-5"-3898,1 3-774,1 0 0,-1-1 0,0 1 1,0 1-1,0-1 0,0 0 0,0 1 0,-1-1 0,1 1 0,0 0 1,-1 0-1,-3 0 0,-53-3 3245,59 4-3396,-8 0 394,1 0 0,0 0 0,0 1 0,-1 0 0,1 0 0,-12 4 0,17-4-312,1 0 0,0 0 0,1 1 0,-1-1 0,0 0 0,0 1 0,0 0 0,1-1 0,-1 1 0,1 0 0,0-1 0,-1 1 0,1 0 0,0 0 0,0 0 0,0 0 0,0 1 0,0-1 0,1 0 0,-1 0 0,1 0 0,-1 1 0,1-1 0,0 0 0,0 1 0,0-1 0,0 4 0,0 8 150,0 0 0,0 0 0,1 1 0,1-1 0,0 0 0,1 0 0,10 27 1,-2-14-22,-10-21-203,1 0 1,0-1-1,0 1 0,0-1 1,1 0-1,0 0 0,0 0 1,0 0-1,0 0 0,1-1 1,0 1-1,0-1 0,0 0 1,1 0-1,-1 0 1,1-1-1,0 0 0,0 0 1,8 4-1,53 12 1067,-55-17-952,-1 0 0,1 1-1,-1 0 1,1 0 0,-1 1 0,0 1 0,-1-1-1,1 2 1,13 9 0,-22-14-148,0 0 9,0 1 0,0-1 0,1 0 0,-1 1 0,0-1 0,1 0 0,-1 0 0,1 0-1,-1 0 1,1 0 0,-1 0 0,1 0 0,0-1 0,-1 1 0,1-1 0,0 1 0,0-1 0,-1 1 0,1-1 0,0 0-1,0 0 1,0 0 0,-1 0 0,1 0 0,0 0 0,0-1 0,3 0 0,-1 0 0,0-1 0,-1 1 0,1-1-1,-1 0 1,1 0 0,-1 0 0,1-1 0,-1 1 0,0-1 0,0 0 0,0 1 0,-1-1 0,1-1 0,-1 1-1,0 0 1,1 0 0,-1-1 0,-1 0 0,1 1 0,0-1 0,-1 0 0,0 0 0,1-4 0,2-9 81,-2 1-1,1-1 1,-2 0 0,0-19 0,-2 32-55,-1 0 0,1 1 0,0-1-1,-1 0 1,0 1 0,0-1 0,0 1 0,0 0-1,0-1 1,-1 1 0,1 0 0,-1 1 0,0-1 0,0 0-1,-3-2 1,-52-35 740,48 35-838,1 0 1,-1 1-1,1 0 1,-1 0-1,0 1 1,-1 1-1,1-1 1,0 2-1,-1-1 1,-11 1-1,20 7-6302,-10-3-387</inkml:trace>
</inkml:ink>
</file>

<file path=ppt/ink/ink16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7:10:54.41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48 1 80,'0'0'13612,"-3"20"-11777,-9 65-54,0 99 0,12 14-2856,0-198 935,0 0 0,0 1 0,0-1 1,0 0-1,0 0 0,0 1 1,0-1-1,0 0 0,0 1 1,0-1-1,0 0 0,0 0 0,-1 1 1,1-1-1,0 0 0,0 0 1,0 1-1,0-1 0,-1 0 1,1 0-1,0 0 0,0 1 0,0-1 1,-1 0-1,1 0 0,0 0 1,0 0-1,0 1 0,-1-1 1,1 0-1,0 0 0,-1 0 0,1 0 1,0 0-1,0 0 0,-1 0 1,1 0-1,0 0 0,0 0 1,-1 0-1,1 0 0,0 0 0,-1 0 1,-11 0-5261</inkml:trace>
</inkml:ink>
</file>

<file path=ppt/ink/ink16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7:10:54.65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79 8996,'0'0'10245,"128"-52"-9653,-87 46-352,-7 1 0,0 3-192,-7 2-48,0-2-128,0-1-960,-7 1-1361,-13-3-2770,0 3-1728</inkml:trace>
</inkml:ink>
</file>

<file path=ppt/ink/ink16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7:10:55.08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95 7668,'0'0'8707,"22"2"-7946,-5-1-688,4 2 149,0-1-1,0 0 0,1-2 0,-1-1 0,0-1 1,29-5-1,-46 5-185,1 1 0,-1-1 1,0 0-1,0 0 0,0 0 0,0-1 1,0 0-1,0 1 0,-1-1 1,1 0-1,2-4 0,-5 6-31,0 0 0,-1 0 0,1 0 1,-1 0-1,1 0 0,-1 0 0,1 0 0,-1 0 0,1 0 0,-1 0 0,0 0 0,0 0 1,1 0-1,-1 0 0,0 0 0,0 0 0,0 0 0,0-1 0,0 1 0,-1 0 0,1 0 1,0 0-1,0 0 0,-1 0 0,1 0 0,-1 0 0,1 0 0,-1 0 0,1 0 0,-1 0 1,1 0-1,-1 0 0,0 1 0,0-1 0,1 0 0,-1 0 0,0 1 0,0-1 0,0 0 1,0 1-1,0-1 0,0 1 0,0-1 0,0 1 0,0 0 0,0-1 0,0 1 0,-2 0 1,-8-5 81,-1 2 1,1-1-1,-1 2 1,1-1-1,-1 2 1,0 0-1,0 0 1,0 1-1,-21 2 1,29-2 0,1 0 1,-1 1-1,0 0 1,0-1-1,1 1 1,-1 0-1,1 1 1,-1-1-1,1 1 1,-1 0-1,1-1 1,0 1-1,0 1 1,0-1-1,0 0 1,0 1-1,1-1 1,-1 1-1,1 0 1,-1 0-1,1 0 1,0 0-1,0 1 1,0-1 0,1 0-1,-1 1 1,1-1-1,0 1 1,0 0-1,0-1 1,0 1-1,1 0 1,-1 6-1,1-4-3,0 1 0,1-1 0,-1 1 0,1-1 1,0 1-1,1-1 0,-1 0 0,1 0 0,1 0 0,-1 0 0,5 8 0,-5-11-145,1 0-1,-1-1 1,1 1-1,-1 0 1,1-1-1,0 0 1,0 0-1,0 0 1,1 0-1,-1 0 1,0 0-1,1-1 1,-1 0-1,1 0 1,-1 0-1,1 0 1,-1 0-1,1-1 1,0 1-1,0-1 1,5 0 0,12 0-1557,39-2-7430,-33-8 2247</inkml:trace>
</inkml:ink>
</file>

<file path=ppt/ink/ink16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7:10:55.64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54 864,'0'0'18278,"12"4"-16333,9 4-1155,62 22 1870,-78-29-2737,-1 0 1,1 0 0,0-1 0,-1 1 0,1-1 0,0-1 0,0 1 0,-1-1-1,1 1 1,-1-2 0,1 1 0,0 0 0,-1-1 0,0 0 0,8-3-1,-1-3-644,0 0-1,-1 0 0,1-1 0,8-11 1,12-10 33,-31 30 789,0 0 0,0 0 0,1 0-1,-1 0 1,0-1 0,0 1 0,1 0 0,-1 0 0,0 0 0,0 0-1,0 0 1,1 0 0,-1 0 0,0 0 0,0 0 0,1 0 0,-1 0-1,0 0 1,0 0 0,1 0 0,-1 0 0,0 0 0,0 0 0,1 0-1,-1 0 1,0 0 0,0 0 0,1 0 0,-1 1 0,0-1-1,0 0 1,0 0 0,1 0 0,-1 0 0,0 0 0,0 1 0,0-1-1,0 0 1,1 0 0,-1 0 0,0 1 0,0-1 0,0 0 0,0 0-1,0 1 1,0-1 0,0 0 0,0 0 0,0 0 0,1 1 0,-1-1-1,0 0 1,0 0 0,0 1 0,5 25 2105,-4-21-2013,-1 0-1,1 0 1,0-1 0,0 1 0,1-1-1,0 1 1,3 7 0,-4-11-180,0 0 1,0 0-1,0 0 0,0 0 1,0 0-1,0 0 0,0 0 1,0 0-1,1 0 0,-1-1 1,0 1-1,0 0 0,1-1 1,-1 1-1,0-1 0,1 0 1,-1 1-1,1-1 0,-1 0 1,0 0-1,1 0 0,-1 0 1,1 0-1,-1 0 0,1 0 1,-1 0-1,0-1 0,1 1 1,-1-1-1,2 0 0,4-2-149,-1-1 0,0 0 0,0-1 0,0 1-1,6-8 1,-9 9 113,0-1 0,0 1 0,1 0 0,-1 0-1,1 1 1,0-1 0,-1 1 0,1 0 0,0-1-1,1 2 1,-1-1 0,0 0 0,5 0 0,-8 2 490,26 39 1197,0-2-4273,1-22-5835,-15-14 998</inkml:trace>
</inkml:ink>
</file>

<file path=ppt/ink/ink16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7:10:55.90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 0 7619,'0'0'14218,"-1"20"-10969,1 335 2060,5-271-5634,-1-17 1661,-1-23-4025,-2-6-3762,0 0-5298</inkml:trace>
</inkml:ink>
</file>

<file path=ppt/ink/ink16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7:10:56.18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22 0 7459,'0'0'14853,"21"2"-13506,62 10-83,-81-11-1204,1 0 0,-1 0 0,0 0 1,0 0-1,0 0 0,0 1 0,0-1 0,0 1 0,0-1 0,0 1 0,-1 0 0,1 0 0,0-1 0,-1 1 0,0 0 0,1 0 0,-1 1 0,0-1 0,0 0 0,0 0 0,-1 0 0,1 1 0,0-1 0,-1 0 0,1 4 0,0 2 199,-1 0 0,0 1-1,0-1 1,-2 16 0,1-23-216,1 3 14,-1-1 0,-1 1 0,1-1 0,0 1 0,-1-1 0,0 0 0,0 0 1,0 1-1,0-1 0,0-1 0,-1 1 0,1 0 0,-1-1 0,1 1 0,-1-1 0,0 0 0,0 0 1,0 0-1,-1 0 0,1 0 0,0-1 0,-1 1 0,-4 0 0,-3 2-43,-1-1-1,1 0 1,-1-1-1,0 0 1,-23 0-1,34-3-213,0 1-1,1-1 1,-1 1 0,0-1-1,1 0 1,-1 1 0,1-1-1,-1 0 1,1 0 0,-1 1-1,1-1 1,0 0 0,-1 0-1,1 0 1,0 0 0,0 1-1,0-1 1,-1 0 0,1 0-1,0 0 1,0 0 0,0 0-1,0 0 1,1 1 0,-1-3 0,3-27-9337,8 8-892</inkml:trace>
</inkml:ink>
</file>

<file path=ppt/ink/ink16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7:10:57.10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19 0 5539,'0'0'12824,"-2"11"-11575,-6 54 870,2 0 1,3 1 0,6 68 0,0-13-1894,-3-90-296,0 8-586,0-14-4829</inkml:trace>
</inkml:ink>
</file>

<file path=ppt/ink/ink16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7:10:57.68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0 156 6739,'0'0'10696,"23"-2"-9194,7-2-956,8 0 455,57 0 0,-37 4-395,1-2 1,0-4 0,61-13 0,195-62-172,-192 48-85,-122 33-269,0 0 1,-1 0-1,1 0 0,-1 0 1,1 0-1,-1 0 1,1 0-1,-1 0 1,1 0-1,-1 0 1,1 0-1,-1 1 0,1-1 1,-1 0-1,1 0 1,-1 1-1,0-1 1,1 0-1,-1 0 0,1 1 1,-1-1-1,0 1 1,1-1-1,-1 0 1,0 1-1,1-1 1,-1 1-1,0-1 0,0 1 1,1-1-1,-1 1 1,0-1-1,0 1 1,0-1-1,0 1 1,0-1-1,0 1 0,1-1 1,-1 1-1,0-1 1,-1 1-1,1-1 1,0 1-1,0-1 0,0 1 1,0-1-1,0 1 1,0-1-1,-1 1 1,1-1-1,0 1 1,-1 0-1,-10 43 530,5-21-91,1 22-190,2 1 0,3 59 0,1-38-276,1-19-17,13 69 0,-8-70-54,3 72 0,-10-118 3,-14-2-140,1-1 0,-1 0 0,1 0 0,-20-8 0,17 6 23,0 0 0,-30-4 0,-37 3-251,-1 5 0,0 3-1,1 3 1,0 4 0,0 4-1,-159 48 1,235-59-811,21-4-14307,12-8 5394</inkml:trace>
</inkml:ink>
</file>

<file path=ppt/ink/ink16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7:11:04.14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10963 3025,'0'0'7494,"4"-7"-6221,-1 2-1078,0 1 0,0-1-1,0 1 1,0 0 0,1 1 0,-1-1-1,1 0 1,0 1 0,0 0 0,1 0-1,-1 0 1,1 0 0,-1 1 0,1 0-1,0 0 1,0 0 0,0 1 0,9-3-1,977-253 113,-832 201 655,-3-6 1,153-87-1,-268 126-598,-2-2 1,0-1-1,-2-3 1,-1-1-1,-2-1 0,55-64 1,-66 67-153,-2 0 0,-2-2 1,0 0-1,-2-1 0,-2-1 1,0 0-1,-2-1 0,-2-1 1,11-52-1,-10 22 48,70-303 910,-54 269-972,-3 0 1,-5-1-1,-5-1 1,5-194-1,-39-28 736,12 227-796,7-146-1,5 188-127,2 2 0,16-59 1,2-15 1,-9 15 20,2-194 0,-20 214-31,-23-156 0,11 153-1,4-1 0,4-1 0,4 1 0,4-1 0,21-136 0,-11 137 9,0-120-1,-8 89-11,34-180-2,-9 109 28,-16-11-20,-11 124-2,18-108 1,1 48 7,-6 0 0,-5-162-1,4 15 19,-7 26-24,-1-206 10,1-713-120,6 635 51,-10 88 42,-5 241-177,2 203 147,0 0 1,-1 0-1,0 0 1,-1 1-1,-8-28 0,7 31 30,1-1 0,0 0 0,0 0 0,1 1 0,1-15 0,-2-31-30,-10-40-158,2-102-1,-10 111 288,20 88 65,-15-8 442,14 9-548,0 0 1,0-1-1,-1 1 0,1 0 1,0 0-1,0-1 1,-1 1-1,1 0 0,0 0 1,0 0-1,-1 1 0,1-1 1,0 0-1,0 0 0,-1 1 1,1-1-1,0 1 1,0-1-1,0 1 0,0-1 1,-1 1-1,1 0 0,0 0 1,0-1-1,0 1 0,1 0 1,-1 0-1,0 0 1,0 0-1,0 0 0,1 0 1,-2 2-1,-33 50 450,19-28-254,-29 42-64,33-46-92,-1 0-1,-1-1 1,-1 0 0,-1-2-1,0 0 1,-1 0 0,-2-2-1,-29 23 1,29-31-75,15-6-7,0 0 0,0 0 1,-1 0-1,2 0 0,-1 0 0,0 1 1,0 0-1,-5 5 0,8-7-18,10-2 133,-1-2-104,-1 0 0,1 0 0,-1-1 0,0-1 0,0 1 0,0-1 0,0 0 0,6-6 0,48-51 60,-36 32-182,-1-2 1,-2 0-1,-1-1 1,-1-1-1,19-48 1,-31 66 84,1 1 1,0 0-1,1 0 1,0 1-1,16-16 1,-25 28 28,-1 1 3,1 10 67,-1 1 0,2 0 0,-1 0 0,1-1 0,0 1 0,1-1 0,0 0 0,1 0 0,0 0 0,0 0 0,1 0 0,0-1 0,1 0 0,0 0 1,13 14-1,-6-10 48,1 0 1,0-1 0,0 0-1,1-2 1,1 1 0,0-2-1,30 13 1,-34-16-8,0 1-1,-1 0 0,0 1 0,0 0 1,0 1-1,-1 0 0,0 1 1,11 12-1,-17-13-115,-3-8 0,-1 1 0,0 0 0,0 0 0,1-1 0,-1 1 0,1 0 0,-1-1 0,1 1 0,-1-1 0,1 1 0,-1-1 0,1 1 0,-1-1 0,1 1 0,0-1 0,-1 1 0,1-1 0,0 0 0,-1 1 0,1-1 0,0 0 0,0 1 0,-1-1 0,1 0 0,0 0 0,0 0 0,1 0 0,-86 2 0,81-2 0,-105 0 0,-192 23 0,299-23-7,-34 8 25,34-8-24,0 0 0,-1 0 0,1 0 1,0 1-1,0-1 0,-1 1 0,1-1 0,0 1 0,0-1 0,0 1 0,0 0 0,0-1 0,0 1 0,0 0 0,0 0 0,0 0 0,0 0 0,0 0 0,0 0 0,0 0 0,-1 2 0,2-1-1258,0-1 756,0 0-1,-1 0 1,1 0-1,-1 0 0,1 0 1,-1-1-1,1 1 1,-1 0-1,0 0 0,1 0 1,-1-1-1,0 1 1,0 0-1,1-1 0,-1 1 1,0 0-1,0-1 1,0 1-1,0-1 0,-1 1 1,-23 4-9966</inkml:trace>
</inkml:ink>
</file>

<file path=ppt/ink/ink16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7:12:27.560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597 258 6147,'0'0'8294,"0"-13"-6896,0-4-1300,-2-63 2621,2 73-2431,-1 0-1,-1 0 0,1 0 1,-1 0-1,0 0 0,-1 0 1,1 0-1,-1 1 1,-7-12-1,4 11-90,0 0-1,0 0 1,0 0 0,-1 1 0,0 0 0,0 0 0,-10-6-1,15 11-147,-1 0-1,1-1 0,0 1 0,-1 0 1,0 0-1,1 1 0,-1-1 0,1 0 1,-1 1-1,0 0 0,1-1 1,-1 1-1,0 0 0,1 1 0,-1-1 1,0 0-1,1 1 0,-1-1 0,1 1 1,-1 0-1,0 0 0,1 0 0,0 0 1,-1 0-1,1 1 0,0-1 1,-1 1-1,1-1 0,0 1 0,-2 3 1,-13 15 91,2 1 1,1 1 0,1 0-1,0 0 1,2 2 0,-11 30 0,5-14 74,-18 49 292,-26 109 0,36-110-219,-93 438 2447,100-431-2314,16-85-417,-2 12-102,0 0-1,0 37 1,4-59-659,-6-13-4366,-9-40-3758,2 20 317</inkml:trace>
</inkml:ink>
</file>

<file path=ppt/ink/ink16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7:12:27.794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1 102 2801,'0'0'14407,"149"-90"-10693,-95 81-1489,-6 6-1121,-8 3-79,1 0-369,-7 0-432,-14 0-160,-6 0-64,-1 7-144,-6 0-576,-7-3-737,7-1-1344,-1-3-7508,1 0 3490</inkml:trace>
</inkml:ink>
</file>

<file path=ppt/ink/ink16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7:12:28.202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7 100 7764,'0'0'15708,"3"18"-13854,8 142 3229,-12-161-5061,-1 0 1,1 0 0,0 0 0,0-1-1,0 1 1,0 0 0,0-1 0,0 1-1,0-1 1,1 1 0,-1-1 0,1 1-1,-1-1 1,1 0 0,-1 1 0,1-1-1,0 1 1,-1-1 0,1 0 0,0 1-1,0-1 1,1-3 0,-2-1 99,-2-33 243,1-56 0,2 68-372,0 23 39,0 1 0,0 0-1,0-1 1,0 1 0,1 0-1,0-1 1,0 1 0,0 0-1,0 0 1,0 0 0,0 0-1,1 0 1,0 0 0,-1 0-1,1 0 1,0 0 0,0 1-1,5-4 1,-6 4-156,1 1-1,0 0 1,0 0 0,0 0 0,0 0-1,0 0 1,0 0 0,1 0 0,-1 1-1,0-1 1,3 1 0,-1 0-663,-1 0-1,0 0 1,1 0 0,-1 0 0,0 1 0,0 0-1,0 0 1,0-1 0,4 3 0,-4-1-341,7 1-2533,-2-1-1627,5-2-1408</inkml:trace>
</inkml:ink>
</file>

<file path=ppt/ink/ink16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7:12:28.966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1 55 6323,'0'0'19078,"0"5"-14897,0 22-2952,-1-22-1205,1-1-1,1 1 0,-1 0 1,1-1-1,-1 1 0,1-1 0,1 1 1,-1-1-1,1 0 0,-1 1 1,1-1-1,3 4 0,-3-6-79,-1 0-1,1-1 1,-1 1 0,1 0-1,0-1 1,0 0-1,0 1 1,0-1 0,0 0-1,0 0 1,0 0-1,1 0 1,-1-1 0,0 1-1,0 0 1,1-1-1,-1 0 1,0 0 0,1 1-1,-1-1 1,0 0-1,1-1 1,-1 1 0,5-1-1,-6 0 37,0 0-1,1 0 0,-1 0 0,0 0 1,0 0-1,0 0 0,1 0 0,-1 0 1,-1-1-1,1 1 0,0 0 1,0-1-1,0 1 0,-1 0 0,1-1 1,-1 1-1,1-1 0,-1 1 0,1-1 1,-1 1-1,0-1 0,0 0 0,0 1 1,0-1-1,0 1 0,0-3 1,-3-45-5,0 43 30,1-1-1,-1 1 1,0-1 0,0 1-1,-1 0 1,0 0 0,0 0-1,0 1 1,-1 0 0,1-1-1,-9-5 1,11 10-16,31 1-2291,31-1 494,-17 0-148,47 4 0,-88-3 1961,-1 0-1,1 0 1,0 1 0,0-1-1,0 1 1,-1-1 0,1 1-1,0-1 1,0 1 0,-1 0-1,1 0 1,-1 0 0,1 0-1,-1 0 1,1 0 0,-1 0-1,0 1 1,1-1 0,-1 1-1,0-1 1,0 1-1,0-1 1,0 1 0,0-1-1,0 1 1,1 3 0,-1 2 585,0 0 0,0 0-1,0 0 1,-1 0 0,-1 13 0,1 0 641,0-20-1354,2-2-640,12-10 549,58-43-323,-66 51 644,0 0 0,0 1 0,0-1 0,0 1 0,1 1 0,-1 0 0,1 0 0,0 0 1,0 0-1,11 0 0,-17 3 39,0 0 0,-1 1 0,1-1 0,0 0 0,-1 0 1,1 1-1,-1-1 0,1 1 0,-1-1 0,0 0 0,1 1 0,-1-1 0,0 1 1,0-1-1,0 1 0,0-1 0,-1 2 0,1 41 559,0-33-740,0-11-134,0 1 0,0-1 1,0 1-1,0-1 0,0 1 1,0-1-1,0 0 0,1 1 1,-1-1-1,0 1 0,0-1 0,1 0 1,-1 1-1,0-1 0,0 1 1,1-1-1,-1 0 0,0 1 1,1-1-1,-1 0 0,0 0 0,1 1 1,-1-1-1,1 0 0,-1 0 1,0 0-1,1 1 0,-1-1 0,1 0 1,-1 0-1,1 0 0,-1 0 1,1 0-1,-1 0 0,1 0 1,-1 0-1,0 0 0,1 0 0,-1 0 1,1 0-1,-1 0 0,1 0 1,-1-1-1,1 1 0,-1 0 1,1-1-1,26-10-5071,11-13-3588</inkml:trace>
</inkml:ink>
</file>

<file path=ppt/ink/ink16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7:12:29.216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156 1 14343,'0'0'4842,"-12"21"-1099,0-1-2789,-6 9 647,2 1 0,0 1 0,2 1 0,-20 64 0,33-91-1553,-10 44 230,3-1-1,-5 93 0,13-140-287,0 0 0,0 0-1,1 0 1,-1 0 0,0-1 0,1 1-1,-1 0 1,1 0 0,-1 0 0,1-1 0,-1 1-1,1 0 1,0-1 0,-1 1 0,1-1-1,0 1 1,-1 0 0,1-1 0,0 0-1,0 1 1,-1-1 0,1 1 0,0-1 0,0 0-1,0 1 1,0-1 0,0 0 0,0 0-1,-1 0 1,1 0 0,0 0 0,0 0 0,0 0-1,0 0 1,0 0 0,0 0 0,0-1-1,0 1 1,39-11-1517,-31 6 251,0-1 1,-1 0 0,0-1-1,9-9 1,12-17-6934,-7 0-3356</inkml:trace>
</inkml:ink>
</file>

<file path=ppt/ink/ink16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7:12:29.371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1 23 15303,'0'0'7940,"169"-15"-7364,-88 8-576,1 7-80,-1 0-3202,-13 0-7282</inkml:trace>
</inkml:ink>
</file>

<file path=ppt/ink/ink16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7:12:29.794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0 1 7828,'0'0'15231,"5"18"-12478,-3-8-2353,4 15 621,-1-1-1,-1 1 1,1 45-1,-3 34 95,1-35-436,-9 85 0,-5-117-5355,11-37 4605,0 0 1,0 1-1,0-1 1,0 0-1,0 0 1,0 0-1,0 0 1,0 0 0,0 1-1,0-1 1,0 0-1,0 0 1,0 0-1,-1 0 1,1 0-1,0 0 1,0 0-1,0 0 1,0 1-1,0-1 1,0 0-1,0 0 1,-1 0-1,1 0 1,0 0-1,0 0 1,0 0-1,0 0 1,0 0-1,0 0 1,-1 0-1,1 0 1,0 0 0,0 0-1,0 0 1,0 0-1,0 0 1,-1 0-1,1 0 1,0 0-1,0 0 1,0 0-1,0 0 1,0 0-1,0 0 1,-1 0-1,1 0 1,0 0-1,0 0 1,0-1-1,0 1 1,0 0-1,0 0 1,0 0-1,0 0 1,-1 0 0,-1-21-3443,2-15-2994,0-10-1240</inkml:trace>
</inkml:ink>
</file>

<file path=ppt/ink/ink16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7:12:30.375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0 208 8740,'0'0'12550,"16"-2"-11195,652-132 4532,-480 90-5627,-163 38-2,30-7-294,-18 4 3434,-37 52-3043,-10 34-355,6-60 0,2 1 0,-2 26 0,3-15 0,2 0 0,1 0 0,1 0 0,1-1 0,14 47 0,8 1 0,-7-28 0,-4 2 0,12 56 0,-27-105 0,0 0 0,0-1 0,0 1 0,0 0 0,0 0 0,0-1 0,0 1 0,0 0 0,0 0 0,0-1 0,-1 1 0,1 0 0,0 0 0,-1-1 0,1 1 0,0 0 0,-1-1 0,1 1 0,-1 0 0,1-1 0,-1 1 0,1-1 0,-1 1 0,1-1 0,-1 1 0,0-1 0,1 1 0,-2-1 0,-27 8 0,-46-10 0,59 1 0,-66-4 0,0 3 0,0 5 0,1 2 0,-1 5 0,-134 32 0,182-33 0,-81 26 0,105-31 0,-1 0 0,1 1 0,0 0 0,1 0 0,0 1 0,-1 0 0,2 1 0,-9 8 0,16-15-29,0 1 1,1-1-1,-1 1 0,0-1 0,1 1 1,-1 0-1,1-1 0,-1 1 1,0 0-1,1 0 0,0-1 0,-1 1 1,1 0-1,-1 0 0,1 0 0,0 0 1,0 0-1,-1-1 0,1 1 1,0 0-1,0 0 0,0 0 0,0 0 1,0 0-1,0 0 0,0 0 1,0 0-1,1 0 0,0 0-93,0 0 0,0 0-1,0 0 1,0 0 0,0-1 0,0 1-1,0 0 1,1-1 0,-1 1 0,0-1-1,0 0 1,1 1 0,-1-1-1,0 0 1,1 0 0,1 0 0,56-2-5251,-11-11-341,5-15-313</inkml:trace>
</inkml:ink>
</file>

<file path=ppt/ink/ink16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7:12:41.91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0 148 1585,'6'2'17787,"-5"-2"-16992,33 0-761,-15-1-36,-1-1 0,1-1-1,-1-1 1,27-10 0,-27 9 5,-1 0 0,1 0-1,0 2 1,29-2 2670,-48 5-2638,227-52 1702,-90 29-1713,1 6 0,1 6 0,254 13 0,-374-1 1,0 1 0,0 1 1,0 0-1,-1 2 0,1 0 0,-1 1 1,0 0-1,-1 1 0,0 1 0,25 16 0,-32-18 43,0 1 0,-1 0 0,0 0 0,0 1 0,0 0 0,-1 0 0,0 1 0,-1-1 0,1 2 0,-2-1 0,0 1 0,0 0 0,0 0 0,-1 0 0,-1 0 0,0 1 0,0 0 0,1 12 0,0 9-10,-1-1 1,-2 1 0,-1 0-1,-1 0 1,-2 0 0,-1-1 0,-12 44-1,-7-5-20,-16 54 321,-73 155-1,-71 125 643,181-399-953,1 0 0,-1 1 1,1-1-1,0 1 1,1 0-1,-1-1 0,1 11 1,2-15-25,1 0 1,-1 0 0,0 0-1,0 0 1,0-1 0,1 1-1,-1-1 1,0 1 0,1-1-1,-1 0 1,1 0 0,-1 0 0,0 0-1,3 0 1,0 0 21,138-2 518,204-27 1,-50 1-491,1159 3 143,-1126 26-1592,-330-9-5648,0-12 2278,0 18 3027,2-15-5152,9-4-509</inkml:trace>
</inkml:ink>
</file>

<file path=ppt/ink/ink16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7:12:42.66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 7 8820,'0'0'16005,"-3"18"-14285,-2 13-753,2 0-1,1 0 1,3 44-1,4 211 1433,-5-247-2442,7-335-96,-7 84-784,0 212 924,0-1 0,0 1 1,0 0-1,0-1 0,0 1 0,0 0 0,0-1 0,0 1 0,0 0 1,0-1-1,0 1 0,0 0 0,0-1 0,0 1 0,1 0 0,-1-1 1,0 1-1,0 0 0,0 0 0,1-1 0,-1 1 0,0 0 0,0 0 1,0-1-1,1 1 0,-1 0 0,0 0 0,1 0 0,-1-1 0,0 1 0,0 0 1,1 0-1,-1 0 0,0 0 0,1 0 0,-1 0 0,1 0 0,14 5 114,13 16 125,-8 2-104,0-1 0,2-1 0,1 0 0,32 21 0,-43-34-138,0 0 1,1-1 0,0-1-1,0 0 1,0-1 0,0-1 0,1 0-1,0 0 1,0-2 0,0 0-1,24 1 1,-115 25 1,76-28 0,-110 38 0,97-32 0,1 0 0,-1 1 0,1 1 0,0 0 0,-20 17 0,31-24 0,1 0-1,0 0 1,0 0 0,0 0-1,0 0 1,0 0-1,0 0 1,0 1 0,0-1-1,0 0 1,1 0 0,-1 1-1,1-1 1,-1 1-1,1-1 1,-1 0 0,0 3-1,2-3-78,-1-1 0,0 1 0,0 0 0,1-1 0,-1 1 0,0-1 0,1 1 0,-1-1 0,0 1 0,1-1-1,-1 1 1,1-1 0,-1 1 0,1-1 0,-1 1 0,1-1 0,0 0 0,-1 1 0,1-1 0,-1 0 0,1 0 0,0 1-1,-1-1 1,1 0 0,0 0 0,0 0 0,6 1-1191,-1 0-1,1-1 1,0 0 0,-1 0-1,1 0 1,8-3 0,24-8-7769</inkml:trace>
</inkml:ink>
</file>

<file path=ppt/ink/ink16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7:12:43.55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6499,'0'0'10029,"2"6"-8487,3 34 355,-2 1 0,-1 0 1,-5 43-1,1 0-280,5 388 3223,20 237-4189,-22-520-1401,-1-177-850,0-188-14797,0 108 8108</inkml:trace>
</inkml:ink>
</file>

<file path=ppt/ink/ink16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7:12:44.47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1 459 3025,'0'0'9890,"0"-8"-8470,0 6-1294,-1 0 1,1 0 0,0 0-1,1 0 1,-1 0 0,0 0 0,0 0-1,1 0 1,0 0 0,-1 0-1,1 0 1,1-2 0,0 2 14,-1 1 0,1-1 0,0 1 0,0 0 0,-1 0 0,1 0 0,0 0 0,0 0 0,0 0 0,0 1 0,1-1 0,-1 0 0,0 1 0,0 0 0,0 0 0,4-1 0,278-44 5061,-89 11-3990,1643-170-938,-1401 176-617,616-53 3440,-1036 79-2752,-9 2 208,1-1-1,0 0 1,-1-1-1,1 0 1,15-5-1,-41 46 734,0-4-1286,3 0 0,1 1 0,1 0 0,2 1 0,-7 53 0,-4 9 0,-19 71 0,8 1 0,-10 187 0,28 151 0,8-336 0,6-169 0,0-1 0,0 1 0,0 0 0,-1-1 0,1 1 0,-1-1 0,0 1 0,0-1 0,0 1 0,0-1 0,-1 1 0,1-1 0,-1 0 0,0 0 0,0 0 0,0 0 0,0 0 0,0 0 0,-1-1 0,0 1 0,1-1 0,-1 1 0,0-1 0,0 0 0,0 0 0,0 0 0,0-1 0,-1 1 0,-4 1 0,-8 0 0,0 0 0,1 0 0,-1-2 0,0 0 0,-25-1 0,-1 0 0,-1211 78-79,4 47 29,613-59 179,482-55-145,175-12-858,1-1 0,-1 0 1,1-2-1,22-6 0,-23 4-1792,-1-1 0,0-1 0,-1-1 0,23-13 0,-5-5-7088</inkml:trace>
</inkml:ink>
</file>

<file path=ppt/ink/ink16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7:12:45.19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3 4770,'0'0'13094,"17"-3"-8668,-16 5-4192,0 0 1,0 1-1,-1-1 0,1 0 1,-1 0-1,1 1 0,-1-1 0,0 0 1,0 0-1,0 1 0,0-1 0,0 0 1,-1 3-1,1 4 427,-4 147 4489,1 2-3780,3 1174-1354,0-1332-16,0 0 0,0 0 0,0 0 0,0 0 0,0-1 0,1 1 0,-1 0 0,0 0 0,0 0 0,0 0 0,0 0 0,0 0 0,0 0 0,1-1 0,-1 1 0,0 0-1,0 0 1,0 0 0,0 0 0,1 0 0,-1 0 0,0 0 0,0 0 0,0 0 0,0 0 0,1 0 0,-1 0 0,0 0 0,0 0 0,0 0 0,0 0 0,1 0 0,-1 0 0,0 0 0,0 0 0,0 0 0,0 1 0,0-1 0,1 0 0,-1 0 0,0 0 0,0 0 0,0 0 0,0 0 0,0 0 0,0 1 0,1-1 0,-1 0-1,0 0 1,0 0 0,0 0 0,0 0 0,0 1 0,0-1 0,0 0 0,0 0 0,0 0 0,0 0 0,0 1 0,0-1 0,8-10-742,-5 4-685,1 1 0,0 0 0,0 0 0,0 0 0,1 0 1,-1 1-1,1 0 0,0 0 0,11-7 0,-9 7-114,25-20-6684</inkml:trace>
</inkml:ink>
</file>

<file path=ppt/ink/ink16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7:12:46.25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30 4514,'0'0'10864,"7"-1"-8991,-6 0-1723,1 1 1,-1 0 0,1 0 0,-1-1-1,1 1 1,-1 0 0,1 0 0,-1 0-1,1 1 1,-1-1 0,1 0 0,-1 0-1,1 1 1,-1-1 0,1 1 0,-1-1-1,0 1 1,1 0 0,-1 0 0,0 0-1,2 0 1,-2 2 347,0 0 1,1 0-1,-1 0 0,-1 0 0,1 0 1,0 0-1,-1 0 0,1 0 0,-1 1 1,0-1-1,0 0 0,-1 3 0,-1 13 3482,-12-16-2743,11-3-1355,2-28 395,2 25-288,-1 0 1,1 0-1,0-1 0,0 1 1,1 0-1,-1 0 0,1 1 0,-1-1 1,1 0-1,0 0 0,0 1 1,0-1-1,0 1 0,1 0 0,-1-1 1,1 1-1,-1 0 0,1 0 1,3-1-1,-3 1 7,0 0 0,0 0 0,1 0-1,-1 0 1,1 1 0,-1 0 0,1-1 0,0 1 0,-1 1 0,1-1 0,0 0 0,0 1 0,0 0-1,-1 0 1,1 0 0,0 0 0,6 2 0,-9-1 25,0 0 1,-1 0-1,1 1 1,0-1-1,0 0 1,0 0-1,-1 1 0,1-1 1,-1 1-1,1-1 1,-1 1-1,0-1 1,1 1-1,-1-1 0,0 1 1,0-1-1,0 1 1,0-1-1,0 1 0,0-1 1,-1 0-1,1 1 1,0-1-1,-1 2 1,0 1-13,1-1 0,-1 0 0,0 0 0,0 0 0,0 1 0,0-1 0,0 0 0,-1 0 0,1-1 0,-4 6 0,3-6-9,0-1 0,1 0 0,-1 1 0,0-1 0,0 0 0,0 0 0,0 0 0,0 0 0,0 0 0,0-1 0,0 1 0,0-1 0,0 1 0,0-1 0,-1 0 0,1 0 0,0 0 0,0 0 0,0 0 0,-1 0 0,-2-1 0,3 0 0,1 0 0,-1 0 0,1 0 0,0-1 0,-1 1 0,1 0 0,0 0 0,0-1 0,0 1 0,0-1 0,0 1 0,0-1 0,0 1 0,1-1 0,-1 0 0,0 1 0,1-1 0,0 0 0,-1 1 0,1-1 0,0 0 0,0 0 0,0 1 0,0-1 0,0-2 0,0 3 0,1 0 0,-1-1 0,1 1 0,0 0 0,-1 0 0,1 0 0,0 0 0,-1 0 0,1 0 0,0 0 0,0 1 0,0-1 0,0 0 0,0 0 0,0 1 0,0-1 0,0 0 0,0 1 0,0-1 0,0 1 0,1 0 0,-1-1 0,0 1 0,0 0 0,0-1 0,1 1 0,0 0 0,2-1 0,0 1 0,0-1 0,0 1 0,0 0 0,0 0 0,0 0 0,0 1 0,5 0 0,-9 0 0,1 0 0,0 0 0,0-1 0,-1 1 0,1 0 0,-1 0 0,1 0 0,-1 0 0,1 0 0,-1 0 0,1 0 0,-1 0 0,0 0 0,0 0 0,1 0 0,-1 0 0,0 0 0,0 0 0,0 0 0,0 2 0,-1 31 0,0-23 0,2-9 0,-1 1 0,0-1 0,0 0 0,0 0 0,-1 1 0,1-1 0,-1 0 0,1 0 0,-1 0 0,0 0 0,1 0 0,-1 0 0,0 0 0,-1 0 0,1 0 0,0 0 0,0 0 0,-1-1 0,1 1 0,-1 0 0,0-1 0,1 1 0,-1-1 0,0 0 0,0 0 0,-3 2 0,-2 0 0,0-2 0,0 1 0,0-1 0,0 0 0,0 0 0,0-1 0,-8 0 0,14 0 0,0 0 0,1 0 0,-1 0 0,0 0 0,1 0 0,-1 0 0,0-1 0,1 1 0,-1 0 0,0 0 0,1-1 0,-1 1 0,1 0 0,-1-1 0,0 1 0,1-1 0,-1 1 0,1-1 0,-1 1 0,1-1 0,-1 1 0,1-1 0,0 0 0,-1 1 0,1-1 0,0 1 0,-1-1 0,1 0 0,0 1 0,0-1 0,0 0 0,0 1 0,-1-1 0,1 0 0,0 0 0,0 1 0,0-1 0,0 0 0,1 1 0,-1-1 0,0 0 0,0-1 0,1 0 0,-1 1 0,0-1 0,1 0 0,0 0 0,-1 0 0,1 1 0,0-1 0,0 0 0,0 1 0,0-1 0,0 1 0,0-1 0,0 1 0,0-1 0,3-1 0,41-11 715,-44 14-798,0 0 0,0-1 0,0 1-1,0 0 1,-1 0 0,1 0 0,0 0 0,0 0 0,0 0 0,0 0-1,0 0 1,-1 1 0,1-1 0,0 0 0,0 0 0,0 1 0,-1-1 0,1 1-1,0-1 1,0 0 0,-1 1 0,1-1 0,0 1 0,-1 0 0,2 1-1,-2-1-300,0 0 0,1 0-1,-1 0 1,0 0-1,0 0 1,0 0-1,-1 0 1,1 0 0,0 0-1,0 0 1,0 0-1,-1 0 1,1 0-1,-1 0 1,1 0-1,-1 0 1,0 1 0,-16 18-15821</inkml:trace>
</inkml:ink>
</file>

<file path=ppt/ink/ink16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7:12:47.37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 1 6195,'0'0'12878,"3"8"-10691,2 8-1313,0 0-1,-2 1 1,0-1-1,0 1 1,-1 29-1,-6 98 2299,3-126-2877,-11 109 982,-2 38-2711,14-164-394,1-88-18210,5 46 12093</inkml:trace>
</inkml:ink>
</file>

<file path=ppt/ink/ink16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7:12:47.92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43 8628,'0'0'9156,"21"-3"-7766,6-2-918,9-1 664,65-4-1,660-8 2226,-759 18-2683,-18 16 2003,3-4-2079,1 1-1,0-1 0,1 2 1,-11 17-1,17-23-499,1-1 1,1 1-1,-1 0 0,1 0 0,1 0 0,-1 1 0,2-1 0,-1 1 0,1-1 0,0 17 0,1 42-102,3 1 0,21 124 0,-21-174 0,-1-1 0,0 35 0,-3-51 0,0 1 0,0-1 0,0 1 0,0-1 0,0 1 0,0-1 0,-1 1 0,1-1 0,0 0 0,-1 0 0,1 0 0,-1 0 0,0 0 0,1 0 0,-1 0 0,1-1 0,-1 1 0,0 0 0,0-1 0,1 1 0,-1-1 0,0 0 0,-2 0 0,-1 2 0,-52 13 5,-1-3 0,0-3 0,-62 3 0,-175-6-1751,245-6 956,47 1 666,0-1 0,0 0 0,0 0 0,0 0 0,0 0 0,0-1 0,0 1 0,0-1 0,1 0 0,-1 0 0,0 0 0,0 0 0,0 0 0,1 0 0,-1-1 0,1 1 0,-4-4 0,4 2-602,0 0 1,1-1 0,-1 1-1,1 0 1,0-1 0,0 1-1,0-1 1,1 1 0,-1-1-1,1 1 1,0-1 0,0 0 0,1-4-1,-1-19-9230</inkml:trace>
</inkml:ink>
</file>

<file path=ppt/ink/ink16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7:12:48.80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0 240 3217,'0'0'15952,"3"8"-13943,2 11-677,-1-1 0,0 1 0,1 30-1,-6-76-1298,0 8-233,1 0-1,1 1 0,0-1 0,2 1 0,5-23 0,-7 37 158,0 0-1,0 0 0,1 0 0,0 1 1,-1-1-1,2 0 0,-1 1 0,0 0 0,1-1 1,-1 1-1,1 0 0,0 0 0,0 1 1,0-1-1,0 0 0,1 1 0,-1 0 0,1 0 1,-1 0-1,1 0 0,0 1 0,0-1 1,-1 1-1,1 0 0,0 0 0,0 0 0,0 1 1,1-1-1,-1 1 0,4 0 0,19 1 21,-1 1 0,0 1-1,51 13 1,-51-10-52,0-1 0,0-1 0,0-2 0,1 0 0,-1-2-1,39-4 1,-60 3 77,0 0 0,0 0 0,0-1 0,0 0 0,0 0 0,-1 0 0,1-1 0,-1 1 0,1-1 0,-1 0 0,0-1 0,0 1 0,-1-1 0,1 1 0,-1-1 0,0 0 0,1 0 0,-2-1 0,1 1 0,0-1 0,-1 1 0,0-1 0,0 0 0,-1 0 0,1 0 0,-1 0 0,0 0 0,0 0 0,-1 0 0,1 0 0,-1 0 0,0 0 0,-1-1 0,-1-9 0,2 15 41,-1-1 0,0 0 0,1 0 0,-1 0 0,0 0 0,1 0 0,-1 0 0,0 1 0,0-1 0,0 0 0,0 1 0,0-1 1,0 0-1,0 1 0,0-1 0,0 1 0,0 0 0,0-1 0,0 1 0,0 0 0,0 0 0,0-1 0,0 1 0,-2 0 0,-31 0 541,25 0-374,4 0-104,-1 1-1,1 0 1,-1 0 0,1 0 0,-1 1-1,1 0 1,0 0 0,0 0-1,0 1 1,0 0 0,0 0 0,0 0-1,1 0 1,-1 1 0,1 0-1,0-1 1,0 2 0,1-1 0,-1 0-1,1 1 1,0 0 0,0-1-1,-3 8 1,2-4-48,0 0 0,1 1 0,-1 0 0,2 0 0,-1 0 0,1 0 0,1 0 0,0 1-1,0-1 1,0 0 0,2 1 0,-1-1 0,3 16 0,-1-20-183,0 0 0,0 0 0,1 0 0,-1 0 0,1 0-1,0 0 1,1-1 0,-1 1 0,1-1 0,0 0 0,0 0 0,0-1 0,0 1-1,1-1 1,-1 0 0,1 0 0,0 0 0,0-1 0,0 1 0,0-1 0,1 0-1,-1-1 1,0 0 0,7 2 0,3-1-1076,0 1 0,-1-2-1,1 0 1,0 0 0,0-2-1,0 0 1,0 0 0,17-5-1,34-19-6540</inkml:trace>
</inkml:ink>
</file>

<file path=ppt/ink/ink16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7:12:49.20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251 1 13158,'0'0'6552,"-22"8"-2889,-74 30-1278,86-34-1993,0 1-1,1 0 0,0 1 0,0 0 0,1 0 0,-1 1 1,1 0-1,1 0 0,-14 17 0,17-18-290,0 0-1,0 1 1,1-1-1,0 1 1,0 0-1,1 0 1,-1 0-1,1 0 1,1 0-1,0 0 1,0 0-1,0 12 1,1-18-111,1 0-1,0 1 1,0-1 0,1 0 0,-1 0-1,0 1 1,0-1 0,0 0 0,1 0-1,-1-1 1,1 1 0,-1 0 0,1 0-1,-1-1 1,1 1 0,-1-1 0,1 1-1,-1-1 1,1 0 0,0 1 0,-1-1-1,1 0 1,-1 0 0,1 0 0,0 0-1,2-1 1,50-1-361,-46 0 237,0 1 0,-1-2 0,1 1 0,-1-1 0,0 0 0,0 0 0,0-1 0,0 0 0,7-6 0,-11 8 95,0 0 0,1-1 0,-1 0 0,0 1 0,-1-1 0,1 0 0,0-1 0,-1 1 0,0 0 0,0-1 0,0 1 0,0-1 0,0 0 0,-1 1 0,0-1 0,1 0 0,-1 0 0,0-8 2273,-1 55-1717,0-39-741,-1 0 0,1 0-1,0 0 1,1 0 0,-1 0 0,0-1-1,1 1 1,0 0 0,0 0 0,0 0-1,1 0 1,-1-1 0,3 5 0,-1-6-519,0 0 1,-1 0-1,1-1 1,0 1-1,0-1 1,0 0-1,0 0 1,0 0-1,1 0 1,-1-1-1,0 1 1,0-1-1,1 0 1,-1 0-1,0 0 1,6-1-1,17 1-6914</inkml:trace>
</inkml:ink>
</file>

<file path=ppt/ink/ink16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7:12:49.48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35 152 3057,'0'0'21005,"-2"13"-19807,0 3-867,2-9-166,-1 1-1,0-1 1,-1 0-1,0 1 1,0-1-1,-5 11 1,1-14 1732,1-15-1433,1-16-363,4 24-155,0-13 217,0-1 0,0 1 0,2 0 1,0 0-1,8-29 0,-8 41-258,0 0-1,0-1 1,0 1-1,0 0 0,0 1 1,1-1-1,0 0 1,0 1-1,0-1 0,6-4 1,-4 5-341,-1 0 0,1 0-1,-1 1 1,1 0 0,0 0 0,0 0 0,0 0 0,0 1 0,0 0 0,0 0 0,7 0 0,33-3-5303,8-2-3292</inkml:trace>
</inkml:ink>
</file>

<file path=ppt/ink/ink16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7:12:52.53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 1639 1201,'0'0'4396,"-2"-5"-3246,0-2-554,0-5-162,-1-2 11607,12 14-11877,65 0 3214,-38 0-2634,-5-3-726,0 0 0,0-3 0,41-11 0,33-6-23,473-24-11,-521 45 16,132-4-10,273-23-25,676-45 790,-943 69-703,537-24-139,332-25-972,-958 52 1176,-23 2 328,158-21-1,-188 9 720,-38 8-92,0 0 0,1 1 1,29-1-1,-43 4-621,-9-21 1464,4 18-1899,1 0-1,-1 0 1,1 0-1,0-1 1,0 1-1,0-1 1,0 0 0,1 1-1,0-1 1,0 0-1,-1-5 1,-8-48-37,10 55 26,-4-55-47,3-57 1,-1-18-92,-11-36 61,5 63-160,-13-89 50,16 160 177,1 0 1,2-1-1,1 0 0,2 0 0,9-62 0,-2 11 736,-8 93-731,1 4 0,-1 0 0,0-1 0,0 1 0,-1-1 0,-1 1 0,0-1 0,0 1 0,-1-1 0,0 0 0,-1 0 0,-9 18 0,-17 21 0,-79 142 0,108-188 0,0-1 0,-1 1 0,1 0 0,1 0 0,-1 0 0,0 0 0,1 0 0,-1 0 0,1 5 0,1-16 0,0 0 0,0-1 0,1 1 0,0 0 0,0 0 0,1 1 0,7-16 0,35-56 0,-17 32 0,61-135-8,-66 162 17,-22 19-9,-1 0 0,1 1 0,0-1 0,0 1 0,-1-1 0,1 1 0,0 0 0,0-1 0,0 1 0,0 0-1,-1-1 1,1 1 0,0 0 0,0 0 0,0 0 0,0 0 0,0 0 0,0 0 0,0 0 0,0 0 0,-1 0 0,1 0 0,0 1 0,0-1 0,0 0 0,0 1 0,0-1 0,-1 0 0,1 1 0,0-1 0,0 1 0,-1-1 0,1 1 0,0 0 0,0 0 0,30 56 0,-21-38 0,0 0 0,1-1 0,1 0 0,1 0 0,15 16 0,1-8 0,33 24 0,-10-9 0,-51-40 0,4 7 0,-53-5 0,-282-10 0,330 7-84,1 0-1,-1 0 1,0 0 0,0 1-1,0-1 1,0 0 0,1 0-1,-1 0 1,0 0 0,0 1-1,0-1 1,0 0-1,0 0 1,0 0 0,0 1-1,0-1 1,1 0 0,-1 0-1,0 0 1,0 1 0,0-1-1,0 0 1,0 0 0,0 0-1,0 1 1,0-1 0,0 0-1,0 0 1,0 0 0,-1 1-1,1-1 1,0 0 0,0 0-1,0 0 1,0 1 0,0-1-1,0 0 1,0 0-1,0 0 1,-1 1 0,1-1-1,0 0 1,0 0 0,0 0-1,0 0 1,-1 0 0,1 0-1,0 1 1,0-1 0,0 0-1,-1 0 1,8 0-5788,0 0-1734</inkml:trace>
</inkml:ink>
</file>

<file path=ppt/ink/ink16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7:12:54.00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 2115 3490,'0'0'7110,"-2"-3"-5795,1 1-1025,0 0 0,0 0 1,0 0-1,0 0 0,1 0 0,-1-1 1,1 1-1,-1 0 0,1 0 1,0 0-1,0 0 0,0-1 0,0 1 1,0 0-1,1 0 0,-1 0 1,1-1-1,-1 1 0,1 0 0,0 0 1,1-2-1,29-55 3470,-10 22-2722,252-462 342,-46 96-1509,101-307-174,-311 670 318,47-82 9,-42 84 190,-1-1 0,14-43 1,-23 61 560,-4 8 105,-21 19-6430,5-4-853,-4-1-3418</inkml:trace>
</inkml:ink>
</file>

<file path=ppt/ink/ink16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7:12:55.33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0 301 2145,'0'0'6227,"5"-11"-5272,8-27-263,12-43 4783,14-44 1703,-26 81-4895,-13 43-914,0 4-1102,-20 334 2107,19-214-1600,15 343 1358,18-95-1641,17 130-86,-39-390-405,-4 150 0,0 13 0,10-145 0,-8-81 0,1 57 0,-9-248-240,0 45-4175,0 49-836,0-11-3363</inkml:trace>
</inkml:ink>
</file>

<file path=ppt/ink/ink16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7:12:56.64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0 161 1505,'0'0'6080,"1"3"-4221,3 13 8323,-2-7-9890,-2-8-205,1 0 0,-1 0-1,1 0 1,-1 0 0,1 0-1,0 0 1,-1 0 0,1 0 0,0 0-1,0 0 1,0 0 0,0 0-1,0-1 1,0 1 0,0 0-1,0 0 1,0-1 0,0 1-1,0-1 1,0 1 0,1-1-1,-1 0 1,0 1 0,0-1-1,0 0 1,1 0 0,-1 0-1,0 0 1,0 0 0,2 0-1,55 1 848,-41-2-422,590-52 3838,-345 21-4095,503-23-250,-14 2-272,-385 39 2460,-365 14-2143,0 1-1,-1 0 1,1-1 0,0 1-1,-1 0 1,1 0-1,0-1 1,-1 1-1,1 0 1,-1 0 0,1 0-1,-1 0 1,0 0-1,1-1 1,-1 1-1,0 0 1,0 0 0,1 0-1,-1 0 1,0 0-1,0 0 1,0 0-1,0 0 1,0 0 0,0 0-1,-1 2 1,-2 29 506,-2-20-481,0 0 1,-1 0 0,-10 16-1,-16 34-92,1 44 17,4 1 0,5 1 0,-13 177 0,20 329 0,13-274 0,-73 351 0,70-662 0,-6 64 0,2 138 0,4-233 0,0-1 0,0 1 0,-1 0 0,1 1 0,0-1 0,-1 1 0,-8-1 0,-66-5 0,0 3 0,0 4 0,-160 19 0,-198 52-136,0 0 230,-2-36-52,117-35-42,318 0 0,-21-2 0,25 2 0,0 0 0,1 0 0,-1 0 0,1 0 0,-1-1 0,1 1 0,-1 0 0,0 0 0,1 0 0,-1-1 0,1 1 0,-1 0 0,1 0 0,-1-1 0,1 1 0,-1-1 0,1 1 0,0 0 0,-1-1 0,1 1 0,-1-1 0,1 1 0,0-1 0,-1 1 0,1-1 0,0 1 0,0-1 0,0 1 0,-1-1 0,1 0 0,11-3 71,25-6-4152,-35 9 3674,0 0 0,0 1 0,-1-1 0,1 0 0,-1 0 0,1 0 0,-1 0 0,1 0 0,-1 0 0,1 0 0,-1 0 0,0 0 0,0 0 1,1 0-1,-1 0 0,0 0 0,0 0 0,0 0 0,0 0 0,0 0 0,-1-2 0,1-24-8608</inkml:trace>
</inkml:ink>
</file>

<file path=ppt/ink/ink16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7:12:57.36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 44 1153,'0'0'10049,"0"-7"-7653,4-30 8820,-2 43-7889,-1 0-4341,-1 292 2604,-6-261-5830,-4-17-5772,-1-13 3439</inkml:trace>
</inkml:ink>
</file>

<file path=ppt/ink/ink16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7:12:57.66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 84 5282,'0'0'13198,"-1"-5"-12549,1 4-609,0-1 0,-1 1 1,1 0-1,0 0 0,0 0 1,0 0-1,0 0 0,0-1 1,0 1-1,0 0 0,0 0 1,1 0-1,-1 0 0,0 0 1,1 0-1,-1 0 0,1 0 1,-1 0-1,1 0 0,-1 0 1,1 0-1,0 0 0,-1 0 1,1 0-1,0 0 0,0 0 1,0 1-1,0-1 0,0 0 1,0 1-1,0-1 0,0 1 1,1-1-1,49-10 1944,-41 10-1687,207-8 4021,-67 5-4687,-110 2-3123,65-14-1,-99 14 1266,-17 1-9897</inkml:trace>
</inkml:ink>
</file>

<file path=ppt/ink/ink16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7:12:57.91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45 1409,'0'0'21305,"122"16"-19032,-75-14-704,-6 3-208,-1-5-769,8 0-224,-14 0-224,0 0-144,-7 0-352,-7-5-960,0-8-849,-6-1-2081,-14-2-2209,0-4-4162</inkml:trace>
</inkml:ink>
</file>

<file path=ppt/ink/ink16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7:12:58.27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7 5507,'0'0'20038,"4"6"-18477,-2-2-1316,0 2-3,1-1 0,0 0 1,0 0-1,1-1 0,-1 1 0,1-1 0,8 8 0,-10-10-260,1-1 0,0 1 1,0-1-1,0 1 0,0-1 0,1 0 1,-1 0-1,0 0 0,0 0 0,0-1 0,1 0 1,-1 1-1,0-1 0,1 0 0,-1-1 0,0 1 1,1 0-1,-1-1 0,7-2 0,0-1-120,1-1-1,0-1 1,-1 0 0,13-10-1,-14 10 105,1-1 0,0 1-1,0 1 1,13-6 1758,-17 41-1423,-5-22-490,1 1 0,0-1 0,0 0 0,1 0 0,0 0-1,1-1 1,3 8 0,-5-12-245,0-1 1,0 0-1,0 0 1,0 1-1,0-1 1,1 0-1,-1-1 0,1 1 1,2 2-1,-1-3-533,0 1 1,0-1-1,-1 0 0,1 1 0,0-2 0,0 1 0,0 0 1,5-1-1,18 1-9120</inkml:trace>
</inkml:ink>
</file>

<file path=ppt/ink/ink16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7:12:5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120 87 2161,'0'0'26476,"-19"3"-25662,1 1-657,1 0 1,-25 9-1,41-13-145,0 1 0,0-1 0,0 1 0,0-1 0,0 1 0,0 0 0,0 0 0,0-1 0,0 1 0,0 0 0,0 0 0,1 0 0,-1 0 0,0 0 0,1 0 0,-1 0 1,0 0-1,1 1 0,-1-1 0,1 0 0,0 0 0,-1 0 0,1 0 0,0 1 0,0-1 0,0 0 0,0 0 0,0 1 0,0-1 0,0 2 0,14 32 227,-12-32-216,70 107 515,-46-74-356,-2 2-1,26 52 0,-45-78-309,0 0 0,0 0 0,-1 0 0,-1 1 0,0 0 0,-1-1 0,0 1 0,-1 0 0,-1 0 0,0 0 0,0 0 0,-4 19 0,3-29 33,-1 1 0,1-1 0,0 0 0,-1 1-1,0-1 1,0 0 0,0 0 0,0 0 0,0 0 0,-1-1-1,1 1 1,-1-1 0,0 1 0,0-1 0,0 0-1,0 0 1,0 0 0,0 0 0,-1-1 0,1 1-1,0-1 1,-1 0 0,1 0 0,-1 0 0,0 0 0,1-1-1,-1 1 1,1-1 0,-8 0 0,6 0 21,-1 0-1,1 0 1,0-1 0,0 1 0,-1-1 0,1 0 0,0-1 0,0 1-1,0-1 1,0 0 0,0 0 0,1 0 0,-1-1 0,1 0 0,-1 0-1,1 0 1,0 0 0,0-1 0,0 1 0,-3-6 0,3 3-14,0-2 0,1 1 1,-1 0-1,2-1 0,-1 0 1,1 0-1,0 1 0,1-1 1,0 0-1,0-1 0,0 1 1,1 0-1,1 0 0,-1 0 1,1 0-1,1 0 0,2-11 1,2 3-173,0 0 0,0 0 0,2 1 0,0 0 0,0 0 0,2 1 0,12-16 0,53-54-1856,52-26-7622,12 12 1570,-31 24 30018,-136 88-11539,10-2-13080,9-5 2989,1 0 0,0 1 1,1 0-1,-1 0 1,2 0-1,-12 19 0,15-22-223,0 1 0,1-1-1,0 1 1,0-1-1,0 1 1,1 0-1,0 0 1,0 0 0,1 0-1,-1 0 1,1 0-1,0 0 1,1 0-1,1 8 1,-2-13 3,1 1-1,-1-1 1,1 0 0,-1 1-1,1-1 1,-1 0-1,1 0 1,0 0 0,0 1-1,-1-1 1,1 0 0,0 0-1,0 0 1,0 0-1,0-1 1,1 1 0,-1 0-1,0 0 1,0 0 0,0-1-1,1 1 1,0 0 0,2 0 2,0 0 1,0 0-1,0 0 1,1-1 0,-1 1-1,0-1 1,7-1 0,-3 1-37,0-1 0,0-1 0,0 1 0,-1-1 0,1-1 0,0 1 0,10-7 0,-9 3-196,-1 0-1,0 0 0,-1-1 1,1 0-1,11-15 0,-16 18 289,1-1 0,-1 0 0,0 1 0,-1-1-1,1 0 1,-1 0 0,0-1 0,0 1 0,-1 0-1,1-1 1,-1 1 0,0-10 691,7 32-549,-1-8-229,0 0 0,0-1 1,1 0-1,0 0 0,0 0 0,1-1 1,0-1-1,0 1 0,1-1 0,-1-1 0,18 7 1,22 5-3037,-1-9-4181,-13-7-779</inkml:trace>
</inkml:ink>
</file>

<file path=ppt/ink/ink16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7:12:59.79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1 125 6851,'0'0'11840,"26"-18"-8694,86-57-1562,-103 71-1453,-1-1-1,0 1 0,1 1 1,0-1-1,0 1 0,0 1 1,0 0-1,0 0 0,0 1 1,0 0-1,1 1 0,-1-1 1,12 3-1,6-1 177,-23-2-262,-1 1 1,1 0-1,-1 1 0,1-1 0,0 0 1,-1 1-1,1 0 0,-1 0 1,0 0-1,1 0 0,-1 1 0,0-1 1,0 1-1,1 0 0,-1 0 1,-1 0-1,1 0 0,0 0 0,0 1 1,2 3-1,-3-3-10,-1 0 0,0 0 0,0 0 0,0 0 0,0 0 0,0 0 0,-1 0 0,1 0 0,-1 1 0,0-1 0,0 0 0,0 1 0,0-1 0,-1 0 0,1 0 0,-1 0 0,0 1 0,0-1 0,0 0 0,0 0 0,0 0 0,-4 5-1,1-2 107,0 0 0,0 0 0,-1-1-1,0 1 1,0-1 0,0 0-1,-1 0 1,0-1 0,0 1 0,-8 3-1,-1 1 341,-1-1 0,0-1 0,-18 6-1,32-12-279,24-5-346,2-4 2,1 1 0,0 1 0,1 1-1,0 1 1,-1 2 0,38 0-1,-61 2 125,-1 0-1,1 0 0,0 0 1,0 0-1,-1 0 0,1 0 0,0 0 1,-1 0-1,1 1 0,0-1 1,-1 1-1,1 0 0,-1-1 1,1 1-1,-1 0 0,1 0 1,-1 0-1,1 0 0,-1 0 0,0 0 1,0 0-1,1 0 0,-1 0 1,0 1-1,0-1 0,0 1 1,0-1-1,0 1 0,-1-1 0,1 1 1,0-1-1,-1 1 0,1-1 1,-1 1-1,0 0 0,1 3 1,-1-2 28,-1 0 1,1 0 0,-1 0-1,0 0 1,0 0 0,0 0 0,0 0-1,-1 0 1,1 0 0,-1 0-1,0-1 1,1 1 0,-1-1 0,0 1-1,-1-1 1,1 0 0,0 1-1,-5 2 1,-76 45 1826,74-45-2134,1-1-1,-1 0 1,0-1 0,-1 0 0,1-1-1,-1 0 1,1 0 0,-11 0 0,19-2 30,0-1 0,1 1 1,-1-1-1,1 1 0,-1-1 1,1 1-1,0-1 0,-1 1 1,1-1-1,-1 0 0,1 1 0,0-1 1,0 1-1,-1-1 0,1 0 1,0 1-1,0-1 0,0 0 1,0 0-1,0 1 0,0-1 1,0 0-1,0 1 0,0-1 1,0 0-1,0 1 0,0-1 0,0 0 1,1 0-1,-1-4-1346,0-27-4887</inkml:trace>
</inkml:ink>
</file>

<file path=ppt/ink/ink16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7:13:00.28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14 14919,'0'0'13374,"22"-2"-12656,179-10 205,-199 13-932,0-1 1,0 0-1,0 1 1,0-1 0,0 1-1,0 0 1,0 0-1,0 0 1,0 0-1,0 0 1,-1 0-1,1 0 1,0 0 0,-1 1-1,1-1 1,-1 1-1,1-1 1,-1 1-1,0 0 1,0-1 0,1 1-1,-1 0 1,0 0-1,-1 0 1,1 0-1,0 0 1,-1 0-1,1 0 1,-1 0 0,1 0-1,-1 0 1,0 0-1,0 3 1,1 0-3,-1-1 0,0 1 0,0-1 0,0 1-1,-1-1 1,1 1 0,-1-1 0,0 1 0,-1-1 0,1 0 0,-1 1 0,1-1 0,-1 0 0,0 0 0,-4 5-1,0-4 35,0 0-1,0 0 0,0 0 0,-13 6 0,13-8 0,0 1 1,0-1 0,0 1 0,1 0-1,-1 1 1,-8 9 0,14-14-34,0 1 0,0 0 1,0-1-1,0 1 0,0 0 1,0 0-1,0-1 0,0 1 0,0 0 1,0-1-1,0 1 0,0 0 0,0-1 1,1 1-1,-1 0 0,0-1 0,0 1 1,1 0-1,-1-1 0,1 1 1,-1-1-1,0 1 0,1-1 0,-1 1 1,1-1-1,-1 1 0,1-1 0,-1 1 1,1-1-1,0 0 0,-1 1 0,1-1 1,0 0-1,-1 1 0,1-1 1,0 0-1,-1 0 0,1 0 0,0 0 1,-1 1-1,1-1 0,1 0 0,38 10-267,-36-9 220,6 1-119,0 1-1,0 0 0,-1 0 1,0 1-1,16 9 0,-23-12 161,0 0 0,-1 0 0,1 0 0,-1 0-1,0 0 1,1 0 0,-1 0 0,0 0 0,0 1-1,1-1 1,-1 0 0,0 1 0,0-1 0,0 1 0,-1-1-1,1 1 1,0 0 0,-1-1 0,1 1 0,-1 0-1,1-1 1,-1 1 0,0 0 0,0 0 0,0-1-1,0 1 1,0 0 0,0 0 0,0-1 0,0 1 0,-1 0-1,1 0 1,-1-1 0,1 1 0,-1 0 0,0-1-1,0 1 1,1-1 0,-1 1 0,0-1 0,0 1-1,-1-1 1,0 2 0,-5 3 162,-1 0-1,0-1 1,0 0-1,0 0 1,-1-1 0,1 0-1,-1 0 1,0-1-1,0 0 1,0 0 0,-1-1-1,1-1 1,0 1-1,-17-1 1,25-1-1143,3-11-4458,12-8-333,11-7-2580</inkml:trace>
</inkml:ink>
</file>

<file path=ppt/ink/ink16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7:13:00.73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24 9780,'0'0'11315,"24"-4"-9856,74-13-95,-95 16-1280,0 1 0,0-1 1,0 1-1,0 0 0,0 0 0,0 0 1,0 0-1,0 0 0,0 1 1,0-1-1,0 1 0,0 0 1,0 0-1,0 0 0,0 0 1,0 0-1,3 3 0,-5-3-55,0 1 0,0-1 1,1 1-1,-1-1 0,0 1 0,0 0 0,0-1 0,0 1 0,-1 0 0,1 0 0,0 0 1,-1-1-1,1 1 0,-1 0 0,0 0 0,0 0 0,1 0 0,-1 0 0,-1 3 0,1 1 28,-1 0 0,0 0 0,-1 1 0,0-1 0,0 0 0,0 0 0,0-1 0,-1 1 0,0 0-1,-1-1 1,-4 7 0,-3-1 305,-1 0 0,0-1-1,0 0 1,-1-2-1,0 1 1,-1-1 0,1-1-1,-26 9 1,37-15-175,12-2-371,-6-1 157,27-7-380,1 2 0,0 0 0,0 3 0,35-2-1,-65 6 403,-1 0 0,1 0 0,-1 1 0,1-1 0,-1 1 0,0-1 0,1 1 0,-1-1 0,0 1 0,1 0 0,-1-1 0,0 1 1,0 0-1,0 0 0,0 0 0,0 0 0,0 0 0,0 0 0,0 0 0,0 0 0,0 1 0,-1-1 0,1 0 0,0 0 0,-1 1 0,1-1 0,-1 0 0,1 1 0,-1-1 0,0 1 0,0-1 0,1 1 0,-1-1 0,0 0 0,0 1 0,-1-1 0,1 1 0,0-1 0,-1 2 0,1 1 48,0 0 1,-1 0-1,0 0 1,0 0-1,0-1 1,0 1 0,0 0-1,-1-1 1,1 1-1,-1-1 1,0 0-1,0 1 1,-1-1-1,-2 3 1,-12 5 398,-1-1 0,0 0-1,0-1 1,-1-1 0,0-1 0,-1 0 0,0-2-1,0 0 1,-25 2 0,38-7-559,9-17-2514,2 11 1661,1 0 0,-1 1 0,1 0 0,0-1 0,0 2 0,11-9 0,-8 6-353,32-25-6529</inkml:trace>
</inkml:ink>
</file>

<file path=ppt/ink/ink16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7:13:01.19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32 6435,'0'0'22039,"15"-5"-20907,-7 1-946,50-15 736,-54 18-848,0 0-1,0 0 0,-1 1 0,1 0 1,0 0-1,0 0 0,0 0 0,0 0 1,0 1-1,0-1 0,-1 1 1,1 0-1,0 0 0,-1 1 0,7 2 1,-7-1-43,-1-1 0,1 0 0,-1 1 1,0-1-1,1 1 0,-1 0 1,-1-1-1,1 1 0,0 0 0,-1 0 1,1 0-1,-1 1 0,0-1 0,0 0 1,0 0-1,-1 1 0,1-1 0,-1 0 1,0 1-1,1-1 0,-2 6 1,1-5-20,-1 1 0,1-1 0,-1 1 0,0-1 0,0 1 0,0-1 0,-1 0 0,0 1 0,0-1 0,0 0 0,0 0 0,0 0 0,-1-1 0,0 1 0,-4 4 0,-3 2-12,0-1 0,-1 0 0,0-1 0,-1 0 0,1-1 0,-1 0 0,-1 0 0,0-2 0,-25 9 0,38-14 0,-1 0 0,1-1 0,-1 1 0,1 0 0,-1 0 0,1-1 0,0 1 0,-1 0 0,1 0 0,0-1 0,-1 1 0,1 0 0,0-1 0,-1 1 0,1-1 0,0 1 0,-1 0 0,1-1 0,0 1 0,0-1 0,0 1 0,0-1 0,-1 1 0,1-1 0,0 1 0,0-1 0,0 1 0,0-1 0,0 1 0,0-1 0,0 1 0,0 0 0,0-1 0,0 1 0,1-1 0,-1 1 0,0-1 0,3-17 0,-1 15 5,1 0 1,-1 0-1,1 0 0,0 1 0,0-1 1,0 1-1,0 0 0,1 0 0,-1 0 1,0 1-1,1-1 0,0 1 0,-1-1 1,1 1-1,0 0 0,5 0 0,63-6-1508,-56 10-220,-13 5 731,-21 15 1109,-19 1 410,10-8-2084,11-3-3782</inkml:trace>
</inkml:ink>
</file>

<file path=ppt/ink/ink16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7:13:01.86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21 32 1985,'0'0'17512,"11"-5"-15498,0 0-1229,-1 0-1,1 1 1,0 1 0,0 0-1,23-3 1,-32 6-679,1 0 1,0-1-1,0 1 1,0 0-1,-1 0 1,1 1-1,0-1 1,0 0-1,-1 1 0,1 0 1,0 0-1,-1 0 1,1 0-1,-1 0 1,1 0-1,-1 1 1,1-1-1,-1 1 1,0-1-1,0 1 0,0 0 1,0 0-1,0 0 1,0 0-1,0 0 1,-1 1-1,1-1 1,-1 1-1,1-1 0,-1 1 1,0-1-1,0 1 1,0-1-1,-1 1 1,2 5-1,-2-5-49,1 1 0,0-1-1,-1 1 1,0-1 0,0 0-1,0 1 1,0-1 0,-1 1-1,1-1 1,-1 0 0,0 1 0,0-1-1,0 0 1,0 0 0,-1 0-1,1 0 1,-1 0 0,0 0 0,1 0-1,-2 0 1,1 0 0,0-1-1,0 1 1,-1-1 0,-4 3-1,-3 2 143,-1-1 0,-1-1 0,1 1 0,-1-2 0,-22 6 0,-39 8-207,71-17-406,4-16-3347,7-2-727,14-3-2752</inkml:trace>
</inkml:ink>
</file>

<file path=ppt/ink/ink16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7:13:02.49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56 31 4802,'0'0'15775,"-3"-3"-13141,2 2-2223,0 0-206,-1 0-1,1 1 1,0-1 0,0 0 0,0 0 0,-1 0 0,1-1 0,0 1 0,0 0 0,1 0-1,-1-1 1,0 1 0,0 0 0,0-3 0,6 3 124,1-1 1,-1 1 0,1 0-1,-1 1 1,1-1-1,6 1 1,-11 0-196,10-1 92,-1 0 1,0 1-1,1 1 1,-1 0-1,1 0 1,14 4-1,-22-4-218,-1 0 0,1 0 0,-1 1 1,1-1-1,-1 1 0,0-1 0,0 1 0,0 0 0,0 0 0,0 0 0,0 0 0,0 0 0,0 0 0,-1 0 0,1 1 0,-1-1 1,0 1-1,0-1 0,0 1 0,0-1 0,0 1 0,0 0 0,-1 0 0,1-1 0,-1 1 0,0 0 0,0 0 0,0-1 0,0 4 1,0 2 17,-1 0 1,0 0 0,0 0-1,0 0 1,-1-1 0,-1 1-1,1-1 1,-5 9 0,6-13 8,0 0 0,-1-1 0,1 1 1,-1 0-1,0-1 0,0 1 0,0-1 0,0 0 1,0 0-1,0 0 0,-1 0 0,1 0 1,-1 0-1,1-1 0,-1 1 0,1-1 0,-1 0 1,0 1-1,0-1 0,0-1 0,0 1 0,0 0 1,0-1-1,-4 1 0,6-1-19,30 20-1606,-25-16 1543,0 0 1,0 0-1,-1 0 1,1 1-1,-1-1 1,0 1-1,0 0 0,-1 0 1,4 7-1,-6-10 66,1 0 0,0 0-1,0 1 1,-1-1 0,1 0 0,-1 0-1,0 0 1,0 1 0,0-1 0,0 0-1,0 0 1,0 1 0,0-1-1,-1 0 1,1 0 0,-1 1 0,0-1-1,0 0 1,0 0 0,0 0 0,0 0-1,0 0 1,0 0 0,0-1-1,-1 1 1,1 0 0,-3 2 0,-7 3 305,1-1 0,-1 0 0,0-1 0,0 0 0,0-1 0,-1 0 0,1 0 0,-19 2 0,-7-1-2335,10-4-4353,35 0-2194</inkml:trace>
</inkml:ink>
</file>

<file path=ppt/ink/ink16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7:13:21.81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 0 6259,'0'0'19849,"-14"95"-18168,28-75-577,-1-1-736,1-8-336,-8-7 48,-6-22-4305,0-13-994,0-10-5410</inkml:trace>
</inkml:ink>
</file>

<file path=ppt/ink/ink16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7:13:22.00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21 1 11509,'0'0'14199,"-20"68"-14199,20-50-480,0 0-2034,0-5-3488,0-4-4867</inkml:trace>
</inkml:ink>
</file>

<file path=ppt/ink/ink16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7:13:22.42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380 218 8052,'0'0'2817,"2"-20"440,7-65-791,-8 82-2319,-1-1 0,1 0 1,-1 0-1,0 1 0,0-1 1,0 0-1,-1 1 1,1-1-1,-1 0 0,0 0 1,0 1-1,0-1 0,0 1 1,-1-1-1,0 1 1,1 0-1,-1 0 0,0 0 1,-1-1-1,1 2 0,-1-1 1,1 0-1,-1 0 1,0 1-1,0 0 0,0-1 1,0 1-1,0 0 0,0 1 1,-7-4-1,-3 2 281,0-1 1,-1 2-1,1 0 0,-1 0 0,0 2 0,-19 0 0,19 0-147,6 0-166,-1 0 1,1 1-1,-1 0 0,1 1 1,-1-1-1,1 2 1,0-1-1,0 1 0,0 0 1,0 1-1,1 0 0,-1 0 1,1 0-1,0 1 1,0 0-1,1 1 0,-1 0 1,1 0-1,0 0 1,1 0-1,0 1 0,0 0 1,0 0-1,1 1 1,0-1-1,0 1 0,1 0 1,0 0-1,0 0 0,1 0 1,-2 16-1,-1 38 170,4 0 0,2 0 0,3-1 0,12 64 0,7 134-229,-22-244-255,-1 35 581,0-49-476,0 1 1,0-1 0,0 0 0,0 0 0,0 0 0,-1 0-1,1 0 1,0 0 0,-1 0 0,1 0 0,0 0 0,-1 0-1,1 0 1,-1 0 0,1 0 0,-1 0 0,0 0 0,0 0-1,1 0 1,-1 0 0,0-1 0,0 1 0,0 0-1,0-1 1,0 1 0,0 0 0,0-1 0,0 1 0,0-1-1,0 0 1,0 1 0,-1-1 0,0 0-280,1 0 0,0-1-1,0 1 1,0-1 0,0 0 0,0 1 0,0-1 0,0 0-1,0 0 1,0 1 0,0-1 0,1 0 0,-1 0 0,0 0-1,1 0 1,-1 0 0,0 0 0,1 0 0,-1 0 0,1 0-1,-1-1 1,1 1 0,0 0 0,0 0 0,-1 0 0,1 0-1,0-1 1,0 1 0,0-1 0,-1-3-798,-6-29-6715</inkml:trace>
</inkml:ink>
</file>

<file path=ppt/ink/ink16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7:13:22.59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7 9700,'0'0'10917,"122"0"-8884,-68 0-1809,0 0-224,7 0-1584,0 0-3234,7-6-6644</inkml:trace>
</inkml:ink>
</file>

<file path=ppt/ink/ink16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7:13:23.35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529 100 4018,'0'0'10623,"6"-16"-7869,12-49-81,-18 64-2617,0 1 0,0-1 0,-1 0 0,1 0 0,0 0 0,0 1 1,0-1-1,-1 0 0,1 0 0,0 1 0,-1-1 0,1 0 0,-1 1 0,1-1 0,-1 0 0,1 1 1,-1-1-1,1 1 0,-1-1 0,0 1 0,1-1 0,-1 1 0,0-1 0,1 1 0,-1 0 0,0-1 1,0 1-1,1 0 0,-1-1 0,0 1 0,0 0 0,0 0 0,1 0 0,-1 0 0,0 0 0,0 0 1,0 0-1,1 0 0,-3 1 0,-32 4 992,18 1-717,0 1-1,1 0 1,0 1-1,0 1 1,1 1-1,-26 20 1,1 5 744,-38 41-1,50-46-685,1 2 0,2 0-1,2 1 1,0 2 0,-32 70-1,44-81-330,2 0 0,0 1 0,2 0 0,1 1 0,1 0 0,1 0 0,1 0 0,1 0 0,2 0 0,3 36 0,-2-52-195,1 0 1,0-1 0,1 1 0,0 0-1,0-1 1,1 1 0,0-1-1,0 0 1,1-1 0,1 1 0,-1-1-1,1 0 1,1 0 0,0-1-1,0 1 1,0-2 0,16 13 0,-9-11-712,1 0 0,0 0 1,0-1-1,1-1 1,-1-1-1,1 0 1,0-1-1,1 0 1,-1-2-1,18 1 1,54 0-6581</inkml:trace>
</inkml:ink>
</file>

<file path=ppt/ink/ink16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7:13:23.76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493 150 8628,'0'0'12371,"-11"-21"-10816,-35-64-154,43 81-1274,0 0-1,0 1 1,-1 0-1,1-1 1,-1 1-1,0 1 1,0-1 0,0 0-1,0 1 1,0 0-1,-1 0 1,1 0 0,-1 0-1,1 1 1,-1 0-1,0 0 1,1 0 0,-1 1-1,0-1 1,0 1-1,1 0 1,-1 0-1,-9 2 1,-2-1 338,4-1-256,-1 1 0,1 0 0,0 0 1,0 2-1,0-1 0,0 1 0,1 1 0,-1 0 1,1 1-1,0 0 0,0 1 0,0 0 0,1 1 1,-17 14-1,17-11-105,0 0 1,0 1 0,1 0-1,0 1 1,1 0 0,0 1-1,1-1 1,1 1-1,0 1 1,1-1 0,0 1-1,-3 17 1,0 9-16,3 0 0,1 0 0,2 1 0,2-1 0,6 55 0,9-6-93,-9-61-923,-1 0 0,1 45-1,-6-62 528,-1 8-5795,1-18 5794,0-1 0,0 1 0,-1-1-1,1 1 1,0-1 0,-1 0 0,1 1 0,-1-1 0,1 1 0,0-1 0,-1 0 0,1 1 0,-1-1 0,1 0-1,-1 1 1,1-1 0,-1 0 0,1 0 0,-1 0 0,1 1 0,-1-1 0,0 0 0,1 0 0,-1 0 0,1 0 0,-1 0-1,1 0 1,-2 0 0,-17 0-9187</inkml:trace>
</inkml:ink>
</file>

<file path=ppt/ink/ink16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7:13:24.12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0 209 9092,'0'0'7003,"21"-5"-2721,65-14-1286,-80 18-2796,1 0 0,-1 0 0,1 1 0,0 0 0,-1 0 0,1 1 0,-1 0 0,1 0 0,-1 0 0,1 1 0,-1 0 0,0 0-1,0 1 1,0-1 0,0 1 0,0 1 0,0-1 0,-1 1 0,0 0 0,0 0 0,0 1 0,0-1 0,0 1 0,-1 0 0,0 1 0,0-1-1,-1 1 1,1-1 0,-1 1 0,-1 0 0,1 0 0,2 8 0,-3 20 778,-2-23 8,0-10-533,0-4-135,-6-84-255,3 65-63,1 0 0,1 1-1,1-1 1,1 0 0,0 0-1,10-42 1,-10 60 1,1 0 0,-1 0 0,1 0 0,0 0 0,0 0 0,1 0 0,-1 1 0,1-1 0,-1 1 0,6-5 0,-7 7-131,0 1 0,0-1 0,1 0 0,-1 1 1,0-1-1,0 0 0,1 1 0,-1-1 1,0 1-1,1 0 0,-1 0 0,1-1 0,-1 1 1,0 0-1,1 0 0,-1 0 0,1 0 1,-1 0-1,0 1 0,1-1 0,-1 0 0,1 1 1,-1-1-1,0 1 0,1-1 0,-1 1 0,0 0 1,0 0-1,0-1 0,0 1 0,1 0 1,-1 0-1,1 2 0,-1-2 13,4 3-1054,-1 0-1,1 0 0,0 0 1,0-1-1,0 0 1,0 0-1,0 0 1,12 4-1,28 3-8880</inkml:trace>
</inkml:ink>
</file>

<file path=ppt/ink/ink16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7:13:24.75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105 80 11365,'0'0'20276,"-17"13"-19323,-51 44-780,67-55-173,-1-1 0,0 1 0,1 0 0,-1 0 0,1 0 0,-1-1 0,1 1 0,0 0 0,0 1 0,0-1 0,0 0 0,0 0 0,0 0 0,0 5 0,1-6 0,0 0 0,0 0 0,0 1 0,0-1 0,0 0 0,1 0 0,-1 0 0,1 0 0,-1 0 0,0 0 0,1 0 0,0 0 0,-1 0 0,1 0 0,0 0 0,-1 0 0,1 0 0,0 0 0,0 0 0,1 0 0,1 2 0,1-1 0,0 0 0,-1 0 0,1-1 0,0 1 0,0-1 0,0 0 0,0 1 0,7-1 0,-5 0 0,1 0 1,0 0-1,-1-1 0,1 0 0,0-1 1,0 0-1,-1 0 0,1 0 0,6-2 1,-10 1-90,-1 1-1,0-1 1,1 1 0,-1-1 0,0 0 0,0 0 0,0 0-1,0 0 1,0 0 0,-1-1 0,1 1 0,-1 0 0,1-1 0,-1 1-1,0-1 1,0 1 0,0-1 0,0 0 0,-1 1 0,1-1-1,-1 0 1,1 0 0,-1-3 0,1-4-259,0 0 0,-1 0 0,0 0 0,0 0 0,-1 0 0,-1 0 0,1 0 0,-2 0 0,1 1 0,-1-1 0,-1 1 0,0 0 0,-10-17 0,14 25 353,0 1 0,0 0 0,0 0-1,0-1 1,0 1 0,0 0 0,0 0 0,0-1-1,0 1 1,0 0 0,0 0 0,0-1-1,0 1 1,0 0 0,1 0 0,-1-1-1,0 1 1,0 0 0,0 0 0,0 0-1,0-1 1,1 1 0,-1 0 0,0 0-1,0 0 1,0-1 0,1 1 0,-1 0-1,0 0 1,0 0 0,0 0 0,1 0 0,-1 0-1,0-1 1,0 1 0,1 0 0,-1 0-1,0 0 1,0 0 0,1 0 0,-1 0-1,0 0 1,0 0 0,1 0 0,-1 0-1,0 0 1,0 0 0,1 0 0,-1 1-1,0-1 1,22-1 109,-16 2-46,-2-1-9,15-1 65,-1 1 1,0 2 0,1 0-1,32 7 1,-47-8-79,-1 0 0,1 1-1,0-1 1,-1 1 0,1-1-1,-1 1 1,1 0 0,-1 0 0,0 1-1,0-1 1,0 1 0,0-1 0,0 1-1,0 0 1,-1 0 0,1 0-1,-1 1 1,0-1 0,0 1 0,-1-1-1,1 1 1,0-1 0,-1 1 0,0 0-1,0 0 1,0 0 0,-1-1-1,1 1 1,-1 7 0,1 2 394,-1-11-315,0 0 1,1 0-1,-1 1 0,0-1 1,0 0-1,0 0 1,0 0-1,0 0 0,0 0 1,-1 0-1,1 0 1,-1 0-1,1 0 0,-1 0 1,0 0-1,0 0 1,0 0-1,0-1 0,0 1 1,0 0-1,0 0 1,-1-1-1,1 1 0,-1-1 1,1 0-1,-3 2 1,29-32 28,-19 24-180,64-45-385,-64 46 403,0 1 1,0 0-1,1 0 1,-1 0-1,1 1 1,-1 0 0,1 0-1,0 1 1,14-2-1,-20 3 262,-1 23 554,-1-9-808,0-10 0,1 0 0,0 0 0,-1 0 0,1 0 0,0 0 0,1-1 0,-1 1 0,1 0 0,0 0 0,0 0 0,0 0 0,2 5 0,-1-9-499,-1 1-1,1-1 1,-1 1-1,1-1 1,0 0-1,-1 1 1,1-1-1,-1 0 1,1 0-1,0 0 1,-1 0-1,1 0 1,-1-1-1,1 1 1,-1-1-1,1 1 1,2-2-1,21-11-7557</inkml:trace>
</inkml:ink>
</file>

<file path=ppt/ink/ink16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7:13:24.97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100 0 15943,'0'0'7956,"-15"24"-3109,-45 80-1696,55-93-3080,1 0-1,1 0 1,-1 0-1,2 0 1,-1 0-1,2 1 0,-1-1 1,2 0-1,-1 1 1,2-1-1,1 14 1,0 14-47,-3-26-24,0 0 0,1 0 0,1 1 0,0-1 0,1 0 0,1 0 0,0-1 0,0 1 0,1 0 0,1-1 0,9 17 0,-14-28-16,1 0 0,-1 0 0,1 0 1,-1 0-1,1-1 0,0 1 0,0 0 0,-1 0 0,1-1 1,0 1-1,0 0 0,0-1 0,0 1 0,0-1 0,0 1 0,0-1 1,0 1-1,0-1 0,0 0 0,0 0 0,0 1 0,0-1 1,0 0-1,0 0 0,0 0 0,0 0 0,0 0 0,1-1 0,-1 1 1,0 0-1,0 0 0,0-1 0,0 1 0,0 0 0,0-1 1,0 1-1,0-1 0,-1 1 0,1-1 0,1-1 0,1 0-534,0 0 0,-1 0 0,0 0 0,1 0 0,-1-1 0,0 1-1,0-1 1,0 1 0,0-1 0,-1 0 0,3-5 0,4-27-8655</inkml:trace>
</inkml:ink>
</file>

<file path=ppt/ink/ink16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7:13:25.14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12 7908,'0'0'18808,"136"0"-18552,-89 0-256,0 0-1568,1 0-2866,-1-12-7220</inkml:trace>
</inkml:ink>
</file>

<file path=ppt/ink/ink16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7:13:25.50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65 12966,'0'0'16439,"75"-11"-15206,-28 2-577,-6 0-400,-1-2-224,1 2-32,-7 2-112,-14 0-656,-6 5-865</inkml:trace>
</inkml:ink>
</file>

<file path=ppt/ink/ink16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7:13:25.69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34 9508,'0'0'20762,"142"14"-20618,-108-14-144,-7-7-336,0-2-1361,1 0-1761,-1-2-2272,0-1-5571</inkml:trace>
</inkml:ink>
</file>

<file path=ppt/ink/ink16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7:13:25.97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39 3762,'0'0'23210,"18"-5"-21580,162-24 765,-95 24-4016,-105 10-10934,-9 8 7182,17-8 2686,-28 13-4473</inkml:trace>
</inkml:ink>
</file>

<file path=ppt/ink/ink16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7:13:26.13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4722,'27'124'2097,"-27"-120"2225,13-4-96,21 0-912,0 0-609,7 0-720,6 0-433,-6-7-719,-1-2-705,-13 0-128,0 3-1105,-6-6-3297,-1-1-6755</inkml:trace>
</inkml:ink>
</file>

<file path=ppt/ink/ink16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7:13:26.66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74 13110,'0'0'17157,"9"-1"-15681,0 1-1383,0-1 0,0 1 0,0 0 0,0 1 0,-1 0 0,1 1 0,0-1 1,-1 2-1,1-1 0,15 8 0,-14-3-93,-7-5 0,-1-1 0,0 1 0,0-1 0,1 0 0,-1 0 0,1 0 0,-1 0 0,1 0 0,-1 0 0,6 0 0,-7-1 0,1 0 0,-1 0 0,1 0 0,-1 0 0,0-1 0,1 1 0,-1 0 0,0-1 0,1 1 0,-1-1 0,0 1 0,1-1 0,-1 0 0,0 0 0,0 1 0,0-1 0,0 0 0,0 0 0,0 0 0,0 0 0,0 0 0,0-1 0,0 1 0,-1 0 0,2-3 0,2-1 0,4-4-1,0-1-1,0 1 1,1 0 0,1 1-1,-1 0 1,1 1 0,1 0-1,-1 0 1,14-6 0,-23 14 1,0-1 1,0 0-1,0 1 0,0-1 1,0 1-1,0-1 1,0 1-1,0-1 0,0 1 1,0 0-1,0-1 1,0 1-1,-1 0 1,1 0-1,0 0 0,0-1 1,-1 1-1,1 0 1,-1 0-1,1 0 1,-1 0-1,1 0 0,-1 0 1,0 0-1,1 0 1,-1 1-1,0-1 1,0 1-1,0-1 1,14 49-1,-12-40 0,0-1 0,0 1 0,1-1 0,1 0 0,-1 0 0,2 0 0,8 15 0,-12-23-60,0 0 1,0 0-1,0 0 0,1 0 1,-1 0-1,0-1 0,0 1 1,1 0-1,-1-1 0,1 1 1,-1-1-1,0 1 0,1-1 1,-1 0-1,1 1 0,2-1 1,30-1-5047,-16 0-3,20 1-5688</inkml:trace>
</inkml:ink>
</file>

<file path=ppt/ink/ink16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7:13:27.08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16 10197,'0'0'18216,"6"-1"-14199,-5 1-4002,0 0 0,-1 0 1,1 0-1,0 0 0,-1 0 1,1 0-1,0 1 0,-1-1 1,1 0-1,0 0 0,-1 1 1,1-1-1,0 0 0,-1 0 1,1 1-1,-1-1 0,1 1 1,0-1-1,-1 1 0,1-1 1,0 1-1,1 4-15,0 0 0,1 0 0,0-1 0,0 1 0,0-1 0,1 0 0,-1 0 0,1 0 0,0-1 0,0 1 0,0-1 0,1 0 0,-1 0 0,1 0 0,-1-1 0,1 1 0,0-1 0,0 0 0,0-1 0,0 1 0,1-1 0,-1 0 0,0-1 0,1 1 0,-1-1 0,0 0 0,1 0 0,-1 0 0,0-1 0,1 0 0,7-2 0,-5-2-16,1-1 0,-1 0 1,0 0-1,-1-1 0,0 0 0,0 0 1,0-1-1,-1 0 0,0 0 0,8-14 1,21 84 188,-33-59-257,0 0 0,0-1 0,1 1 0,-1-1 0,1 0 1,0 1-1,0-1 0,0-1 0,0 1 0,0 0 0,0-1 0,0 1 0,1-1 0,6 1 0,29 2-5991,-5-4-3287</inkml:trace>
</inkml:ink>
</file>

<file path=ppt/ink/ink16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7:13:27.33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48 1 16936,'0'0'15831,"-47"146"-15831,47-105 0,0-5 0,0-2 0,0-5 0,0-6 0,6-7 0,-6-5 0,7-4 0,-7-5-2209,14-2-2385,-7 0-2433,6-18-5251</inkml:trace>
</inkml:ink>
</file>

<file path=ppt/ink/ink16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7:13:27.58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82 0 12886,'0'0'15143,"-75"138"-10933,68-84-3682,7 3-528,0-1 0,0-4 0,7-7 0,0-6 0,0-10 0,-1-6 0,1-8 0,0-6 0,-7-6-1072,7-3-4243,-1 0-2897</inkml:trace>
</inkml:ink>
</file>

<file path=ppt/ink/ink16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7:13:28.14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 30 2545,'0'0'13601,"-1"-7"-10794,-1-15 33,10 33 1237,17 31-891,35 38-674,-13-18-1843,49 84 0,-83-123-686,-1 1-1,-2 0 1,0 1 0,-1 0-1,-2 0 1,0 1-1,4 42 1,-10-59 17,1 13 0,0 0 0,-1 1 0,-3 22 0,1-38 0,0 0 0,-1 0 0,1-1 0,-1 1 0,-1-1 0,1 1 0,-1-1 0,0 0 0,0 0 0,-1 0 0,0 0 0,0-1 0,0 1 0,-6 4 0,-5 3 0,-1-1 0,0-1 0,-1 0 0,0-1 0,-1-1 0,-29 11 0,21-8 0,-1 0 0,-28 19 0,54-29-806</inkml:trace>
</inkml:ink>
</file>

<file path=ppt/ink/ink16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7:13:30.15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501 27 6851,'0'0'13281,"-15"-3"-11675,3 1-1322,-22-5 1001,1 1 0,-36-1-1,62 6-1112,-1 0 0,1 1 0,-1 0 0,1 1 0,-1 0 0,1 0 0,-1 0 0,1 1 0,0 0 0,-1 0 0,1 1 0,0 0 0,1 0 0,-1 1 0,0 0 0,-11 9 0,12-5-131,-1 0 1,2 0 0,-1 1-1,1 0 1,0 0-1,1 0 1,0 0 0,1 1-1,0 0 1,0-1-1,1 1 1,-2 19 0,2 6-61,2 1 0,5 48 0,1 9-113,-7-91 130,1 0 0,-1-1-1,1 1 1,-1 0 0,1-1 0,-1 1 0,0-1-1,0 1 1,0-1 0,0 0 0,0 1 0,0-1-1,0 0 1,0 0 0,-1 0 0,1 1 0,0-1-1,-1-1 1,1 1 0,-1 0 0,1 0 0,-1 0-1,1-1 1,-1 1 0,0-1 0,1 1 0,-1-1-1,0 0 1,-2 0 0,-70 9-38,31-6 31,62-4-610,0 1 0,36 3-1,-45-1 364,0-1 0,0 2 0,0-1 0,15 7 0,-22-8 220,0 1-1,0-1 0,0 1 1,0 0-1,0 0 0,-1 0 1,1 0-1,-1 0 0,1 0 1,-1 1-1,0-1 1,0 1-1,0-1 0,0 1 1,2 5-1,-3-4 40,1 0 0,-1 0 0,0 0 1,0 0-1,-1 1 0,1-1 0,-1 0 0,0 0 0,0 1 0,0-1 1,-1 0-1,1 1 0,-1-1 0,0 0 0,0 0 0,-1 0 1,1 0-1,-3 5 0,-4 4 103,0 0 1,-1-1-1,-20 22 0,22-27 92,0 1-1,0 0 1,1 1-1,-1-1 1,2 1-1,0 0 0,0 1 1,-7 17-1,12-26-171,0 0 0,0 0 0,-1 0 0,1 1 0,0-1-1,0 0 1,0 0 0,1 0 0,-1 0 0,0 0 0,0 0 0,1 0-1,-1 0 1,0 1 0,1-1 0,-1 0 0,1 0 0,-1-1-1,1 1 1,0 0 0,-1 0 0,1 0 0,0 0 0,1 1 0,1 0 39,0 0 0,1 0 1,-1 0-1,0-1 0,1 1 1,-1-1-1,1 0 1,3 1-1,13 2 235,-1-1 0,27 0 1,-28-2-124,78 1 362,-95-2-1046,-32 0-6442,-13 0 930</inkml:trace>
</inkml:ink>
</file>

<file path=ppt/ink/ink16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7:13:30.99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31 179 11733,'0'0'13817,"2"16"-12048,9 141 1860,-11-156-3459,-1-1-166,0-1 0,0 1 0,-1-1 1,1 0-1,0 1 0,0-1 0,0 0 0,0 0 0,0 0 0,0 1 0,0-1 0,0 0 0,1 0 0,-1 0 0,0-1 0,0 1 0,1 0 0,-1 0 0,1 0 1,-1 0-1,1-1 0,-1-1 0,-10-36-264,9 32 194,-2-16-155,1 0 0,1-1 0,1 1 0,1-1 0,4-32 0,-4 53 179,0 0-1,1 0 0,-1 0 0,1 0 1,0 0-1,0 0 0,0 0 1,0 1-1,0-1 0,1 0 1,0 1-1,-1-1 0,1 1 1,0-1-1,0 1 0,0 0 1,0 0-1,0 0 0,1 0 0,-1 0 1,1 1-1,-1-1 0,1 1 1,0-1-1,-1 1 0,1 0 1,0 0-1,0 0 0,6 0 1,-3 0-36,0 0 1,0 1 0,0 0 0,0 0 0,0 1-1,0-1 1,0 1 0,0 1 0,0-1 0,0 1-1,-1 0 1,1 0 0,0 1 0,5 3 0,4 3-358,0 0 1,1-2-1,0 0 1,0-1 0,0 0-1,1-2 1,-1 0-1,1 0 1,0-2 0,1 0-1,27-1 1,-44-1 402,1 0 0,-1 0 0,1-1 0,-1 1 0,1 0 1,-1-1-1,0 1 0,1-1 0,-1 1 0,0-1 0,1 0 0,-1 0 1,0 1-1,0-1 0,1 0 0,-1 0 0,0 0 0,0 0 0,0 0 1,0-1-1,0 1 0,-1 0 0,1 0 0,0-1 0,-1 1 0,1 0 1,0-1-1,-1 1 0,0-1 0,1 1 0,-1-1 0,0-2 0,2-57 46,-3 41 159,1 20-120,-1-1-1,1 0 1,0 1-1,0 0 1,0-1-1,0 1 1,-1-1 0,1 1-1,0-1 1,-1 1-1,1-1 1,0 1-1,-1 0 1,1-1-1,0 1 1,-1 0-1,1-1 1,-1 1-1,1 0 1,0-1-1,-1 1 1,1 0-1,-1 0 1,1 0-1,-1-1 1,1 1 0,-1 0-1,1 0 1,-1 0-1,0 0 1,-26 0 1382,-21 11 354,43-8-1640,1 1 0,0-1-1,-1 1 1,1 0 0,1 0 0,-1 0 0,1 1-1,0-1 1,0 1 0,0 0 0,0-1-1,1 1 1,-4 10 0,3-3-117,1 0-1,0 0 1,0 0 0,1 1 0,1 13-1,0-23-120,1 0 0,-1 0 0,1 1 0,0-1 0,0 0 1,0 0-1,1 0 0,-1 0 0,1 0 0,0 0 0,0-1 0,0 1 0,0-1 0,0 1 0,0-1 0,1 1 0,-1-1 0,1 0 0,-1 0 0,1-1 0,0 1 0,0 0 0,0-1 0,0 0 0,0 1 0,0-1 0,1-1 0,4 2 0,9 2-1284,0 0-1,0-2 0,0 0 0,19 0 0,25-2-5758</inkml:trace>
</inkml:ink>
</file>

<file path=ppt/ink/ink16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7:13:31.38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217 0 14615,'0'0'3033,"-22"3"-69,-69 11 1334,86-13-4072,-1 0 0,1 0-1,0 1 1,0-1 0,0 1 0,0 1-1,1-1 1,-1 1 0,0 0 0,1 0-1,0 0 1,0 0 0,0 1 0,0 0-1,0 0 1,1 0 0,0 0 0,0 0-1,0 1 1,0-1 0,1 1 0,-1 0 0,1 0-1,0 0 1,1 0 0,-1 0 0,1 0-1,-1 10 1,2-13-221,0 0 0,0-1-1,1 1 1,-1-1 0,0 1 0,1-1-1,0 1 1,-1-1 0,1 1 0,0-1-1,-1 0 1,1 1 0,0-1 0,0 0-1,0 1 1,0-1 0,0 0 0,0 0-1,1 0 1,-1 0 0,2 1 0,1 0-6,0 0 1,1 1 0,-1-2-1,0 1 1,1 0 0,0-1-1,6 1 1,-3-1-61,-1 0 0,1 0 0,-1-1-1,1 0 1,-1 0 0,1-1 0,-1 0 0,0 0 0,1-1-1,7-3 1,-9 3 56,-1-1 0,0 1 0,1-1 0,-1-1-1,-1 1 1,1-1 0,0 0 0,-1 0 0,0 0 0,0 0 0,0-1 0,0 0-1,-1 1 1,0-1 0,0-1 0,0 1 0,0 0 0,-1-1 0,0 1 0,0-1-1,-1 0 1,1 0 0,-1 0 0,-1 0 0,1-7 1838,-1 43-1657,-1-10-686,1-7 550,-1-1 1,2 1-1,-1-1 1,4 14-1,-4-23-452,1 0 0,0 0 0,0 0 0,0-1 0,0 1 0,1 0 0,-1-1 0,1 1 0,3 3 0,-4-5-217,0 1 0,1-1-1,-1 0 1,1 0 0,0 0-1,-1 0 1,1 0-1,0 0 1,-1 0 0,1-1-1,0 1 1,0 0 0,0-1-1,0 0 1,0 1-1,2-1 1,15 0-8815</inkml:trace>
</inkml:ink>
</file>

<file path=ppt/ink/ink16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7:13:31.69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19 145 4946,'0'0'15775,"2"20"-13992,6 77 27,-5-40 1918,-16-73-2647,8 1-1081,1-1 0,1-1 0,0 1 0,2 0 0,-1-1 0,2 1 0,2-21 0,-2 28-50,1 1-1,0-1 0,0 0 0,1 1 1,1-1-1,-1 1 0,1-1 0,1 1 1,-1 0-1,1 1 0,1-1 1,0 0-1,0 1 0,11-13 0,-12 18-346,0-1 0,0 1 0,0 0 1,0 1-1,0-1 0,0 1 0,1-1 0,-1 1 0,0 1 0,1-1 0,-1 1 0,1-1 0,-1 1 0,1 0 0,-1 1 0,5 0 0,10 0-2739,8-1-3465</inkml:trace>
</inkml:ink>
</file>

<file path=ppt/ink/ink16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7:13:31.97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39 13206,'0'0'17384,"156"-18"-16456,-102 11-623,-13 0-225,-7 3-80,-14 1-401,-13 3-1087,-48 5-14968</inkml:trace>
</inkml:ink>
</file>

<file path=ppt/ink/ink16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7:13:32.14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61 7571,'0'0'12902,"169"-11"-10965,-121-1-1569,-1 3-368,1 0-352,-15 0-2545,8-2-4386</inkml:trace>
</inkml:ink>
</file>

<file path=ppt/ink/ink16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7:13:32.82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16 51 4178,'0'0'14423,"-4"-8"-11852,3 7-2512,0 0 89,0-1 0,0 1 1,0 0-1,0 0 0,0-1 1,0 1-1,1-1 0,-1 1 0,1 0 1,-1-1-1,1 1 0,-1-1 1,1 0-1,0 1 0,0-1 1,0-1-1,1 2 32,1 0 1,-1 0-1,1 0 1,-1 0-1,1 0 1,0 0-1,0 1 1,-1-1-1,1 1 1,0-1-1,0 1 1,0 0-1,-1 0 1,1-1-1,0 1 1,0 0-1,0 1 1,0-1-1,2 1 1,4 0 108,0 0 0,1 0 1,-1 1-1,0 1 0,0-1 0,-1 1 0,1 1 1,0-1-1,-1 1 0,0 1 0,0-1 0,0 1 1,-1 0-1,1 1 0,-1 0 0,6 7 1,-7-8-265,0 1 1,0 0 0,-1 0-1,0 0 1,0 0 0,0 0 0,-1 1-1,0 0 1,0 0 0,-1-1-1,0 2 1,0-1 0,0 0-1,-1 0 1,0 1 0,-1-1 0,1 0-1,-3 14 1,2-19-26,-1 0 0,0-1 0,0 1 0,1-1 0,-1 1 0,0-1 0,-1 1 0,1-1 0,0 0 0,0 1 0,-1-1 0,1 0 0,0 0 0,-1 0 0,1 0 0,-1 0 0,0-1 0,1 1 0,-1 0 0,1-1 0,-1 1 0,0-1 0,0 1 0,1-1 0,-3 0 0,-3 1 0,1 0 0,-1 0 0,0-1 0,0 0 0,-9-2 0,14 1 0,1 1 0,-1-1 0,1 0 0,0 0 0,-1 0-1,1 0 1,0 0 0,0 0 0,0 0 0,0 0 0,0 0 0,0-1 0,0 1 0,0 0 0,1-1 0,-1 1-1,0-1 1,1 1 0,-1 0 0,1-1 0,0 1 0,-1-1 0,1 0 0,0 1 0,0-1 0,0 1-1,0-3 1,0-2-10,-1 1 0,2-1-1,-1 1 1,1-1 0,-1 0-1,2 1 1,1-7 0,1 4-10,1-1 1,0 1 0,1 0-1,0 1 1,0-1 0,1 1-1,0 1 1,0-1-1,0 1 1,1 0 0,13-7-1,-3 2 20,1 0-1,0 2 1,0 0-1,27-7 1,-11 10 283,-35 6-283,0 0 1,1 0 0,-1 0 0,0 0-1,1 0 1,-1 0 0,0 0 0,1 0-1,-1 0 1,0 0 0,0 0-1,1 0 1,-1 0 0,0 0 0,1 0-1,-1 0 1,0 1 0,1-1 0,-1 0-1,0 0 1,0 0 0,1 0-1,-1 1 1,0-1 0,0 0 0,0 0-1,1 1 1,-1-1 0,0 0 0,0 0-1,0 1 1,0-1 0,1 0 0,-1 1-1,0-1 1,0 0 0,0 1-1,0-1 1,0 0 0,0 0 0,0 1-1,0-1 1,0 0 0,0 1 0,0-1-1,0 1 1,0 1 2,5 26-3,-3-17 0,-1 0 0,2-1 0,0 1 0,0 0 0,1-1 0,0 1 0,1-1 0,0 0 0,7 9 0,-10-17-168,0-1 0,0-1-1,0 1 1,1 0 0,-1 0 0,0-1-1,0 1 1,1-1 0,-1 0 0,0 0-1,0 0 1,1 0 0,3 0 0,33-5-10099,-12-8-1858</inkml:trace>
</inkml:ink>
</file>

<file path=ppt/ink/ink16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7:13:33.22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3 15271,'0'0'16397,"3"12"-15455,-2-2-918,1-1 0,1 1 0,0 0 0,0-1 1,1 0-1,8 14 0,-10-19-24,0-1-1,1 0 1,-1 0-1,1 1 1,0-2-1,0 1 0,0 0 1,0-1-1,1 1 1,-1-1-1,1 0 1,-1 0-1,1 0 1,0-1-1,0 1 1,0-1-1,-1 0 1,1 0-1,1 0 1,-1-1-1,0 1 1,5-1-1,-6 0 1,0 0 0,0 0 0,0 0 0,0-1 0,0 1 0,0-1 0,0 1 0,0-1 0,0 0 0,0 0 0,-1 0 0,1-1 0,0 1 0,3-3 0,-2 0 0,0-1 0,0 0 0,-1 1 0,1-1 0,-1 0 0,3-7 0,-4 8 0,43-78 0,-44 81 0,-1 1 0,1 0 0,-1 0 0,1 0 0,-1 0 0,1 0 0,-1 0 0,1 0 0,-1 0 0,1 0 0,-1 0 0,1 0 0,-1 0 0,1 0 0,-1 1 0,1-1 0,-1 0 0,1 0 0,-1 0 0,1 1 0,-1-1 0,1 0 0,-1 1 0,0-1 0,1 0 0,-1 1 0,1-1 0,-1 1 0,0-1 0,0 0 0,1 1 0,-1-1 0,0 1 0,0-1 0,1 1 0,-1-1 0,0 1 0,0 0 0,11 19 0,-6-10 59,0 0 1,1 0-1,0 0 0,0-1 0,1 0 1,0 0-1,12 11 0,-14-16-232,1 1 0,-1-1 0,0-1 0,1 1 0,0-1 0,0 0 0,9 3 0,27 1-4325,-21-7-1987</inkml:trace>
</inkml:ink>
</file>

<file path=ppt/ink/ink16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7:13:33.52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 1 15031,'0'0'12670,"-1"22"-9213,-12 177-1848,13-41-1609,1-158-131,-1 1 1,0-1-1,0 1 0,1-1 1,-1 1-1,0-1 0,1 1 1,-1-1-1,1 0 0,-1 1 1,0-1-1,1 0 0,-1 1 1,1-1-1,-1 0 0,1 0 1,-1 1-1,1-1 0,-1 0 1,1 0-1,-1 0 0,1 0 1,-1 1-1,1-1 0,0 0 1,-1 0-1,1 0 0,-1 0 1,1 0-1,-1-1 0,1 1 1,-1 0-1,1 0 0,0 0 1,-1 0-1,1-1 0,-1 1 1,1 0-1,-1 0 0,0-1 1,1 1-1,-1 0 0,1-1 1,0 0-1,19-20-6576,6-10-4349</inkml:trace>
</inkml:ink>
</file>

<file path=ppt/ink/ink16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7:13:33.74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96 0 3986,'0'0'27420,"-95"149"-26059,95-95-1361,0 1 0,0-1 0,0-5 0,0-6 0,7-7 0,-1-6 0,1-5 0,-7-7-176,0-12-5347</inkml:trace>
</inkml:ink>
</file>

<file path=ppt/ink/ink16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7:13:34.05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9 3794,'0'0'28973,"0"-9"-28973,0 11 0,0 10 0,0 3 0,0 8 0,0 0 0,0-1-4082,0-4-3745</inkml:trace>
</inkml:ink>
</file>

<file path=ppt/ink/ink16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7:13:34.22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279 1 16680,'0'0'10612,"-143"144"-10195,116-105-417,0-1-1937,-13 16-2721,-1-2-6371</inkml:trace>
</inkml:ink>
</file>

<file path=ppt/ink/ink16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7:13:45.21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110 85 1505,'0'0'5712,"-11"0"-5005,-14 0-443,-17-1 1134,29 1 11834,39-7-12935,-1-1-1,36-16 1,-37 13-261,0 2 1,1 0-1,30-5 1,-54 14-33,0-1 1,-1 1 0,1 0-1,0 0 1,-1 0 0,1 0-1,0 0 1,-1 0 0,1 0 0,0 0-1,-1 0 1,1 0 0,0 0-1,-1 0 1,1 1 0,0-1-1,-1 0 1,1 0 0,0 1-1,-1-1 1,1 0 0,-1 1-1,1-1 1,0 1 0,-1-1 0,1 1-1,-1-1 1,0 1 0,1-1-1,-1 1 1,1-1 0,0 2-1,-3 25 112,-1-18-89,-1 1-1,0-1 1,0-1-1,-8 12 0,-22 27 80,13-19 45,-31 54 0,46-71-129,1-1 0,0 2-1,1-1 1,1 0 0,0 1-1,0 0 1,1-1-1,1 1 1,-1 14 0,2-23-17,0-1 0,-1 1 1,1-1-1,0 1 0,0-1 1,1 1-1,-1-1 0,1 1 1,-1 0-1,1-1 0,0 0 1,0 1-1,0-1 0,0 0 1,0 1-1,0-1 0,1 0 1,-1 0-1,1 0 0,-1 0 1,1 0-1,0 0 0,0-1 1,0 1-1,0 0 0,0-1 1,0 0-1,1 1 0,-1-1 1,0 0-1,1 0 0,-1-1 1,0 1-1,1 0 0,-1-1 1,1 1-1,-1-1 0,1 0 1,0 0-1,-1 0 0,1 0 1,3-1-1,7 2 35,43-3 25,-55 2-60,0 0 0,1-1-1,-1 1 1,1 0 0,-1 0 0,0-1-1,1 1 1,-1-1 0,0 1 0,1-1-1,-1 0 1,0 1 0,0-1 0,0 0-1,0 0 1,0 0 0,0 0 0,0 0-1,0 0 1,0 0 0,0 0-1,0 0 1,-1-1 0,1 1 0,0 0-1,-1 0 1,1-1 0,-1 1 0,1 0-1,-1-1 1,0 1 0,1-2 0,-1 3 37,-5-1-32,1 1 0,-1 1-1,1-1 1,0 1 0,0-1-1,-1 1 1,1 1 0,0-1-1,0 0 1,0 1 0,0 0-1,0 0 1,0 0 0,1 1-1,-1-1 1,1 1 0,-1 0-1,1-1 1,0 2 0,0-1-1,0 0 1,1 1 0,-1-1-1,1 1 1,0 0 0,0 0-1,0 0 1,0 0 0,1 0-1,-2 6 1,1 0 0,0-1-1,1 0 1,0 1 0,1-1-1,0 0 1,1 1 0,0-1-1,0 0 1,1 1 0,0-1-1,0 0 1,1 0-1,5 11 1,9 14-24,-5-12 9,16 44 0,-26-60 13,0 0 0,-1 0 0,0 0 0,0 0 0,0 1 0,-1-1 0,1 0 0,-1 1 0,-1-1 0,1 0 0,-1 1 0,-3 8 0,2-11 73,0-1 0,-1 1 0,1 0-1,-1-1 1,0 0 0,0 0 0,0 0-1,0 0 1,0 0 0,-1 0 0,1-1 0,-1 0-1,0 1 1,0-1 0,0-1 0,0 1 0,-6 1-1,-76 19 1894,83-21-1915,-39 5 826,-3 0 307,36-4-652,18 0-129,2-2-610,21 2-844,-17 5-3149</inkml:trace>
</inkml:ink>
</file>

<file path=ppt/ink/ink16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7:11:37.392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325 360 368,'0'0'12027,"16"-5"-9885,49-18-194,-61 22-1632,1-1 0,-1 0 1,0-1-1,1 1 0,-1-1 1,0 0-1,0 0 0,-1 0 0,1 0 1,-1 0-1,1-1 0,-1 0 0,0 0 1,3-5-1,4-5 388,-4 6-574,-1-1 1,1 0-1,-1-1 1,-1 1 0,0-1-1,0 0 1,-1 0-1,0-1 1,-1 1-1,0 0 1,0-1-1,-1 1 1,-1-1 0,0 0-1,-2-19 1,1 26-136,1 0 1,-1 0 0,0 0 0,0 0-1,-1 0 1,1 0 0,-1 0 0,0 0-1,0 0 1,0 1 0,0-1 0,0 1-1,-1 0 1,0 0 0,0 0-1,0 0 1,0 0 0,0 0 0,0 1-1,-1-1 1,1 1 0,-1 0 0,0 0-1,1 1 1,-1-1 0,0 1 0,0 0-1,-6-1 1,3 0 0,1 1-1,-1 1 1,0-1-1,0 1 1,0 0-1,1 1 1,-1 0-1,0 0 1,0 0-1,1 1 1,-1 0-1,1 0 1,-1 1-1,1-1 1,0 2-1,-10 6 1,2 1 65,1 1 1,1 1-1,0 0 0,1 0 1,1 1-1,0 1 1,0 0-1,2 0 1,-11 25-1,2 1 457,2 1 0,-15 70 1,20-55 176,2 1 1,-1 82 0,15 116 543,6-30-2090,-15-224 353,0-1 0,0 0-1,0 0 1,0-1-1,0 1 1,0-1 0,0 1-1,0-1 1,-1 0-1,1 0 1,0 0 0,-3-1-1,2 1-518,1 0 418,0 0 1,0 0 0,1 0 0,-1 0 0,0 0 0,1 0-1,-1-1 1,0 1 0,0-1 0,1 0 0,-1 0 0,1 0-1,-1 0 1,1 0 0,-1-1 0,1 1 0,0-1 0,0 1 0,0-1-1,0 0 1,0 0 0,0 0 0,-2-3 0,-17-24-6016</inkml:trace>
</inkml:ink>
</file>

<file path=ppt/ink/ink16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7:11:37.656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1 1 8852,'0'0'16370,"21"0"-14540,34 3-89,92 18 0,-106-13-1118,78 4-1,-84-11-4700,-1-1-4462</inkml:trace>
</inkml:ink>
</file>

<file path=ppt/ink/ink16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7:11:38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15 159 10661,'0'0'11434,"0"22"-8760,0 83-899,0-43 1569,0-62-3024,-1 0-298,1 0 0,-1 0 0,1 0-1,0-1 1,-1 1 0,1 0-1,-1 0 1,1-1 0,0 1-1,-1 0 1,1-1 0,0 1 0,-1 0-1,1-1 1,0 1 0,-1-1-1,1 1 1,0 0 0,0-1-1,0 1 1,-1-1 0,1 1 0,0-1-1,0 1 1,0-1 0,0 1-1,0-1 1,0 1 0,0-2-1,-3-14-16,1-1 0,1 1 0,1-1 0,0 0-1,1 1 1,1-1 0,0 0 0,2 1 0,0 0-1,0 0 1,1 0 0,1 0 0,1 1 0,11-20-1,-13 27-252,-2 0 277,1 1 1,1-1 0,-1 1 0,9-10 0,-11 16-291,-1-1 1,1 0-1,-1 1 0,1 0 0,0-1 0,0 1 0,0 0 1,0 0-1,0 0 0,0 0 0,0 0 0,0 0 1,1 1-1,-1-1 0,0 1 0,0 0 0,0-1 0,1 1 1,-1 0-1,0 0 0,5 1 0,-7-1-41,1 1-1,0-1 1,0 0 0,-1 1-1,1-1 1,0 0 0,-1 1-1,1-1 1,-1 1 0,1-1-1,-1 1 1,1-1 0,-1 1-1,1-1 1,-1 1-1,1 0 1,-1-1 0,0 1-1,1 0 1,-1 1 0,2 1-1502,5 7-6157</inkml:trace>
</inkml:ink>
</file>

<file path=ppt/ink/ink16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7:11:38.715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82 81 9764,'0'0'17214,"-4"4"-15379,-4 4-1627,0 0 0,1 1 0,1-1 1,-1 1-1,1 1 0,1-1 0,0 1 0,0 0 0,1 0 0,0 0 0,1 1 0,0 0 0,1-1 1,0 1-1,1 0 0,0 0 0,0 0 0,2 13 0,-1-23-208,1 0 0,-1 0 0,1 0 0,0 0 0,0 0 0,-1 0 0,1 0 0,0 0 0,0 0 0,0 0 0,0-1 0,0 1 0,0 0 0,0-1 0,0 1 0,0 0 0,1-1 0,-1 1 0,0-1 0,0 0 0,0 1 0,1-1 0,-1 0 0,0 0 0,0 0 0,1 0 0,-1 0 0,0 0 0,0 0 0,3-1 0,1 1 0,1 0 0,-1 0 0,1-1 0,-1 0 0,1 0 0,7-3 0,-8 1-41,0 0-1,0-1 1,0 0-1,-1 0 1,1 0 0,-1 0-1,0-1 1,0 0-1,-1 0 1,1 0 0,-1 0-1,0 0 1,-1-1-1,5-10 1,-3 4-67,0 0 1,-1-1-1,0 1 1,-1-1-1,0 0 1,-1-13-1,0 7-30,-1 13 87,1 0 0,-1-1-1,0 1 1,0 0 0,-1 0-1,0 0 1,0 0 0,0 0-1,-1 0 1,0 0 0,0 1-1,0-1 1,-7-10 0,37 13-2556,-17 3 2485,0 1-1,0 0 0,0 0 1,-1 1-1,1 0 1,16 6-1,-24-6 123,1-1-1,-1 0 1,0 1-1,0 0 1,1 0 0,-1 0-1,-1 0 1,1 1-1,0-1 1,0 1 0,-1-1-1,1 1 1,-1 0 0,0 0-1,0 0 1,0 0-1,-1 0 1,1 1 0,-1-1-1,1 1 1,-1-1-1,1 7 1,4 82 2692,-6-91-2265,9-8-264,9-9-230,0 2 0,2-1 0,0 2 1,0 1-1,1 0 0,0 2 1,1 0-1,0 2 0,35-10 1,-56 19 99,0-1 1,-1 0 0,1 0 0,-1 1 0,1-1 0,0 1 0,-1-1 0,1 1-1,-1-1 1,1 1 0,-1-1 0,1 1 0,-1-1 0,0 1 0,1-1 0,-1 1 0,1 0-1,-1-1 1,0 1 0,0 0 0,1-1 0,-1 1 0,0 0 0,0-1 0,0 1-1,0 0 1,0-1 0,0 1 0,0 0 0,0 0 0,0-1 0,0 1 0,-1 1-1,-1 29 1443,-1-10-1228,-6 56-1813,13-76-4356,13-5-1301,2-13-3020</inkml:trace>
</inkml:ink>
</file>

<file path=ppt/ink/ink16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7:11:38.996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136 0 9108,'0'0'10648,"-13"24"-5790,-2 2-3411,3-5-432,0 2-1,1-1 1,1 1 0,-11 40-1,8-6-687,2 1-1,3 1 1,2 0-1,2 70 1,4-129-341,0 1 0,0 0 0,0 0 0,0-1 0,0 1 0,1 0 0,-1-1 0,0 1-1,0 0 1,0 0 0,1-1 0,-1 1 0,0-1 0,1 1 0,-1 0 0,1-1 0,-1 1 0,1-1 0,-1 1 0,1-1 0,-1 1 0,1-1 0,-1 1 0,1-1-1,-1 1 1,1-1 0,0 0 0,-1 1 0,1-1 0,0 0 0,-1 0 0,2 1 0,29-4-1235,-23 1 582,0-1 1,0 0-1,-1 0 1,1-1-1,9-6 1,8-19-4892,-8-6-3365,-4-3-3651</inkml:trace>
</inkml:ink>
</file>

<file path=ppt/ink/ink16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7:11:39.166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1 1 11221,'0'0'10293,"115"0"-9029,-68 0-1103,7 2-161,-13 5-977,7 4-2513,-15-2-5170</inkml:trace>
</inkml:ink>
</file>

<file path=ppt/ink/ink17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7:11:39.388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21 0 18392,'0'0'14375,"-20"34"-14375,20-32 0,7-2 0,-1 0 0,8 0 0,-1 0 0,8 0-1889,-1 0-3345</inkml:trace>
</inkml:ink>
</file>

<file path=ppt/ink/ink17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7:11:40.148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313 190 6099,'0'0'15292,"-20"-7"-12250,0-1-2114,0 1 0,-1 1 0,1 1 0,-1 1 0,0 1 0,-1 1 0,-22 0 0,41 2-902,0 0 1,0 0-1,-1 0 0,1 1 0,0-1 0,0 1 0,0 0 0,0 0 0,0 0 1,0 0-1,0 1 0,0-1 0,1 1 0,-1-1 0,0 1 0,1 0 0,0 0 1,-1 0-1,-2 4 0,4-4-10,0 1 0,-1 0 0,1-1-1,0 1 1,1 0 0,-1 0 0,0 0 0,1 0 0,-1 0 0,1 0 0,0 0 0,0 0 0,0 0 0,1 0-1,-1 0 1,2 4 0,2 7 1,1 0 0,1-1-1,0 0 1,0 0 0,1 0-1,17 21 1,-10-15-14,0 1-1,13 26 1,-24-40-13,0 0-1,0 1 1,-1-1-1,0 1 1,0-1-1,0 1 1,-1 0-1,0 0 1,0-1-1,-1 1 1,0 0-1,-1 11 1,0-15-26,0-1 1,0 0-1,0 0 1,-1 0-1,1 0 0,0 0 1,-1 0-1,1 0 1,-1-1-1,0 1 0,1 0 1,-1-1-1,0 1 1,0-1-1,0 0 0,0 0 1,0 0-1,-1 0 1,1 0-1,0 0 0,0 0 1,-1-1-1,1 1 1,0-1-1,-3 1 0,-64 4-336,66-5 315,-1 0 20,1 0 9,0 0 0,0 0-1,0 0 1,0 0-1,0 0 1,0 0 0,1-1-1,-1 0 1,0 1-1,-4-3 1,6 1 12,0 1-1,0 0 1,0-1 0,0 1 0,0 0-1,1-1 1,-1 1 0,1-1-1,-1 1 1,1-1 0,0 0 0,-1 1-1,1-1 1,0 1 0,0-1-1,0 0 1,0 1 0,1-1 0,-1 1-1,0-1 1,1-2 0,1-1-31,0 0 0,-1 1 0,1-1 0,1 1 0,-1 0 0,1 0 0,0 0 0,-1 0 0,2 0 0,-1 0 0,0 1 0,1 0 0,0-1 0,0 1 0,0 1 0,0-1 0,6-3 0,15-7-51,44-19 1,-60 28 55,104-38-242,-70 28 173,-1-1 1,-1-3-1,0-1 1,-1-2-1,42-30 0,-78 47 104,0 0 0,0 0 0,0-1-1,0 1 1,-1-1 0,1 0-1,-1 0 1,-1 0 0,1-1-1,-1 1 1,0 0 0,0-1-1,0 0 1,-1 1 0,0-1 0,1-7-1,-2 8 14,1 0 0,-1 0-1,0 0 1,-1 0 0,1 0-1,-1 1 1,0-1 0,0 0-1,0 0 1,-1 1 0,0-1 0,1 1-1,-2-1 1,1 1 0,0 0-1,-1 0 1,0 0 0,-5-6-1,3 6 127,0 0-1,0 0 0,-1 1 1,1-1-1,-1 1 0,1 1 1,-1-1-1,0 1 0,-9-2 1,14 3-75,-1 1 0,0-1 0,1 1 0,-1 0 0,0-1 0,1 1 0,-1 0 0,0 0 1,0 0-1,1 0 0,-1 1 0,0-1 0,1 0 0,-1 1 0,0-1 0,1 1 0,-1 0 0,1-1 0,-1 1 0,1 0 1,-1 0-1,1 0 0,0 0 0,-1 0 0,1 0 0,0 1 0,0-1 0,0 0 0,0 1 0,0-1 0,0 0 1,0 1-1,0-1 0,1 1 0,-1 0 0,0 2 0,-1 3-41,0 0 0,1 0 0,0 0 0,0 1 0,0-1 0,1 0 0,1 0 0,-1 1 1,1-1-1,0 0 0,1 0 0,-1 0 0,1 0 0,1 0 0,0 0 0,-1-1 0,2 1 0,-1-1 0,1 0 0,0 0 0,1 0 0,5 6 0,-5-7-493,1 1 0,0-1 0,0-1-1,0 1 1,11 4 0,-9-5-832,0 0-1,1-1 1,-1 0-1,18 3 0,14-2-7117</inkml:trace>
</inkml:ink>
</file>

<file path=ppt/ink/ink17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7:11:40.431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176 0 13894,'0'0'8434,"-18"26"-3291,-60 86-1581,68-96-3429,0 1 1,0 0-1,1 1 0,2 0 1,0 0-1,0 1 1,2 0-1,0 0 0,2 0 1,0 0-1,0 1 1,2 38-1,1-55-169,0 1 0,0-1 0,1 1 0,-1-1 0,1 1 0,0-1 0,0 1 0,0-1 0,0 1 0,0-1 0,1 0 0,0 0 0,-1 0 0,1 0 0,0 0 0,1 0 0,-1 0 0,0-1 0,1 1 0,3 2-1,-2-2-122,1 0-1,0-1 0,0 1 1,0-1-1,0 0 0,0-1 1,1 1-1,-1-1 0,0 0 0,1 0 1,-1-1-1,7 1 0,-3-1-303,1 0 0,0-1-1,-1 0 1,1-1 0,0 0-1,-1 0 1,0-1-1,1 0 1,-1-1 0,-1 0-1,1 0 1,0-1 0,-1 0-1,12-10 1,4-18-9315</inkml:trace>
</inkml:ink>
</file>

<file path=ppt/ink/ink17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7:11:40.617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1 1 3602,'0'0'16967,"156"22"-16967,-95-20-16,-7-2-1136,7 0-1809,0 0-3827,-7 0-2720</inkml:trace>
</inkml:ink>
</file>

<file path=ppt/ink/ink17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7:11:40.821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81 1 8196,'0'0'19449,"-47"128"-17897,40-91-783,7-4-353,0-3-384,0-8-32,0-4-64,0-6-784,0-8-1025,-7-4-833,1 0-2096,-8 0-3201</inkml:trace>
</inkml:ink>
</file>

<file path=ppt/ink/ink17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7:11:41.147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122 0 11253,'0'0'13983,"24"17"-12658,158 114 618,-166-118-1791,119 98 922,-118-96-1022,-2 1-1,0 1 1,-1 0 0,-1 1 0,21 37-1,-31-50-62,-1 0-1,1 0 1,-1 0-1,-1 1 0,1-1 1,-1 0-1,0 1 1,0-1-1,-1 1 0,0 7 1,0-10 5,0-1 1,-1 1-1,1-1 1,-1 1-1,0-1 1,0 1-1,0-1 1,0 0 0,0 0-1,-1 1 1,1-1-1,0 0 1,-1 0-1,0 0 1,0 0-1,1 0 1,-1-1-1,0 1 1,0-1-1,-1 1 1,1-1 0,0 0-1,-4 2 1,-32 12 82,0-1 0,-1-2 0,-79 14 0,-122 1 415,150-24-551,90-3 27,-1 0-1,1 0 1,0 0-1,0 0 0,0 0 1,0-1-1,0 1 1,0 0-1,0 0 1,-1 0-1,1 0 1,0 0-1,0 0 0,0-1 1,0 1-1,0 0 1,0 0-1,0 0 1,0 0-1,0 0 0,0-1 1,0 1-1,0 0 1,0 0-1,0 0 1,0 0-1,0-1 0,0 1 1,0 0-1,0 0 1,0 0-1,0 0 1,0 0-1,0-1 1,0 1-1,0 0 0,0 0 1,0 0-1,1 0 1,-1 0-1,0-1 1,0 1-1,0 0 0,0 0 1,0 0-1,0 0 1,0 0-1,1 0 1,-1 0-1,0 0 0,0 0 1,0 0-1,0-1 1,0 1-1,1 0 1,-1 0-1,0 0 1,0 0-1,0 0 0,0 0 1,1 0-1,-1 0 1,14-9-2024,0 0 0,0 1 0,1 1 1,0 0-1,1 1 0,16-4 0,33-10-7591</inkml:trace>
</inkml:ink>
</file>

<file path=ppt/ink/ink17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7:11:41.551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145 1 5314,'0'0'24702,"-21"6"-22391,-66 21-1871,85-27-440,0 1 0,0 0 0,0-1 0,0 1 0,0 0 0,1 0 0,-1 0 0,0 0 0,0 1 0,1-1 0,-1 1 0,1-1 0,-1 1 0,1-1 0,0 1 0,0-1 0,-1 1 0,1 0 0,0 0 0,1 0 0,-1 0 0,0 0 0,0 0 0,1 0 0,-1 0 0,1 0 0,0 0 0,-1 3 0,2-3 0,-1-1 0,0 1 0,0-1 0,1 1 0,-1-1 0,0 1 0,1-1 0,-1 0 0,1 1 0,0-1 0,0 1 0,-1-1 0,1 0 0,0 0 0,0 0 0,0 1 0,0-1 0,1 0 0,-1 0 0,0 0 0,0 0 0,1-1 0,-1 1 0,0 0 0,1-1 0,1 2 0,8 0-2,1 0 0,-1-1 0,1 0 0,-1 0 0,1-1 0,0-1 0,-1 0 0,1-1 0,-1 0 0,1 0 0,-1-2 0,0 1 0,0-1 0,0-1 0,12-7 0,-11 0-128,-12 12 133,0 0 0,1 0 1,-1-1-1,0 1 0,1 0 0,-1 0 0,0-1 0,0 1 1,1 0-1,-1 0 0,0-1 0,0 1 0,1 0 0,-1-1 1,0 1-1,0 0 0,0-1 0,0 1 0,0 0 1,1-1-1,-1 1 0,0-1 0,0 1 0,0 0 0,0-1 1,0 1-1,0 0 0,0-1 0,0 1 0,0-1 0,-1 1 1,1 0-1,0-1 0,0 1 0,0 0 0,0-1 0,0 1 1,-1 0-1,1-1 0,0 1 0,0 0 0,-1-1 0,1 1 1,0 0-1,-1-1 0,0 8-1,-1-1 0,1 0 0,0 0 0,0 1 0,1-1 0,-1 1 1,3 11-1,-2-11-3,0-6-128,0 0 1,0 1-1,0-1 1,0 0-1,0 1 1,0-1-1,0 1 1,1-1-1,-1 0 0,1 1 1,-1-1-1,1 0 1,-1 0-1,1 1 1,0-1-1,0 0 1,-1 0-1,1 0 0,0 0 1,0 0-1,0 0 1,0 0-1,0 0 1,1 0-1,-1-1 1,0 1-1,0 0 0,0-1 1,1 1-1,0 0 1,3 0-793,0-1 0,0 1 0,-1-1 0,1 1 1,0-1-1,0-1 0,6 0 0,17-5-6936</inkml:trace>
</inkml:ink>
</file>

<file path=ppt/ink/ink17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7:11:41.815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224 0 4978,'0'0'20121,"-17"22"-15569,0-2-3725,8-10-627,-1 1-1,2 0 1,-1 0 0,2 1-1,-1 0 1,2 0-1,-1 1 1,2 0-1,0 0 1,-6 25 0,6-4-172,2-1 1,2 1 0,3 44 0,0-53-32,0 0 0,-2 0 1,-1 0-1,-1 0 0,-2 0 0,0 0 1,-12 38-1,16-62-188,-1 0 0,1 0 0,-1 0 0,0 0 0,1 0 0,-1 0 0,0 0-1,1 0 1,-1 0 0,0 0 0,0 0 0,0-1 0,0 1 0,0 0 0,0-1 0,0 1 0,0 0 0,0-1 0,-2 1 0,1-1-407,0 1 1,1-1 0,-1 0 0,0 0 0,1 0-1,-1 0 1,0 0 0,1 0 0,-1-1-1,1 1 1,-1-1 0,0 1 0,1-1 0,-1 1-1,1-1 1,0 0 0,-1 0 0,1 1 0,-1-1-1,1 0 1,0-1 0,-2 0 0,-16-23-14245</inkml:trace>
</inkml:ink>
</file>

<file path=ppt/ink/ink17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7:11:42.300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1 1 7267,'0'0'7380,"28"0"-3205,435 0 6208,-427 0-8283,-35 0-1340,-4 0-173,-6-1-572,-1 2-1,1-1 0,0 1 1,0 1-1,0 0 0,0 0 1,0 1-1,0 0 0,-12 6 1,17-7-17,1 0 1,-1 1 0,1-1 0,0 1 0,0 0 0,0 0-1,0 0 1,0 0 0,1 0 0,-1 1 0,1-1-1,0 1 1,0 0 0,0 0 0,1 0 0,-1-1-1,1 1 1,0 1 0,0-1 0,0 0 0,1 0-1,-1 0 1,1 8 0,1-11 1,0 0 1,-1-1-1,1 1 0,0 0 1,-1 0-1,1 0 1,0-1-1,0 1 0,0 0 1,0-1-1,0 1 0,0 0 1,0-1-1,0 0 1,0 1-1,0-1 0,0 1 1,0-1-1,0 0 0,0 0 1,0 0-1,0 0 0,1 0 1,-1 0-1,0 0 1,0 0-1,0 0 0,0 0 1,0-1-1,2 0 0,41-7-56,-33 3 13,-1 0 1,1-1 0,-1 0-1,0-1 1,-1 0 0,16-14 0,-26 24 63,1 0 0,-1 1 1,1-1-1,0 0 0,0 1 1,0-1-1,0 0 0,0 1 1,1-1-1,2 7 0,10 40 86,-10-37-150,15 35-1219,-17-46 1112,0-1 0,0 1 1,0-1-1,0 1 0,0-1 1,1 1-1,-1-1 0,1 0 0,-1 1 1,1-1-1,-1 0 0,1 0 1,0 0-1,-1-1 0,1 1 0,0 0 1,0 0-1,0-1 0,0 0 1,-1 1-1,1-1 0,0 0 0,2 0 1,10 0-6222</inkml:trace>
</inkml:ink>
</file>

<file path=ppt/ink/ink17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7:11:42.723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245 1 7171,'0'0'16232,"-23"12"-13076,-73 43-133,87-49-2874,0 1 1,0 1 0,1 0-1,0 0 1,0 0 0,1 1-1,0 0 1,0 1 0,1-1-1,0 1 1,1 0 0,0 1-1,1-1 1,-6 23 0,4-4 38,1-1 0,2 1 0,0 0 0,3 31 0,0-51-423,0-1-1,1 1 1,0 0-1,1 0 1,0-1-1,0 1 1,0-1-1,1 1 1,1-1 0,6 12-1,-6-14-164,1 0 0,-1 0-1,1 0 1,0-1 0,1 0 0,-1 0 0,1 0-1,0-1 1,0 0 0,0 0 0,1 0 0,0-1-1,-1 0 1,1 0 0,0-1 0,0 0-1,1 0 1,-1-1 0,0 1 0,9-1 0,37 0-7319</inkml:trace>
</inkml:ink>
</file>

<file path=ppt/ink/ink17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7:11:43.048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82 1 5523,'0'0'21289,"14"21"-19541,3 2-1239,-3-5-109,-1 0 0,-1 1 0,-1 0-1,-1 1 1,13 33 0,-10-4-184,-1 0 1,-3 0-1,-2 1 1,-2 0-1,-3 81 1,-2-124-217,0 0 0,0 0 0,-1 0 0,0 0 0,0 0 0,-1 0 0,0 0 0,0 0 0,-1-1 0,1 1 0,-2-1 0,1 1 0,-1-1 0,1 0 0,-2-1 0,1 1 0,-1-1 0,0 0 0,0 0 0,0 0 0,-1 0 0,1-1 0,-1 0 0,0 0 0,0-1 0,-10 4 0,-17 11-742,23-11-403,0-1-1,-1-1 1,0 1 0,0-2 0,0 0 0,-20 5-1,17-9-9240</inkml:trace>
</inkml:ink>
</file>

<file path=ppt/ink/ink17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7:11:43.441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21 24 2865,'0'0'29902,"0"-23"-29902,0 25 0,0 19 0,-7-3-976,0 2-3555,0-2-2016,7-7-12757</inkml:trace>
</inkml:ink>
</file>

<file path=ppt/ink/ink17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7:11:43.613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325 1 4466,'0'0'24299,"-74"126"-20297,60-92-4002,1 2 0,-8 0 0,-6 0 0,0 0 0,-13-2-1361,-15-7-3105,1-6-4290</inkml:trace>
</inkml:ink>
</file>

<file path=ppt/ink/ink17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7:11:25.844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357 64 1345,'0'0'11133,"6"-6"-8449,22-21-102,-28 26-2484,1 1 1,-1 0-1,1-1 0,-1 1 1,1 0-1,-1-1 0,1 1 0,-1-1 1,0 1-1,1-1 0,-1 1 1,0-1-1,1 1 0,-1-1 0,0 1 1,1-1-1,-1 1 0,0-1 1,0 1-1,0-1 0,1 0 0,-1 1 1,0-1-1,0 1 0,0-1 1,0 0-1,0 1 0,0-1 0,0 0 1,-1 1-1,1-1 0,0 1 1,0-1-1,0 1 0,-1-1 0,1 0 1,0 1-1,0-1 0,-1 1 1,1-1-1,0 1 0,-1-1 0,1 1 1,-1 0-1,1-1 0,-1 1 1,1-1-1,-1 1 0,1 0 0,-1-1 1,1 1-1,-1 0 0,1 0 1,-1-1-1,0 1 0,0 0 0,-34-3 1379,32 3-1195,-13 0-95,0 1-1,1 1 1,-1 0 0,1 1 0,0 1-1,0 0 1,0 2 0,0-1 0,1 2-1,-22 11 1,19-9-161,-1 1 0,1 0 0,1 1 0,0 1 0,0 0 0,2 1 0,-26 29 0,39-41-30,0-1 0,1 1-1,-1 0 1,1 0 0,-1 0 0,1 0-1,-1 1 1,1-1 0,0 0 0,-1 0-1,1 0 1,0 0 0,0 0 0,0 0-1,0 0 1,0 1 0,0-1 0,0 0-1,0 0 1,1 0 0,-1 0 0,0 0-1,1 0 1,-1 0 0,0 1 0,1-1-1,-1 0 1,1-1 0,0 1 0,-1 0-1,1 0 1,0 0 0,0 0 0,0 0-1,-1-1 1,1 1 0,0 0 0,0-1-1,0 1 1,0 0 0,0-1 0,0 0-1,0 1 1,0-1 0,1 1 0,-1-1-1,2 0 1,10 4-104,1 0 0,0-1 0,19 2 0,-9-2-75,4 3-83,-1 0 0,0 2 0,44 19 0,-63-23 219,0 0-1,0 1 1,0 0 0,-1 0-1,1 1 1,12 12 0,-17-14 36,-1-1 0,1 1 0,0 0 0,-1 0 0,0 0 0,0 0 0,0 0 0,0 0 0,-1 0 0,1 1 0,-1-1 0,0 0 0,-1 1 0,1-1 0,-1 6 0,-1-6 30,0-1 1,0 1 0,0 0-1,-1-1 1,1 1 0,-1-1-1,0 1 1,0-1-1,0 0 1,-1 0 0,1 0-1,-1 0 1,1 0 0,-1 0-1,0-1 1,0 1 0,-1-1-1,1 0 1,0 0-1,-1 0 1,1 0 0,-6 1-1,-9 5 184,0-1-1,0 0 1,-24 4 0,25-7-205,-2 1-96,0-1 1,0 0-1,-28 0 0,46-4-98,0-1 0,1 1 0,-1 0 0,1-1 0,-1 1 0,1-1 0,-1 1 0,1 0 0,-1-1-1,1 1 1,0-1 0,-1 0 0,1 1 0,0-1 0,-1 1 0,1-1 0,0 1 0,0-1-1,0 0 1,-1 1 0,1-1 0,0 0 0,0 1 0,0-1 0,0 0 0,0 1 0,0-1 0,0 1-1,0-1 1,1 0 0,-1 1 0,0-1 0,0 0 0,0 1 0,1-1 0,-1 0 0,10-29-6256,14-5-1397</inkml:trace>
</inkml:ink>
</file>

<file path=ppt/ink/ink17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7:11:26.110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224 1 9508,'0'0'9082,"-7"26"-5096,-2 3-2895,-35 141 3132,29-94-3037,3-1 1,-2 118-1,14-191-1217,0 0 0,0 0 0,0-1 0,-1 1 0,1 0 0,0-1 0,-1 1 0,1 0 1,-1-1-1,1 1 0,-1-1 0,0 1 0,0-1 0,0 1 0,-1 1 0,1-2-255,0 0 1,-1 0-1,1 0 1,0 0-1,-1 0 1,1 0 0,0-1-1,-1 1 1,1 0-1,-1-1 1,1 1-1,-1-1 1,-3 1-1,1-1-843,-1 0-1,1 0 1,0 0-1,-1-1 1,1 1-1,-1-1 1,1 0-1,0-1 1,-1 1-1,1-1 1,-5-2-1,-24-17-7599</inkml:trace>
</inkml:ink>
</file>

<file path=ppt/ink/ink17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7:11:26.607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1 37 7619,'0'0'7585,"26"-5"-3201,27-6-2323,1 3 0,70-2 1,-89 8-1029,43 1 376,-74 1-1350,0 0 0,0 1 1,1-1-1,-1 1 1,0 0-1,0 0 0,0 1 1,0-1-1,0 1 1,0 0-1,-1 0 0,1 0 1,5 4-1,-9-5-52,1-1 0,0 1 0,-1 0-1,1 0 1,-1-1 0,1 1-1,-1 0 1,1 0 0,-1 0 0,0-1-1,1 1 1,-1 0 0,0 0 0,0 0-1,0 0 1,0 0 0,0 0-1,0 0 1,0 0 0,0-1 0,0 1-1,0 0 1,0 0 0,0 0 0,-1 1-1,1 9-883,19-5-400,-5-4 1129,1 0 0,0-1 0,0-1 0,0-1 0,0 0 0,29-6 1,-43 7 242,-1-1 1,1 0 0,0 1 0,0 0 0,0-1-1,0 1 1,0-1 0,0 1 0,0 0 0,0 0-1,0 0 1,0-1 0,0 1 0,0 0-1,0 0 1,0 0 0,0 1 0,2-1 0,-1 17 2873,-3-3-3308,1-14 336,1 1 0,-1 0 0,0-1 0,1 1 0,-1-1 0,0 1 0,1 0 0,-1-1 0,1 1 0,-1-1 0,1 1 0,-1-1 0,1 1 0,-1-1 0,1 1 0,-1-1 1,1 0-1,0 1 0,-1-1 0,1 0 0,0 1 0,-1-1 0,1 0 0,0 0 0,-1 0 0,1 0 0,0 1 0,0-1 0,-1 0 0,2-1 0,31 2-971,-22-1-65,11 1-832,33 1-4945,-18-1-2666,-10-1 1628</inkml:trace>
</inkml:ink>
</file>

<file path=ppt/ink/ink17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7:11:27.063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132 566 9044,'0'0'17838,"-12"-1"-15901,6 0-1674,2 0-133,1 0 1,-1 0 0,1 1 0,-1-1 0,1 1 0,-1 0 0,1 0 0,-1 0 0,1 1-1,-1-1 1,1 1 0,-1 0 0,1 0 0,0 0 0,-1 1 0,1-1 0,0 1-1,0-1 1,0 1 0,0 0 0,0 0 0,0 1 0,-4 4 0,-15 28 309,21-33-435,0-1-1,0 1 1,0 0 0,0-1 0,1 1-1,-1 0 1,1-1 0,-1 1 0,1 0-1,0-1 1,0 1 0,0 0-1,0 0 1,0 0 0,0-1 0,0 1-1,0 0 1,1 0 0,-1-1 0,1 1-1,0 2 1,1-4-5,-1 1 0,1-1 0,0 1 0,0-1 0,-1 1 0,1-1 0,0 0 0,0 0 0,-1 0 0,1 0 0,0 0 0,0 0 0,2-1 0,2 0 0,0 1-39,0-1-1,0 0 1,0 0 0,0-1-1,0 0 1,0 0-1,0 0 1,-1-1 0,1 0-1,-1 0 1,6-4 0,57-47-954,-48 36 652,25-21-816,-2-2-1,-1-1 1,36-52 0,-55 64 845,-2-1 1,-1-2-1,-2 0 0,-1-1 1,24-68-1,-30 59 285,-10 40 140,-1 1 0,1-1 0,-1 0 0,0 1 0,1-1 0,-1 0 0,-1 0 0,1 1 0,0-1 0,-1 0 0,1 1 0,-1-1 0,-1-3 0,-8 7 1320,1 5-1104,-1-1 1,1 1-1,1 0 0,-1 1 1,1 0-1,0 1 0,-12 15 1,-50 72 968,48-63-789,-4 6-174,-37 72 0,55-94-313,1 0 1,1 0 0,0 0 0,1 1 0,1 0 0,1 0-1,0 0 1,0 19 0,2-10-197,0-18-56,0 0 0,1 1-1,0-1 1,1 0 0,1 12 0,-1-19 162,-1 1 0,1-1 1,-1 1-1,1 0 0,0-1 0,0 0 0,0 1 1,-1-1-1,1 1 0,0-1 0,1 0 0,-1 0 1,0 0-1,0 1 0,0-1 0,1 0 1,-1 0-1,1-1 0,-1 1 0,1 0 0,-1 0 1,1-1-1,-1 1 0,1-1 0,-1 1 0,1-1 1,0 0-1,-1 0 0,1 0 0,0 1 0,2-2 1,5 1-1077,39-3-5778,-20-12-1017,-6-5-2330</inkml:trace>
</inkml:ink>
</file>

<file path=ppt/ink/ink17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7:11:27.455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74 10 10005,'0'0'13502,"21"6"-12192,-10-3-1222,19 6 291,0-1 0,1-2-1,-1-1 1,33 1 0,-63-6-380,0-1 0,-1 1 1,1 0-1,0 0 0,0-1 0,-1 1 0,1 0 1,0 0-1,-1-1 0,1 1 0,0 0 0,0-1 1,0 1-1,-1 0 0,1-1 0,0 1 0,0 0 1,0-1-1,0 1 0,0 0 0,0-1 0,0 1 1,0 0-1,0-1 0,0 1 0,0 0 0,0-1 1,0 1-1,0-1 0,0 1 0,0 0 0,0-1 1,0 1-1,0 0 0,0-1 0,1 1 0,-1 0 1,0-1-1,0 1 0,0 0 0,1-1 0,-1 1 1,0 0-1,0 0 0,1-1 0,-1 1 0,0 0 0,1 0 1,-1 0-1,0-1 0,1 1 0,-1 0 0,0 0 1,1 0-1,-1 0 0,0 0 0,1 0 0,-1 0 1,0 0-1,1 0 0,0 0 0,-1 0 0,-6-5 1,1 1 0,-1 1-1,0-1 1,0 1 0,-1 0-1,1 1 1,-1-1 0,1 1-1,-1 1 1,0-1 0,-13 0-1,-80 0 189,89 2-129,7 1 25,-1-1 0,1 1 0,0 0-1,0 0 1,0 1 0,0-1 0,0 1 0,0 0 0,0 0 0,0 0-1,0 1 1,1-1 0,0 1 0,-1 0 0,1 0 0,0 0 0,0 0-1,0 1 1,1-1 0,-1 1 0,1-1 0,0 1 0,-3 7-1,4-8-38,-1 1 0,1 0 0,0-1 0,0 1 0,0 0 0,0-1 0,0 1 0,1 0 0,0 0 0,0 0 0,0 0 0,0-1 0,1 1-1,-1 0 1,1 0 0,0-1 0,0 1 0,1 0 0,-1-1 0,1 1 0,-1-1 0,1 1 0,0-1 0,0 0 0,1 0 0,4 5 0,2-1-318,0 0 1,0-1 0,0 0 0,0-1 0,1 0 0,0-1 0,0 0 0,1 0 0,-1-1 0,1 0 0,-1-1 0,17 1 0,-15-2-1058,1 0 0,-1-1-1,1-1 1,17-3 0,-20 2-469,-1-1-1,1 1 1,0-2 0,-1 1 0,15-9 0,11-10-5162</inkml:trace>
</inkml:ink>
</file>

<file path=ppt/ink/ink17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7:11:27.832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0 0 4818,'0'0'19212,"2"4"-16544,0 2-2147,0 0 1,0 1-1,-1-1 1,0 1 0,-1 0-1,1-1 1,-1 1-1,0-1 1,-3 13 0,2 12 331,1-30-853,1 0 0,0-1 0,0 1 0,-1-1 0,1 1 0,0-1 0,0 1 0,-1-1 0,1 0 0,0 1 0,0-1 0,0 0 0,0 0 0,0 1 0,-1-1 0,1 0 0,0 0 0,0 0 0,0 0 0,0 0 0,0 0 0,1-1 0,26 0 0,-14-3-87,0 0 1,0-1-1,-1-1 1,0 0-1,0-1 1,0 0-1,-1-1 1,18-15-1,-19 15 23,20-22 388,-29 28-112,-4 6-28,-7 17-61,6-12-123,0-1 0,1 1 0,0 1 0,0-1 0,1 0 0,0 0 0,1 11 0,1-19-193,0 0 0,0 0 0,0 0 0,0 0 0,0 0 1,0-1-1,0 1 0,0 0 0,0-1 0,0 1 0,1-1 0,-1 1 0,0-1 0,0 1 0,1-1 0,-1 0 1,0 1-1,1-1 0,-1 0 0,0 0 0,1 0 0,-1 0 0,0-1 0,1 1 0,0 0 0,42-5-7800,-12-14 1889</inkml:trace>
</inkml:ink>
</file>

<file path=ppt/ink/ink17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7:11:28.081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129 0 15335,'0'0'7828,"-10"22"-3098,-1 1-3917,-53 119 2080,55-117-2660,0 0 1,2 0 0,0 0-1,-4 39 1,10 83-234,1-146-34,0 0 0,0-1-1,1 1 1,-1 0 0,0-1 0,0 1-1,0 0 1,1-1 0,-1 1 0,0 0 0,0-1-1,1 1 1,-1 0 0,1-1 0,-1 1-1,1-1 1,-1 1 0,1-1 0,-1 1 0,1-1-1,-1 1 1,1-1 0,0 0 0,-1 1-1,1-1 1,0 0 0,-1 1 0,2-1 0,27 2-2492,-24-2 1948,-1-1 1,0 1-1,0-1 0,0 0 0,0-1 0,0 1 0,0-1 0,0 1 0,0-1 0,-1 0 0,5-3 0,7-19-6545</inkml:trace>
</inkml:ink>
</file>

<file path=ppt/ink/ink17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7:11:28.251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0 10 15799,'0'0'8436,"115"7"-7636,-47-7-752,-7 0-48,0 0-3489,0-16-1457</inkml:trace>
</inkml:ink>
</file>

<file path=ppt/ink/ink17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7:11:29.270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0 254 4834,'0'0'11848,"17"-5"-10018,52-17-63,-68 22-1711,-1 0 0,1-1 0,-1 1 1,1 0-1,0 0 0,0-1 0,-1 1 0,1 0 1,0 0-1,-1 0 0,1 0 0,0 0 1,0 0-1,-1 0 0,1 0 0,0 0 0,0 0 1,-1 1-1,1-1 0,0 0 0,-1 0 1,1 1-1,0-1 0,-1 0 0,1 1 0,0-1 1,-1 1-1,1-1 0,-1 1 0,1-1 1,-1 1-1,1-1 0,-1 1 0,1-1 0,-1 1 1,0 0-1,1-1 0,-1 1 0,0 0 1,1-1-1,-1 1 0,0 0 0,0-1 0,0 1 1,0 0-1,0 0 0,1-1 0,-1 1 1,0 0-1,-1-1 0,1 1 0,0 0 0,0 0 1,0-1-1,0 1 0,-1 0 0,1-1 1,0 1-1,-1 1 0,0 2 415,1 121 5049,0-124-5384,1-3-123,-1 0 0,0 0 0,0 0 0,0 0 0,-1 0 0,1 0 0,0 0 1,-1 0-1,1 0 0,-1 0 0,0 0 0,-1-3 0,1 2-2,-4-13-168,2 0 0,0 0-1,0 0 1,2 0-1,0 0 1,1 0 0,3-31-1,-2 45 119,-1-1 0,1 1 0,0 0 0,-1 0 0,1-1 0,0 1 0,0 0 0,1 0 0,-1 0 0,0 0 0,1 0 0,-1 1 0,1-1 0,0 0 0,-1 1 0,1-1 0,0 1 0,0 0 0,0-1 0,0 1 0,0 0 0,0 0 0,0 0 0,1 1 0,-1-1 0,0 0 0,1 1 0,2-1 0,9-1-68,-1 1 1,1 1-1,26 2 1,-7 0 153,203-3-1664,-228 0 1595,1 0 0,-1-1-1,0 0 1,0-1-1,0 1 1,0-2-1,0 1 1,-1-1 0,1 0-1,6-6 1,-10 8 26,0-1 0,0 1 0,0-1 0,-1 0 1,1-1-1,-1 1 0,0-1 0,0 1 0,0-1 1,0 0-1,-1 0 0,1 0 0,-1 0 0,0-1 1,0 1-1,-1-1 0,1 1 0,-1-1 0,1-6 1,-3 10 12,1 0 1,0-1-1,-1 1 1,1-1 0,-1 1-1,0 0 1,1 0-1,-1-1 1,0 1-1,0 0 1,0 0 0,0 0-1,0 0 1,0 0-1,0 0 1,0 0-1,0 0 1,-1 0 0,1 1-1,0-1 1,0 0-1,-1 1 1,1-1 0,-1 1-1,1-1 1,0 1-1,-1 0 1,1 0-1,-1-1 1,1 1 0,-3 0-1,-59 0 783,48 0-527,5 1-113,0 0 0,1 0 0,-1 1 1,1 0-1,0 1 0,-1 0 0,1 0 0,-15 9 0,20-10-94,0 0 0,1 0 0,-1 0 0,1 0 0,0 1 0,-1-1-1,1 1 1,0 0 0,1 0 0,-1 0 0,0 0 0,1 0 0,0 1-1,0-1 1,0 1 0,0 0 0,0 0 0,1-1 0,-1 1 0,1 0-1,0 0 1,0 6 0,1-4-12,0 0 0,0 0 1,0 0-1,1 0 0,0 0 0,0 0 0,1 0 0,0-1 0,0 1 1,0 0-1,1-1 0,0 1 0,0-1 0,0 0 0,0 0 0,1 0 1,0 0-1,0-1 0,0 0 0,1 0 0,0 0 0,-1 0 0,1 0 1,0-1-1,1 0 0,10 4 0,1 0-403,0-1 1,1 0-1,-1-2 0,1 0 1,0-1-1,0-1 0,1-1 1,-1 0-1,23-3 0,8-4-3919,-1-17-2778</inkml:trace>
</inkml:ink>
</file>

<file path=ppt/ink/ink17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7:11:29.521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312 1 17928,'0'0'6419,"-101"178"-1056,80-94-3330,1 4-1009,13 0-1024,0-5 0,1-13 0,-1-9 0,0-13 0,-7-14 0,1-12 0,-1-8-112,1-12-2257,-1-2-1521,-6-4-1376,-7-26-3394,7-8-3810</inkml:trace>
</inkml:ink>
</file>

<file path=ppt/ink/ink17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7:11:29.967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0 0 11973,'0'0'8322,"20"3"-4297,10 1-3044,0 2 0,-1 2 0,0 0-1,28 13 1,-45-16-697,39 22 881,-49-26-1134,0 0 0,0 0-1,0 1 1,-1-1 0,1 1 0,0-1 0,-1 1 0,1 0 0,-1-1 0,0 1-1,0 0 1,1 0 0,-1 0 0,0 0 0,-1 0 0,1 0 0,0 1-1,-1-1 1,1 0 0,0 3 0,-2-2-8,1 1-1,0-1 1,-1 0-1,0 0 1,0 0-1,0 1 1,0-1-1,0 0 1,-1 0 0,1 0-1,-1-1 1,-3 6-1,3-5-20,0-1-1,0 1 0,0 0 0,1 0 1,-1 0-1,1 0 0,0 0 0,0 0 0,0 0 1,0 0-1,1 0 0,-1 7 0,3-9-3,0 0 0,1 0 0,-1 0 0,1-1 0,-1 1 0,1 0 0,0-1 0,-1 0 0,1 0 0,-1 1 0,1-1-1,0-1 1,-1 1 0,4-1 0,1 1-12,6-1-42,-1 0 1,0-1-1,1 0 0,-1-1 1,0-1-1,0 1 0,-1-2 1,1 0-1,-1 0 0,0-1 1,0-1-1,-1 1 0,0-2 1,10-8-1,-20 16 62,0 0 0,1-1 1,-1 1-1,0 0 0,0 0 0,1-1 0,-1 1 0,0 0 0,1 0 1,-1 0-1,0 0 0,1 0 0,-1-1 0,0 1 0,0 0 0,1 0 1,-1 0-1,0 0 0,1 0 0,-1 0 0,1 0 0,-1 0 0,0 0 1,1 0-1,-1 0 0,0 0 0,0 0 0,1 1 0,-1-1 0,0 0 1,1 0-1,-1 0 0,0 0 0,1 0 0,-1 1 0,0-1 0,0 0 1,1 0-1,-1 1 0,11 18 484,7 42 559,-12-36-817,-5-23-359,0 0 1,-1 0-1,1 0 0,0-1 0,0 1 1,0 0-1,1 0 0,-1 0 0,0-1 1,1 1-1,-1-1 0,1 1 1,-1-1-1,1 1 0,0-1 0,-1 0 1,1 0-1,0 0 0,0 0 1,0 0-1,2 0 0,2 1-786,0-1 0,-1-1 1,1 1-1,0-1 0,-1 0 0,10-1 0,12-3-7581</inkml:trace>
</inkml:ink>
</file>

<file path=ppt/ink/ink17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7:11:30.236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0 111 10405,'0'0'19681,"0"11"-17747,0 28-1224,0-26-664,0-36-55,0 11 4,1 1 0,0-1 1,1 0-1,0 1 0,1-1 0,0 1 0,0 0 1,1 0-1,11-20 0,-14 29-257,1 1 0,-1 0 0,0 0 1,0-1-1,1 1 0,-1 0 0,1 0 0,-1 0 1,1 1-1,-1-1 0,1 0 0,0 1 0,-1-1 0,1 1 1,0-1-1,3 0 0,30 0-10906,-25 1 6183,4 0-4553</inkml:trace>
</inkml:ink>
</file>

<file path=ppt/ink/ink17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7:11:30.609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0 0 1409,'0'0'26308,"10"14"-23651,40 65-264,-49-79-2393,-1 1 0,1 0 0,-1-1 0,1 1 0,0-1 0,-1 1 0,1-1 0,-1 1 0,1-1 0,0 0 0,0 1 0,-1-1 0,1 0 0,0 1 0,0-1 0,-1 0 0,1 0 0,0 0 0,0 1 0,0-1 0,-1 0 0,1 0 0,0 0 0,0-1 0,-1 1 0,1 0 0,0 0 0,0 0 0,0 0 0,-1-1 0,1 1 0,0 0 0,1-1 0,20-14 0,-20 14 0,78-53 0,-79 54 0,-1 0 0,0 0 0,1 0 0,-1 0 0,0 0 0,1 0 0,-1 0 0,1 0 0,-1 0 0,0 0 0,1 0 0,-1 0 0,1 0 0,-1 0 0,0 0 0,1 0 0,-1 0 0,0 1 0,1-1 0,-1 0 0,0 0 0,1 0 0,-1 1 0,0-1 0,1 0 0,-1 1 0,0-1 0,0 0 0,1 0 0,-1 1 0,0-1 0,0 0 0,1 1 0,-1-1 0,0 1 0,0-1 0,0 0 0,0 1 0,0-1 0,0 0 0,0 1 0,0-1 0,0 1 0,0-1 0,0 0 0,0 1 0,0-1 0,0 1 0,0-1 0,2 18 0,-3-15-286,1 1-1,0-1 1,1 1 0,-1 0 0,0-1-1,1 1 1,0-1 0,0 1-1,0-1 1,0 1 0,1-1-1,-1 0 1,1 1 0,0-1 0,3 4-1,-3-5-243,1 0 0,0 0 0,-1 0 0,1-1-1,0 1 1,0-1 0,0 0 0,0 0 0,0 0 0,0 0-1,0 0 1,0-1 0,0 1 0,0-1 0,1 0 0,-1 0-1,5-1 1,25-1-11646</inkml:trace>
</inkml:ink>
</file>

<file path=ppt/ink/ink17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7:11:30.984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332 173 4770,'0'0'11448,"-24"5"-6739,4-1-3713,5-1-200,0 0 0,0 0 0,1 2 0,-1-1 0,1 2 0,0 0 0,1 1 0,-1 0 0,-20 16 0,23-14-580,0 0 1,1 1-1,1 1 1,0 0-1,0 0 1,1 0-1,0 1 0,1 0 1,-9 24-1,10-18-113,0 0 0,2 0 0,0 1 0,1 0-1,1-1 1,1 33 0,0-48-102,1 1 0,1-1 0,-1 0 1,1 1-1,-1-1 0,1 0 0,0 1 0,0-1 0,0 0 0,1 0 1,-1 0-1,1 0 0,-1 0 0,1 0 0,0-1 0,0 1 1,1 0-1,-1-1 0,3 3 0,0-2 1,0 0 0,0 0 0,0 0 0,0-1 0,0 0 1,0 0-1,1 0 0,-1 0 0,1-1 0,9 1 0,-1-1-25,-1-1 0,1 0 0,-1-1 0,1 0 0,-1-1 0,0-1 0,0 0 0,0 0 0,16-8 0,-17 6-261,0-2-1,-1 1 1,1-1 0,-2-1 0,1 0-1,-1 0 1,0-1 0,-1 0 0,0-1-1,0 0 1,-1 0 0,9-17 0,-9 12 123,-1-1-1,0 1 1,-1-2 0,-1 1 0,-1-1 0,0 0 0,-1 0 0,0 0 0,-1-18-1,-1 5 144,0 0-1,-2 0 0,-7-43 0,7 65 62,-1 1-1,1 0 0,-1 0 0,0 0 0,-1 0 0,0 0 0,0 0 0,0 1 0,-1-1 0,0 1 0,0 0 0,0 0 0,-1 1 0,0-1 0,0 1 1,-1 0-1,1 0 0,-1 1 0,0-1 0,-7-2 0,10 5-62,1 1-1,-1 0 1,0 0 0,0 0 0,0 1 0,0-1 0,0 1-1,0-1 1,0 1 0,0 0 0,0 0 0,0 0-1,0 1 1,0-1 0,0 1 0,1-1 0,-1 1-1,0 0 1,0 0 0,0 1 0,1-1 0,-1 0 0,0 1-1,1 0 1,0-1 0,-1 1 0,1 0 0,0 0-1,0 1 1,0-1 0,0 0 0,0 1 0,1-1-1,-3 4 1,-1 2-578,1 0 0,0 0 0,1 0 0,-5 14 0,-2 31-6043,8-18-1502</inkml:trace>
</inkml:ink>
</file>

<file path=ppt/ink/ink17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7:11:31.547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190 0 10005,'0'0'19691,"-14"18"-17917,-1-1-1260,5-7-427,1 1 0,0 0 0,1 0 0,0 1 0,1-1 0,1 2 0,0-1 0,-9 26 0,0 19-87,2 0 0,2 2 0,3 0 0,0 99 0,8-158 0,0 0 0,0 1 0,0-1 0,0 0 0,0 0 0,0 0 0,0 0 0,0 1 0,0-1 0,0 0 0,1 0 0,-1 0 0,0 0 0,0 0 0,0 0 0,0 1 0,0-1 0,0 0 0,1 0 0,-1 0 0,0 0 0,0 0 0,0 0 0,0 0 0,0 0 0,1 0 0,-1 0 0,0 0 0,0 1 0,0-1 0,0 0 0,1 0 0,-1 0 0,0 0 0,0 0 0,0 0 0,1-1 0,-1 1 0,0 0 0,0 0 0,0 0 0,0 0 0,0 0 0,1 0 0,-1 0 0,0 0 0,0 0 0,0 0 0,0 0 0,0-1 0,1 1 0,-1 0 0,0 0 0,0 0 0,0 0 0,0 0 0,0-1 0,0 1 0,0 0 0,0 0 0,0 0 0,1 0 0,-1-1 0,0 1 0,0 0 0,0 0 0,25-33-3,57-63-31,-74 88 26,-1 1 0,1 0 0,0 1 0,0 0 0,1 0 0,0 1 0,0 0 0,0 0 0,16-5 0,-24 10 0,0-1 1,-1 1-1,1 0 1,-1 0 0,1 0-1,0-1 1,-1 1-1,1 0 1,0 0 0,-1 0-1,1 0 1,0 0-1,-1 0 1,1 0 0,0 1-1,-1-1 1,1 0-1,0 0 1,-1 0 0,1 1-1,0-1 1,-1 0-1,1 1 1,-1-1 0,1 0-1,-1 1 1,1-1-1,-1 1 1,1-1 0,-1 1-1,1-1 1,-1 1-1,0-1 1,1 1 0,-1-1-1,1 2 1,-1 0 2,1 1 1,-1-1-1,0 0 0,0 1 1,0-1-1,0 1 0,0-1 1,0 1-1,-1-1 1,0 4-1,-1 2 22,0 0 0,-1-1 0,0 0 0,0 1 0,-1-1 0,-6 10 0,2-9-2,1-1 0,-1 1-1,0-2 1,-1 1 0,1-1-1,-1 0 1,-1-1 0,1 0-1,-1-1 1,0 1 0,0-2-1,0 0 1,0 0 0,0-1-1,-1 0 1,1 0 0,-1-1-1,0-1 1,1 0 0,-1 0-1,-17-4 1,27 4-110,1 0 0,-1 0 0,1-1 0,-1 1-1,1 0 1,0 0 0,-1-1 0,1 1 0,-1 0 0,1-1 0,0 1 0,-1 0-1,1-1 1,0 1 0,-1 0 0,1-1 0,0 1 0,0-1 0,-1 1 0,1-1 0,0 1-1,0 0 1,0-1 0,0 1 0,0-1 0,0 1 0,0-1 0,0 1 0,0-1 0,0 1-1,0-1 1,0 1 0,0-1 0,0 1 0,0-1 0,0 1 0,0-1 0,0 1-1,1 0 1,-1-1 0,0 1 0,0-1 0,1 1 0,-1-1 0,0 1 0,1 0 0,-1-1-1,0 1 1,1 0 0,-1-1 0,0 1 0,1 0 0,-1 0 0,1-1 0,-1 1-1,1 0 1,-1 0 0,0 0 0,1 0 0,-1 0 0,1-1 0,-1 1 0,1 0 0,-1 0-1,1 0 1,-1 0 0,1 0 0,0 1 0,14-2-5849,4-1-3607</inkml:trace>
</inkml:ink>
</file>

<file path=ppt/ink/ink17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7:11:32.321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292 1 1505,'0'0'17210,"-3"13"-14294,-19 239 4920,19 18-5739,3-224-2220,1-45 128,-1 1-1,0-1 1,0 0 0,0 0-1,0 0 1,0 0 0,-1 1-1,1-1 1,0 0 0,-1 0 0,1 0-1,0 0 1,-1 0 0,1 1-1,-1-1 1,0 0 0,1 0-1,-1 0 1,0-1 0,0 1-1,1 0 1,-1 0 0,0 0-1,0-1 1,0 1 0,0 0-1,0-1 1,0 1 0,0 0-1,0-1 1,0 0 0,-1 1-1,1-1 1,0 0 0,0 1-1,0-1 1,0 0 0,-1 0 0,1 0-1,0 0 1,0 0 0,0 0-1,-1-1 1,1 1 0,-1-1-1,-3 0 11,1 0-1,-1 0 1,1-1-1,0 1 1,0-1-1,0 0 1,0-1-1,0 1 1,0-1 0,1 1-1,-5-5 1,-19-22 18,1 0 1,-41-63 0,59 79-559,1 0 1,0-1 0,1 0-1,0 0 1,1 0 0,1-1-1,0 0 1,1 0 0,0 0-1,0-25 1,3 35-263,1 0 0,-1 0 1,1 1-1,0-1 0,0 0 0,0 0 0,0 0 0,1 1 1,0-1-1,0 1 0,1-1 0,4-6 0,19-29-8489</inkml:trace>
</inkml:ink>
</file>

<file path=ppt/ink/ink17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7:11:32.507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41 1 10757,'0'0'12566,"-13"13"-12614,13 7-2049,-7 3-1361,-7 2-3409,7 0-1441</inkml:trace>
</inkml:ink>
</file>

<file path=ppt/ink/ink17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7:11:32.848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63 79 8100,'0'0'11039,"20"-1"-8827,65-7-833,-81 8-1250,1 0-1,-1-1 1,0 0-1,0 0 1,0 0-1,0 0 1,0-1-1,0 0 1,6-3-1,-9 4-29,0 0 1,0 0-1,0 0 0,0 0 1,-1 0-1,1 0 0,0 0 0,-1 0 1,1 0-1,-1 0 0,1-1 0,-1 1 1,1 0-1,-1-1 0,0 1 1,0 0-1,1 0 0,-1-1 0,0 1 1,0-2-1,-1 1-66,0 1 0,0 0 1,0-1-1,0 1 0,0 0 1,0 0-1,0 0 0,0 0 0,0 0 1,-1 0-1,1 0 0,0 0 0,-1 0 1,1 1-1,0-1 0,-1 0 0,1 1 1,-1-1-1,1 1 0,-1 0 0,0-1 1,-2 1-1,-39-7 24,43 7-58,-12-1 60,0 0 0,0 0 0,0 1 0,0 1 0,-22 4 0,31-4 0,0 0 1,0 0 0,0 0-1,0 0 1,0 1-1,1 0 1,-1-1-1,0 1 1,1 0-1,-1 0 1,1 1-1,0-1 1,0 0 0,0 1-1,0-1 1,0 1-1,1 0 1,-1 0-1,1-1 1,0 1-1,-1 0 1,1 0-1,1 0 1,-1 0-1,0 1 1,0 5 0,0-4-52,1 0 1,-1 0-1,1 0 1,0 0-1,0 0 1,1-1-1,-1 1 1,1 0-1,0 0 1,0 0-1,1 0 1,0-1-1,-1 1 1,1-1-1,1 1 1,-1-1-1,1 0 1,5 8-1,-3-8-271,-1 0 0,1 0 0,0-1 1,0 0-1,0 1 0,1-2 0,-1 1 0,1-1 0,0 1 0,-1-2 0,1 1 1,0-1-1,0 1 0,0-2 0,10 1 0,70 0-10419,-44-3 304</inkml:trace>
</inkml:ink>
</file>

<file path=ppt/ink/ink17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7:11:33.084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68 0 10405,'0'0'19737,"-68"34"-18985,68-14-368,0 3-176,0-3-208,0-2 0,0 0 0,14-9-512,6-2-608,7-7-833,14 0-1105,-1-14-2384,8-19-4883</inkml:trace>
</inkml:ink>
</file>

<file path=ppt/ink/ink17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7:11:33.332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126 1 13990,'0'0'12846,"-18"27"-9319,-56 90-1638,68-108-1851,2 1 0,-1 0 0,1 0 1,1 0-1,0 0 0,0 1 0,1-1 0,1 1 0,-1 0 0,2 0 0,-1 0 0,2-1 0,1 13 1,-1 16-58,-1-14 19,1-1 0,5 27 0,-4-43 0,-1 0 0,1-1 0,0 1 0,1-1 0,0 1 0,0-1 0,1 0 0,0-1 0,0 1 0,9 11 0,-12-17-120,1 1 0,0 0 0,0-1 1,0 0-1,0 1 0,0-1 0,0 0 0,0 0 0,0 0 0,0 0 1,0-1-1,1 1 0,-1 0 0,0-1 0,0 0 0,1 1 0,-1-1 1,0 0-1,1 0 0,3-1 0,-3 0-306,1 1 1,-1-1-1,0 0 0,0 0 0,0 0 1,0-1-1,0 1 0,0-1 1,0 1-1,-1-1 0,1 0 0,-1 0 1,1 0-1,-1 0 0,1-1 1,-1 1-1,0-1 0,0 0 0,0 1 1,-1-1-1,3-5 0,4-22-9957</inkml:trace>
</inkml:ink>
</file>

<file path=ppt/ink/ink17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7:11:33.522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1 0 10677,'0'0'13222,"135"0"-11525,-81 0-1201,-6 0-480,-1 0-16,-13 3-1473,0-3-3377,-14 0-5315</inkml:trace>
</inkml:ink>
</file>

<file path=ppt/ink/ink17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7:11:33.847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1 0 7043,'0'0'17960,"22"0"-16041,163 0 1309,-75 0-4626,-109 0-208,-16 0-4328,-4 1 729,-1 3-2686</inkml:trace>
</inkml:ink>
</file>

<file path=ppt/ink/ink17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7:11:34.069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1 1 2017,'0'0'21677,"10"6"-19642,-3-1-1591,1 0 0,0-1 0,0-1 0,1 1 0,-1-1 0,1-1 0,-1 1 0,1-1 0,0-1 0,0 0 0,16 0 0,-1-1 327,-21 0-3922</inkml:trace>
</inkml:ink>
</file>

<file path=ppt/ink/ink17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7:11:45.079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0 244 2145,'0'0'12294,"7"5"-9701,-2-1-2419,0-1 476,0 1-1,0-1 1,-1 1-1,0 0 1,0 0-1,0 0 1,0 1-1,0-1 1,-1 1-1,0 0 1,0 0-1,0 0 1,-1 0-1,0 1 1,0-1-1,3 10 1,-4 102 3189,1-148-4529,2-1 1,1 1-1,2 0 1,1 0-1,1 1 1,2 0-1,1 1 1,26-47-1,-37 73 641,0 0 0,1 0 1,-1 0-1,1 0 0,0 0 0,0 0 0,0 0 0,0 1 0,1-1 0,-1 1 1,1-1-1,-1 1 0,1 0 0,0 0 0,0 0 0,0 0 0,0 1 0,0-1 1,0 1-1,0 0 0,6-1 0,-7 2 48,-1 0 0,0 1 0,0-1 0,0 1 0,0-1 0,0 1-1,0 0 1,0-1 0,0 1 0,0 0 0,0 0 0,-1 0 0,1 0 0,0 0 0,0 0 0,-1 0 0,1 0 0,-1 0 0,1 0 0,0 1-1,12 30 53,-10-23-12,0-2-11,0 0 0,1 0 0,-1-1 0,1 1 0,1-1 0,-1 0 0,1 0 0,0-1 0,0 1 0,0-1 0,1 0 0,0-1 0,8 6 0,-5-6-12,0 0 0,0-1-1,0 0 1,0 0 0,1-1-1,-1 0 1,1-1 0,-1 0 0,19 0-1,-10-1-8,-1 0 0,1-1 0,19-5 0,-29 4-13,0 0 1,-1-1-1,1 0 0,-1 0 1,0-1-1,0 0 0,0 0 0,0-1 1,7-6-1,-8 5 2,1 1 0,-1-2 0,0 1 0,0-1 0,-1 0 0,0 0 0,0 0 0,-1-1 1,0 0-1,0 1 0,-1-2 0,0 1 0,0 0 0,-1-1 0,0 1 0,-1-1 0,1 1 0,-2-1 0,1 0 0,-2-12 0,1 19 6,-1 1 0,1-1 0,-1 0 0,0 1 0,1-1 0,-1 1 0,0-1 0,0 1-1,0-1 1,0 1 0,0 0 0,-1-1 0,1 1 0,0 0 0,-1 0 0,1 0 0,0 0 0,-1 0 0,1 0-1,-1 0 1,0 1 0,1-1 0,-1 0 0,1 1 0,-1 0 0,0-1 0,0 1 0,1 0 0,-1 0 0,0 0-1,0 0 1,-2 0 0,-8 0 65,0 0-1,1 0 0,-1 1 1,-12 3-1,12-1 101,1 0 1,0 1-1,0 1 0,1 0 0,-1 0 1,1 1-1,0 0 0,0 1 0,1 0 1,0 1-1,0 0 0,-10 12 0,14-15-72,1 0-1,-1 1 1,1 0-1,0 0 1,0 1-1,0-1 1,1 1-1,0-1 1,1 1-1,-1 0 1,1 0-1,1 0 0,-1 0 1,1 1-1,0-1 1,1 0-1,0 1 1,0-1-1,1 0 1,-1 1-1,4 9 1,-1-11-114,0 1 1,0-1-1,1 0 1,0 0-1,0 0 1,0-1-1,1 1 1,0-1-1,0 0 1,0 0-1,1-1 1,0 0-1,0 0 1,0 0-1,0 0 1,0-1-1,1 0 1,8 2-1,3 2-720,0-2-1,0 0 1,0-1-1,0 0 0,36 0 1,-35-3-161,-4 0-734,0-1 0,0 0 0,0-2 0,-1 1 0,16-5 0,37-22-7116</inkml:trace>
</inkml:ink>
</file>

<file path=ppt/ink/ink17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7:11:45.319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285 1 13702,'0'0'2975,"-14"21"720,3-3-2701,-1-2-148,1 2 0,1-1-1,1 2 1,0-1 0,1 1 0,-9 35 0,5 17 1463,-6 100 1,6-40-1478,10-93-833,3-31-115,-1 0 1,0 1 0,-1-1 0,1 0 0,-2 1 0,1-1 0,-1 0 0,0 0 0,0 0 0,-1 0 0,-4 8 0,5-13-282,0-1 1,0 1 0,0-1-1,0 0 1,0 1 0,0-1-1,0 0 1,0-1-1,0 1 1,-1 0 0,1-1-1,0 1 1,-1-1 0,1 1-1,0-1 1,-1 0 0,1 0-1,-5-1 1,2 1-888,0-1 0,0 1 0,1-1 0,-1-1 0,0 1 0,0-1 0,-9-4 0,-13-14-6154</inkml:trace>
</inkml:ink>
</file>

<file path=ppt/ink/ink17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7:11:45.785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0 100 4498,'0'0'2748,"25"-7"1254,65-18 2673,120-17 0,-146 32-4254,-28 4-254,59-3 0,-93 9-1874,-3 5-229,0 1-1,0-1 0,0 1 0,0-1 0,-1 0 0,0 0 0,0 0 1,-1 0-1,-4 7 0,4-7-14,1 0 0,-1 0 0,1 0-1,0 0 1,0 1 0,0-1 0,1 1 0,0-1 0,-1 10 0,2-14-49,-1 1 0,1-1 0,0 1 0,0-1 0,0 1 0,0 0 0,1-1 0,-1 1 0,0-1 0,1 1 0,-1-1 0,1 1 0,-1-1 0,1 1 0,0-1 0,0 1 0,0-1 0,-1 0 0,1 1 0,2 1 0,0-2 0,-1 0 0,1-1 0,-1 1 0,1-1 0,-1 1 0,1-1 0,0 0 0,-1 1 0,1-2 0,4 1 0,4 0 0,2 0 0,1-1 0,-1-1 0,0 0 0,1 0 0,-1-1 0,0-1 0,-1 0 0,1-1 0,-1 0 0,0-1 0,0-1 0,-1 0 0,1 0 0,-2-1 0,12-10 0,-10 9 0,-8 6 0,0 0 0,0 0 0,-1-1 0,0 1 0,1-1 0,-1 1 0,-1-1 0,1 0 0,2-5 0,-6 13-25,-1 1 0,1-1 0,0 1 0,0-1 1,0 1-1,1-1 0,-1 1 0,2 8 0,-2-10-37,1 0-1,1-1 1,-1 1 0,0 0 0,1-1-1,-1 1 1,1 0 0,0-1 0,0 1-1,0-1 1,0 1 0,0-1 0,0 1-1,1-1 1,-1 0 0,1 0 0,2 3-1,3-1-1043,-1 0-1,1-1 1,0 0 0,0-1-1,0 0 1,0 0-1,0 0 1,0-1-1,0 0 1,13 1-1,25-2-10172</inkml:trace>
</inkml:ink>
</file>

<file path=ppt/ink/ink17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7:11:46.047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44 173 13110,'0'0'15295,"-1"9"-13886,-3 24-481,3-25-309,-14-15 750,11 0-1366,1-1-1,0 1 1,0-1 0,1 1 0,0-1 0,0 0 0,0 0 0,1 0 0,1 0 0,-1 0-1,1 0 1,1 0 0,1-10 0,-1-11-6,-1 26-142,-1 0-1,2 1 1,-1-1-1,0 1 1,0-1-1,1 0 1,0 1-1,-1-1 1,1 1 0,0-1-1,0 1 1,0 0-1,1-1 1,-1 1-1,0 0 1,1 0-1,0 0 1,-1 0 0,1 0-1,0 0 1,0 1-1,0-1 1,0 0-1,0 1 1,1 0-1,-1-1 1,0 1 0,1 0-1,3-1 1,0 0-617,1 1 0,-1 0 0,0 1 0,1 0 1,-1-1-1,0 2 0,0-1 0,1 1 1,-1 0-1,0 0 0,10 4 0,11 6-11057</inkml:trace>
</inkml:ink>
</file>

<file path=ppt/ink/ink17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7:11:46.472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1 76 10421,'0'0'19566,"4"-6"-17805,-3 5-1732,0 0 1,0 0 0,-1 0-1,1 0 1,0 0-1,0 0 1,0 0-1,0 0 1,0 0 0,0 0-1,0 0 1,0 0-1,1 1 1,-1-1 0,0 0-1,0 1 1,1-1-1,-1 1 1,0 0-1,1-1 1,-1 1 0,1 0-1,-1 0 1,0 0-1,1 0 1,-1 0-1,0 0 1,3 1 0,-1 0-21,0 1 1,-1 0-1,0 0 1,1 0-1,-1 0 1,0 0-1,0 0 1,0 1-1,0-1 1,0 1-1,-1 0 1,1-1-1,-1 1 1,0 0-1,0 0 0,1 3 1,32 74-10,-34-80 0,0 1 0,1-1 0,-1 1 0,0-1 0,0 1 0,0-1 0,0 0 0,1 1 0,-1-1 0,0 1 0,0-1 0,1 0 0,-1 1 0,0-1 0,1 0 0,-1 1 0,1-1 0,-1 0 0,0 0 0,1 1 0,-1-1 0,1 0 0,-1 0 0,0 0 0,1 0 0,-1 1 0,1-1 0,-1 0 0,1 0 0,-1 0 0,1 0 0,-1 0 0,1 0 0,-1 0 0,0 0 0,1 0 0,-1-1 0,1 1 0,-1 0 0,1 0 0,-1 0 0,1 0 0,-1-1 0,0 1 0,1 0 0,-1 0 0,0-1 0,1 1 0,-1 0 0,0-1 0,1 1 0,-1 0 0,0-1 0,1 1 0,-1 0 0,0-1 0,15-18 0,2-9 0,1 0 0,2 1 0,45-48 0,-62 72 0,-1 6 0,0-1 0,-1 1 0,1 0 0,-1 0 0,0 0 0,0 0 0,0 0 0,1 5 0,-2-8 0,4 13 11,-4-9-51,1 0-1,0 0 0,0-1 1,0 1-1,1 0 0,0 0 1,-1 0-1,1-1 0,0 1 1,1-1-1,-1 0 0,1 0 1,-1 0-1,1 0 0,0 0 0,0 0 1,0 0-1,1-1 0,-1 0 1,1 0-1,-1 0 0,1 0 1,-1 0-1,8 1 0,12 4-3246,0-2 1,46 5-1,16-4-382</inkml:trace>
</inkml:ink>
</file>

<file path=ppt/ink/ink17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7:11:48.222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2 174 7700,'0'0'15388,"0"7"-13801,0-4-1487,-1 1 165,1 0 1,-1 0-1,1 0 0,1 0 1,-1 0-1,0 0 0,1 0 0,0 0 1,0 0-1,0 0 0,0 0 1,1 0-1,-1-1 0,4 6 1,-4-7-126,-1-1 1,1 1 0,-1 0-1,1 0 1,-1-1 0,0 1-1,0 0 1,0 0 0,0 0-1,0-1 1,0 1 0,-1 0-1,1 0 1,-1 2 0,-3 6 1173,2-23-726,1 1-711,2 0 0,0 0-1,0 0 1,1 0 0,1 0 0,0 0-1,1 0 1,0 1 0,0-1 0,1 1-1,1 0 1,0 1 0,0-1 0,1 1 0,1 1-1,0-1 1,0 1 0,0 1 0,1-1-1,13-8 1,-21 15 100,1 1 0,-1 0 0,1 0 0,0-1 1,0 1-1,0 0 0,-1 1 0,1-1 0,0 0 0,0 0 0,0 1 0,0-1 0,0 1 0,0 0 0,1-1 1,-1 1-1,0 0 0,0 0 0,0 1 0,0-1 0,0 0 0,0 1 0,0-1 0,0 1 0,4 1 0,-1 1 36,0 1-1,0 0 1,0 0 0,-1 0-1,0 1 1,8 9-1,18 18 200,-20-25-188,0-1 0,1 0 0,0 0-1,0-1 1,1-1 0,-1 0 0,1 0 0,0-1 0,0-1-1,0 0 1,0 0 0,1-1 0,-1-1 0,20-2 0,-29 2-23,0-1-1,0 1 1,0-1 0,0 0 0,0 0 0,0 0 0,-1-1 0,1 1 0,0 0 0,-1-1 0,1 0 0,-1 0 0,1 0 0,-1 0 0,0 0 0,0 0 0,0-1 0,0 1 0,0-1 0,0 1 0,-1-1 0,0 0 0,1 1 0,-1-1 0,0 0 0,0 0 0,0 0 0,0-4 0,0 4 0,-1 0-1,1 1 1,-1-1-1,1 0 1,-1 0-1,0 0 1,0 0 0,-1 0-1,1 0 1,-1 0-1,1 1 1,-1-1-1,0 0 1,0 0-1,0 1 1,0-1-1,-1 1 1,1-1-1,-1 1 1,1-1 0,-1 1-1,0 0 1,0 0-1,0 0 1,0 0-1,0 0 1,-1 0-1,1 0 1,-1 1-1,-2-2 1,0 1 51,0 0 0,1 0 1,-1 0-1,0 1 0,-1 0 0,1 0 1,0 1-1,0-1 0,0 1 0,0 0 1,-1 0-1,1 1 0,0 0 0,-5 1 1,7-1-21,0 0 1,0 0 0,1 0-1,-1 1 1,1 0 0,0-1 0,-1 1-1,1 0 1,0 0 0,0 0 0,0 0-1,0 0 1,0 1 0,1-1 0,-1 0-1,1 1 1,-1 0 0,1-1-1,0 1 1,0 0 0,0-1 0,0 1-1,1 0 1,-1 0 0,1 0 0,0 3-1,-3 12 36,2 1-1,0 0 1,2-1-1,0 1 1,0 0-1,9 31 0,-9-44-213,1-1-1,-1 0 1,2 1-1,-1-1 0,0 0 1,1-1-1,0 1 0,0 0 1,0-1-1,1 1 0,0-1 1,-1 0-1,1 0 1,1-1-1,-1 1 0,0-1 1,1 0-1,0 0 0,0-1 1,0 1-1,0-1 1,0 0-1,0 0 0,1-1 1,-1 1-1,11 0 0,-2 0-1264,-1-1 1,0-1-1,1 0 0,-1 0 0,0-1 0,15-4 0,26-19-8183</inkml:trace>
</inkml:ink>
</file>

<file path=ppt/ink/ink17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7:11:48.469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326 0 14503,'0'0'4170,"-21"21"-67,0-2-2812,2-3-324,1 1 1,1 0-1,1 2 0,0 0 1,2 0-1,-17 29 0,21-28-774,1 1 0,1 1 0,1 0 0,0 0 0,2 0-1,1 0 1,0 1 0,2 0 0,1 42 0,1 80-372,-1-144-135,0-1 0,0 0 0,-1 1-1,1-1 1,0 1 0,0-1 0,0 0 0,0 0-1,0 0 1,-1 0 0,1 0 0,0 0 0,0 0-1,0 0 1,0 0 0,-1 0 0,1 0 0,0-1-1,0 1 1,0-1 0,-1 0 0,-2-1-862,0-1 1,0 0-1,1-1 0,-1 1 1,1-1-1,-5-6 1,-4-5-2375,-15-12-4392</inkml:trace>
</inkml:ink>
</file>

<file path=ppt/ink/ink17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7:11:48.936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1 41 5811,'0'0'13574,"26"-3"-10109,11-1-2354,105-7 2874,-73 9-2605,-23 2-233,1-2 0,64-12 0,-96 10-1147,-18 4 0,3 1 0,-1-1 0,0 0 0,0 0 0,0 1 0,0-1 0,0 0 0,1 1 0,-1-1 0,0 1 0,0-1 0,1 1 0,-1 0 0,0-1 0,1 1 0,-1-1 0,0 1 0,1 0 0,-1 0 0,1-1 0,-1 1 0,1 0 0,0 0 0,-1 0 0,1 0 0,0-1 0,-1 1 0,1 0 0,0 0 0,0 0 0,0 0 0,0 0 0,0 0 0,0 0 0,0 0 0,0-1 0,0 1 0,1 1 0,-1 13 0,-1-8 0,1-1 0,0 0 0,0 0 0,1 0 0,0 0 0,3 11 0,-3-15 0,0 0 0,0 0 0,1 0 0,-1 0 0,0 0 0,1 0 0,0-1 0,-1 1 0,1 0 0,0-1 0,0 1 0,0-1 0,0 0 0,0 1 0,0-1 0,0 0 0,1 0 0,-1-1 0,0 1 0,1 0 0,2 0 0,6 1 0,0 0 0,-1 0 0,1-1 0,12-1 0,-20 0 0,-1 0 0,1 0 0,0 0 0,0 0 0,-1-1 0,1 1 0,0-1 0,0 0 0,-1 0 0,1 0 0,-1 0 0,1 0 0,-1-1 0,1 1 0,-1-1 0,0 0 0,0 1 0,0-1 0,0 0 0,3-4 0,15-25 0,-18 29 0,-2 2-6,1 0 1,0 0-1,0 0 1,0 0-1,0 0 0,-1 0 1,1 1-1,0-1 1,0 0-1,-1 1 0,1-1 1,0 1-1,0-1 1,-1 0-1,1 1 0,-1 0 1,1-1-1,0 1 1,-1-1-1,1 1 0,-1 0 1,1-1-1,-1 1 1,1 0-1,-1-1 0,0 1 1,1 0-1,-1 0 1,0 0-1,0-1 0,1 2 1,-1-1-128,1 1-424,1 1 1,-1-1-1,1 0 1,0 0-1,0 0 0,0 0 1,0 0-1,0 0 1,0 0-1,0-1 1,1 1-1,3 1 0,20 5-10383,-7-7 1047</inkml:trace>
</inkml:ink>
</file>

<file path=ppt/ink/ink17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7:11:49.247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0 157 8004,'0'0'20396,"4"11"-17752,-1 6-1571,12 33-423,-10-45-650,0-14 0,2-24 0,-5 23 0,2-6 0,1-1 0,0 1 0,1 1 0,1-1 0,0 1 0,1 0 0,1 1 0,0 0 0,12-14 0,-20 27-66,1-1 1,-1 0-1,0 1 1,1-1-1,-1 1 1,1-1-1,0 1 1,-1 0-1,1 0 1,0 0-1,0-1 1,0 2-1,0-1 1,0 0-1,0 0 1,0 1-1,0-1 1,0 1-1,0-1 1,0 1-1,0 0 1,0 0-1,0 0 1,0 0-1,1 0 1,-1 1-1,3 0 1,-1 1-375,1 0-1,0 0 1,0 1 0,-1 0-1,1 0 1,-1 0-1,0 0 1,0 1 0,4 4-1,4 0-6247,2-5-4333</inkml:trace>
</inkml:ink>
</file>

<file path=ppt/ink/ink17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7:11:49.839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0 64 4706,'0'0'15447,"9"-7"-12667,28-18-101,-36 24-2612,0 1 0,-1-1 0,1 1 1,-1-1-1,1 1 0,-1 0 0,1-1 1,0 1-1,-1 0 0,1 0 0,0-1 0,-1 1 1,1 0-1,0 0 0,-1 0 0,1 0 1,0 0-1,0 0 0,-1 0 0,1 0 0,0 0 1,-1 0-1,1 0 0,0 1 0,-1-1 1,1 0-1,0 0 0,-1 1 0,1-1 0,0 0 1,-1 1-1,1-1 0,-1 1 0,1-1 1,-1 0-1,1 1 0,-1 0 0,1-1 0,-1 1 1,0-1-1,1 1 0,-1-1 0,0 1 1,1 0-1,-1-1 0,0 1 0,0 0 0,1-1 1,-1 1-1,0 0 0,0-1 0,0 1 1,0 0-1,0 1 0,1 42 3185,-1-38-3046,1 15-206,0-16 0,-1 0 0,1 0 0,-1 1 0,0-1 0,-1 0 0,1 1 0,-1-1 0,-1 6 0,4-37 0,4 14 0,0 1 0,0-1 0,2 1 0,-1 1 0,16-17 0,-18 21 0,1 0 0,0 1 0,0-1 0,0 1 0,0 1 0,1-1 0,-1 1 0,1 0 0,0 1 0,15-6 0,-22 9 0,1 0 0,0-1 0,-1 1 0,1 0 0,-1-1 0,1 1 0,0 0 0,-1 0 0,1 0 0,0 0 0,0 0 0,-1 0 0,1 0 0,0 0 0,-1 0 0,1 0 0,0 0 0,-1 0 0,1 0 0,0 0 0,-1 1 0,1-1 0,0 0 0,-1 0 0,1 1 0,-1-1 0,1 1 0,0-1 0,-1 0 0,1 1 0,-1-1 0,1 1 0,-1-1 0,0 1 0,1 0 0,-1-1 0,1 1 0,-1-1 0,0 1 0,0 0 0,1-1 0,-1 1 0,0 0 0,0-1 0,0 1 0,0 0 0,0-1 0,1 1 0,-1 0 0,0-1 0,-1 1 0,1 0 0,0-1 0,0 1 0,0 0 0,0-1 0,0 1 0,-1 1 0,0 2 0,3 6-3,13 57-535,-14-63 357,0 0 0,1-1 0,-1 1-1,1 0 1,0-1 0,0 1-1,0-1 1,1 0 0,-1 0-1,1 1 1,0-2 0,-1 1-1,2 0 1,2 2 0,10 0-6187,9-4-988</inkml:trace>
</inkml:ink>
</file>

<file path=ppt/ink/ink17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7:11:50.946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116 1 11989,'0'0'20218,"-8"12"-19701,-7 16-511,1 0 1,1 1-1,1 1 0,2-1 0,1 2 0,-5 32 0,6-18-6,4-24 0,0 1 0,0 29 0,6-51 0,0 0 0,0-1 0,0 1 0,0-1 0,0 0 0,0 1 0,0-1 0,-1 0 0,1 0 0,0 0 0,0-1 0,2-1 0,117-105 0,-80 77 0,-40 31 0,-1 0 0,1 0 0,-1 0 0,1 0 0,-1 0 0,1-1 0,-1 1 0,1 0 0,-1 0 0,1 0 0,-1 1 0,1-1 0,-1 0 0,1 0 0,-1 0 0,0 0 0,1 0 0,-1 1 0,1-1 0,-1 0 0,1 0 0,-1 1 0,0-1 0,1 0 0,-1 0 0,0 1 0,1-1 0,-1 1 0,0-1 0,1 0 0,-1 1 0,0-1 0,0 1 0,1-1 0,-1 0 0,0 1 0,0-1 0,0 1 0,0-1 0,0 1 0,1-1 0,-1 1 0,0-1 0,0 1 0,0-1 0,0 1 0,0-1 0,-1 1 0,1-1 0,0 1 0,0-1 0,0 0 0,0 1 0,0-1 0,-1 1 0,1 20 0,0 21 0,-8 73 0,8-113 0,0-1 0,-1 1 0,1-1 0,-1 1 0,1-1 0,-1 1 0,1-1 0,-1 1 0,0-1 0,0 0 0,0 1 0,0-1 0,0 0 0,0 0 0,0 1 0,0-1 0,0 0 0,-1 0 0,1 0 0,0-1 0,-1 1 0,1 0 0,-1 0 0,1-1 0,0 1 0,-1-1 0,0 1 0,1-1 0,-1 0 0,1 1 0,-1-1 0,1 0 0,-1 0 0,0 0 0,1 0 0,-1-1 0,1 1 0,-1 0 0,0-1 0,1 1 0,-3-2 0,-2 0 0,-1 0 0,1 0 0,0-1 0,-1 0 0,1-1 0,1 1 0,-1-1 0,-6-5 0,-1-8 44,12 15-63,0 0 1,0 0-1,0 1 1,-1-1-1,1 0 0,0 1 1,-1-1-1,1 1 1,-1 0-1,0-1 1,1 1-1,-4-1 1,4 1-1407,10 1-8289,9 0 1441</inkml:trace>
</inkml:ink>
</file>

<file path=ppt/ink/ink17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7:11:51.336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367 1 14423,'0'0'16818,"0"26"-15503,1 9-1108,0-7-206,-1 1 0,-1 0 0,-8 41 0,-31 96-1,0 1 0,19-93 0,20-73 0,0 0 0,0 0 0,0 0 0,0 0 0,0-1 0,-1 1 0,1 0 0,0-1 0,0 1 0,0-1 0,-1 1 0,1-1 0,0 0 0,0 1 0,-1-1 0,1 0 0,0 0 0,-1 0 0,1 0 0,0 0 0,-1 0 0,1 0 0,-2-1 0,-33-6 0,29 3 0,0-1 0,0 1 0,0-2 0,1 1 0,0-1 0,0 0 0,1 0 0,-1-1 0,1 1 0,1-1 0,-7-12 0,-7-15 0,-15-41 0,27 59 0,-49-110 0,55 125-67,0 0 0,-1 0 0,1 0 0,0 0 0,0 0 0,0 0 0,0 0 0,0 0 0,0 0 0,0 0 0,0 0 0,0 0-1,0-1 1,1 1 0,-1 0 0,0 0 0,1 0 0,-1 0 0,1 1 0,-1-1 0,1 0 0,-1 0 0,1 0 0,0 0 0,-1 0 0,1 1 0,0-1 0,1-1 0,31-16-4757,-15 9 1022,16-15-6422</inkml:trace>
</inkml:ink>
</file>

<file path=ppt/ink/ink17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7:11:51.554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1 1 13510,'0'0'17752,"27"0"-17528,-20 13-224,-1 1-192,1 0-1152,-7-1-1858,0-4-1872</inkml:trace>
</inkml:ink>
</file>

<file path=ppt/ink/ink17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7:11:51.932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36 97 11829,'0'0'16939,"14"5"-15637,-10-4-1208,9 4 71,0-1 0,1-1 0,0 0 0,19 2 1,-31-5-168,1 1 0,0-1 0,-1 0 0,1 0 0,0 0 0,-1 0 0,1-1 0,0 1 1,-1-1-1,1 1 0,-1-1 0,1 0 0,-1 0 0,1 0 0,-1 0 0,0-1 0,1 1 1,-1 0-1,0-1 0,0 0 0,0 1 0,0-1 0,0 0 0,0 0 0,-1 0 0,1-1 1,-1 1-1,1 0 0,-1 0 0,0-1 0,0 1 0,0-1 0,0 1 0,0-4 0,0 1-40,0 1 0,0 0 0,0 0 0,-1 0 0,0 0 0,0 0 0,0 0 0,-1 0 0,1-1 0,-2-4-1,1 8 37,0-1-1,0 1 1,-1-1-1,1 1 1,0-1 0,-1 1-1,1 0 1,-1 0-1,1 0 1,-1 0-1,0 0 1,1 0-1,-1 0 1,0 0-1,0 0 1,1 1-1,-1-1 1,0 1-1,0 0 1,0-1-1,0 1 1,0 0-1,-3 0 1,-7-1 181,0 0 1,0 1-1,0 0 1,0 0 0,0 1-1,-18 5 1,26-5-127,1 0 0,-1 1 1,1 0-1,0-1 0,-1 1 1,1 1-1,0-1 0,0 0 1,0 1-1,0 0 0,1-1 1,-1 1-1,1 0 0,-1 0 1,1 0-1,0 1 0,0-1 1,1 1-1,-1-1 0,1 1 1,-1-1-1,1 1 0,0 0 1,0 4-1,-2 4-182,1-1 0,1 1 0,0 0 0,0 0 0,1 0 0,0 0 0,1 0 0,1 0-1,0-1 1,1 1 0,5 16 0,-6-22-1,1 0-1,1 0 1,-1 0-1,1-1 1,-1 1-1,2-1 1,-1 0-1,0 0 1,1-1-1,0 1 1,0-1-1,1 0 1,-1 0-1,1-1 1,0 1-1,0-1 1,0-1-1,0 1 1,0-1-1,0 0 1,1 0-1,8 0 1,4 1-3084,0-1-1,32-1 1,1-3-6208</inkml:trace>
</inkml:ink>
</file>

<file path=ppt/ink/ink17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7:11:52.195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165 1 13670,'0'0'15917,"-22"9"-14463,-67 35-366,85-42-1059,1 0 0,-1 1-1,1-1 1,-1 1-1,1 0 1,0 0-1,0 0 1,0 0-1,1 1 1,-1-1 0,1 1-1,0-1 1,-1 1-1,2 0 1,-1 0-1,-2 8 1,2-3-5,1 1 0,0-1 1,0 1-1,1-1 0,1 13 0,0 1-17,-1-22-43,0 1 0,0-1-1,0 0 1,1 0 0,-1 1 0,0-1 0,1 0-1,-1 0 1,1 1 0,-1-1 0,1 0 0,-1 0-1,1 0 1,0 0 0,0 0 0,0 0 0,-1 0-1,1 0 1,0 0 0,0 0 0,0 0 0,2 1-1,1-1-196,-1 1 0,0-1-1,1 1 1,-1-1 0,1 0-1,-1-1 1,1 1 0,4 0-1,6-1-1170,-1 0-1,0 0 1,25-6-1,1-9-5974,-4-12-4432</inkml:trace>
</inkml:ink>
</file>

<file path=ppt/ink/ink17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7:11:52.505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241 1 6755,'0'0'22317,"-21"17"-19569,-70 63-1900,84-72-836,0 0 0,0 0 0,1 1 1,-1 0-1,2 0 0,0 1 0,0-1 0,-7 20 0,2-4-22,0 0 10,0 0 0,2 0 0,1 1 0,1-1 0,1 2 0,1-1 0,0 49 0,3-32 0,-1-23 0,2 1 0,0-1 0,1 1 0,1-1 0,6 24 0,-7-40 0,0 1 0,1-1 0,-1 0 0,1-1 0,0 1 0,0 0 0,0 0 0,1-1 0,-1 1 0,1-1 0,0 0 0,-1 0 0,2 0 0,-1 0 0,0-1 0,0 1 0,1-1 0,0 1 0,-1-1 0,1-1 0,0 1 0,0 0 0,0-1 0,0 0 0,0 0 0,0 0 0,1 0 0,-1-1 0,0 0 0,8 0 0,-9 0-311,0 0-1,1 0 1,-1 0 0,1-1-1,-1 0 1,0 1 0,0-1 0,1-1-1,-1 1 1,0 0 0,0-1-1,0 1 1,0-1 0,0 0-1,-1 0 1,1 0 0,0 0 0,2-4-1,-1 1-783,0-1-1,-1 1 0,1-1 0,-2 0 1,1 0-1,0 0 0,-1 0 1,0 0-1,1-10 0,5-34-10077</inkml:trace>
</inkml:ink>
</file>

<file path=ppt/ink/ink17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7:11:52.691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0 0 2513,'0'0'24667,"156"23"-23306,-109-14-657,14-3-592,-13-1-112,-1-3-624,-6-2-2177,-8 0-2674,-5-2-6530</inkml:trace>
</inkml:ink>
</file>

<file path=ppt/ink/ink17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7:11:52.897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82 1 4898,'0'0'27869,"-74"83"-27869,74-74 0,0 2 0,0 1 0,-7 1-592,7 1-2290,0-3-2752,0-2-5203</inkml:trace>
</inkml:ink>
</file>

<file path=ppt/ink/ink17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7:11:53.104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401 0 10373,'0'0'12902,"-122"91"-6131,88-60-4050,13-1-2721,1-1 0,7 0 0,-1-4 0,-6 2 0,-7-2 0,-7 11-4098,-14-4-2369,1-5-11013</inkml:trace>
</inkml:ink>
</file>

<file path=ppt/ink/ink17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7:11:54.487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407 369 7091,'0'0'5651,"15"-24"-1940,47-80-1235,-52 87-1468,-1-2 0,0 1 0,11-37 0,-18 47-721,0 1-1,-1-1 0,0 1 0,0-1 1,-1 0-1,0 1 0,0-1 1,-1 0-1,0 1 0,-3-13 1,3 18-231,0-1 1,-1 1-1,0 0 1,1-1 0,-1 1-1,0 0 1,0 0-1,0 0 1,-1 0-1,1 1 1,0-1 0,-1 0-1,1 1 1,-1 0-1,1-1 1,-1 1-1,0 0 1,1 1 0,-1-1-1,0 0 1,0 1-1,0-1 1,0 1 0,1 0-1,-1 0 1,-5 1-1,-1-1 31,-1 0-1,1 1 1,0 0-1,-1 1 1,1 0-1,0 0 1,-12 5-1,10-1-26,1-1-1,0 1 0,0 1 1,0 0-1,1 0 0,0 1 0,1 0 1,0 1-1,0 0 0,-8 12 1,5-4 47,1 0 0,1 1 0,0 0-1,1 1 1,-7 26 0,1 16 209,2 1-1,-6 112 0,17-166-300,-7 164 304,-5 59-155,9-188-227,-3-1-1,-2-1 1,-18 56-1,27-94-296,-1-1 0,0 1 1,0-1-1,0 1 0,0-1 0,-1 0 0,1 1 0,-1-1 0,1 0 0,-1 0 1,-2 3-1,2-4-184,0-1 1,1 1 0,-1-1-1,0 1 1,1-1-1,-1 1 1,0-1-1,0 0 1,1 0 0,-1 0-1,0 0 1,0 0-1,1 0 1,-1 0 0,0 0-1,0-1 1,1 1-1,-1-1 1,0 0 0,-1 0-1,-16-10-6467,-1-10-1062</inkml:trace>
</inkml:ink>
</file>

<file path=ppt/ink/ink17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7:11:54.909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1 244 10613,'0'0'6971,"27"-10"-2649,90-35-1318,-91 37-2262,1 1 0,-1 0 1,1 2-1,1 1 0,-1 2 0,0 0 0,38 4 0,-16-2-140,-43 0-561,0 0 0,0 0 1,0 0-1,0 1 0,0 0 0,0 0 0,0 1 1,0-1-1,0 1 0,-1 0 0,1 1 0,0 0 0,-1 0 1,0 0-1,0 0 0,0 1 0,0 0 0,0 0 1,-1 0-1,0 0 0,0 1 0,0 0 0,0-1 1,-1 2-1,0-1 0,0 0 0,0 1 0,-1-1 0,1 1 1,-1 0-1,2 11 0,0-3-41,5 39 0,-10-75 0,1-1 0,1 1 0,1 0 0,1-1 0,0 1 0,2 0 0,1 0 0,1 1 0,0 0 0,13-25 0,-12 31 0,18-25 0,-25 39 0,1-1 0,0 0 0,0 1 0,0 0 0,1-1 0,-1 1 0,0 0 0,0 0 0,1 0 0,-1 0 0,0 0 0,1 1 0,-1-1 0,1 1 0,-1 0 0,1-1 0,2 2 0,-1-1-425,0 0 0,0 0 0,0 1 0,0-1 0,0 1 0,-1 0 0,1 0 1,0 1-1,-1-1 0,1 1 0,0 0 0,-1 0 0,0 0 0,0 0 0,1 0 0,-1 1 0,3 3 0,14 5-6898,6-5-4213</inkml:trace>
</inkml:ink>
</file>

<file path=ppt/ink/ink17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7:11:55.571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111 60 10533,'0'0'21031,"-17"23"-20007,-52 73-845,67-93-179,-1 0 0,1 0 0,0 0 0,0 0 0,0 0 0,0 1 0,0-1 0,1 1 0,-1-1 0,1 1 0,0 0 0,0 0 0,1-1 0,-1 1 0,1 0 0,0 0 0,0 0 0,0 4 0,2 8 0,-2-15 0,0-1 0,0 1 0,0 0 0,0-1 0,0 1 0,0 0 0,1-1 0,-1 1 0,0-1 0,0 1 0,1-1 0,-1 1 0,0 0 0,1-1 0,-1 1 0,1-1 0,-1 0 0,1 1 0,-1-1 0,1 1 0,-1-1 0,1 0 0,-1 1 0,1-1 0,-1 0 0,1 1 0,0-1 0,-1 0 0,2 0 0,27 2 0,-24-3 0,1 0 0,0 0 0,0-1 0,0 1 0,-1-1 0,1 0 0,7-5 0,-6 2-40,-1 0 0,0-1 1,0 0-1,-1 0 0,0 0 0,0 0 0,0-1 1,-1 0-1,0 0 0,0 0 0,-1-1 0,0 1 1,0-1-1,1-8 0,1-7-134,-2 0 0,-1 0-1,0-39 1,-3 49-19,3 1-1473,13 11 483,-2 1 1405,-3 1-282,1 0-1,-1 1 0,0 0 1,0 0-1,0 1 1,0 1-1,-1 0 1,1 0-1,-1 1 0,0 0 1,0 0-1,0 1 1,-1 0-1,0 1 0,0 0 1,7 8-1,-13-10 133,0 0 0,-1 0 0,1 0 0,-1 0 0,0 1 1,0-1-1,-1 0 0,1 0 0,-1 1 0,0-1 0,-1 0 0,1 0 0,-1 1 0,0-1 0,-1 0 0,1 0 0,-1 0 0,0 0 0,0 0 0,0-1 0,-1 1 0,0 0 0,0-1 0,-3 4 0,19-19 184,1 1 0,1 0 0,0 1 0,30-14 0,82-28-314,-126 51 86,-1 0 0,1 1 0,-1-1 0,1 0 0,-1 1 0,1-1 0,-1 1-1,1-1 1,-1 1 0,1-1 0,-1 1 0,0 0 0,1-1 0,-1 1 0,0-1 0,1 1 0,-1 0 0,0-1 0,0 1 0,0 0 0,1-1 0,-1 1-1,0 0 1,0-1 0,0 1 0,0 0 0,0-1 0,0 1 0,-1 0 0,1 1 0,0 33 1107,0-27-1015,0-6-202,0 0 1,0 0-1,0 1 1,0-1-1,0 0 0,1 1 1,-1-1-1,1 0 1,0 0-1,-1 0 0,1 0 1,0 0-1,0 0 1,0 0-1,1 0 0,2 4 1,-3-5-110,0 0 1,1 0 0,-1-1 0,1 1 0,-1 0-1,1 0 1,-1-1 0,1 1 0,-1-1-1,1 1 1,0-1 0,-1 0 0,1 0 0,0 0-1,-1 0 1,1 0 0,0 0 0,1 0-1,3-2-694,0 1 0,0-1-1,0 0 1,0-1 0,0 1-1,-1-1 1,1 0 0,-1 0-1,0-1 1,0 0 0,6-6-1,28-26-12829</inkml:trace>
</inkml:ink>
</file>

<file path=ppt/ink/ink17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7:11:55.835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62 1 18697,'0'0'3537,"-8"30"1337,-3 6-2675,1-1-1334,1 1 0,2 0 0,-2 39 0,1 204-865,9-195 0,-1-84 0,0-1 0,0 1 0,0 0 0,0 0 0,0 0 0,0 0 0,1 0 0,-1 0 0,0 0 0,0-1 0,0 1 0,0 0 0,0 0 0,0 0 0,1 0 0,-1 0 0,0 0 0,0 0 0,0 0 0,0 0 0,0 0 0,1 0 0,-1 0 0,0 0 0,0 0 0,0 0 0,0 0 0,1 0 0,-1 0 0,0 0 0,0 0 0,0 0 0,0 0 0,0 0 0,1 0 0,-1 0 0,0 0 0,0 1 0,0-1 0,0 0 0,0 0 0,0 0 0,0 0 0,1 0 0,-1 0 0,0 0 0,0 1 0,0-1 0,0 0 0,0 0 0,0 0 0,0 0 0,0 0 0,0 1 0,0-1 0,0 0 0,0 0 0,0 0 0,0 0 0,0 0 0,0 1 0,0-1 0,0 0 0,0 0 0,0 0 0,0 0 0,0 1 0,8-12 0,16-43-3536,-2-4-6171,-8 7-6263</inkml:trace>
</inkml:ink>
</file>

<file path=ppt/ink/ink17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7:11:56.003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1 0 6867,'0'0'19737,"169"9"-19032,-115-9-417,-6 3-288,-8-3-945,1 0-1968,-7 0-4515</inkml:trace>
</inkml:ink>
</file>

<file path=ppt/ink/ink17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7:11:56.277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0 1 15575,'0'0'13830,"136"0"-12501,-95 0-112,-1 0-401,-6 2-816,-7 0 0,-13 1 0,-14 1-656,0 5-1329,0 0-1809,-14 0-1552,-6 3-5363</inkml:trace>
</inkml:ink>
</file>

<file path=ppt/ink/ink17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7:11:56.411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0 1 5555,'0'0'20057,"156"0"-19145,-102 0-608,-6 0-304,13 0-928,0 0-3298,-1 0-4514</inkml:trace>
</inkml:ink>
</file>

<file path=ppt/ink/ink17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7:11:56.847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536 252 15223,'0'0'6872,"-3"-22"-3153,-9-67-1507,10 80-2037,0 1-1,0 1 1,-1-1-1,-1 0 1,1 1-1,-1-1 1,0 1-1,-1 0 1,1 1 0,-2-1-1,1 1 1,0 0-1,-1 0 1,-1 0-1,-11-7 1,15 10-100,-1 0 0,0 1 0,-1 0 0,1 0-1,0 0 1,-1 0 0,1 1 0,-1 0 0,1 0 0,-1 0 0,0 0 0,0 1 0,1 0 0,-1 0 0,0 0 0,1 1 0,-1-1 0,0 1-1,1 0 1,-1 0 0,1 1 0,-1-1 0,1 1 0,0 0 0,-7 4 0,-3 5-75,1 0 0,1 1 0,-1 0 0,2 1 0,0 0 0,0 1 0,1 0 0,1 0 0,-11 23 0,0 8 0,1 1 0,-13 48 0,19-48 0,3 1 0,1 1 0,-2 55 0,5 145 0,6-210 0,0-23-12,-3 68-549,3-78 431,-1-1 0,0 0 0,0 1 0,0-1 0,0 0 0,0 0 0,-1 1-1,0-1 1,0 0 0,0-1 0,0 1 0,-1 0 0,1-1 0,-7 7 0,9-10-301,-1 1 0,0 0 0,0-1 0,0 1 0,0-1 0,0 1 0,0-1 0,-1 0-1,1 1 1,0-1 0,0 0 0,0 0 0,0 0 0,0 0 0,0 0 0,0 0 0,-1 0 0,-1-1 0,-2 1-2088,-9 0-7010</inkml:trace>
</inkml:ink>
</file>

<file path=ppt/ink/ink17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7:11:57.188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1 176 880,'0'0'8844,"21"-5"-3911,-5 1-3962,0-1 381,0 1 0,1 1 0,-1 0-1,1 1 1,-1 1 0,1 0 0,0 1-1,22 4 1,-31-1-1061,0 0 0,0 1 1,-1 0-1,0 0 0,0 1 0,0 0 0,0 0 0,-1 1 1,0 0-1,9 10 0,5 8 594,23 38 0,-22-36-885,-19-47 0,-3-10 0,0 19 0,1-1 0,1 1 0,0-1 0,0 1 0,1 0 0,1-1 0,0 1 0,1 0 0,0 1 0,1-1 0,0 1 0,1 0 0,0 0 0,1 0 0,0 1 0,1 0 0,0 0 0,0 1 0,15-13 0,-20 20-1,39-24-389,-41 25 323,1 0 0,-1 1 0,1-1 0,-1 0 0,1 1 0,-1-1 1,1 1-1,-1 0 0,1 0 0,0-1 0,-1 1 0,1 0 0,-1 0 0,1 0 0,0 1 0,-1-1 0,1 0 0,-1 1 0,1-1 0,0 1 0,-1-1 1,0 1-1,1 0 0,-1-1 0,1 1 0,-1 0 0,3 2 0,29 24-11517,-7-15-595</inkml:trace>
</inkml:ink>
</file>

<file path=ppt/ink/ink17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7:11:57.832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105 75 6403,'0'0'23872,"-17"13"-21727,-50 42-1798,65-54-347,1 0 0,-1 0 0,1 0 0,0 1 0,-1-1 0,1 0 0,0 1 0,0-1 0,0 0 0,0 1 0,0-1 0,0 1 0,0 0 0,1-1 0,-1 1 0,0 0 0,1-1 0,0 1 0,-1 0 0,1 0 0,0-1 0,0 1 0,0 0 0,0 0 0,0-1 0,0 1 0,0 0 0,1 2 0,1 5 0,-1-8 0,1 0 0,0 0 0,-1-1 0,1 1 0,0 0 0,0-1 0,-1 0 0,1 1 0,0-1 0,0 0 0,0 0 0,-1 0 0,1 0 0,0 0 0,2 0 0,32-2 0,-31 1-39,0 0-1,0 0 1,-1-1 0,1 1-1,0-1 1,-1 0 0,0 0-1,1-1 1,-1 0 0,0 1 0,0-1-1,0-1 1,-1 1 0,1 0-1,-1-1 1,0 0 0,0 0-1,0 0 1,2-4 0,6-11-213,-2 0 0,0 0 1,7-21-1,-13 30 215,-2 8 32,-1 0 0,1-1 0,0 1 0,0 0 0,0 0 0,0 0 0,1 0 0,-1 0 0,0 0 0,1 0-1,-1 1 1,1-1 0,0 0 0,0 1 0,-1-1 0,4-1 0,-1 2 107,1 0 0,-1 0 0,1 0 0,-1 1 0,0-1 0,1 1 0,6 1 0,-3-1 59,-7 0-150,0 0 0,0 0 0,0 0-1,1 1 1,-1-1 0,0 0 0,0 1 0,0-1 0,0 1 0,0-1 0,0 1 0,0 0-1,0-1 1,0 1 0,0 0 0,0 0 0,-1 0 0,1-1 0,0 1 0,0 0-1,-1 0 1,2 2 0,10 33 300,-7 36 67,2-20-378,-7-52 0,0 1 0,0-1 0,0 0 0,0 0 0,0 0 0,0 1 0,0-1 0,0 0 0,0 0 0,0 0 0,0 1 0,0-1 0,0 0 0,0 0 0,1 0 0,-1 1 0,0-1 0,0 0 0,0 0 0,0 0 0,0 0 0,0 1 0,1-1 0,-1 0 0,0 0 0,0 0 0,0 0 0,0 0 0,1 0 0,-1 1 0,0-1 0,0 0 0,0 0 0,1 0 0,-1 0 0,0 0 0,0 0 0,0 0 0,1 0 0,-1 0 0,0 0 0,0 0 0,1 0 0,-1 0 0,0 0 0,0 0 0,0 0 0,1 0 0,-1 0 0,0 0 0,0 0 0,0-1 0,1 1 0,-1 0 0,0 0 0,0 0 0,0 0 0,0 0 0,1-1 0,-1 1 0,0 0 0,13-10 0,-12 9 0,39-29 0,1 1 0,2 2 0,1 3 0,61-26 0,-105 50 0,0-1 0,1 1 0,-1 0 0,0 0 0,1 0 0,-1 0 0,0 0 0,1 0 0,-1 0 0,0 0 0,0 0 0,1 0 0,-1 0 0,0 0 0,1 0 0,-1 1 0,0-1 0,0 0 0,1 0 0,-1 0 0,0 0 0,1 0 0,-1 1 0,0-1 0,0 0 0,0 0 0,1 0 0,-1 1 0,0-1 0,0 0 0,0 0 0,1 1 0,-1-1 0,0 0 0,0 0 0,0 1 0,0-1 0,0 0 0,0 1 0,0-1 0,0 0 0,0 0 0,0 1 0,0-1 0,0 0 0,0 1 0,0 0 0,0 14 0,0-14 0,-1 32 0,0-21 0,1 0 0,0 1 0,0-1 0,1 1 0,1-1 0,5 20 0,-6-31-108,-1 0-1,1 0 1,0 0-1,0 0 1,0-1 0,0 1-1,0 0 1,0 0-1,0 0 1,0-1 0,0 1-1,0-1 1,0 1-1,0-1 1,0 1 0,1-1-1,-1 0 1,0 1-1,0-1 1,1 0 0,-1 0-1,3 0 1,-1 0-486,0 0-1,0 0 1,0 0 0,0 0 0,0-1-1,0 1 1,0-1 0,0 0-1,4-2 1,19-17-6625</inkml:trace>
</inkml:ink>
</file>

<file path=ppt/ink/ink17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7:11:58.101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138 1 14551,'0'0'10250,"-8"21"-4765,-10 27-4406,-47 130 206,53-140-1246,1 1 0,-9 71 0,18-103-39,2 0 0,-1 0 0,1 0 0,0 1 0,0-1 0,1 0 0,0 0 0,2 8 0,-2-12 0,1-1 0,-1 0 0,1 0 0,-1-1 0,1 1 0,0 0 0,0 0 0,0-1 0,0 1 0,0-1 0,0 0 0,0 1 0,0-1 0,0 0 0,1 0 0,-1-1 0,0 1 0,1 0 0,-1-1 0,1 1 0,-1-1 0,1 0 0,-1 0 0,0 0 0,6 0 0,6 0-60,43 0-1480,-54-1 1241,1 1 0,-1-1-1,0 0 1,0 0 0,0 0 0,1 0 0,-1-1-1,0 1 1,-1-1 0,1 1 0,0-1 0,0 0-1,-1 0 1,4-4 0,16-24-8052</inkml:trace>
</inkml:ink>
</file>

<file path=ppt/ink/ink17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7:11:58.298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1 1 13414,'0'0'15351,"162"11"-14438,-114-4-465,-1 2-384,-6 2-64,-7 3-1089,-7-1-2144,-7-4-2402,-6-2-367</inkml:trace>
</inkml:ink>
</file>

<file path=ppt/ink/ink17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7:11:58.520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35 0 13606,'0'0'19161,"-34"27"-19161,41-27 0,6 3 0,1 3 0,-1 1 0,-6 2 0,0-4-992</inkml:trace>
</inkml:ink>
</file>

<file path=ppt/ink/ink17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7:11:59.507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307 192 4610,'0'0'13278,"-18"-4"-10455,10 2-2498,-20-5 1706,-1 2 0,-57-4 1,63 8-829,14 1-788,-1-1 1,1 1 0,-1 1 0,1 0 0,-15 3-1,22-4-375,0 1-1,0 0 0,1 0 0,-1 0 1,0 0-1,0 0 0,0 0 0,1 0 1,-1 0-1,0 1 0,1-1 0,0 1 1,-1-1-1,1 1 0,0-1 0,-1 1 1,1 0-1,0 0 0,0 0 0,1-1 1,-1 1-1,0 0 0,1 0 0,-1 0 1,1 0-1,-1 0 0,1 0 0,0 1 1,0-1-1,0 2 0,2 9-20,0-1 0,1 0-1,0 0 1,0-1 0,2 1 0,-1-1-1,1 0 1,1 0 0,0 0 0,15 19-1,14 28 19,-30-48-58,-1 0 1,0 0-1,-1 0 1,0 1-1,0 0 1,-1-1-1,-1 1 0,0 0 1,0 17-1,-1-26 4,-1-1-1,0 1 1,1-1-1,-1 1 1,0-1 0,0 1-1,0-1 1,0 0-1,0 0 1,0 1-1,0-1 1,-1 0-1,1 0 1,0 0-1,0 0 1,-1 0-1,1-1 1,-1 1-1,1 0 1,-1-1-1,1 1 1,-1 0 0,0-1-1,1 0 1,-1 0-1,1 1 1,-1-1-1,0 0 1,1 0-1,-4-1 1,-53 0-632,56 1 629,0-1 0,0 0-1,1 0 1,-1 0-1,0 0 1,1 0-1,-1 0 1,1 0 0,-1 0-1,1-1 1,0 1-1,-1-1 1,1 1-1,0-1 1,0 1 0,0-1-1,0 0 1,0 1-1,1-1 1,-1 0-1,0 0 1,1 1 0,-1-1-1,1 0 1,0 0-1,0 0 1,0 0-1,0 0 1,0-2 0,-1-3-39,1-1 0,0 0 0,1 0 0,0 1 1,0-1-1,3-9 0,-2 10 38,1 1 0,0 0 0,0 1 0,1-1 1,0 1-1,0-1 0,0 1 0,0 0 0,1 0 0,0 1 0,0-1 0,6-3 0,11-7-132,39-20 0,-54 32 125,159-72-90,-122 58 106,-1-2 1,0-1-1,-2-3 1,70-49-1,-107 70 13,0-1-1,-1 0 1,1 0-1,-1-1 0,1 1 1,-1-1-1,0 1 1,0-1-1,-1 0 0,1 0 1,-1 0-1,0-1 1,0 1-1,0-1 0,0 1 1,-1-1-1,0 1 1,0-1-1,1-9 0,-2 14 10,-1-1 1,1 0-1,0 0 0,0 0 0,0 1 0,0-1 0,-1 0 0,1 1 0,0-1 1,-1 0-1,1 0 0,-1 1 0,1-1 0,-1 1 0,1-1 0,-1 0 0,1 1 1,-1-1-1,1 1 0,-1-1 0,0 1 0,1 0 0,-1-1 0,0 1 0,1 0 1,-2-1-1,-28-5 340,-29 10 552,53-3-832,1 0-1,-1 0 0,1 0 0,0 1 1,-1 0-1,1 0 0,0 0 1,0 1-1,0-1 0,1 1 0,-1 1 1,1-1-1,-1 0 0,1 1 1,0 0-1,0 0 0,1 0 0,-1 1 1,1-1-1,0 1 0,0 0 1,0 0-1,1 0 0,0 0 0,0 0 1,0 0-1,1 1 0,-1-1 0,1 1 1,0 5-1,0-6-72,1 0 0,0 1 0,0-1 0,1 0 0,-1 0 0,1 1 0,0-1 0,1 0 0,-1 0 0,1 0 0,0 0 0,0-1 0,0 1 0,1 0 0,0-1 0,0 0 0,0 1 0,0-1 0,1 0 0,-1-1 0,1 1 0,0-1 0,7 5 0,-3-1-335,1-1-1,0 0 1,0 0 0,0-1 0,0 0-1,1-1 1,15 5 0,-15-6-914,1-1 1,0-1-1,0 1 0,15-1 1,20-1-5944</inkml:trace>
</inkml:ink>
</file>

<file path=ppt/ink/ink17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7:11:59.728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122 0 17304,'0'0'7475,"-88"142"-2144,68-76-2802,6-3-2401,14 0-128,0-8 0,7-10 0,14-11 0,6-12 0,0-8 0,0-10 0,-7-4 0,7 0-2465,7 0-2081,-20-20-2609,-1-9-3971</inkml:trace>
</inkml:ink>
</file>

<file path=ppt/ink/ink17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7:11:59.900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0 3 10149,'0'0'5362,"149"-3"-5458,-108 3-3682,0 0-3441</inkml:trace>
</inkml:ink>
</file>

<file path=ppt/ink/ink17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7:12:00.447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109 274 11589,'0'0'3722,"-10"22"1366,-14 28-154,-29 96 0,49-127-4165,-7 26 444,7-38-835,2-22-238,3 0-245,1 1-1,0-1 1,1 0-1,1 1 1,0 0-1,1 0 1,1 0-1,0 1 1,10-16 0,76-109-1202,-90 135 1285,12-17-224,1 0 0,1 0 0,1 2 1,21-18-1,-38 36 266,1 1 1,-1-1-1,1 0 1,-1 1-1,1-1 1,-1 1-1,0-1 1,1 1-1,-1-1 1,1 1-1,-1-1 1,0 1-1,0 0 1,1-1-1,-1 1 1,0-1-1,0 1 1,0 0-1,1-1 1,-1 1-1,0 0 1,0-1-1,0 1 1,0 0-1,0-1 1,0 1-1,0-1 1,-1 1-1,1 1 1,2 36 510,-1-24-226,0 7-3,2 20 64,1-1 0,10 41 1,-12-72-351,0 0 0,1 0 0,0 0 1,0 0-1,1-1 0,0 1 0,1-1 0,-1 0 0,2 0 1,-1 0-1,1-1 0,0 0 0,1 0 0,12 10 0,-17-15-13,1 0-1,-1-1 1,1 1-1,-1-1 0,1 1 1,0-1-1,0 0 1,-1 0-1,1 0 0,0-1 1,0 1-1,0-1 1,0 1-1,0-1 0,0 0 1,0 0-1,0 0 1,0-1-1,0 1 0,0-1 1,0 1-1,0-1 1,-1 0-1,1 0 0,0 0 1,0-1-1,-1 1 1,1-1-1,-1 1 0,1-1 1,-1 0-1,0 0 1,0 0-1,4-4 0,4-7-17,-1 0 0,0-1 0,-1 1 1,-1-2-1,8-18 0,-4 7-38,42-111 6,-18 41 11,-13 33 11,-16 43 15,1-1-1,14-25 1,-57 130-8416,32-71 5283,0 0 1,0 1-1,-1 17 1,3 8-7818</inkml:trace>
</inkml:ink>
</file>

<file path=ppt/ink/ink17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7:12:00.780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145 113 8772,'0'0'11819,"20"-9"-9826,6 1-1465,-15 5-245,1-1-1,-1-1 1,0 1 0,0-2 0,0 0 0,11-8-1,-20 13-168,-1 0 0,1-1-1,0 1 1,-1 0-1,0-1 1,1 1-1,-1-1 1,0 1-1,0-1 1,0 0-1,0 1 1,0-1 0,0 0-1,0 0 1,-1 0-1,2-3 1,-2 4-93,0 0 0,0 1 0,0-1 0,0 0 0,0 0 0,-1 0 0,1 0 1,0 1-1,0-1 0,-1 0 0,1 0 0,0 0 0,-1 1 0,1-1 0,0 0 0,-1 1 1,1-1-1,-1 0 0,0 1 0,1-1 0,-1 0 0,1 1 0,-1-1 0,0 1 0,0-1 1,1 1-1,-1 0 0,0-1 0,0 1 0,1 0 0,-1-1 0,0 1 0,0 0 0,0 0 1,1 0-1,-1 0 0,0 0 0,0 0 0,-1 0 0,-12-2 159,1 2-1,-1 0 1,0 0-1,0 1 1,1 1-1,-1 0 1,0 1-1,1 0 1,0 1-1,0 1 1,0 0 0,1 1-1,-1 0 1,1 1-1,0 0 1,-18 16-1,26-19-138,0 0 0,1 1 0,-1-1 0,1 1 0,0-1 0,1 1 0,-1 0 0,1 0 0,0 0-1,0 1 1,1-1 0,0 0 0,0 1 0,0-1 0,0 1 0,1-1 0,0 8 0,0-9-85,0 1 0,1-1 1,0 0-1,0 1 0,0-1 0,0 0 0,0 0 1,1 0-1,0 0 0,0 0 0,0 0 0,0 0 1,1 0-1,-1-1 0,1 1 0,0-1 0,0 0 1,0 0-1,1 0 0,-1 0 0,8 4 0,-2-3-471,0 0-1,0-1 0,0 0 0,0 0 1,0-1-1,1 0 0,12 0 0,41 0-5416,3-2-3800</inkml:trace>
</inkml:ink>
</file>

<file path=ppt/ink/ink17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7:12:00.987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251 1 12982,'0'0'4946,"-108"61"-976,53-14 1553,15 1-2850,13 1-1377,13-1-911,7-8-385,7-8-161,0-9-1103,0-12-1009,0-9-1057</inkml:trace>
</inkml:ink>
</file>

<file path=ppt/ink/ink17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7:12:01.173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0 1 12038,'0'0'14390,"136"128"-13958,-109-103-416,7-2-16,-7-5-1552,7-11-2370,-7-7-4642</inkml:trace>
</inkml:ink>
</file>

<file path=ppt/ink/ink17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7:12:01.501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190 0 17176,'0'0'8908,"-13"25"-4218,-7 8-3456,5-7-1044,1 0-1,1 1 1,-13 40 0,0 17-190,-30 163 0,50-174 0,7-72 0,0 0 0,0 0 0,0 0 0,0 0 0,0-1 0,0 1 0,0 0 0,0-1 0,0 1 0,1-1 0,-1 1 0,0-1 0,0 1 0,1-1 0,-1 0 0,0 0 0,1 0 0,-1 0 0,0 0 0,1 0 0,-1 0 0,0 0 0,2-1 0,40 0 0,-41 1 0,3-1-290,0 0-1,0 1 1,-1-2-1,1 1 1,-1 0-1,1-1 1,-1 0 0,7-3-1,-7 2-514,1 0-1,-1 0 1,0-1-1,0 1 1,-1-1-1,1 1 1,5-9 0,7-19-8194</inkml:trace>
</inkml:ink>
</file>

<file path=ppt/ink/ink17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7:12:01.688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1 1 12230,'0'0'15559,"128"38"-15559,-94-36-160,7-2-1793,0 0-1969,-1 0-3377,8-11-5331</inkml:trace>
</inkml:ink>
</file>

<file path=ppt/ink/ink17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7:12:01.949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274 0 13254,'0'0'4045,"-23"7"839,-74 26 372,89-30-4984,1 1-1,-1 0 1,1 1 0,0-1-1,0 1 1,1 1-1,-1-1 1,1 1 0,0 1-1,1-1 1,0 1-1,0 0 1,-7 12 0,3 0 109,1 0 0,0 0 1,-7 36-1,8-23-381,2 0 0,2 0 0,1 0 0,1 0 0,5 41 0,-4-68-57,1-1 1,-1 1-1,1-1 0,0 1 1,0-1-1,1 1 0,-1-1 0,1 0 1,0 0-1,0 0 0,1 0 1,-1 0-1,1 0 0,-1-1 1,1 1-1,1-1 0,-1 1 1,0-1-1,1 0 0,-1-1 0,1 1 1,0-1-1,0 1 0,0-1 1,0 0-1,6 1 0,2 1-491,1-1 0,0-1 0,0 0 0,0 0 0,0-1 0,0-1 0,26-3 0,9-4-5687</inkml:trace>
</inkml:ink>
</file>

<file path=ppt/ink/ink17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7:12:02.276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0 1 9636,'0'0'17307,"18"21"-15266,2 0-1560,-8-9-235,0 0 0,-2 1 1,0 0-1,0 0 0,-1 1 0,-1 1 1,0-1-1,10 27 0,-10-12-110,-1 0 0,-1 0-1,-2 1 1,0 0 0,-3 0 0,0 0-1,-6 52 1,3-70-136,0-1 0,-1 0 0,0-1 0,-1 1 0,0 0 0,-1-1 0,0 0 0,-1 0 0,0-1 0,0 1 0,-1-1 0,0 0 0,0-1 0,-1 0 0,0 0 0,-1-1 0,0 0 0,0 0 0,0-1 0,-12 6 0,15-11-51,10-3-811,0 0 0,0 0 0,-1-1-1,1 1 1,-1-1 0,0 0 0,0 0-1,0 0 1,0 0 0,3-5 0,2 0-1942,24-27-8580</inkml:trace>
</inkml:ink>
</file>

<file path=ppt/ink/ink17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7:12:02.495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20 1 18585,'0'0'14182,"-20"94"-14182,20-82 0,0 1 0,0 3 0,0-7-2193,0 0-4402</inkml:trace>
</inkml:ink>
</file>

<file path=ppt/ink/ink17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7:12:02.682"/>
    </inkml:context>
    <inkml:brush xml:id="br0">
      <inkml:brushProperty name="width" value="0.025" units="cm"/>
      <inkml:brushProperty name="height" value="0.025" units="cm"/>
      <inkml:brushProperty name="color" value="#004F8B"/>
    </inkml:brush>
  </inkml:definitions>
  <inkml:trace contextRef="#ctx0" brushRef="#br0">339 1 800,'0'0'22379,"-135"95"-16393,101-64-2384,0 3-3602,21 5 0,-1 1 0,7 3 0,-6 2 0,-8-2 0,-13-2-1841,1-1-3105</inkml:trace>
</inkml:ink>
</file>

<file path=ppt/ink/ink17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17:14:55.27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328 93 2849,'0'0'7372,"7"-36"1987,5 28-9139,1 1 1,0 1-1,0 0 1,0 1-1,1 0 1,0 1-1,0 1 1,20-3-1,12 2-206,58 1 0,-83 3 63,-20 0-77,0 0 1,0 0-1,0 1 1,-1-1-1,1 0 1,0 0-1,0 1 0,-1-1 1,1 0-1,0 1 1,0-1-1,-1 0 1,1 1-1,0-1 1,-1 1-1,1 0 1,0-1-1,-1 1 1,1-1-1,-1 1 1,1 0-1,-1-1 1,1 1-1,-1 0 1,0 0-1,1 1 1,4 29 228,-5-25-118,0 0 1,-1 1-1,0-1 0,0 1 1,-1-1-1,1 0 1,-6 11-1,-2-3 80,-1-1-1,-1 0 0,-1 0 1,0-1-1,-14 11 0,10-9-57,1 0-1,-25 30 1,35-36-102,-1-1 0,2 1 0,-1 0 0,1 0 0,0 1 0,1-1 1,0 1-1,0 0 0,-2 12 0,5-17-27,0 0 1,-1-1-1,2 1 1,-1 0-1,0-1 1,1 1 0,-1 0-1,1 0 1,0-1-1,0 1 1,0-1-1,1 1 1,0-1-1,-1 0 1,1 1-1,0-1 1,0 0-1,1 0 1,-1 0-1,1-1 1,-1 1-1,1 0 1,0-1-1,6 4 1,6 3 13,0-1 1,0-1-1,24 8 1,5 2-16,-44-17-2,1 0-1,-1 0 0,1 0 0,-1 1 0,1-1 0,-1 0 1,1 0-1,-1 1 0,1-1 0,-1 0 0,0 1 0,1-1 1,-1 0-1,1 1 0,-1-1 0,0 0 0,1 1 0,-1-1 1,0 1-1,1-1 0,-1 1 0,0-1 0,0 1 0,0-1 1,1 1-1,-1-1 0,0 1 0,0-1 0,0 1 0,0-1 1,0 1-1,0 0 0,0-1 0,0 2 0,-15 14 50,-29 7 36,23-15-81,3-2-1,0 1 1,1 0-1,-26 16 0,40-21-3,-1 0-1,1 1 0,-1-1 0,1 1 1,0 0-1,0 0 0,0 0 1,0 0-1,1 1 0,-1-1 1,1 1-1,0-1 0,0 1 1,0 0-1,0 0 0,1 0 1,0 0-1,0 0 0,0 0 0,0 1 1,0 6-1,3 38 3,0-34 17,-1 0 0,-1 0 0,0 0 0,-1 1 0,0-1 0,-1 0 0,-7 23 0,6-33 131,-1 1 0,0-1 0,0 0 0,0 0 0,-1 0-1,1-1 1,-1 1 0,-1-1 0,1 0 0,0 0 0,-1-1 0,0 0 0,1 0 0,-1 0 0,-1-1 0,1 0 0,0 0 0,-12 2 0,-14 2 673,1-1 0,-45 1 1,69-6-748,-126 1 2095,132 0-2172,0-1 0,1 0 0,-1 0 0,0 0 0,0 0 0,1-1 0,-1 1 0,0 0 0,1 0 0,-1 0 0,0 0 0,1-1 0,-1 1 0,0 0 0,1-1 0,-1 1 0,1-1 0,-1 1 0,0 0 0,1-1 0,-1 1 0,1-1 0,-1 1 0,1-1 0,0 0 0,-1 1 0,1-1 0,0 1 0,-1-1 0,1 0 0,0 1 0,0-1 0,-1 0 0,1 0 0,0 1 0,0-1 0,0 0 0,0 1 0,0-1 0,0 0 0,0-1 0,0 1 0,1 0 0,-1-1 0,0 1 0,1 0 0,-1-1 0,1 1 0,-1 0 0,1-1 0,0 1 0,-1 0 0,1 0 0,0 0 0,0 0 0,0 0 0,0 0 0,0 0 0,0 0 0,0 0 0,0 0 0,3-1 0,51-9-16,-23 12-3403,-31-1 2925,0 0 0,0 0 1,0 0-1,-1 0 0,1 1 0,0-1 1,0 0-1,0 1 0,0-1 1,-1 1-1,1-1 0,0 1 0,0-1 1,-1 1-1,1-1 0,0 1 1,-1 0-1,1-1 0,0 1 0,-1 0 1,1 0-1,0 0 0,0 9-10743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C0BCB0-B687-AE6A-BB88-F1B05C924D3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Z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7D78BC3-8FCA-2D91-0D3F-F2580C5F310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60765D-6C43-0628-0519-EBF250E5F0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7CE8FF-9ECE-4007-AE92-E27F30B2010A}" type="datetimeFigureOut">
              <a:rPr lang="en-ZA" smtClean="0"/>
              <a:t>2026/10/19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4070A4-1A6E-D507-3889-B6B5AA0721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27F30E-E1FF-238B-529C-03DEFCE027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892512-53DF-46D2-985D-FB9B8164F60C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9354523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CDED5F-99A7-D713-BE46-667626C5B0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E79D36-E8ED-B757-807B-17DBE0885A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1A9A5D-2422-1CF1-C79F-F042722E11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7CE8FF-9ECE-4007-AE92-E27F30B2010A}" type="datetimeFigureOut">
              <a:rPr lang="en-ZA" smtClean="0"/>
              <a:t>2026/10/19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7DD1AC-FF8A-5810-5192-D50D833ED7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B63178-2CC8-E91E-1F05-DB6DCF9949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892512-53DF-46D2-985D-FB9B8164F60C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9751549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225AF1-8B78-435B-8090-30583B9848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Z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69314E8-7E8D-EDD9-9698-DA8A18432A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CE01BF-6CD4-D829-4B96-91D4BB04BC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7CE8FF-9ECE-4007-AE92-E27F30B2010A}" type="datetimeFigureOut">
              <a:rPr lang="en-ZA" smtClean="0"/>
              <a:t>2026/10/19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62F6AE-66AE-6F8C-EE60-C716019537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E388DA-570C-0F90-C614-69310B78F5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892512-53DF-46D2-985D-FB9B8164F60C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2945366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A5E808-03AA-2144-5B12-C6597066EF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3B4AD6-0E9E-DB39-9418-68F15A2B3F3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Z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30420DB-5047-C3AE-F665-07E56D8EEB5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Z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23F3963-EDB2-F1CE-9AD6-6AB4DB7B76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7CE8FF-9ECE-4007-AE92-E27F30B2010A}" type="datetimeFigureOut">
              <a:rPr lang="en-ZA" smtClean="0"/>
              <a:t>2026/10/19</a:t>
            </a:fld>
            <a:endParaRPr lang="en-Z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EC70165-C3C5-E250-CA66-20115742F3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AACCA0-36E6-66FA-9B1B-63DA1DAE03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892512-53DF-46D2-985D-FB9B8164F60C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5999580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B772B2-D792-52AE-517D-A47C4D17D3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Z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361F299-6954-F930-7480-3C4E6AE855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E8A3BAE-B9E5-666C-6F71-0858D60637D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Z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BD2BD11-F73B-7D99-C646-02220694233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87380AA-3EF8-F3ED-B415-B8B7A4322B3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Z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97C7BDD-9328-13B1-38BD-47EA9D9E50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7CE8FF-9ECE-4007-AE92-E27F30B2010A}" type="datetimeFigureOut">
              <a:rPr lang="en-ZA" smtClean="0"/>
              <a:t>2026/10/19</a:t>
            </a:fld>
            <a:endParaRPr lang="en-Z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0992ADC-7DF1-983B-EDA0-8E549ED060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B59DECC-4316-EF77-A767-23B71CAF31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892512-53DF-46D2-985D-FB9B8164F60C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42061834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48D4DA-D951-AAE8-E0AE-4D33EB2A88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Z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1CEC47E-23C2-255A-B92E-25E08C7E04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7CE8FF-9ECE-4007-AE92-E27F30B2010A}" type="datetimeFigureOut">
              <a:rPr lang="en-ZA" smtClean="0"/>
              <a:t>2026/10/19</a:t>
            </a:fld>
            <a:endParaRPr lang="en-Z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C31A13F-8508-CAF6-D4F2-D8ECD6FDA0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3276659-A8AD-7688-8E0E-8465C8E8BE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892512-53DF-46D2-985D-FB9B8164F60C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4863530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F9F1977-0905-1693-B7F8-9C709034F5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7CE8FF-9ECE-4007-AE92-E27F30B2010A}" type="datetimeFigureOut">
              <a:rPr lang="en-ZA" smtClean="0"/>
              <a:t>2026/10/19</a:t>
            </a:fld>
            <a:endParaRPr lang="en-Z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718664C-C9F5-A3F1-6D4F-0F43262562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FCE95E2-BCF2-6492-7026-97937B772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892512-53DF-46D2-985D-FB9B8164F60C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9341447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FC6C21-FF2B-7925-1EE1-6C3007264F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72CDF2-9376-867B-9004-0BBAAE65E2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Z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52AFE08-F93A-6DA6-E314-53BA7C47B7B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F1F428C-0CAF-6EEF-DF29-90E9E639E5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7CE8FF-9ECE-4007-AE92-E27F30B2010A}" type="datetimeFigureOut">
              <a:rPr lang="en-ZA" smtClean="0"/>
              <a:t>2026/10/19</a:t>
            </a:fld>
            <a:endParaRPr lang="en-Z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CDB3C16-C91E-02C2-6546-4FB698AFC9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6361984-96A4-6B2F-88F7-ADC7AF99DD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892512-53DF-46D2-985D-FB9B8164F60C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0654069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422259-442F-1650-359C-F91061321B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Z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704F9C5-5095-DD9F-E1DA-A4987664FC46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Z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D153FD8-2E68-E1BB-1BCD-0263F91F30F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9A2AFA6-7F7C-5482-36ED-BCDF12E8C1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7CE8FF-9ECE-4007-AE92-E27F30B2010A}" type="datetimeFigureOut">
              <a:rPr lang="en-ZA" smtClean="0"/>
              <a:t>2026/10/19</a:t>
            </a:fld>
            <a:endParaRPr lang="en-Z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080EA56-5EA9-0D61-7EC2-260A78BA6C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56BF147-6640-0A39-766F-600C8930E2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892512-53DF-46D2-985D-FB9B8164F60C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3922499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6087B8-3B69-402C-43A2-E09153DDB1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Z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D3082E4-567D-ED9D-F0C8-C18DA4C1FC0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8E8766-FF4A-D4E6-E621-ADB5F96BF7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7CE8FF-9ECE-4007-AE92-E27F30B2010A}" type="datetimeFigureOut">
              <a:rPr lang="en-ZA" smtClean="0"/>
              <a:t>2026/10/19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88E73F-49BF-5920-FA7F-CA309A8159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506E2B-76B0-4896-E15D-3BEA31A199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892512-53DF-46D2-985D-FB9B8164F60C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4864356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001F472-2B98-3CD5-73AC-91690DD84F7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Z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BA5BEA-0F0F-C283-DD92-BA4D64BA511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AF852B-EA6D-21D3-751C-ADBCF8ACBE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7CE8FF-9ECE-4007-AE92-E27F30B2010A}" type="datetimeFigureOut">
              <a:rPr lang="en-ZA" smtClean="0"/>
              <a:t>2026/10/19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E0DA25-F806-D593-27A6-80242B5C6B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56C7C7-FE4E-F06E-E624-9466EFD43A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892512-53DF-46D2-985D-FB9B8164F60C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6144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AB5E400-19E3-C050-11B9-BB8A000842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Z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937C23-76FD-7770-0A8D-AF4010D46D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4A04E1-5C54-C1CF-ACCF-25136EABC69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07CE8FF-9ECE-4007-AE92-E27F30B2010A}" type="datetimeFigureOut">
              <a:rPr lang="en-ZA" smtClean="0"/>
              <a:t>2026/10/19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5F8CC6-610F-FC87-43D7-6DBFD9BF092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F34CC8-FC97-2C9D-8D2A-A502EE429C1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4892512-53DF-46D2-985D-FB9B8164F60C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5342897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58.png"/><Relationship Id="rId21" Type="http://schemas.openxmlformats.org/officeDocument/2006/relationships/image" Target="../media/image10.png"/><Relationship Id="rId63" Type="http://schemas.openxmlformats.org/officeDocument/2006/relationships/image" Target="../media/image31.png"/><Relationship Id="rId159" Type="http://schemas.openxmlformats.org/officeDocument/2006/relationships/image" Target="../media/image79.png"/><Relationship Id="rId170" Type="http://schemas.openxmlformats.org/officeDocument/2006/relationships/customXml" Target="../ink/ink85.xml"/><Relationship Id="rId226" Type="http://schemas.openxmlformats.org/officeDocument/2006/relationships/customXml" Target="../ink/ink113.xml"/><Relationship Id="rId268" Type="http://schemas.openxmlformats.org/officeDocument/2006/relationships/customXml" Target="../ink/ink134.xml"/><Relationship Id="rId32" Type="http://schemas.openxmlformats.org/officeDocument/2006/relationships/customXml" Target="../ink/ink16.xml"/><Relationship Id="rId74" Type="http://schemas.openxmlformats.org/officeDocument/2006/relationships/customXml" Target="../ink/ink37.xml"/><Relationship Id="rId128" Type="http://schemas.openxmlformats.org/officeDocument/2006/relationships/customXml" Target="../ink/ink64.xml"/><Relationship Id="rId5" Type="http://schemas.openxmlformats.org/officeDocument/2006/relationships/image" Target="../media/image2.png"/><Relationship Id="rId181" Type="http://schemas.openxmlformats.org/officeDocument/2006/relationships/image" Target="../media/image90.png"/><Relationship Id="rId237" Type="http://schemas.openxmlformats.org/officeDocument/2006/relationships/image" Target="../media/image118.png"/><Relationship Id="rId279" Type="http://schemas.openxmlformats.org/officeDocument/2006/relationships/image" Target="../media/image139.png"/><Relationship Id="rId43" Type="http://schemas.openxmlformats.org/officeDocument/2006/relationships/image" Target="../media/image21.png"/><Relationship Id="rId139" Type="http://schemas.openxmlformats.org/officeDocument/2006/relationships/image" Target="../media/image69.png"/><Relationship Id="rId85" Type="http://schemas.openxmlformats.org/officeDocument/2006/relationships/image" Target="../media/image42.png"/><Relationship Id="rId150" Type="http://schemas.openxmlformats.org/officeDocument/2006/relationships/customXml" Target="../ink/ink75.xml"/><Relationship Id="rId171" Type="http://schemas.openxmlformats.org/officeDocument/2006/relationships/image" Target="../media/image85.png"/><Relationship Id="rId192" Type="http://schemas.openxmlformats.org/officeDocument/2006/relationships/customXml" Target="../ink/ink96.xml"/><Relationship Id="rId206" Type="http://schemas.openxmlformats.org/officeDocument/2006/relationships/customXml" Target="../ink/ink103.xml"/><Relationship Id="rId227" Type="http://schemas.openxmlformats.org/officeDocument/2006/relationships/image" Target="../media/image113.png"/><Relationship Id="rId248" Type="http://schemas.openxmlformats.org/officeDocument/2006/relationships/customXml" Target="../ink/ink124.xml"/><Relationship Id="rId269" Type="http://schemas.openxmlformats.org/officeDocument/2006/relationships/image" Target="../media/image134.png"/><Relationship Id="rId12" Type="http://schemas.openxmlformats.org/officeDocument/2006/relationships/customXml" Target="../ink/ink6.xml"/><Relationship Id="rId33" Type="http://schemas.openxmlformats.org/officeDocument/2006/relationships/image" Target="../media/image16.png"/><Relationship Id="rId108" Type="http://schemas.openxmlformats.org/officeDocument/2006/relationships/customXml" Target="../ink/ink54.xml"/><Relationship Id="rId129" Type="http://schemas.openxmlformats.org/officeDocument/2006/relationships/image" Target="../media/image64.png"/><Relationship Id="rId280" Type="http://schemas.openxmlformats.org/officeDocument/2006/relationships/customXml" Target="../ink/ink140.xml"/><Relationship Id="rId54" Type="http://schemas.openxmlformats.org/officeDocument/2006/relationships/customXml" Target="../ink/ink27.xml"/><Relationship Id="rId75" Type="http://schemas.openxmlformats.org/officeDocument/2006/relationships/image" Target="../media/image37.png"/><Relationship Id="rId96" Type="http://schemas.openxmlformats.org/officeDocument/2006/relationships/customXml" Target="../ink/ink48.xml"/><Relationship Id="rId140" Type="http://schemas.openxmlformats.org/officeDocument/2006/relationships/customXml" Target="../ink/ink70.xml"/><Relationship Id="rId161" Type="http://schemas.openxmlformats.org/officeDocument/2006/relationships/image" Target="../media/image80.png"/><Relationship Id="rId182" Type="http://schemas.openxmlformats.org/officeDocument/2006/relationships/customXml" Target="../ink/ink91.xml"/><Relationship Id="rId217" Type="http://schemas.openxmlformats.org/officeDocument/2006/relationships/image" Target="../media/image108.png"/><Relationship Id="rId6" Type="http://schemas.openxmlformats.org/officeDocument/2006/relationships/customXml" Target="../ink/ink3.xml"/><Relationship Id="rId238" Type="http://schemas.openxmlformats.org/officeDocument/2006/relationships/customXml" Target="../ink/ink119.xml"/><Relationship Id="rId259" Type="http://schemas.openxmlformats.org/officeDocument/2006/relationships/image" Target="../media/image129.png"/><Relationship Id="rId23" Type="http://schemas.openxmlformats.org/officeDocument/2006/relationships/image" Target="../media/image11.png"/><Relationship Id="rId119" Type="http://schemas.openxmlformats.org/officeDocument/2006/relationships/image" Target="../media/image59.png"/><Relationship Id="rId270" Type="http://schemas.openxmlformats.org/officeDocument/2006/relationships/customXml" Target="../ink/ink135.xml"/><Relationship Id="rId44" Type="http://schemas.openxmlformats.org/officeDocument/2006/relationships/customXml" Target="../ink/ink22.xml"/><Relationship Id="rId65" Type="http://schemas.openxmlformats.org/officeDocument/2006/relationships/image" Target="../media/image32.png"/><Relationship Id="rId86" Type="http://schemas.openxmlformats.org/officeDocument/2006/relationships/customXml" Target="../ink/ink43.xml"/><Relationship Id="rId130" Type="http://schemas.openxmlformats.org/officeDocument/2006/relationships/customXml" Target="../ink/ink65.xml"/><Relationship Id="rId151" Type="http://schemas.openxmlformats.org/officeDocument/2006/relationships/image" Target="../media/image75.png"/><Relationship Id="rId172" Type="http://schemas.openxmlformats.org/officeDocument/2006/relationships/customXml" Target="../ink/ink86.xml"/><Relationship Id="rId193" Type="http://schemas.openxmlformats.org/officeDocument/2006/relationships/image" Target="../media/image96.png"/><Relationship Id="rId207" Type="http://schemas.openxmlformats.org/officeDocument/2006/relationships/image" Target="../media/image103.png"/><Relationship Id="rId228" Type="http://schemas.openxmlformats.org/officeDocument/2006/relationships/customXml" Target="../ink/ink114.xml"/><Relationship Id="rId249" Type="http://schemas.openxmlformats.org/officeDocument/2006/relationships/image" Target="../media/image124.png"/><Relationship Id="rId13" Type="http://schemas.openxmlformats.org/officeDocument/2006/relationships/image" Target="../media/image6.png"/><Relationship Id="rId109" Type="http://schemas.openxmlformats.org/officeDocument/2006/relationships/image" Target="../media/image54.png"/><Relationship Id="rId260" Type="http://schemas.openxmlformats.org/officeDocument/2006/relationships/customXml" Target="../ink/ink130.xml"/><Relationship Id="rId281" Type="http://schemas.openxmlformats.org/officeDocument/2006/relationships/image" Target="../media/image140.png"/><Relationship Id="rId34" Type="http://schemas.openxmlformats.org/officeDocument/2006/relationships/customXml" Target="../ink/ink17.xml"/><Relationship Id="rId55" Type="http://schemas.openxmlformats.org/officeDocument/2006/relationships/image" Target="../media/image27.png"/><Relationship Id="rId76" Type="http://schemas.openxmlformats.org/officeDocument/2006/relationships/customXml" Target="../ink/ink38.xml"/><Relationship Id="rId97" Type="http://schemas.openxmlformats.org/officeDocument/2006/relationships/image" Target="../media/image48.png"/><Relationship Id="rId120" Type="http://schemas.openxmlformats.org/officeDocument/2006/relationships/customXml" Target="../ink/ink60.xml"/><Relationship Id="rId141" Type="http://schemas.openxmlformats.org/officeDocument/2006/relationships/image" Target="../media/image70.png"/><Relationship Id="rId7" Type="http://schemas.openxmlformats.org/officeDocument/2006/relationships/image" Target="../media/image3.png"/><Relationship Id="rId162" Type="http://schemas.openxmlformats.org/officeDocument/2006/relationships/customXml" Target="../ink/ink81.xml"/><Relationship Id="rId183" Type="http://schemas.openxmlformats.org/officeDocument/2006/relationships/image" Target="../media/image91.png"/><Relationship Id="rId218" Type="http://schemas.openxmlformats.org/officeDocument/2006/relationships/customXml" Target="../ink/ink109.xml"/><Relationship Id="rId239" Type="http://schemas.openxmlformats.org/officeDocument/2006/relationships/image" Target="../media/image119.png"/><Relationship Id="rId250" Type="http://schemas.openxmlformats.org/officeDocument/2006/relationships/customXml" Target="../ink/ink125.xml"/><Relationship Id="rId271" Type="http://schemas.openxmlformats.org/officeDocument/2006/relationships/image" Target="../media/image135.png"/><Relationship Id="rId24" Type="http://schemas.openxmlformats.org/officeDocument/2006/relationships/customXml" Target="../ink/ink12.xml"/><Relationship Id="rId45" Type="http://schemas.openxmlformats.org/officeDocument/2006/relationships/image" Target="../media/image22.png"/><Relationship Id="rId66" Type="http://schemas.openxmlformats.org/officeDocument/2006/relationships/customXml" Target="../ink/ink33.xml"/><Relationship Id="rId87" Type="http://schemas.openxmlformats.org/officeDocument/2006/relationships/image" Target="../media/image43.png"/><Relationship Id="rId110" Type="http://schemas.openxmlformats.org/officeDocument/2006/relationships/customXml" Target="../ink/ink55.xml"/><Relationship Id="rId131" Type="http://schemas.openxmlformats.org/officeDocument/2006/relationships/image" Target="../media/image65.png"/><Relationship Id="rId152" Type="http://schemas.openxmlformats.org/officeDocument/2006/relationships/customXml" Target="../ink/ink76.xml"/><Relationship Id="rId173" Type="http://schemas.openxmlformats.org/officeDocument/2006/relationships/image" Target="../media/image86.png"/><Relationship Id="rId194" Type="http://schemas.openxmlformats.org/officeDocument/2006/relationships/customXml" Target="../ink/ink97.xml"/><Relationship Id="rId208" Type="http://schemas.openxmlformats.org/officeDocument/2006/relationships/customXml" Target="../ink/ink104.xml"/><Relationship Id="rId229" Type="http://schemas.openxmlformats.org/officeDocument/2006/relationships/image" Target="../media/image114.png"/><Relationship Id="rId240" Type="http://schemas.openxmlformats.org/officeDocument/2006/relationships/customXml" Target="../ink/ink120.xml"/><Relationship Id="rId261" Type="http://schemas.openxmlformats.org/officeDocument/2006/relationships/image" Target="../media/image130.png"/><Relationship Id="rId14" Type="http://schemas.openxmlformats.org/officeDocument/2006/relationships/customXml" Target="../ink/ink7.xml"/><Relationship Id="rId35" Type="http://schemas.openxmlformats.org/officeDocument/2006/relationships/image" Target="../media/image17.png"/><Relationship Id="rId56" Type="http://schemas.openxmlformats.org/officeDocument/2006/relationships/customXml" Target="../ink/ink28.xml"/><Relationship Id="rId77" Type="http://schemas.openxmlformats.org/officeDocument/2006/relationships/image" Target="../media/image38.png"/><Relationship Id="rId100" Type="http://schemas.openxmlformats.org/officeDocument/2006/relationships/customXml" Target="../ink/ink50.xml"/><Relationship Id="rId282" Type="http://schemas.openxmlformats.org/officeDocument/2006/relationships/customXml" Target="../ink/ink141.xml"/><Relationship Id="rId8" Type="http://schemas.openxmlformats.org/officeDocument/2006/relationships/customXml" Target="../ink/ink4.xml"/><Relationship Id="rId98" Type="http://schemas.openxmlformats.org/officeDocument/2006/relationships/customXml" Target="../ink/ink49.xml"/><Relationship Id="rId121" Type="http://schemas.openxmlformats.org/officeDocument/2006/relationships/image" Target="../media/image60.png"/><Relationship Id="rId142" Type="http://schemas.openxmlformats.org/officeDocument/2006/relationships/customXml" Target="../ink/ink71.xml"/><Relationship Id="rId163" Type="http://schemas.openxmlformats.org/officeDocument/2006/relationships/image" Target="../media/image81.png"/><Relationship Id="rId184" Type="http://schemas.openxmlformats.org/officeDocument/2006/relationships/customXml" Target="../ink/ink92.xml"/><Relationship Id="rId219" Type="http://schemas.openxmlformats.org/officeDocument/2006/relationships/image" Target="../media/image109.png"/><Relationship Id="rId230" Type="http://schemas.openxmlformats.org/officeDocument/2006/relationships/customXml" Target="../ink/ink115.xml"/><Relationship Id="rId251" Type="http://schemas.openxmlformats.org/officeDocument/2006/relationships/image" Target="../media/image125.png"/><Relationship Id="rId25" Type="http://schemas.openxmlformats.org/officeDocument/2006/relationships/image" Target="../media/image12.png"/><Relationship Id="rId46" Type="http://schemas.openxmlformats.org/officeDocument/2006/relationships/customXml" Target="../ink/ink23.xml"/><Relationship Id="rId67" Type="http://schemas.openxmlformats.org/officeDocument/2006/relationships/image" Target="../media/image33.png"/><Relationship Id="rId272" Type="http://schemas.openxmlformats.org/officeDocument/2006/relationships/customXml" Target="../ink/ink136.xml"/><Relationship Id="rId88" Type="http://schemas.openxmlformats.org/officeDocument/2006/relationships/customXml" Target="../ink/ink44.xml"/><Relationship Id="rId111" Type="http://schemas.openxmlformats.org/officeDocument/2006/relationships/image" Target="../media/image55.png"/><Relationship Id="rId132" Type="http://schemas.openxmlformats.org/officeDocument/2006/relationships/customXml" Target="../ink/ink66.xml"/><Relationship Id="rId153" Type="http://schemas.openxmlformats.org/officeDocument/2006/relationships/image" Target="../media/image76.png"/><Relationship Id="rId174" Type="http://schemas.openxmlformats.org/officeDocument/2006/relationships/customXml" Target="../ink/ink87.xml"/><Relationship Id="rId195" Type="http://schemas.openxmlformats.org/officeDocument/2006/relationships/image" Target="../media/image97.png"/><Relationship Id="rId209" Type="http://schemas.openxmlformats.org/officeDocument/2006/relationships/image" Target="../media/image104.png"/><Relationship Id="rId220" Type="http://schemas.openxmlformats.org/officeDocument/2006/relationships/customXml" Target="../ink/ink110.xml"/><Relationship Id="rId241" Type="http://schemas.openxmlformats.org/officeDocument/2006/relationships/image" Target="../media/image120.png"/><Relationship Id="rId15" Type="http://schemas.openxmlformats.org/officeDocument/2006/relationships/image" Target="../media/image7.png"/><Relationship Id="rId36" Type="http://schemas.openxmlformats.org/officeDocument/2006/relationships/customXml" Target="../ink/ink18.xml"/><Relationship Id="rId57" Type="http://schemas.openxmlformats.org/officeDocument/2006/relationships/image" Target="../media/image28.png"/><Relationship Id="rId262" Type="http://schemas.openxmlformats.org/officeDocument/2006/relationships/customXml" Target="../ink/ink131.xml"/><Relationship Id="rId283" Type="http://schemas.openxmlformats.org/officeDocument/2006/relationships/image" Target="../media/image141.png"/><Relationship Id="rId78" Type="http://schemas.openxmlformats.org/officeDocument/2006/relationships/customXml" Target="../ink/ink39.xml"/><Relationship Id="rId99" Type="http://schemas.openxmlformats.org/officeDocument/2006/relationships/image" Target="../media/image49.png"/><Relationship Id="rId101" Type="http://schemas.openxmlformats.org/officeDocument/2006/relationships/image" Target="../media/image50.png"/><Relationship Id="rId122" Type="http://schemas.openxmlformats.org/officeDocument/2006/relationships/customXml" Target="../ink/ink61.xml"/><Relationship Id="rId143" Type="http://schemas.openxmlformats.org/officeDocument/2006/relationships/image" Target="../media/image71.png"/><Relationship Id="rId164" Type="http://schemas.openxmlformats.org/officeDocument/2006/relationships/customXml" Target="../ink/ink82.xml"/><Relationship Id="rId185" Type="http://schemas.openxmlformats.org/officeDocument/2006/relationships/image" Target="../media/image92.png"/><Relationship Id="rId9" Type="http://schemas.openxmlformats.org/officeDocument/2006/relationships/image" Target="../media/image4.png"/><Relationship Id="rId210" Type="http://schemas.openxmlformats.org/officeDocument/2006/relationships/customXml" Target="../ink/ink105.xml"/><Relationship Id="rId26" Type="http://schemas.openxmlformats.org/officeDocument/2006/relationships/customXml" Target="../ink/ink13.xml"/><Relationship Id="rId231" Type="http://schemas.openxmlformats.org/officeDocument/2006/relationships/image" Target="../media/image115.png"/><Relationship Id="rId252" Type="http://schemas.openxmlformats.org/officeDocument/2006/relationships/customXml" Target="../ink/ink126.xml"/><Relationship Id="rId273" Type="http://schemas.openxmlformats.org/officeDocument/2006/relationships/image" Target="../media/image136.png"/><Relationship Id="rId47" Type="http://schemas.openxmlformats.org/officeDocument/2006/relationships/image" Target="../media/image23.png"/><Relationship Id="rId68" Type="http://schemas.openxmlformats.org/officeDocument/2006/relationships/customXml" Target="../ink/ink34.xml"/><Relationship Id="rId89" Type="http://schemas.openxmlformats.org/officeDocument/2006/relationships/image" Target="../media/image44.png"/><Relationship Id="rId112" Type="http://schemas.openxmlformats.org/officeDocument/2006/relationships/customXml" Target="../ink/ink56.xml"/><Relationship Id="rId133" Type="http://schemas.openxmlformats.org/officeDocument/2006/relationships/image" Target="../media/image66.png"/><Relationship Id="rId154" Type="http://schemas.openxmlformats.org/officeDocument/2006/relationships/customXml" Target="../ink/ink77.xml"/><Relationship Id="rId175" Type="http://schemas.openxmlformats.org/officeDocument/2006/relationships/image" Target="../media/image87.png"/><Relationship Id="rId196" Type="http://schemas.openxmlformats.org/officeDocument/2006/relationships/customXml" Target="../ink/ink98.xml"/><Relationship Id="rId200" Type="http://schemas.openxmlformats.org/officeDocument/2006/relationships/customXml" Target="../ink/ink100.xml"/><Relationship Id="rId16" Type="http://schemas.openxmlformats.org/officeDocument/2006/relationships/customXml" Target="../ink/ink8.xml"/><Relationship Id="rId221" Type="http://schemas.openxmlformats.org/officeDocument/2006/relationships/image" Target="../media/image110.png"/><Relationship Id="rId242" Type="http://schemas.openxmlformats.org/officeDocument/2006/relationships/customXml" Target="../ink/ink121.xml"/><Relationship Id="rId263" Type="http://schemas.openxmlformats.org/officeDocument/2006/relationships/image" Target="../media/image131.png"/><Relationship Id="rId284" Type="http://schemas.openxmlformats.org/officeDocument/2006/relationships/customXml" Target="../ink/ink142.xml"/><Relationship Id="rId37" Type="http://schemas.openxmlformats.org/officeDocument/2006/relationships/image" Target="../media/image18.png"/><Relationship Id="rId58" Type="http://schemas.openxmlformats.org/officeDocument/2006/relationships/customXml" Target="../ink/ink29.xml"/><Relationship Id="rId79" Type="http://schemas.openxmlformats.org/officeDocument/2006/relationships/image" Target="../media/image39.png"/><Relationship Id="rId102" Type="http://schemas.openxmlformats.org/officeDocument/2006/relationships/customXml" Target="../ink/ink51.xml"/><Relationship Id="rId123" Type="http://schemas.openxmlformats.org/officeDocument/2006/relationships/image" Target="../media/image61.png"/><Relationship Id="rId144" Type="http://schemas.openxmlformats.org/officeDocument/2006/relationships/customXml" Target="../ink/ink72.xml"/><Relationship Id="rId90" Type="http://schemas.openxmlformats.org/officeDocument/2006/relationships/customXml" Target="../ink/ink45.xml"/><Relationship Id="rId165" Type="http://schemas.openxmlformats.org/officeDocument/2006/relationships/image" Target="../media/image82.png"/><Relationship Id="rId186" Type="http://schemas.openxmlformats.org/officeDocument/2006/relationships/customXml" Target="../ink/ink93.xml"/><Relationship Id="rId211" Type="http://schemas.openxmlformats.org/officeDocument/2006/relationships/image" Target="../media/image105.png"/><Relationship Id="rId232" Type="http://schemas.openxmlformats.org/officeDocument/2006/relationships/customXml" Target="../ink/ink116.xml"/><Relationship Id="rId253" Type="http://schemas.openxmlformats.org/officeDocument/2006/relationships/image" Target="../media/image126.png"/><Relationship Id="rId274" Type="http://schemas.openxmlformats.org/officeDocument/2006/relationships/customXml" Target="../ink/ink137.xml"/><Relationship Id="rId27" Type="http://schemas.openxmlformats.org/officeDocument/2006/relationships/image" Target="../media/image13.png"/><Relationship Id="rId48" Type="http://schemas.openxmlformats.org/officeDocument/2006/relationships/customXml" Target="../ink/ink24.xml"/><Relationship Id="rId69" Type="http://schemas.openxmlformats.org/officeDocument/2006/relationships/image" Target="../media/image34.png"/><Relationship Id="rId113" Type="http://schemas.openxmlformats.org/officeDocument/2006/relationships/image" Target="../media/image56.png"/><Relationship Id="rId134" Type="http://schemas.openxmlformats.org/officeDocument/2006/relationships/customXml" Target="../ink/ink67.xml"/><Relationship Id="rId80" Type="http://schemas.openxmlformats.org/officeDocument/2006/relationships/customXml" Target="../ink/ink40.xml"/><Relationship Id="rId155" Type="http://schemas.openxmlformats.org/officeDocument/2006/relationships/image" Target="../media/image77.png"/><Relationship Id="rId176" Type="http://schemas.openxmlformats.org/officeDocument/2006/relationships/customXml" Target="../ink/ink88.xml"/><Relationship Id="rId197" Type="http://schemas.openxmlformats.org/officeDocument/2006/relationships/image" Target="../media/image98.png"/><Relationship Id="rId201" Type="http://schemas.openxmlformats.org/officeDocument/2006/relationships/image" Target="../media/image100.png"/><Relationship Id="rId222" Type="http://schemas.openxmlformats.org/officeDocument/2006/relationships/customXml" Target="../ink/ink111.xml"/><Relationship Id="rId243" Type="http://schemas.openxmlformats.org/officeDocument/2006/relationships/image" Target="../media/image121.png"/><Relationship Id="rId264" Type="http://schemas.openxmlformats.org/officeDocument/2006/relationships/customXml" Target="../ink/ink132.xml"/><Relationship Id="rId285" Type="http://schemas.openxmlformats.org/officeDocument/2006/relationships/image" Target="../media/image142.png"/><Relationship Id="rId17" Type="http://schemas.openxmlformats.org/officeDocument/2006/relationships/image" Target="../media/image8.png"/><Relationship Id="rId38" Type="http://schemas.openxmlformats.org/officeDocument/2006/relationships/customXml" Target="../ink/ink19.xml"/><Relationship Id="rId59" Type="http://schemas.openxmlformats.org/officeDocument/2006/relationships/image" Target="../media/image29.png"/><Relationship Id="rId103" Type="http://schemas.openxmlformats.org/officeDocument/2006/relationships/image" Target="../media/image51.png"/><Relationship Id="rId124" Type="http://schemas.openxmlformats.org/officeDocument/2006/relationships/customXml" Target="../ink/ink62.xml"/><Relationship Id="rId70" Type="http://schemas.openxmlformats.org/officeDocument/2006/relationships/customXml" Target="../ink/ink35.xml"/><Relationship Id="rId91" Type="http://schemas.openxmlformats.org/officeDocument/2006/relationships/image" Target="../media/image45.png"/><Relationship Id="rId145" Type="http://schemas.openxmlformats.org/officeDocument/2006/relationships/image" Target="../media/image72.png"/><Relationship Id="rId166" Type="http://schemas.openxmlformats.org/officeDocument/2006/relationships/customXml" Target="../ink/ink83.xml"/><Relationship Id="rId187" Type="http://schemas.openxmlformats.org/officeDocument/2006/relationships/image" Target="../media/image93.png"/><Relationship Id="rId1" Type="http://schemas.openxmlformats.org/officeDocument/2006/relationships/slideLayout" Target="../slideLayouts/slideLayout2.xml"/><Relationship Id="rId212" Type="http://schemas.openxmlformats.org/officeDocument/2006/relationships/customXml" Target="../ink/ink106.xml"/><Relationship Id="rId233" Type="http://schemas.openxmlformats.org/officeDocument/2006/relationships/image" Target="../media/image116.png"/><Relationship Id="rId254" Type="http://schemas.openxmlformats.org/officeDocument/2006/relationships/customXml" Target="../ink/ink127.xml"/><Relationship Id="rId28" Type="http://schemas.openxmlformats.org/officeDocument/2006/relationships/customXml" Target="../ink/ink14.xml"/><Relationship Id="rId49" Type="http://schemas.openxmlformats.org/officeDocument/2006/relationships/image" Target="../media/image24.png"/><Relationship Id="rId114" Type="http://schemas.openxmlformats.org/officeDocument/2006/relationships/customXml" Target="../ink/ink57.xml"/><Relationship Id="rId275" Type="http://schemas.openxmlformats.org/officeDocument/2006/relationships/image" Target="../media/image137.png"/><Relationship Id="rId60" Type="http://schemas.openxmlformats.org/officeDocument/2006/relationships/customXml" Target="../ink/ink30.xml"/><Relationship Id="rId81" Type="http://schemas.openxmlformats.org/officeDocument/2006/relationships/image" Target="../media/image40.png"/><Relationship Id="rId135" Type="http://schemas.openxmlformats.org/officeDocument/2006/relationships/image" Target="../media/image67.png"/><Relationship Id="rId156" Type="http://schemas.openxmlformats.org/officeDocument/2006/relationships/customXml" Target="../ink/ink78.xml"/><Relationship Id="rId177" Type="http://schemas.openxmlformats.org/officeDocument/2006/relationships/image" Target="../media/image88.png"/><Relationship Id="rId198" Type="http://schemas.openxmlformats.org/officeDocument/2006/relationships/customXml" Target="../ink/ink99.xml"/><Relationship Id="rId202" Type="http://schemas.openxmlformats.org/officeDocument/2006/relationships/customXml" Target="../ink/ink101.xml"/><Relationship Id="rId223" Type="http://schemas.openxmlformats.org/officeDocument/2006/relationships/image" Target="../media/image111.png"/><Relationship Id="rId244" Type="http://schemas.openxmlformats.org/officeDocument/2006/relationships/customXml" Target="../ink/ink122.xml"/><Relationship Id="rId18" Type="http://schemas.openxmlformats.org/officeDocument/2006/relationships/customXml" Target="../ink/ink9.xml"/><Relationship Id="rId39" Type="http://schemas.openxmlformats.org/officeDocument/2006/relationships/image" Target="../media/image19.png"/><Relationship Id="rId265" Type="http://schemas.openxmlformats.org/officeDocument/2006/relationships/image" Target="../media/image132.png"/><Relationship Id="rId50" Type="http://schemas.openxmlformats.org/officeDocument/2006/relationships/customXml" Target="../ink/ink25.xml"/><Relationship Id="rId104" Type="http://schemas.openxmlformats.org/officeDocument/2006/relationships/customXml" Target="../ink/ink52.xml"/><Relationship Id="rId125" Type="http://schemas.openxmlformats.org/officeDocument/2006/relationships/image" Target="../media/image62.png"/><Relationship Id="rId146" Type="http://schemas.openxmlformats.org/officeDocument/2006/relationships/customXml" Target="../ink/ink73.xml"/><Relationship Id="rId167" Type="http://schemas.openxmlformats.org/officeDocument/2006/relationships/image" Target="../media/image83.png"/><Relationship Id="rId188" Type="http://schemas.openxmlformats.org/officeDocument/2006/relationships/customXml" Target="../ink/ink94.xml"/><Relationship Id="rId71" Type="http://schemas.openxmlformats.org/officeDocument/2006/relationships/image" Target="../media/image35.png"/><Relationship Id="rId92" Type="http://schemas.openxmlformats.org/officeDocument/2006/relationships/customXml" Target="../ink/ink46.xml"/><Relationship Id="rId213" Type="http://schemas.openxmlformats.org/officeDocument/2006/relationships/image" Target="../media/image106.png"/><Relationship Id="rId234" Type="http://schemas.openxmlformats.org/officeDocument/2006/relationships/customXml" Target="../ink/ink117.xml"/><Relationship Id="rId2" Type="http://schemas.openxmlformats.org/officeDocument/2006/relationships/customXml" Target="../ink/ink1.xml"/><Relationship Id="rId29" Type="http://schemas.openxmlformats.org/officeDocument/2006/relationships/image" Target="../media/image14.png"/><Relationship Id="rId255" Type="http://schemas.openxmlformats.org/officeDocument/2006/relationships/image" Target="../media/image127.png"/><Relationship Id="rId276" Type="http://schemas.openxmlformats.org/officeDocument/2006/relationships/customXml" Target="../ink/ink138.xml"/><Relationship Id="rId40" Type="http://schemas.openxmlformats.org/officeDocument/2006/relationships/customXml" Target="../ink/ink20.xml"/><Relationship Id="rId115" Type="http://schemas.openxmlformats.org/officeDocument/2006/relationships/image" Target="../media/image57.png"/><Relationship Id="rId136" Type="http://schemas.openxmlformats.org/officeDocument/2006/relationships/customXml" Target="../ink/ink68.xml"/><Relationship Id="rId157" Type="http://schemas.openxmlformats.org/officeDocument/2006/relationships/image" Target="../media/image78.png"/><Relationship Id="rId178" Type="http://schemas.openxmlformats.org/officeDocument/2006/relationships/customXml" Target="../ink/ink89.xml"/><Relationship Id="rId61" Type="http://schemas.openxmlformats.org/officeDocument/2006/relationships/image" Target="../media/image30.png"/><Relationship Id="rId82" Type="http://schemas.openxmlformats.org/officeDocument/2006/relationships/customXml" Target="../ink/ink41.xml"/><Relationship Id="rId199" Type="http://schemas.openxmlformats.org/officeDocument/2006/relationships/image" Target="../media/image99.png"/><Relationship Id="rId203" Type="http://schemas.openxmlformats.org/officeDocument/2006/relationships/image" Target="../media/image101.png"/><Relationship Id="rId19" Type="http://schemas.openxmlformats.org/officeDocument/2006/relationships/image" Target="../media/image9.png"/><Relationship Id="rId224" Type="http://schemas.openxmlformats.org/officeDocument/2006/relationships/customXml" Target="../ink/ink112.xml"/><Relationship Id="rId245" Type="http://schemas.openxmlformats.org/officeDocument/2006/relationships/image" Target="../media/image122.png"/><Relationship Id="rId266" Type="http://schemas.openxmlformats.org/officeDocument/2006/relationships/customXml" Target="../ink/ink133.xml"/><Relationship Id="rId30" Type="http://schemas.openxmlformats.org/officeDocument/2006/relationships/customXml" Target="../ink/ink15.xml"/><Relationship Id="rId105" Type="http://schemas.openxmlformats.org/officeDocument/2006/relationships/image" Target="../media/image52.png"/><Relationship Id="rId126" Type="http://schemas.openxmlformats.org/officeDocument/2006/relationships/customXml" Target="../ink/ink63.xml"/><Relationship Id="rId147" Type="http://schemas.openxmlformats.org/officeDocument/2006/relationships/image" Target="../media/image73.png"/><Relationship Id="rId168" Type="http://schemas.openxmlformats.org/officeDocument/2006/relationships/customXml" Target="../ink/ink84.xml"/><Relationship Id="rId51" Type="http://schemas.openxmlformats.org/officeDocument/2006/relationships/image" Target="../media/image25.png"/><Relationship Id="rId72" Type="http://schemas.openxmlformats.org/officeDocument/2006/relationships/customXml" Target="../ink/ink36.xml"/><Relationship Id="rId93" Type="http://schemas.openxmlformats.org/officeDocument/2006/relationships/image" Target="../media/image46.png"/><Relationship Id="rId189" Type="http://schemas.openxmlformats.org/officeDocument/2006/relationships/image" Target="../media/image94.png"/><Relationship Id="rId3" Type="http://schemas.openxmlformats.org/officeDocument/2006/relationships/image" Target="../media/image1.png"/><Relationship Id="rId214" Type="http://schemas.openxmlformats.org/officeDocument/2006/relationships/customXml" Target="../ink/ink107.xml"/><Relationship Id="rId235" Type="http://schemas.openxmlformats.org/officeDocument/2006/relationships/image" Target="../media/image117.png"/><Relationship Id="rId256" Type="http://schemas.openxmlformats.org/officeDocument/2006/relationships/customXml" Target="../ink/ink128.xml"/><Relationship Id="rId277" Type="http://schemas.openxmlformats.org/officeDocument/2006/relationships/image" Target="../media/image138.png"/><Relationship Id="rId116" Type="http://schemas.openxmlformats.org/officeDocument/2006/relationships/customXml" Target="../ink/ink58.xml"/><Relationship Id="rId137" Type="http://schemas.openxmlformats.org/officeDocument/2006/relationships/image" Target="../media/image68.png"/><Relationship Id="rId158" Type="http://schemas.openxmlformats.org/officeDocument/2006/relationships/customXml" Target="../ink/ink79.xml"/><Relationship Id="rId20" Type="http://schemas.openxmlformats.org/officeDocument/2006/relationships/customXml" Target="../ink/ink10.xml"/><Relationship Id="rId41" Type="http://schemas.openxmlformats.org/officeDocument/2006/relationships/image" Target="../media/image20.png"/><Relationship Id="rId62" Type="http://schemas.openxmlformats.org/officeDocument/2006/relationships/customXml" Target="../ink/ink31.xml"/><Relationship Id="rId83" Type="http://schemas.openxmlformats.org/officeDocument/2006/relationships/image" Target="../media/image41.png"/><Relationship Id="rId179" Type="http://schemas.openxmlformats.org/officeDocument/2006/relationships/image" Target="../media/image89.png"/><Relationship Id="rId190" Type="http://schemas.openxmlformats.org/officeDocument/2006/relationships/customXml" Target="../ink/ink95.xml"/><Relationship Id="rId204" Type="http://schemas.openxmlformats.org/officeDocument/2006/relationships/customXml" Target="../ink/ink102.xml"/><Relationship Id="rId225" Type="http://schemas.openxmlformats.org/officeDocument/2006/relationships/image" Target="../media/image112.png"/><Relationship Id="rId246" Type="http://schemas.openxmlformats.org/officeDocument/2006/relationships/customXml" Target="../ink/ink123.xml"/><Relationship Id="rId267" Type="http://schemas.openxmlformats.org/officeDocument/2006/relationships/image" Target="../media/image133.png"/><Relationship Id="rId106" Type="http://schemas.openxmlformats.org/officeDocument/2006/relationships/customXml" Target="../ink/ink53.xml"/><Relationship Id="rId127" Type="http://schemas.openxmlformats.org/officeDocument/2006/relationships/image" Target="../media/image63.png"/><Relationship Id="rId10" Type="http://schemas.openxmlformats.org/officeDocument/2006/relationships/customXml" Target="../ink/ink5.xml"/><Relationship Id="rId31" Type="http://schemas.openxmlformats.org/officeDocument/2006/relationships/image" Target="../media/image15.png"/><Relationship Id="rId52" Type="http://schemas.openxmlformats.org/officeDocument/2006/relationships/customXml" Target="../ink/ink26.xml"/><Relationship Id="rId73" Type="http://schemas.openxmlformats.org/officeDocument/2006/relationships/image" Target="../media/image36.png"/><Relationship Id="rId94" Type="http://schemas.openxmlformats.org/officeDocument/2006/relationships/customXml" Target="../ink/ink47.xml"/><Relationship Id="rId148" Type="http://schemas.openxmlformats.org/officeDocument/2006/relationships/customXml" Target="../ink/ink74.xml"/><Relationship Id="rId169" Type="http://schemas.openxmlformats.org/officeDocument/2006/relationships/image" Target="../media/image84.png"/><Relationship Id="rId4" Type="http://schemas.openxmlformats.org/officeDocument/2006/relationships/customXml" Target="../ink/ink2.xml"/><Relationship Id="rId180" Type="http://schemas.openxmlformats.org/officeDocument/2006/relationships/customXml" Target="../ink/ink90.xml"/><Relationship Id="rId215" Type="http://schemas.openxmlformats.org/officeDocument/2006/relationships/image" Target="../media/image107.png"/><Relationship Id="rId236" Type="http://schemas.openxmlformats.org/officeDocument/2006/relationships/customXml" Target="../ink/ink118.xml"/><Relationship Id="rId257" Type="http://schemas.openxmlformats.org/officeDocument/2006/relationships/image" Target="../media/image128.png"/><Relationship Id="rId278" Type="http://schemas.openxmlformats.org/officeDocument/2006/relationships/customXml" Target="../ink/ink139.xml"/><Relationship Id="rId42" Type="http://schemas.openxmlformats.org/officeDocument/2006/relationships/customXml" Target="../ink/ink21.xml"/><Relationship Id="rId84" Type="http://schemas.openxmlformats.org/officeDocument/2006/relationships/customXml" Target="../ink/ink42.xml"/><Relationship Id="rId138" Type="http://schemas.openxmlformats.org/officeDocument/2006/relationships/customXml" Target="../ink/ink69.xml"/><Relationship Id="rId191" Type="http://schemas.openxmlformats.org/officeDocument/2006/relationships/image" Target="../media/image95.png"/><Relationship Id="rId205" Type="http://schemas.openxmlformats.org/officeDocument/2006/relationships/image" Target="../media/image102.png"/><Relationship Id="rId247" Type="http://schemas.openxmlformats.org/officeDocument/2006/relationships/image" Target="../media/image123.png"/><Relationship Id="rId107" Type="http://schemas.openxmlformats.org/officeDocument/2006/relationships/image" Target="../media/image53.png"/><Relationship Id="rId11" Type="http://schemas.openxmlformats.org/officeDocument/2006/relationships/image" Target="../media/image5.png"/><Relationship Id="rId53" Type="http://schemas.openxmlformats.org/officeDocument/2006/relationships/image" Target="../media/image26.png"/><Relationship Id="rId149" Type="http://schemas.openxmlformats.org/officeDocument/2006/relationships/image" Target="../media/image74.png"/><Relationship Id="rId95" Type="http://schemas.openxmlformats.org/officeDocument/2006/relationships/image" Target="../media/image47.png"/><Relationship Id="rId160" Type="http://schemas.openxmlformats.org/officeDocument/2006/relationships/customXml" Target="../ink/ink80.xml"/><Relationship Id="rId216" Type="http://schemas.openxmlformats.org/officeDocument/2006/relationships/customXml" Target="../ink/ink108.xml"/><Relationship Id="rId258" Type="http://schemas.openxmlformats.org/officeDocument/2006/relationships/customXml" Target="../ink/ink129.xml"/><Relationship Id="rId22" Type="http://schemas.openxmlformats.org/officeDocument/2006/relationships/customXml" Target="../ink/ink11.xml"/><Relationship Id="rId64" Type="http://schemas.openxmlformats.org/officeDocument/2006/relationships/customXml" Target="../ink/ink32.xml"/><Relationship Id="rId118" Type="http://schemas.openxmlformats.org/officeDocument/2006/relationships/customXml" Target="../ink/ink59.xml"/></Relationships>
</file>

<file path=ppt/slides/_rels/slide3.xml.rels><?xml version="1.0" encoding="UTF-8" standalone="yes"?>
<Relationships xmlns="http://schemas.openxmlformats.org/package/2006/relationships"><Relationship Id="rId117" Type="http://schemas.openxmlformats.org/officeDocument/2006/relationships/customXml" Target="../ink/ink208.xml"/><Relationship Id="rId299" Type="http://schemas.openxmlformats.org/officeDocument/2006/relationships/customXml" Target="../ink/ink315.xml"/><Relationship Id="rId21" Type="http://schemas.openxmlformats.org/officeDocument/2006/relationships/customXml" Target="../ink/ink155.xml"/><Relationship Id="rId63" Type="http://schemas.openxmlformats.org/officeDocument/2006/relationships/customXml" Target="../ink/ink179.xml"/><Relationship Id="rId159" Type="http://schemas.openxmlformats.org/officeDocument/2006/relationships/customXml" Target="../ink/ink245.xml"/><Relationship Id="rId324" Type="http://schemas.openxmlformats.org/officeDocument/2006/relationships/customXml" Target="../ink/ink328.xml"/><Relationship Id="rId170" Type="http://schemas.openxmlformats.org/officeDocument/2006/relationships/image" Target="../media/image203.png"/><Relationship Id="rId226" Type="http://schemas.openxmlformats.org/officeDocument/2006/relationships/image" Target="../media/image231.png"/><Relationship Id="rId268" Type="http://schemas.openxmlformats.org/officeDocument/2006/relationships/image" Target="../media/image252.png"/><Relationship Id="rId32" Type="http://schemas.openxmlformats.org/officeDocument/2006/relationships/customXml" Target="../ink/ink162.xml"/><Relationship Id="rId74" Type="http://schemas.openxmlformats.org/officeDocument/2006/relationships/image" Target="../media/image173.png"/><Relationship Id="rId128" Type="http://schemas.openxmlformats.org/officeDocument/2006/relationships/customXml" Target="../ink/ink219.xml"/><Relationship Id="rId5" Type="http://schemas.openxmlformats.org/officeDocument/2006/relationships/image" Target="../media/image144.png"/><Relationship Id="rId181" Type="http://schemas.openxmlformats.org/officeDocument/2006/relationships/customXml" Target="../ink/ink256.xml"/><Relationship Id="rId237" Type="http://schemas.openxmlformats.org/officeDocument/2006/relationships/customXml" Target="../ink/ink284.xml"/><Relationship Id="rId279" Type="http://schemas.openxmlformats.org/officeDocument/2006/relationships/customXml" Target="../ink/ink305.xml"/><Relationship Id="rId43" Type="http://schemas.openxmlformats.org/officeDocument/2006/relationships/customXml" Target="../ink/ink169.xml"/><Relationship Id="rId139" Type="http://schemas.openxmlformats.org/officeDocument/2006/relationships/customXml" Target="../ink/ink230.xml"/><Relationship Id="rId290" Type="http://schemas.openxmlformats.org/officeDocument/2006/relationships/image" Target="../media/image263.png"/><Relationship Id="rId304" Type="http://schemas.openxmlformats.org/officeDocument/2006/relationships/image" Target="../media/image270.png"/><Relationship Id="rId85" Type="http://schemas.openxmlformats.org/officeDocument/2006/relationships/customXml" Target="../ink/ink190.xml"/><Relationship Id="rId150" Type="http://schemas.openxmlformats.org/officeDocument/2006/relationships/image" Target="../media/image193.png"/><Relationship Id="rId192" Type="http://schemas.openxmlformats.org/officeDocument/2006/relationships/image" Target="../media/image214.png"/><Relationship Id="rId206" Type="http://schemas.openxmlformats.org/officeDocument/2006/relationships/image" Target="../media/image221.png"/><Relationship Id="rId248" Type="http://schemas.openxmlformats.org/officeDocument/2006/relationships/image" Target="../media/image242.png"/><Relationship Id="rId12" Type="http://schemas.openxmlformats.org/officeDocument/2006/relationships/customXml" Target="../ink/ink148.xml"/><Relationship Id="rId108" Type="http://schemas.openxmlformats.org/officeDocument/2006/relationships/image" Target="../media/image190.png"/><Relationship Id="rId315" Type="http://schemas.openxmlformats.org/officeDocument/2006/relationships/customXml" Target="../ink/ink323.xml"/><Relationship Id="rId54" Type="http://schemas.openxmlformats.org/officeDocument/2006/relationships/image" Target="../media/image163.png"/><Relationship Id="rId96" Type="http://schemas.openxmlformats.org/officeDocument/2006/relationships/image" Target="../media/image184.png"/><Relationship Id="rId161" Type="http://schemas.openxmlformats.org/officeDocument/2006/relationships/customXml" Target="../ink/ink246.xml"/><Relationship Id="rId217" Type="http://schemas.openxmlformats.org/officeDocument/2006/relationships/customXml" Target="../ink/ink274.xml"/><Relationship Id="rId259" Type="http://schemas.openxmlformats.org/officeDocument/2006/relationships/customXml" Target="../ink/ink295.xml"/><Relationship Id="rId23" Type="http://schemas.openxmlformats.org/officeDocument/2006/relationships/customXml" Target="../ink/ink156.xml"/><Relationship Id="rId119" Type="http://schemas.openxmlformats.org/officeDocument/2006/relationships/customXml" Target="../ink/ink210.xml"/><Relationship Id="rId270" Type="http://schemas.openxmlformats.org/officeDocument/2006/relationships/image" Target="../media/image253.png"/><Relationship Id="rId326" Type="http://schemas.openxmlformats.org/officeDocument/2006/relationships/customXml" Target="../ink/ink329.xml"/><Relationship Id="rId65" Type="http://schemas.openxmlformats.org/officeDocument/2006/relationships/customXml" Target="../ink/ink180.xml"/><Relationship Id="rId130" Type="http://schemas.openxmlformats.org/officeDocument/2006/relationships/customXml" Target="../ink/ink221.xml"/><Relationship Id="rId172" Type="http://schemas.openxmlformats.org/officeDocument/2006/relationships/image" Target="../media/image204.png"/><Relationship Id="rId228" Type="http://schemas.openxmlformats.org/officeDocument/2006/relationships/image" Target="../media/image232.png"/><Relationship Id="rId281" Type="http://schemas.openxmlformats.org/officeDocument/2006/relationships/customXml" Target="../ink/ink306.xml"/><Relationship Id="rId34" Type="http://schemas.openxmlformats.org/officeDocument/2006/relationships/customXml" Target="../ink/ink164.xml"/><Relationship Id="rId76" Type="http://schemas.openxmlformats.org/officeDocument/2006/relationships/image" Target="../media/image174.png"/><Relationship Id="rId141" Type="http://schemas.openxmlformats.org/officeDocument/2006/relationships/customXml" Target="../ink/ink232.xml"/><Relationship Id="rId7" Type="http://schemas.openxmlformats.org/officeDocument/2006/relationships/image" Target="../media/image145.png"/><Relationship Id="rId183" Type="http://schemas.openxmlformats.org/officeDocument/2006/relationships/customXml" Target="../ink/ink257.xml"/><Relationship Id="rId239" Type="http://schemas.openxmlformats.org/officeDocument/2006/relationships/customXml" Target="../ink/ink285.xml"/><Relationship Id="rId250" Type="http://schemas.openxmlformats.org/officeDocument/2006/relationships/image" Target="../media/image243.png"/><Relationship Id="rId271" Type="http://schemas.openxmlformats.org/officeDocument/2006/relationships/customXml" Target="../ink/ink301.xml"/><Relationship Id="rId292" Type="http://schemas.openxmlformats.org/officeDocument/2006/relationships/image" Target="../media/image264.png"/><Relationship Id="rId306" Type="http://schemas.openxmlformats.org/officeDocument/2006/relationships/image" Target="../media/image271.png"/><Relationship Id="rId24" Type="http://schemas.openxmlformats.org/officeDocument/2006/relationships/image" Target="../media/image151.png"/><Relationship Id="rId45" Type="http://schemas.openxmlformats.org/officeDocument/2006/relationships/customXml" Target="../ink/ink170.xml"/><Relationship Id="rId66" Type="http://schemas.openxmlformats.org/officeDocument/2006/relationships/image" Target="../media/image169.png"/><Relationship Id="rId87" Type="http://schemas.openxmlformats.org/officeDocument/2006/relationships/customXml" Target="../ink/ink191.xml"/><Relationship Id="rId110" Type="http://schemas.openxmlformats.org/officeDocument/2006/relationships/image" Target="../media/image191.png"/><Relationship Id="rId131" Type="http://schemas.openxmlformats.org/officeDocument/2006/relationships/customXml" Target="../ink/ink222.xml"/><Relationship Id="rId327" Type="http://schemas.openxmlformats.org/officeDocument/2006/relationships/image" Target="../media/image281.png"/><Relationship Id="rId152" Type="http://schemas.openxmlformats.org/officeDocument/2006/relationships/image" Target="../media/image194.png"/><Relationship Id="rId173" Type="http://schemas.openxmlformats.org/officeDocument/2006/relationships/customXml" Target="../ink/ink252.xml"/><Relationship Id="rId194" Type="http://schemas.openxmlformats.org/officeDocument/2006/relationships/image" Target="../media/image215.png"/><Relationship Id="rId208" Type="http://schemas.openxmlformats.org/officeDocument/2006/relationships/image" Target="../media/image222.png"/><Relationship Id="rId229" Type="http://schemas.openxmlformats.org/officeDocument/2006/relationships/customXml" Target="../ink/ink280.xml"/><Relationship Id="rId240" Type="http://schemas.openxmlformats.org/officeDocument/2006/relationships/image" Target="../media/image238.png"/><Relationship Id="rId261" Type="http://schemas.openxmlformats.org/officeDocument/2006/relationships/customXml" Target="../ink/ink296.xml"/><Relationship Id="rId14" Type="http://schemas.openxmlformats.org/officeDocument/2006/relationships/customXml" Target="../ink/ink150.xml"/><Relationship Id="rId35" Type="http://schemas.openxmlformats.org/officeDocument/2006/relationships/customXml" Target="../ink/ink165.xml"/><Relationship Id="rId56" Type="http://schemas.openxmlformats.org/officeDocument/2006/relationships/image" Target="../media/image164.png"/><Relationship Id="rId77" Type="http://schemas.openxmlformats.org/officeDocument/2006/relationships/customXml" Target="../ink/ink186.xml"/><Relationship Id="rId100" Type="http://schemas.openxmlformats.org/officeDocument/2006/relationships/image" Target="../media/image186.png"/><Relationship Id="rId282" Type="http://schemas.openxmlformats.org/officeDocument/2006/relationships/image" Target="../media/image259.png"/><Relationship Id="rId317" Type="http://schemas.openxmlformats.org/officeDocument/2006/relationships/customXml" Target="../ink/ink324.xml"/><Relationship Id="rId8" Type="http://schemas.openxmlformats.org/officeDocument/2006/relationships/customXml" Target="../ink/ink146.xml"/><Relationship Id="rId98" Type="http://schemas.openxmlformats.org/officeDocument/2006/relationships/image" Target="../media/image185.png"/><Relationship Id="rId121" Type="http://schemas.openxmlformats.org/officeDocument/2006/relationships/customXml" Target="../ink/ink212.xml"/><Relationship Id="rId142" Type="http://schemas.openxmlformats.org/officeDocument/2006/relationships/customXml" Target="../ink/ink233.xml"/><Relationship Id="rId163" Type="http://schemas.openxmlformats.org/officeDocument/2006/relationships/customXml" Target="../ink/ink247.xml"/><Relationship Id="rId184" Type="http://schemas.openxmlformats.org/officeDocument/2006/relationships/image" Target="../media/image210.png"/><Relationship Id="rId219" Type="http://schemas.openxmlformats.org/officeDocument/2006/relationships/customXml" Target="../ink/ink275.xml"/><Relationship Id="rId230" Type="http://schemas.openxmlformats.org/officeDocument/2006/relationships/image" Target="../media/image233.png"/><Relationship Id="rId251" Type="http://schemas.openxmlformats.org/officeDocument/2006/relationships/customXml" Target="../ink/ink291.xml"/><Relationship Id="rId25" Type="http://schemas.openxmlformats.org/officeDocument/2006/relationships/customXml" Target="../ink/ink157.xml"/><Relationship Id="rId46" Type="http://schemas.openxmlformats.org/officeDocument/2006/relationships/image" Target="../media/image159.png"/><Relationship Id="rId67" Type="http://schemas.openxmlformats.org/officeDocument/2006/relationships/customXml" Target="../ink/ink181.xml"/><Relationship Id="rId272" Type="http://schemas.openxmlformats.org/officeDocument/2006/relationships/image" Target="../media/image254.png"/><Relationship Id="rId293" Type="http://schemas.openxmlformats.org/officeDocument/2006/relationships/customXml" Target="../ink/ink312.xml"/><Relationship Id="rId307" Type="http://schemas.openxmlformats.org/officeDocument/2006/relationships/customXml" Target="../ink/ink319.xml"/><Relationship Id="rId328" Type="http://schemas.openxmlformats.org/officeDocument/2006/relationships/customXml" Target="../ink/ink330.xml"/><Relationship Id="rId88" Type="http://schemas.openxmlformats.org/officeDocument/2006/relationships/image" Target="../media/image180.png"/><Relationship Id="rId111" Type="http://schemas.openxmlformats.org/officeDocument/2006/relationships/customXml" Target="../ink/ink203.xml"/><Relationship Id="rId132" Type="http://schemas.openxmlformats.org/officeDocument/2006/relationships/customXml" Target="../ink/ink223.xml"/><Relationship Id="rId153" Type="http://schemas.openxmlformats.org/officeDocument/2006/relationships/customXml" Target="../ink/ink242.xml"/><Relationship Id="rId174" Type="http://schemas.openxmlformats.org/officeDocument/2006/relationships/image" Target="../media/image205.png"/><Relationship Id="rId195" Type="http://schemas.openxmlformats.org/officeDocument/2006/relationships/customXml" Target="../ink/ink263.xml"/><Relationship Id="rId209" Type="http://schemas.openxmlformats.org/officeDocument/2006/relationships/customXml" Target="../ink/ink270.xml"/><Relationship Id="rId220" Type="http://schemas.openxmlformats.org/officeDocument/2006/relationships/image" Target="../media/image228.png"/><Relationship Id="rId241" Type="http://schemas.openxmlformats.org/officeDocument/2006/relationships/customXml" Target="../ink/ink286.xml"/><Relationship Id="rId15" Type="http://schemas.openxmlformats.org/officeDocument/2006/relationships/customXml" Target="../ink/ink151.xml"/><Relationship Id="rId36" Type="http://schemas.openxmlformats.org/officeDocument/2006/relationships/image" Target="../media/image154.png"/><Relationship Id="rId57" Type="http://schemas.openxmlformats.org/officeDocument/2006/relationships/customXml" Target="../ink/ink176.xml"/><Relationship Id="rId262" Type="http://schemas.openxmlformats.org/officeDocument/2006/relationships/image" Target="../media/image249.png"/><Relationship Id="rId283" Type="http://schemas.openxmlformats.org/officeDocument/2006/relationships/customXml" Target="../ink/ink307.xml"/><Relationship Id="rId318" Type="http://schemas.openxmlformats.org/officeDocument/2006/relationships/customXml" Target="../ink/ink325.xml"/><Relationship Id="rId78" Type="http://schemas.openxmlformats.org/officeDocument/2006/relationships/image" Target="../media/image175.png"/><Relationship Id="rId99" Type="http://schemas.openxmlformats.org/officeDocument/2006/relationships/customXml" Target="../ink/ink197.xml"/><Relationship Id="rId101" Type="http://schemas.openxmlformats.org/officeDocument/2006/relationships/customXml" Target="../ink/ink198.xml"/><Relationship Id="rId122" Type="http://schemas.openxmlformats.org/officeDocument/2006/relationships/customXml" Target="../ink/ink213.xml"/><Relationship Id="rId143" Type="http://schemas.openxmlformats.org/officeDocument/2006/relationships/customXml" Target="../ink/ink234.xml"/><Relationship Id="rId164" Type="http://schemas.openxmlformats.org/officeDocument/2006/relationships/image" Target="../media/image200.png"/><Relationship Id="rId185" Type="http://schemas.openxmlformats.org/officeDocument/2006/relationships/customXml" Target="../ink/ink258.xml"/><Relationship Id="rId9" Type="http://schemas.openxmlformats.org/officeDocument/2006/relationships/image" Target="../media/image146.png"/><Relationship Id="rId210" Type="http://schemas.openxmlformats.org/officeDocument/2006/relationships/image" Target="../media/image223.png"/><Relationship Id="rId26" Type="http://schemas.openxmlformats.org/officeDocument/2006/relationships/image" Target="../media/image152.png"/><Relationship Id="rId231" Type="http://schemas.openxmlformats.org/officeDocument/2006/relationships/customXml" Target="../ink/ink281.xml"/><Relationship Id="rId252" Type="http://schemas.openxmlformats.org/officeDocument/2006/relationships/image" Target="../media/image244.png"/><Relationship Id="rId273" Type="http://schemas.openxmlformats.org/officeDocument/2006/relationships/customXml" Target="../ink/ink302.xml"/><Relationship Id="rId294" Type="http://schemas.openxmlformats.org/officeDocument/2006/relationships/image" Target="../media/image265.png"/><Relationship Id="rId308" Type="http://schemas.openxmlformats.org/officeDocument/2006/relationships/image" Target="../media/image272.png"/><Relationship Id="rId329" Type="http://schemas.openxmlformats.org/officeDocument/2006/relationships/image" Target="../media/image282.png"/><Relationship Id="rId47" Type="http://schemas.openxmlformats.org/officeDocument/2006/relationships/customXml" Target="../ink/ink171.xml"/><Relationship Id="rId68" Type="http://schemas.openxmlformats.org/officeDocument/2006/relationships/image" Target="../media/image170.png"/><Relationship Id="rId89" Type="http://schemas.openxmlformats.org/officeDocument/2006/relationships/customXml" Target="../ink/ink192.xml"/><Relationship Id="rId112" Type="http://schemas.openxmlformats.org/officeDocument/2006/relationships/image" Target="../media/image192.png"/><Relationship Id="rId133" Type="http://schemas.openxmlformats.org/officeDocument/2006/relationships/customXml" Target="../ink/ink224.xml"/><Relationship Id="rId154" Type="http://schemas.openxmlformats.org/officeDocument/2006/relationships/image" Target="../media/image195.png"/><Relationship Id="rId175" Type="http://schemas.openxmlformats.org/officeDocument/2006/relationships/customXml" Target="../ink/ink253.xml"/><Relationship Id="rId196" Type="http://schemas.openxmlformats.org/officeDocument/2006/relationships/image" Target="../media/image216.png"/><Relationship Id="rId200" Type="http://schemas.openxmlformats.org/officeDocument/2006/relationships/image" Target="../media/image218.png"/><Relationship Id="rId16" Type="http://schemas.openxmlformats.org/officeDocument/2006/relationships/customXml" Target="../ink/ink152.xml"/><Relationship Id="rId221" Type="http://schemas.openxmlformats.org/officeDocument/2006/relationships/customXml" Target="../ink/ink276.xml"/><Relationship Id="rId242" Type="http://schemas.openxmlformats.org/officeDocument/2006/relationships/image" Target="../media/image239.png"/><Relationship Id="rId263" Type="http://schemas.openxmlformats.org/officeDocument/2006/relationships/customXml" Target="../ink/ink297.xml"/><Relationship Id="rId284" Type="http://schemas.openxmlformats.org/officeDocument/2006/relationships/image" Target="../media/image260.png"/><Relationship Id="rId319" Type="http://schemas.openxmlformats.org/officeDocument/2006/relationships/image" Target="../media/image277.png"/><Relationship Id="rId37" Type="http://schemas.openxmlformats.org/officeDocument/2006/relationships/customXml" Target="../ink/ink166.xml"/><Relationship Id="rId58" Type="http://schemas.openxmlformats.org/officeDocument/2006/relationships/image" Target="../media/image165.png"/><Relationship Id="rId79" Type="http://schemas.openxmlformats.org/officeDocument/2006/relationships/customXml" Target="../ink/ink187.xml"/><Relationship Id="rId102" Type="http://schemas.openxmlformats.org/officeDocument/2006/relationships/image" Target="../media/image187.png"/><Relationship Id="rId123" Type="http://schemas.openxmlformats.org/officeDocument/2006/relationships/customXml" Target="../ink/ink214.xml"/><Relationship Id="rId144" Type="http://schemas.openxmlformats.org/officeDocument/2006/relationships/customXml" Target="../ink/ink235.xml"/><Relationship Id="rId330" Type="http://schemas.openxmlformats.org/officeDocument/2006/relationships/customXml" Target="../ink/ink331.xml"/><Relationship Id="rId90" Type="http://schemas.openxmlformats.org/officeDocument/2006/relationships/image" Target="../media/image181.png"/><Relationship Id="rId165" Type="http://schemas.openxmlformats.org/officeDocument/2006/relationships/customXml" Target="../ink/ink248.xml"/><Relationship Id="rId186" Type="http://schemas.openxmlformats.org/officeDocument/2006/relationships/image" Target="../media/image211.png"/><Relationship Id="rId211" Type="http://schemas.openxmlformats.org/officeDocument/2006/relationships/customXml" Target="../ink/ink271.xml"/><Relationship Id="rId232" Type="http://schemas.openxmlformats.org/officeDocument/2006/relationships/image" Target="../media/image234.png"/><Relationship Id="rId253" Type="http://schemas.openxmlformats.org/officeDocument/2006/relationships/customXml" Target="../ink/ink292.xml"/><Relationship Id="rId274" Type="http://schemas.openxmlformats.org/officeDocument/2006/relationships/image" Target="../media/image255.png"/><Relationship Id="rId295" Type="http://schemas.openxmlformats.org/officeDocument/2006/relationships/customXml" Target="../ink/ink313.xml"/><Relationship Id="rId309" Type="http://schemas.openxmlformats.org/officeDocument/2006/relationships/customXml" Target="../ink/ink320.xml"/><Relationship Id="rId27" Type="http://schemas.openxmlformats.org/officeDocument/2006/relationships/customXml" Target="../ink/ink158.xml"/><Relationship Id="rId48" Type="http://schemas.openxmlformats.org/officeDocument/2006/relationships/image" Target="../media/image160.png"/><Relationship Id="rId69" Type="http://schemas.openxmlformats.org/officeDocument/2006/relationships/customXml" Target="../ink/ink182.xml"/><Relationship Id="rId113" Type="http://schemas.openxmlformats.org/officeDocument/2006/relationships/customXml" Target="../ink/ink204.xml"/><Relationship Id="rId134" Type="http://schemas.openxmlformats.org/officeDocument/2006/relationships/customXml" Target="../ink/ink225.xml"/><Relationship Id="rId320" Type="http://schemas.openxmlformats.org/officeDocument/2006/relationships/customXml" Target="../ink/ink326.xml"/><Relationship Id="rId80" Type="http://schemas.openxmlformats.org/officeDocument/2006/relationships/image" Target="../media/image176.png"/><Relationship Id="rId155" Type="http://schemas.openxmlformats.org/officeDocument/2006/relationships/customXml" Target="../ink/ink243.xml"/><Relationship Id="rId176" Type="http://schemas.openxmlformats.org/officeDocument/2006/relationships/image" Target="../media/image206.png"/><Relationship Id="rId197" Type="http://schemas.openxmlformats.org/officeDocument/2006/relationships/customXml" Target="../ink/ink264.xml"/><Relationship Id="rId201" Type="http://schemas.openxmlformats.org/officeDocument/2006/relationships/customXml" Target="../ink/ink266.xml"/><Relationship Id="rId222" Type="http://schemas.openxmlformats.org/officeDocument/2006/relationships/image" Target="../media/image229.png"/><Relationship Id="rId243" Type="http://schemas.openxmlformats.org/officeDocument/2006/relationships/customXml" Target="../ink/ink287.xml"/><Relationship Id="rId264" Type="http://schemas.openxmlformats.org/officeDocument/2006/relationships/image" Target="../media/image250.png"/><Relationship Id="rId285" Type="http://schemas.openxmlformats.org/officeDocument/2006/relationships/customXml" Target="../ink/ink308.xml"/><Relationship Id="rId17" Type="http://schemas.openxmlformats.org/officeDocument/2006/relationships/customXml" Target="../ink/ink153.xml"/><Relationship Id="rId38" Type="http://schemas.openxmlformats.org/officeDocument/2006/relationships/image" Target="../media/image155.png"/><Relationship Id="rId59" Type="http://schemas.openxmlformats.org/officeDocument/2006/relationships/customXml" Target="../ink/ink177.xml"/><Relationship Id="rId103" Type="http://schemas.openxmlformats.org/officeDocument/2006/relationships/customXml" Target="../ink/ink199.xml"/><Relationship Id="rId124" Type="http://schemas.openxmlformats.org/officeDocument/2006/relationships/customXml" Target="../ink/ink215.xml"/><Relationship Id="rId310" Type="http://schemas.openxmlformats.org/officeDocument/2006/relationships/image" Target="../media/image273.png"/><Relationship Id="rId70" Type="http://schemas.openxmlformats.org/officeDocument/2006/relationships/image" Target="../media/image171.png"/><Relationship Id="rId91" Type="http://schemas.openxmlformats.org/officeDocument/2006/relationships/customXml" Target="../ink/ink193.xml"/><Relationship Id="rId145" Type="http://schemas.openxmlformats.org/officeDocument/2006/relationships/customXml" Target="../ink/ink236.xml"/><Relationship Id="rId166" Type="http://schemas.openxmlformats.org/officeDocument/2006/relationships/image" Target="../media/image201.png"/><Relationship Id="rId187" Type="http://schemas.openxmlformats.org/officeDocument/2006/relationships/customXml" Target="../ink/ink259.xml"/><Relationship Id="rId331" Type="http://schemas.openxmlformats.org/officeDocument/2006/relationships/image" Target="../media/image283.png"/><Relationship Id="rId1" Type="http://schemas.openxmlformats.org/officeDocument/2006/relationships/slideLayout" Target="../slideLayouts/slideLayout7.xml"/><Relationship Id="rId212" Type="http://schemas.openxmlformats.org/officeDocument/2006/relationships/image" Target="../media/image224.png"/><Relationship Id="rId233" Type="http://schemas.openxmlformats.org/officeDocument/2006/relationships/customXml" Target="../ink/ink282.xml"/><Relationship Id="rId254" Type="http://schemas.openxmlformats.org/officeDocument/2006/relationships/image" Target="../media/image245.png"/><Relationship Id="rId28" Type="http://schemas.openxmlformats.org/officeDocument/2006/relationships/image" Target="../media/image153.png"/><Relationship Id="rId49" Type="http://schemas.openxmlformats.org/officeDocument/2006/relationships/customXml" Target="../ink/ink172.xml"/><Relationship Id="rId114" Type="http://schemas.openxmlformats.org/officeDocument/2006/relationships/customXml" Target="../ink/ink205.xml"/><Relationship Id="rId275" Type="http://schemas.openxmlformats.org/officeDocument/2006/relationships/customXml" Target="../ink/ink303.xml"/><Relationship Id="rId296" Type="http://schemas.openxmlformats.org/officeDocument/2006/relationships/image" Target="../media/image266.png"/><Relationship Id="rId300" Type="http://schemas.openxmlformats.org/officeDocument/2006/relationships/image" Target="../media/image268.png"/><Relationship Id="rId60" Type="http://schemas.openxmlformats.org/officeDocument/2006/relationships/image" Target="../media/image166.png"/><Relationship Id="rId81" Type="http://schemas.openxmlformats.org/officeDocument/2006/relationships/customXml" Target="../ink/ink188.xml"/><Relationship Id="rId135" Type="http://schemas.openxmlformats.org/officeDocument/2006/relationships/customXml" Target="../ink/ink226.xml"/><Relationship Id="rId156" Type="http://schemas.openxmlformats.org/officeDocument/2006/relationships/image" Target="../media/image196.png"/><Relationship Id="rId177" Type="http://schemas.openxmlformats.org/officeDocument/2006/relationships/customXml" Target="../ink/ink254.xml"/><Relationship Id="rId198" Type="http://schemas.openxmlformats.org/officeDocument/2006/relationships/image" Target="../media/image217.png"/><Relationship Id="rId321" Type="http://schemas.openxmlformats.org/officeDocument/2006/relationships/image" Target="../media/image278.png"/><Relationship Id="rId202" Type="http://schemas.openxmlformats.org/officeDocument/2006/relationships/image" Target="../media/image219.png"/><Relationship Id="rId223" Type="http://schemas.openxmlformats.org/officeDocument/2006/relationships/customXml" Target="../ink/ink277.xml"/><Relationship Id="rId244" Type="http://schemas.openxmlformats.org/officeDocument/2006/relationships/image" Target="../media/image240.png"/><Relationship Id="rId18" Type="http://schemas.openxmlformats.org/officeDocument/2006/relationships/image" Target="../media/image148.png"/><Relationship Id="rId39" Type="http://schemas.openxmlformats.org/officeDocument/2006/relationships/customXml" Target="../ink/ink167.xml"/><Relationship Id="rId265" Type="http://schemas.openxmlformats.org/officeDocument/2006/relationships/customXml" Target="../ink/ink298.xml"/><Relationship Id="rId286" Type="http://schemas.openxmlformats.org/officeDocument/2006/relationships/image" Target="../media/image261.png"/><Relationship Id="rId50" Type="http://schemas.openxmlformats.org/officeDocument/2006/relationships/image" Target="../media/image161.png"/><Relationship Id="rId104" Type="http://schemas.openxmlformats.org/officeDocument/2006/relationships/image" Target="../media/image188.png"/><Relationship Id="rId125" Type="http://schemas.openxmlformats.org/officeDocument/2006/relationships/customXml" Target="../ink/ink216.xml"/><Relationship Id="rId146" Type="http://schemas.openxmlformats.org/officeDocument/2006/relationships/customXml" Target="../ink/ink237.xml"/><Relationship Id="rId167" Type="http://schemas.openxmlformats.org/officeDocument/2006/relationships/customXml" Target="../ink/ink249.xml"/><Relationship Id="rId188" Type="http://schemas.openxmlformats.org/officeDocument/2006/relationships/image" Target="../media/image212.png"/><Relationship Id="rId311" Type="http://schemas.openxmlformats.org/officeDocument/2006/relationships/customXml" Target="../ink/ink321.xml"/><Relationship Id="rId71" Type="http://schemas.openxmlformats.org/officeDocument/2006/relationships/customXml" Target="../ink/ink183.xml"/><Relationship Id="rId92" Type="http://schemas.openxmlformats.org/officeDocument/2006/relationships/image" Target="../media/image182.png"/><Relationship Id="rId213" Type="http://schemas.openxmlformats.org/officeDocument/2006/relationships/customXml" Target="../ink/ink272.xml"/><Relationship Id="rId234" Type="http://schemas.openxmlformats.org/officeDocument/2006/relationships/image" Target="../media/image235.png"/><Relationship Id="rId2" Type="http://schemas.openxmlformats.org/officeDocument/2006/relationships/customXml" Target="../ink/ink143.xml"/><Relationship Id="rId29" Type="http://schemas.openxmlformats.org/officeDocument/2006/relationships/customXml" Target="../ink/ink159.xml"/><Relationship Id="rId255" Type="http://schemas.openxmlformats.org/officeDocument/2006/relationships/customXml" Target="../ink/ink293.xml"/><Relationship Id="rId276" Type="http://schemas.openxmlformats.org/officeDocument/2006/relationships/image" Target="../media/image256.png"/><Relationship Id="rId297" Type="http://schemas.openxmlformats.org/officeDocument/2006/relationships/customXml" Target="../ink/ink314.xml"/><Relationship Id="rId40" Type="http://schemas.openxmlformats.org/officeDocument/2006/relationships/image" Target="../media/image156.png"/><Relationship Id="rId115" Type="http://schemas.openxmlformats.org/officeDocument/2006/relationships/customXml" Target="../ink/ink206.xml"/><Relationship Id="rId136" Type="http://schemas.openxmlformats.org/officeDocument/2006/relationships/customXml" Target="../ink/ink227.xml"/><Relationship Id="rId157" Type="http://schemas.openxmlformats.org/officeDocument/2006/relationships/customXml" Target="../ink/ink244.xml"/><Relationship Id="rId178" Type="http://schemas.openxmlformats.org/officeDocument/2006/relationships/image" Target="../media/image207.png"/><Relationship Id="rId301" Type="http://schemas.openxmlformats.org/officeDocument/2006/relationships/customXml" Target="../ink/ink316.xml"/><Relationship Id="rId322" Type="http://schemas.openxmlformats.org/officeDocument/2006/relationships/customXml" Target="../ink/ink327.xml"/><Relationship Id="rId61" Type="http://schemas.openxmlformats.org/officeDocument/2006/relationships/customXml" Target="../ink/ink178.xml"/><Relationship Id="rId82" Type="http://schemas.openxmlformats.org/officeDocument/2006/relationships/image" Target="../media/image177.png"/><Relationship Id="rId199" Type="http://schemas.openxmlformats.org/officeDocument/2006/relationships/customXml" Target="../ink/ink265.xml"/><Relationship Id="rId203" Type="http://schemas.openxmlformats.org/officeDocument/2006/relationships/customXml" Target="../ink/ink267.xml"/><Relationship Id="rId19" Type="http://schemas.openxmlformats.org/officeDocument/2006/relationships/customXml" Target="../ink/ink154.xml"/><Relationship Id="rId224" Type="http://schemas.openxmlformats.org/officeDocument/2006/relationships/image" Target="../media/image230.png"/><Relationship Id="rId245" Type="http://schemas.openxmlformats.org/officeDocument/2006/relationships/customXml" Target="../ink/ink288.xml"/><Relationship Id="rId266" Type="http://schemas.openxmlformats.org/officeDocument/2006/relationships/image" Target="../media/image251.png"/><Relationship Id="rId287" Type="http://schemas.openxmlformats.org/officeDocument/2006/relationships/customXml" Target="../ink/ink309.xml"/><Relationship Id="rId30" Type="http://schemas.openxmlformats.org/officeDocument/2006/relationships/customXml" Target="../ink/ink160.xml"/><Relationship Id="rId105" Type="http://schemas.openxmlformats.org/officeDocument/2006/relationships/customXml" Target="../ink/ink200.xml"/><Relationship Id="rId126" Type="http://schemas.openxmlformats.org/officeDocument/2006/relationships/customXml" Target="../ink/ink217.xml"/><Relationship Id="rId147" Type="http://schemas.openxmlformats.org/officeDocument/2006/relationships/customXml" Target="../ink/ink238.xml"/><Relationship Id="rId168" Type="http://schemas.openxmlformats.org/officeDocument/2006/relationships/image" Target="../media/image202.png"/><Relationship Id="rId312" Type="http://schemas.openxmlformats.org/officeDocument/2006/relationships/image" Target="../media/image274.png"/><Relationship Id="rId51" Type="http://schemas.openxmlformats.org/officeDocument/2006/relationships/customXml" Target="../ink/ink173.xml"/><Relationship Id="rId72" Type="http://schemas.openxmlformats.org/officeDocument/2006/relationships/image" Target="../media/image172.png"/><Relationship Id="rId93" Type="http://schemas.openxmlformats.org/officeDocument/2006/relationships/customXml" Target="../ink/ink194.xml"/><Relationship Id="rId189" Type="http://schemas.openxmlformats.org/officeDocument/2006/relationships/customXml" Target="../ink/ink260.xml"/><Relationship Id="rId3" Type="http://schemas.openxmlformats.org/officeDocument/2006/relationships/image" Target="../media/image143.png"/><Relationship Id="rId214" Type="http://schemas.openxmlformats.org/officeDocument/2006/relationships/image" Target="../media/image225.png"/><Relationship Id="rId235" Type="http://schemas.openxmlformats.org/officeDocument/2006/relationships/customXml" Target="../ink/ink283.xml"/><Relationship Id="rId256" Type="http://schemas.openxmlformats.org/officeDocument/2006/relationships/image" Target="../media/image246.png"/><Relationship Id="rId277" Type="http://schemas.openxmlformats.org/officeDocument/2006/relationships/customXml" Target="../ink/ink304.xml"/><Relationship Id="rId298" Type="http://schemas.openxmlformats.org/officeDocument/2006/relationships/image" Target="../media/image267.png"/><Relationship Id="rId116" Type="http://schemas.openxmlformats.org/officeDocument/2006/relationships/customXml" Target="../ink/ink207.xml"/><Relationship Id="rId137" Type="http://schemas.openxmlformats.org/officeDocument/2006/relationships/customXml" Target="../ink/ink228.xml"/><Relationship Id="rId158" Type="http://schemas.openxmlformats.org/officeDocument/2006/relationships/image" Target="../media/image197.png"/><Relationship Id="rId302" Type="http://schemas.openxmlformats.org/officeDocument/2006/relationships/image" Target="../media/image269.png"/><Relationship Id="rId323" Type="http://schemas.openxmlformats.org/officeDocument/2006/relationships/image" Target="../media/image279.png"/><Relationship Id="rId20" Type="http://schemas.openxmlformats.org/officeDocument/2006/relationships/image" Target="../media/image149.png"/><Relationship Id="rId41" Type="http://schemas.openxmlformats.org/officeDocument/2006/relationships/customXml" Target="../ink/ink168.xml"/><Relationship Id="rId62" Type="http://schemas.openxmlformats.org/officeDocument/2006/relationships/image" Target="../media/image167.png"/><Relationship Id="rId83" Type="http://schemas.openxmlformats.org/officeDocument/2006/relationships/customXml" Target="../ink/ink189.xml"/><Relationship Id="rId179" Type="http://schemas.openxmlformats.org/officeDocument/2006/relationships/customXml" Target="../ink/ink255.xml"/><Relationship Id="rId190" Type="http://schemas.openxmlformats.org/officeDocument/2006/relationships/image" Target="../media/image213.png"/><Relationship Id="rId204" Type="http://schemas.openxmlformats.org/officeDocument/2006/relationships/image" Target="../media/image220.png"/><Relationship Id="rId225" Type="http://schemas.openxmlformats.org/officeDocument/2006/relationships/customXml" Target="../ink/ink278.xml"/><Relationship Id="rId246" Type="http://schemas.openxmlformats.org/officeDocument/2006/relationships/image" Target="../media/image241.png"/><Relationship Id="rId267" Type="http://schemas.openxmlformats.org/officeDocument/2006/relationships/customXml" Target="../ink/ink299.xml"/><Relationship Id="rId288" Type="http://schemas.openxmlformats.org/officeDocument/2006/relationships/image" Target="../media/image262.png"/><Relationship Id="rId106" Type="http://schemas.openxmlformats.org/officeDocument/2006/relationships/image" Target="../media/image189.png"/><Relationship Id="rId127" Type="http://schemas.openxmlformats.org/officeDocument/2006/relationships/customXml" Target="../ink/ink218.xml"/><Relationship Id="rId313" Type="http://schemas.openxmlformats.org/officeDocument/2006/relationships/customXml" Target="../ink/ink322.xml"/><Relationship Id="rId10" Type="http://schemas.openxmlformats.org/officeDocument/2006/relationships/customXml" Target="../ink/ink147.xml"/><Relationship Id="rId31" Type="http://schemas.openxmlformats.org/officeDocument/2006/relationships/customXml" Target="../ink/ink161.xml"/><Relationship Id="rId52" Type="http://schemas.openxmlformats.org/officeDocument/2006/relationships/image" Target="../media/image162.png"/><Relationship Id="rId73" Type="http://schemas.openxmlformats.org/officeDocument/2006/relationships/customXml" Target="../ink/ink184.xml"/><Relationship Id="rId94" Type="http://schemas.openxmlformats.org/officeDocument/2006/relationships/image" Target="../media/image183.png"/><Relationship Id="rId148" Type="http://schemas.openxmlformats.org/officeDocument/2006/relationships/customXml" Target="../ink/ink239.xml"/><Relationship Id="rId169" Type="http://schemas.openxmlformats.org/officeDocument/2006/relationships/customXml" Target="../ink/ink250.xml"/><Relationship Id="rId4" Type="http://schemas.openxmlformats.org/officeDocument/2006/relationships/customXml" Target="../ink/ink144.xml"/><Relationship Id="rId180" Type="http://schemas.openxmlformats.org/officeDocument/2006/relationships/image" Target="../media/image208.png"/><Relationship Id="rId215" Type="http://schemas.openxmlformats.org/officeDocument/2006/relationships/customXml" Target="../ink/ink273.xml"/><Relationship Id="rId236" Type="http://schemas.openxmlformats.org/officeDocument/2006/relationships/image" Target="../media/image236.png"/><Relationship Id="rId257" Type="http://schemas.openxmlformats.org/officeDocument/2006/relationships/customXml" Target="../ink/ink294.xml"/><Relationship Id="rId278" Type="http://schemas.openxmlformats.org/officeDocument/2006/relationships/image" Target="../media/image257.png"/><Relationship Id="rId303" Type="http://schemas.openxmlformats.org/officeDocument/2006/relationships/customXml" Target="../ink/ink317.xml"/><Relationship Id="rId42" Type="http://schemas.openxmlformats.org/officeDocument/2006/relationships/image" Target="../media/image157.png"/><Relationship Id="rId84" Type="http://schemas.openxmlformats.org/officeDocument/2006/relationships/image" Target="../media/image178.png"/><Relationship Id="rId138" Type="http://schemas.openxmlformats.org/officeDocument/2006/relationships/customXml" Target="../ink/ink229.xml"/><Relationship Id="rId191" Type="http://schemas.openxmlformats.org/officeDocument/2006/relationships/customXml" Target="../ink/ink261.xml"/><Relationship Id="rId205" Type="http://schemas.openxmlformats.org/officeDocument/2006/relationships/customXml" Target="../ink/ink268.xml"/><Relationship Id="rId247" Type="http://schemas.openxmlformats.org/officeDocument/2006/relationships/customXml" Target="../ink/ink289.xml"/><Relationship Id="rId107" Type="http://schemas.openxmlformats.org/officeDocument/2006/relationships/customXml" Target="../ink/ink201.xml"/><Relationship Id="rId289" Type="http://schemas.openxmlformats.org/officeDocument/2006/relationships/customXml" Target="../ink/ink310.xml"/><Relationship Id="rId11" Type="http://schemas.openxmlformats.org/officeDocument/2006/relationships/image" Target="../media/image147.png"/><Relationship Id="rId53" Type="http://schemas.openxmlformats.org/officeDocument/2006/relationships/customXml" Target="../ink/ink174.xml"/><Relationship Id="rId149" Type="http://schemas.openxmlformats.org/officeDocument/2006/relationships/customXml" Target="../ink/ink240.xml"/><Relationship Id="rId314" Type="http://schemas.openxmlformats.org/officeDocument/2006/relationships/image" Target="../media/image275.png"/><Relationship Id="rId95" Type="http://schemas.openxmlformats.org/officeDocument/2006/relationships/customXml" Target="../ink/ink195.xml"/><Relationship Id="rId160" Type="http://schemas.openxmlformats.org/officeDocument/2006/relationships/image" Target="../media/image198.png"/><Relationship Id="rId216" Type="http://schemas.openxmlformats.org/officeDocument/2006/relationships/image" Target="../media/image226.png"/><Relationship Id="rId258" Type="http://schemas.openxmlformats.org/officeDocument/2006/relationships/image" Target="../media/image247.png"/><Relationship Id="rId22" Type="http://schemas.openxmlformats.org/officeDocument/2006/relationships/image" Target="../media/image150.png"/><Relationship Id="rId64" Type="http://schemas.openxmlformats.org/officeDocument/2006/relationships/image" Target="../media/image168.png"/><Relationship Id="rId118" Type="http://schemas.openxmlformats.org/officeDocument/2006/relationships/customXml" Target="../ink/ink209.xml"/><Relationship Id="rId325" Type="http://schemas.openxmlformats.org/officeDocument/2006/relationships/image" Target="../media/image280.png"/><Relationship Id="rId171" Type="http://schemas.openxmlformats.org/officeDocument/2006/relationships/customXml" Target="../ink/ink251.xml"/><Relationship Id="rId227" Type="http://schemas.openxmlformats.org/officeDocument/2006/relationships/customXml" Target="../ink/ink279.xml"/><Relationship Id="rId269" Type="http://schemas.openxmlformats.org/officeDocument/2006/relationships/customXml" Target="../ink/ink300.xml"/><Relationship Id="rId33" Type="http://schemas.openxmlformats.org/officeDocument/2006/relationships/customXml" Target="../ink/ink163.xml"/><Relationship Id="rId129" Type="http://schemas.openxmlformats.org/officeDocument/2006/relationships/customXml" Target="../ink/ink220.xml"/><Relationship Id="rId280" Type="http://schemas.openxmlformats.org/officeDocument/2006/relationships/image" Target="../media/image258.png"/><Relationship Id="rId75" Type="http://schemas.openxmlformats.org/officeDocument/2006/relationships/customXml" Target="../ink/ink185.xml"/><Relationship Id="rId140" Type="http://schemas.openxmlformats.org/officeDocument/2006/relationships/customXml" Target="../ink/ink231.xml"/><Relationship Id="rId182" Type="http://schemas.openxmlformats.org/officeDocument/2006/relationships/image" Target="../media/image209.png"/><Relationship Id="rId6" Type="http://schemas.openxmlformats.org/officeDocument/2006/relationships/customXml" Target="../ink/ink145.xml"/><Relationship Id="rId238" Type="http://schemas.openxmlformats.org/officeDocument/2006/relationships/image" Target="../media/image237.png"/><Relationship Id="rId291" Type="http://schemas.openxmlformats.org/officeDocument/2006/relationships/customXml" Target="../ink/ink311.xml"/><Relationship Id="rId305" Type="http://schemas.openxmlformats.org/officeDocument/2006/relationships/customXml" Target="../ink/ink318.xml"/><Relationship Id="rId44" Type="http://schemas.openxmlformats.org/officeDocument/2006/relationships/image" Target="../media/image158.png"/><Relationship Id="rId86" Type="http://schemas.openxmlformats.org/officeDocument/2006/relationships/image" Target="../media/image179.png"/><Relationship Id="rId151" Type="http://schemas.openxmlformats.org/officeDocument/2006/relationships/customXml" Target="../ink/ink241.xml"/><Relationship Id="rId193" Type="http://schemas.openxmlformats.org/officeDocument/2006/relationships/customXml" Target="../ink/ink262.xml"/><Relationship Id="rId207" Type="http://schemas.openxmlformats.org/officeDocument/2006/relationships/customXml" Target="../ink/ink269.xml"/><Relationship Id="rId249" Type="http://schemas.openxmlformats.org/officeDocument/2006/relationships/customXml" Target="../ink/ink290.xml"/><Relationship Id="rId13" Type="http://schemas.openxmlformats.org/officeDocument/2006/relationships/customXml" Target="../ink/ink149.xml"/><Relationship Id="rId109" Type="http://schemas.openxmlformats.org/officeDocument/2006/relationships/customXml" Target="../ink/ink202.xml"/><Relationship Id="rId260" Type="http://schemas.openxmlformats.org/officeDocument/2006/relationships/image" Target="../media/image248.png"/><Relationship Id="rId316" Type="http://schemas.openxmlformats.org/officeDocument/2006/relationships/image" Target="../media/image276.png"/><Relationship Id="rId55" Type="http://schemas.openxmlformats.org/officeDocument/2006/relationships/customXml" Target="../ink/ink175.xml"/><Relationship Id="rId97" Type="http://schemas.openxmlformats.org/officeDocument/2006/relationships/customXml" Target="../ink/ink196.xml"/><Relationship Id="rId120" Type="http://schemas.openxmlformats.org/officeDocument/2006/relationships/customXml" Target="../ink/ink211.xml"/><Relationship Id="rId162" Type="http://schemas.openxmlformats.org/officeDocument/2006/relationships/image" Target="../media/image199.png"/><Relationship Id="rId218" Type="http://schemas.openxmlformats.org/officeDocument/2006/relationships/image" Target="../media/image227.png"/></Relationships>
</file>

<file path=ppt/slides/_rels/slide4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341.png"/><Relationship Id="rId21" Type="http://schemas.openxmlformats.org/officeDocument/2006/relationships/image" Target="../media/image293.png"/><Relationship Id="rId324" Type="http://schemas.openxmlformats.org/officeDocument/2006/relationships/customXml" Target="../ink/ink493.xml"/><Relationship Id="rId531" Type="http://schemas.openxmlformats.org/officeDocument/2006/relationships/customXml" Target="../ink/ink597.xml"/><Relationship Id="rId629" Type="http://schemas.openxmlformats.org/officeDocument/2006/relationships/image" Target="../media/image595.png"/><Relationship Id="rId170" Type="http://schemas.openxmlformats.org/officeDocument/2006/relationships/customXml" Target="../ink/ink416.xml"/><Relationship Id="rId268" Type="http://schemas.openxmlformats.org/officeDocument/2006/relationships/customXml" Target="../ink/ink465.xml"/><Relationship Id="rId475" Type="http://schemas.openxmlformats.org/officeDocument/2006/relationships/customXml" Target="../ink/ink569.xml"/><Relationship Id="rId32" Type="http://schemas.openxmlformats.org/officeDocument/2006/relationships/customXml" Target="../ink/ink347.xml"/><Relationship Id="rId128" Type="http://schemas.openxmlformats.org/officeDocument/2006/relationships/customXml" Target="../ink/ink395.xml"/><Relationship Id="rId335" Type="http://schemas.openxmlformats.org/officeDocument/2006/relationships/image" Target="../media/image450.png"/><Relationship Id="rId542" Type="http://schemas.openxmlformats.org/officeDocument/2006/relationships/customXml" Target="../ink/ink603.xml"/><Relationship Id="rId181" Type="http://schemas.openxmlformats.org/officeDocument/2006/relationships/image" Target="../media/image373.png"/><Relationship Id="rId402" Type="http://schemas.openxmlformats.org/officeDocument/2006/relationships/customXml" Target="../ink/ink532.xml"/><Relationship Id="rId279" Type="http://schemas.openxmlformats.org/officeDocument/2006/relationships/image" Target="../media/image422.png"/><Relationship Id="rId486" Type="http://schemas.openxmlformats.org/officeDocument/2006/relationships/image" Target="../media/image524.png"/><Relationship Id="rId43" Type="http://schemas.openxmlformats.org/officeDocument/2006/relationships/image" Target="../media/image304.png"/><Relationship Id="rId139" Type="http://schemas.openxmlformats.org/officeDocument/2006/relationships/image" Target="../media/image352.png"/><Relationship Id="rId346" Type="http://schemas.openxmlformats.org/officeDocument/2006/relationships/customXml" Target="../ink/ink504.xml"/><Relationship Id="rId553" Type="http://schemas.openxmlformats.org/officeDocument/2006/relationships/image" Target="../media/image557.png"/><Relationship Id="rId192" Type="http://schemas.openxmlformats.org/officeDocument/2006/relationships/customXml" Target="../ink/ink427.xml"/><Relationship Id="rId206" Type="http://schemas.openxmlformats.org/officeDocument/2006/relationships/customXml" Target="../ink/ink434.xml"/><Relationship Id="rId413" Type="http://schemas.openxmlformats.org/officeDocument/2006/relationships/image" Target="../media/image488.png"/><Relationship Id="rId497" Type="http://schemas.openxmlformats.org/officeDocument/2006/relationships/customXml" Target="../ink/ink580.xml"/><Relationship Id="rId620" Type="http://schemas.openxmlformats.org/officeDocument/2006/relationships/customXml" Target="../ink/ink642.xml"/><Relationship Id="rId357" Type="http://schemas.openxmlformats.org/officeDocument/2006/relationships/image" Target="../media/image461.png"/><Relationship Id="rId54" Type="http://schemas.openxmlformats.org/officeDocument/2006/relationships/customXml" Target="../ink/ink358.xml"/><Relationship Id="rId217" Type="http://schemas.openxmlformats.org/officeDocument/2006/relationships/image" Target="../media/image391.png"/><Relationship Id="rId564" Type="http://schemas.openxmlformats.org/officeDocument/2006/relationships/customXml" Target="../ink/ink614.xml"/><Relationship Id="rId424" Type="http://schemas.openxmlformats.org/officeDocument/2006/relationships/customXml" Target="../ink/ink543.xml"/><Relationship Id="rId631" Type="http://schemas.openxmlformats.org/officeDocument/2006/relationships/image" Target="../media/image596.png"/><Relationship Id="rId270" Type="http://schemas.openxmlformats.org/officeDocument/2006/relationships/customXml" Target="../ink/ink466.xml"/><Relationship Id="rId65" Type="http://schemas.openxmlformats.org/officeDocument/2006/relationships/image" Target="../media/image315.png"/><Relationship Id="rId130" Type="http://schemas.openxmlformats.org/officeDocument/2006/relationships/customXml" Target="../ink/ink396.xml"/><Relationship Id="rId368" Type="http://schemas.openxmlformats.org/officeDocument/2006/relationships/customXml" Target="../ink/ink515.xml"/><Relationship Id="rId575" Type="http://schemas.openxmlformats.org/officeDocument/2006/relationships/image" Target="../media/image568.png"/><Relationship Id="rId228" Type="http://schemas.openxmlformats.org/officeDocument/2006/relationships/customXml" Target="../ink/ink445.xml"/><Relationship Id="rId435" Type="http://schemas.openxmlformats.org/officeDocument/2006/relationships/image" Target="../media/image499.png"/><Relationship Id="rId642" Type="http://schemas.openxmlformats.org/officeDocument/2006/relationships/customXml" Target="../ink/ink653.xml"/><Relationship Id="rId281" Type="http://schemas.openxmlformats.org/officeDocument/2006/relationships/image" Target="../media/image423.png"/><Relationship Id="rId502" Type="http://schemas.openxmlformats.org/officeDocument/2006/relationships/image" Target="../media/image532.png"/><Relationship Id="rId76" Type="http://schemas.openxmlformats.org/officeDocument/2006/relationships/customXml" Target="../ink/ink369.xml"/><Relationship Id="rId141" Type="http://schemas.openxmlformats.org/officeDocument/2006/relationships/image" Target="../media/image353.png"/><Relationship Id="rId379" Type="http://schemas.openxmlformats.org/officeDocument/2006/relationships/image" Target="../media/image472.png"/><Relationship Id="rId586" Type="http://schemas.openxmlformats.org/officeDocument/2006/relationships/customXml" Target="../ink/ink625.xml"/><Relationship Id="rId7" Type="http://schemas.openxmlformats.org/officeDocument/2006/relationships/image" Target="../media/image286.png"/><Relationship Id="rId239" Type="http://schemas.openxmlformats.org/officeDocument/2006/relationships/image" Target="../media/image402.png"/><Relationship Id="rId446" Type="http://schemas.openxmlformats.org/officeDocument/2006/relationships/image" Target="../media/image504.png"/><Relationship Id="rId292" Type="http://schemas.openxmlformats.org/officeDocument/2006/relationships/customXml" Target="../ink/ink477.xml"/><Relationship Id="rId306" Type="http://schemas.openxmlformats.org/officeDocument/2006/relationships/customXml" Target="../ink/ink484.xml"/><Relationship Id="rId87" Type="http://schemas.openxmlformats.org/officeDocument/2006/relationships/image" Target="../media/image326.png"/><Relationship Id="rId513" Type="http://schemas.openxmlformats.org/officeDocument/2006/relationships/customXml" Target="../ink/ink588.xml"/><Relationship Id="rId597" Type="http://schemas.openxmlformats.org/officeDocument/2006/relationships/image" Target="../media/image579.png"/><Relationship Id="rId152" Type="http://schemas.openxmlformats.org/officeDocument/2006/relationships/customXml" Target="../ink/ink407.xml"/><Relationship Id="rId457" Type="http://schemas.openxmlformats.org/officeDocument/2006/relationships/customXml" Target="../ink/ink560.xml"/><Relationship Id="rId14" Type="http://schemas.openxmlformats.org/officeDocument/2006/relationships/customXml" Target="../ink/ink338.xml"/><Relationship Id="rId317" Type="http://schemas.openxmlformats.org/officeDocument/2006/relationships/image" Target="../media/image441.png"/><Relationship Id="rId524" Type="http://schemas.openxmlformats.org/officeDocument/2006/relationships/image" Target="../media/image543.png"/><Relationship Id="rId98" Type="http://schemas.openxmlformats.org/officeDocument/2006/relationships/customXml" Target="../ink/ink380.xml"/><Relationship Id="rId163" Type="http://schemas.openxmlformats.org/officeDocument/2006/relationships/image" Target="../media/image364.png"/><Relationship Id="rId370" Type="http://schemas.openxmlformats.org/officeDocument/2006/relationships/customXml" Target="../ink/ink516.xml"/><Relationship Id="rId230" Type="http://schemas.openxmlformats.org/officeDocument/2006/relationships/customXml" Target="../ink/ink446.xml"/><Relationship Id="rId468" Type="http://schemas.openxmlformats.org/officeDocument/2006/relationships/image" Target="../media/image515.png"/><Relationship Id="rId25" Type="http://schemas.openxmlformats.org/officeDocument/2006/relationships/image" Target="../media/image295.png"/><Relationship Id="rId328" Type="http://schemas.openxmlformats.org/officeDocument/2006/relationships/customXml" Target="../ink/ink495.xml"/><Relationship Id="rId535" Type="http://schemas.openxmlformats.org/officeDocument/2006/relationships/image" Target="../media/image548.png"/><Relationship Id="rId174" Type="http://schemas.openxmlformats.org/officeDocument/2006/relationships/customXml" Target="../ink/ink418.xml"/><Relationship Id="rId381" Type="http://schemas.openxmlformats.org/officeDocument/2006/relationships/image" Target="../media/image473.png"/><Relationship Id="rId602" Type="http://schemas.openxmlformats.org/officeDocument/2006/relationships/customXml" Target="../ink/ink633.xml"/><Relationship Id="rId241" Type="http://schemas.openxmlformats.org/officeDocument/2006/relationships/image" Target="../media/image403.png"/><Relationship Id="rId479" Type="http://schemas.openxmlformats.org/officeDocument/2006/relationships/customXml" Target="../ink/ink571.xml"/><Relationship Id="rId36" Type="http://schemas.openxmlformats.org/officeDocument/2006/relationships/customXml" Target="../ink/ink349.xml"/><Relationship Id="rId339" Type="http://schemas.openxmlformats.org/officeDocument/2006/relationships/image" Target="../media/image452.png"/><Relationship Id="rId546" Type="http://schemas.openxmlformats.org/officeDocument/2006/relationships/customXml" Target="../ink/ink605.xml"/><Relationship Id="rId101" Type="http://schemas.openxmlformats.org/officeDocument/2006/relationships/image" Target="../media/image333.png"/><Relationship Id="rId185" Type="http://schemas.openxmlformats.org/officeDocument/2006/relationships/image" Target="../media/image375.png"/><Relationship Id="rId406" Type="http://schemas.openxmlformats.org/officeDocument/2006/relationships/customXml" Target="../ink/ink534.xml"/><Relationship Id="rId392" Type="http://schemas.openxmlformats.org/officeDocument/2006/relationships/customXml" Target="../ink/ink527.xml"/><Relationship Id="rId613" Type="http://schemas.openxmlformats.org/officeDocument/2006/relationships/image" Target="../media/image587.png"/><Relationship Id="rId252" Type="http://schemas.openxmlformats.org/officeDocument/2006/relationships/customXml" Target="../ink/ink457.xml"/><Relationship Id="rId47" Type="http://schemas.openxmlformats.org/officeDocument/2006/relationships/image" Target="../media/image306.png"/><Relationship Id="rId112" Type="http://schemas.openxmlformats.org/officeDocument/2006/relationships/customXml" Target="../ink/ink387.xml"/><Relationship Id="rId557" Type="http://schemas.openxmlformats.org/officeDocument/2006/relationships/image" Target="../media/image559.png"/><Relationship Id="rId196" Type="http://schemas.openxmlformats.org/officeDocument/2006/relationships/customXml" Target="../ink/ink429.xml"/><Relationship Id="rId417" Type="http://schemas.openxmlformats.org/officeDocument/2006/relationships/image" Target="../media/image490.png"/><Relationship Id="rId624" Type="http://schemas.openxmlformats.org/officeDocument/2006/relationships/customXml" Target="../ink/ink644.xml"/><Relationship Id="rId16" Type="http://schemas.openxmlformats.org/officeDocument/2006/relationships/customXml" Target="../ink/ink339.xml"/><Relationship Id="rId221" Type="http://schemas.openxmlformats.org/officeDocument/2006/relationships/image" Target="../media/image393.png"/><Relationship Id="rId263" Type="http://schemas.openxmlformats.org/officeDocument/2006/relationships/image" Target="../media/image414.png"/><Relationship Id="rId319" Type="http://schemas.openxmlformats.org/officeDocument/2006/relationships/image" Target="../media/image442.png"/><Relationship Id="rId470" Type="http://schemas.openxmlformats.org/officeDocument/2006/relationships/image" Target="../media/image516.png"/><Relationship Id="rId526" Type="http://schemas.openxmlformats.org/officeDocument/2006/relationships/image" Target="../media/image544.png"/><Relationship Id="rId58" Type="http://schemas.openxmlformats.org/officeDocument/2006/relationships/customXml" Target="../ink/ink360.xml"/><Relationship Id="rId123" Type="http://schemas.openxmlformats.org/officeDocument/2006/relationships/image" Target="../media/image344.png"/><Relationship Id="rId330" Type="http://schemas.openxmlformats.org/officeDocument/2006/relationships/customXml" Target="../ink/ink496.xml"/><Relationship Id="rId568" Type="http://schemas.openxmlformats.org/officeDocument/2006/relationships/customXml" Target="../ink/ink616.xml"/><Relationship Id="rId165" Type="http://schemas.openxmlformats.org/officeDocument/2006/relationships/image" Target="../media/image365.png"/><Relationship Id="rId372" Type="http://schemas.openxmlformats.org/officeDocument/2006/relationships/customXml" Target="../ink/ink517.xml"/><Relationship Id="rId428" Type="http://schemas.openxmlformats.org/officeDocument/2006/relationships/customXml" Target="../ink/ink545.xml"/><Relationship Id="rId635" Type="http://schemas.openxmlformats.org/officeDocument/2006/relationships/image" Target="../media/image598.png"/><Relationship Id="rId232" Type="http://schemas.openxmlformats.org/officeDocument/2006/relationships/customXml" Target="../ink/ink447.xml"/><Relationship Id="rId274" Type="http://schemas.openxmlformats.org/officeDocument/2006/relationships/customXml" Target="../ink/ink468.xml"/><Relationship Id="rId481" Type="http://schemas.openxmlformats.org/officeDocument/2006/relationships/customXml" Target="../ink/ink572.xml"/><Relationship Id="rId27" Type="http://schemas.openxmlformats.org/officeDocument/2006/relationships/image" Target="../media/image296.png"/><Relationship Id="rId69" Type="http://schemas.openxmlformats.org/officeDocument/2006/relationships/image" Target="../media/image317.png"/><Relationship Id="rId134" Type="http://schemas.openxmlformats.org/officeDocument/2006/relationships/customXml" Target="../ink/ink398.xml"/><Relationship Id="rId537" Type="http://schemas.openxmlformats.org/officeDocument/2006/relationships/image" Target="../media/image549.png"/><Relationship Id="rId579" Type="http://schemas.openxmlformats.org/officeDocument/2006/relationships/image" Target="../media/image570.png"/><Relationship Id="rId80" Type="http://schemas.openxmlformats.org/officeDocument/2006/relationships/customXml" Target="../ink/ink371.xml"/><Relationship Id="rId176" Type="http://schemas.openxmlformats.org/officeDocument/2006/relationships/customXml" Target="../ink/ink419.xml"/><Relationship Id="rId341" Type="http://schemas.openxmlformats.org/officeDocument/2006/relationships/image" Target="../media/image453.png"/><Relationship Id="rId383" Type="http://schemas.openxmlformats.org/officeDocument/2006/relationships/image" Target="../media/image474.png"/><Relationship Id="rId439" Type="http://schemas.openxmlformats.org/officeDocument/2006/relationships/customXml" Target="../ink/ink551.xml"/><Relationship Id="rId590" Type="http://schemas.openxmlformats.org/officeDocument/2006/relationships/customXml" Target="../ink/ink627.xml"/><Relationship Id="rId604" Type="http://schemas.openxmlformats.org/officeDocument/2006/relationships/customXml" Target="../ink/ink634.xml"/><Relationship Id="rId646" Type="http://schemas.openxmlformats.org/officeDocument/2006/relationships/customXml" Target="../ink/ink655.xml"/><Relationship Id="rId201" Type="http://schemas.openxmlformats.org/officeDocument/2006/relationships/image" Target="../media/image383.png"/><Relationship Id="rId243" Type="http://schemas.openxmlformats.org/officeDocument/2006/relationships/image" Target="../media/image404.png"/><Relationship Id="rId285" Type="http://schemas.openxmlformats.org/officeDocument/2006/relationships/image" Target="../media/image425.png"/><Relationship Id="rId450" Type="http://schemas.openxmlformats.org/officeDocument/2006/relationships/image" Target="../media/image506.png"/><Relationship Id="rId506" Type="http://schemas.openxmlformats.org/officeDocument/2006/relationships/image" Target="../media/image534.png"/><Relationship Id="rId38" Type="http://schemas.openxmlformats.org/officeDocument/2006/relationships/customXml" Target="../ink/ink350.xml"/><Relationship Id="rId103" Type="http://schemas.openxmlformats.org/officeDocument/2006/relationships/image" Target="../media/image334.png"/><Relationship Id="rId310" Type="http://schemas.openxmlformats.org/officeDocument/2006/relationships/customXml" Target="../ink/ink486.xml"/><Relationship Id="rId492" Type="http://schemas.openxmlformats.org/officeDocument/2006/relationships/image" Target="../media/image527.png"/><Relationship Id="rId548" Type="http://schemas.openxmlformats.org/officeDocument/2006/relationships/customXml" Target="../ink/ink606.xml"/><Relationship Id="rId91" Type="http://schemas.openxmlformats.org/officeDocument/2006/relationships/image" Target="../media/image328.png"/><Relationship Id="rId145" Type="http://schemas.openxmlformats.org/officeDocument/2006/relationships/image" Target="../media/image355.png"/><Relationship Id="rId187" Type="http://schemas.openxmlformats.org/officeDocument/2006/relationships/image" Target="../media/image376.png"/><Relationship Id="rId352" Type="http://schemas.openxmlformats.org/officeDocument/2006/relationships/customXml" Target="../ink/ink507.xml"/><Relationship Id="rId394" Type="http://schemas.openxmlformats.org/officeDocument/2006/relationships/customXml" Target="../ink/ink528.xml"/><Relationship Id="rId408" Type="http://schemas.openxmlformats.org/officeDocument/2006/relationships/customXml" Target="../ink/ink535.xml"/><Relationship Id="rId615" Type="http://schemas.openxmlformats.org/officeDocument/2006/relationships/image" Target="../media/image588.png"/><Relationship Id="rId212" Type="http://schemas.openxmlformats.org/officeDocument/2006/relationships/customXml" Target="../ink/ink437.xml"/><Relationship Id="rId254" Type="http://schemas.openxmlformats.org/officeDocument/2006/relationships/customXml" Target="../ink/ink458.xml"/><Relationship Id="rId49" Type="http://schemas.openxmlformats.org/officeDocument/2006/relationships/image" Target="../media/image307.png"/><Relationship Id="rId114" Type="http://schemas.openxmlformats.org/officeDocument/2006/relationships/customXml" Target="../ink/ink388.xml"/><Relationship Id="rId296" Type="http://schemas.openxmlformats.org/officeDocument/2006/relationships/customXml" Target="../ink/ink479.xml"/><Relationship Id="rId461" Type="http://schemas.openxmlformats.org/officeDocument/2006/relationships/customXml" Target="../ink/ink562.xml"/><Relationship Id="rId517" Type="http://schemas.openxmlformats.org/officeDocument/2006/relationships/customXml" Target="../ink/ink590.xml"/><Relationship Id="rId559" Type="http://schemas.openxmlformats.org/officeDocument/2006/relationships/image" Target="../media/image560.png"/><Relationship Id="rId60" Type="http://schemas.openxmlformats.org/officeDocument/2006/relationships/customXml" Target="../ink/ink361.xml"/><Relationship Id="rId156" Type="http://schemas.openxmlformats.org/officeDocument/2006/relationships/customXml" Target="../ink/ink409.xml"/><Relationship Id="rId198" Type="http://schemas.openxmlformats.org/officeDocument/2006/relationships/customXml" Target="../ink/ink430.xml"/><Relationship Id="rId321" Type="http://schemas.openxmlformats.org/officeDocument/2006/relationships/image" Target="../media/image443.png"/><Relationship Id="rId363" Type="http://schemas.openxmlformats.org/officeDocument/2006/relationships/image" Target="../media/image464.png"/><Relationship Id="rId419" Type="http://schemas.openxmlformats.org/officeDocument/2006/relationships/image" Target="../media/image491.png"/><Relationship Id="rId570" Type="http://schemas.openxmlformats.org/officeDocument/2006/relationships/customXml" Target="../ink/ink617.xml"/><Relationship Id="rId626" Type="http://schemas.openxmlformats.org/officeDocument/2006/relationships/customXml" Target="../ink/ink645.xml"/><Relationship Id="rId223" Type="http://schemas.openxmlformats.org/officeDocument/2006/relationships/image" Target="../media/image394.png"/><Relationship Id="rId430" Type="http://schemas.openxmlformats.org/officeDocument/2006/relationships/customXml" Target="../ink/ink546.xml"/><Relationship Id="rId18" Type="http://schemas.openxmlformats.org/officeDocument/2006/relationships/customXml" Target="../ink/ink340.xml"/><Relationship Id="rId265" Type="http://schemas.openxmlformats.org/officeDocument/2006/relationships/image" Target="../media/image415.png"/><Relationship Id="rId472" Type="http://schemas.openxmlformats.org/officeDocument/2006/relationships/image" Target="../media/image517.png"/><Relationship Id="rId528" Type="http://schemas.openxmlformats.org/officeDocument/2006/relationships/image" Target="../media/image545.png"/><Relationship Id="rId125" Type="http://schemas.openxmlformats.org/officeDocument/2006/relationships/image" Target="../media/image345.png"/><Relationship Id="rId167" Type="http://schemas.openxmlformats.org/officeDocument/2006/relationships/image" Target="../media/image366.png"/><Relationship Id="rId332" Type="http://schemas.openxmlformats.org/officeDocument/2006/relationships/customXml" Target="../ink/ink497.xml"/><Relationship Id="rId374" Type="http://schemas.openxmlformats.org/officeDocument/2006/relationships/customXml" Target="../ink/ink518.xml"/><Relationship Id="rId581" Type="http://schemas.openxmlformats.org/officeDocument/2006/relationships/image" Target="../media/image571.png"/><Relationship Id="rId71" Type="http://schemas.openxmlformats.org/officeDocument/2006/relationships/image" Target="../media/image318.png"/><Relationship Id="rId234" Type="http://schemas.openxmlformats.org/officeDocument/2006/relationships/customXml" Target="../ink/ink448.xml"/><Relationship Id="rId637" Type="http://schemas.openxmlformats.org/officeDocument/2006/relationships/image" Target="../media/image599.png"/><Relationship Id="rId2" Type="http://schemas.openxmlformats.org/officeDocument/2006/relationships/customXml" Target="../ink/ink332.xml"/><Relationship Id="rId29" Type="http://schemas.openxmlformats.org/officeDocument/2006/relationships/image" Target="../media/image297.png"/><Relationship Id="rId276" Type="http://schemas.openxmlformats.org/officeDocument/2006/relationships/customXml" Target="../ink/ink469.xml"/><Relationship Id="rId441" Type="http://schemas.openxmlformats.org/officeDocument/2006/relationships/customXml" Target="../ink/ink552.xml"/><Relationship Id="rId483" Type="http://schemas.openxmlformats.org/officeDocument/2006/relationships/customXml" Target="../ink/ink573.xml"/><Relationship Id="rId539" Type="http://schemas.openxmlformats.org/officeDocument/2006/relationships/image" Target="../media/image550.png"/><Relationship Id="rId40" Type="http://schemas.openxmlformats.org/officeDocument/2006/relationships/customXml" Target="../ink/ink351.xml"/><Relationship Id="rId136" Type="http://schemas.openxmlformats.org/officeDocument/2006/relationships/customXml" Target="../ink/ink399.xml"/><Relationship Id="rId178" Type="http://schemas.openxmlformats.org/officeDocument/2006/relationships/customXml" Target="../ink/ink420.xml"/><Relationship Id="rId301" Type="http://schemas.openxmlformats.org/officeDocument/2006/relationships/image" Target="../media/image433.png"/><Relationship Id="rId343" Type="http://schemas.openxmlformats.org/officeDocument/2006/relationships/image" Target="../media/image454.png"/><Relationship Id="rId550" Type="http://schemas.openxmlformats.org/officeDocument/2006/relationships/customXml" Target="../ink/ink607.xml"/><Relationship Id="rId82" Type="http://schemas.openxmlformats.org/officeDocument/2006/relationships/customXml" Target="../ink/ink372.xml"/><Relationship Id="rId203" Type="http://schemas.openxmlformats.org/officeDocument/2006/relationships/image" Target="../media/image384.png"/><Relationship Id="rId385" Type="http://schemas.openxmlformats.org/officeDocument/2006/relationships/image" Target="../media/image475.png"/><Relationship Id="rId592" Type="http://schemas.openxmlformats.org/officeDocument/2006/relationships/customXml" Target="../ink/ink628.xml"/><Relationship Id="rId606" Type="http://schemas.openxmlformats.org/officeDocument/2006/relationships/customXml" Target="../ink/ink635.xml"/><Relationship Id="rId648" Type="http://schemas.openxmlformats.org/officeDocument/2006/relationships/customXml" Target="../ink/ink656.xml"/><Relationship Id="rId245" Type="http://schemas.openxmlformats.org/officeDocument/2006/relationships/image" Target="../media/image405.png"/><Relationship Id="rId287" Type="http://schemas.openxmlformats.org/officeDocument/2006/relationships/image" Target="../media/image426.png"/><Relationship Id="rId410" Type="http://schemas.openxmlformats.org/officeDocument/2006/relationships/customXml" Target="../ink/ink536.xml"/><Relationship Id="rId452" Type="http://schemas.openxmlformats.org/officeDocument/2006/relationships/image" Target="../media/image507.png"/><Relationship Id="rId494" Type="http://schemas.openxmlformats.org/officeDocument/2006/relationships/image" Target="../media/image528.png"/><Relationship Id="rId508" Type="http://schemas.openxmlformats.org/officeDocument/2006/relationships/image" Target="../media/image535.png"/><Relationship Id="rId105" Type="http://schemas.openxmlformats.org/officeDocument/2006/relationships/image" Target="../media/image335.png"/><Relationship Id="rId147" Type="http://schemas.openxmlformats.org/officeDocument/2006/relationships/image" Target="../media/image356.png"/><Relationship Id="rId312" Type="http://schemas.openxmlformats.org/officeDocument/2006/relationships/customXml" Target="../ink/ink487.xml"/><Relationship Id="rId354" Type="http://schemas.openxmlformats.org/officeDocument/2006/relationships/customXml" Target="../ink/ink508.xml"/><Relationship Id="rId51" Type="http://schemas.openxmlformats.org/officeDocument/2006/relationships/image" Target="../media/image308.png"/><Relationship Id="rId93" Type="http://schemas.openxmlformats.org/officeDocument/2006/relationships/image" Target="../media/image329.png"/><Relationship Id="rId189" Type="http://schemas.openxmlformats.org/officeDocument/2006/relationships/image" Target="../media/image377.png"/><Relationship Id="rId396" Type="http://schemas.openxmlformats.org/officeDocument/2006/relationships/customXml" Target="../ink/ink529.xml"/><Relationship Id="rId561" Type="http://schemas.openxmlformats.org/officeDocument/2006/relationships/image" Target="../media/image561.png"/><Relationship Id="rId617" Type="http://schemas.openxmlformats.org/officeDocument/2006/relationships/image" Target="../media/image589.png"/><Relationship Id="rId214" Type="http://schemas.openxmlformats.org/officeDocument/2006/relationships/customXml" Target="../ink/ink438.xml"/><Relationship Id="rId256" Type="http://schemas.openxmlformats.org/officeDocument/2006/relationships/customXml" Target="../ink/ink459.xml"/><Relationship Id="rId298" Type="http://schemas.openxmlformats.org/officeDocument/2006/relationships/customXml" Target="../ink/ink480.xml"/><Relationship Id="rId421" Type="http://schemas.openxmlformats.org/officeDocument/2006/relationships/image" Target="../media/image492.png"/><Relationship Id="rId463" Type="http://schemas.openxmlformats.org/officeDocument/2006/relationships/customXml" Target="../ink/ink563.xml"/><Relationship Id="rId519" Type="http://schemas.openxmlformats.org/officeDocument/2006/relationships/customXml" Target="../ink/ink591.xml"/><Relationship Id="rId116" Type="http://schemas.openxmlformats.org/officeDocument/2006/relationships/customXml" Target="../ink/ink389.xml"/><Relationship Id="rId158" Type="http://schemas.openxmlformats.org/officeDocument/2006/relationships/customXml" Target="../ink/ink410.xml"/><Relationship Id="rId323" Type="http://schemas.openxmlformats.org/officeDocument/2006/relationships/image" Target="../media/image444.png"/><Relationship Id="rId530" Type="http://schemas.openxmlformats.org/officeDocument/2006/relationships/image" Target="../media/image546.png"/><Relationship Id="rId20" Type="http://schemas.openxmlformats.org/officeDocument/2006/relationships/customXml" Target="../ink/ink341.xml"/><Relationship Id="rId62" Type="http://schemas.openxmlformats.org/officeDocument/2006/relationships/customXml" Target="../ink/ink362.xml"/><Relationship Id="rId365" Type="http://schemas.openxmlformats.org/officeDocument/2006/relationships/image" Target="../media/image465.png"/><Relationship Id="rId572" Type="http://schemas.openxmlformats.org/officeDocument/2006/relationships/customXml" Target="../ink/ink618.xml"/><Relationship Id="rId628" Type="http://schemas.openxmlformats.org/officeDocument/2006/relationships/customXml" Target="../ink/ink646.xml"/><Relationship Id="rId225" Type="http://schemas.openxmlformats.org/officeDocument/2006/relationships/image" Target="../media/image395.png"/><Relationship Id="rId267" Type="http://schemas.openxmlformats.org/officeDocument/2006/relationships/image" Target="../media/image416.png"/><Relationship Id="rId432" Type="http://schemas.openxmlformats.org/officeDocument/2006/relationships/customXml" Target="../ink/ink547.xml"/><Relationship Id="rId474" Type="http://schemas.openxmlformats.org/officeDocument/2006/relationships/image" Target="../media/image518.png"/><Relationship Id="rId127" Type="http://schemas.openxmlformats.org/officeDocument/2006/relationships/image" Target="../media/image346.png"/><Relationship Id="rId31" Type="http://schemas.openxmlformats.org/officeDocument/2006/relationships/image" Target="../media/image298.png"/><Relationship Id="rId73" Type="http://schemas.openxmlformats.org/officeDocument/2006/relationships/image" Target="../media/image319.png"/><Relationship Id="rId169" Type="http://schemas.openxmlformats.org/officeDocument/2006/relationships/image" Target="../media/image367.png"/><Relationship Id="rId334" Type="http://schemas.openxmlformats.org/officeDocument/2006/relationships/customXml" Target="../ink/ink498.xml"/><Relationship Id="rId376" Type="http://schemas.openxmlformats.org/officeDocument/2006/relationships/customXml" Target="../ink/ink519.xml"/><Relationship Id="rId541" Type="http://schemas.openxmlformats.org/officeDocument/2006/relationships/image" Target="../media/image551.png"/><Relationship Id="rId583" Type="http://schemas.openxmlformats.org/officeDocument/2006/relationships/image" Target="../media/image572.png"/><Relationship Id="rId639" Type="http://schemas.openxmlformats.org/officeDocument/2006/relationships/image" Target="../media/image600.png"/><Relationship Id="rId4" Type="http://schemas.openxmlformats.org/officeDocument/2006/relationships/customXml" Target="../ink/ink333.xml"/><Relationship Id="rId180" Type="http://schemas.openxmlformats.org/officeDocument/2006/relationships/customXml" Target="../ink/ink421.xml"/><Relationship Id="rId236" Type="http://schemas.openxmlformats.org/officeDocument/2006/relationships/customXml" Target="../ink/ink449.xml"/><Relationship Id="rId278" Type="http://schemas.openxmlformats.org/officeDocument/2006/relationships/customXml" Target="../ink/ink470.xml"/><Relationship Id="rId401" Type="http://schemas.openxmlformats.org/officeDocument/2006/relationships/image" Target="../media/image211.png"/><Relationship Id="rId443" Type="http://schemas.openxmlformats.org/officeDocument/2006/relationships/customXml" Target="../ink/ink553.xml"/><Relationship Id="rId303" Type="http://schemas.openxmlformats.org/officeDocument/2006/relationships/image" Target="../media/image434.png"/><Relationship Id="rId485" Type="http://schemas.openxmlformats.org/officeDocument/2006/relationships/customXml" Target="../ink/ink574.xml"/><Relationship Id="rId42" Type="http://schemas.openxmlformats.org/officeDocument/2006/relationships/customXml" Target="../ink/ink352.xml"/><Relationship Id="rId84" Type="http://schemas.openxmlformats.org/officeDocument/2006/relationships/customXml" Target="../ink/ink373.xml"/><Relationship Id="rId138" Type="http://schemas.openxmlformats.org/officeDocument/2006/relationships/customXml" Target="../ink/ink400.xml"/><Relationship Id="rId345" Type="http://schemas.openxmlformats.org/officeDocument/2006/relationships/image" Target="../media/image455.png"/><Relationship Id="rId387" Type="http://schemas.openxmlformats.org/officeDocument/2006/relationships/image" Target="../media/image476.png"/><Relationship Id="rId510" Type="http://schemas.openxmlformats.org/officeDocument/2006/relationships/image" Target="../media/image536.png"/><Relationship Id="rId552" Type="http://schemas.openxmlformats.org/officeDocument/2006/relationships/customXml" Target="../ink/ink608.xml"/><Relationship Id="rId594" Type="http://schemas.openxmlformats.org/officeDocument/2006/relationships/customXml" Target="../ink/ink629.xml"/><Relationship Id="rId608" Type="http://schemas.openxmlformats.org/officeDocument/2006/relationships/customXml" Target="../ink/ink636.xml"/><Relationship Id="rId191" Type="http://schemas.openxmlformats.org/officeDocument/2006/relationships/image" Target="../media/image378.png"/><Relationship Id="rId205" Type="http://schemas.openxmlformats.org/officeDocument/2006/relationships/image" Target="../media/image385.png"/><Relationship Id="rId247" Type="http://schemas.openxmlformats.org/officeDocument/2006/relationships/image" Target="../media/image406.png"/><Relationship Id="rId412" Type="http://schemas.openxmlformats.org/officeDocument/2006/relationships/customXml" Target="../ink/ink537.xml"/><Relationship Id="rId107" Type="http://schemas.openxmlformats.org/officeDocument/2006/relationships/image" Target="../media/image336.png"/><Relationship Id="rId289" Type="http://schemas.openxmlformats.org/officeDocument/2006/relationships/image" Target="../media/image427.png"/><Relationship Id="rId454" Type="http://schemas.openxmlformats.org/officeDocument/2006/relationships/image" Target="../media/image508.png"/><Relationship Id="rId496" Type="http://schemas.openxmlformats.org/officeDocument/2006/relationships/image" Target="../media/image529.png"/><Relationship Id="rId11" Type="http://schemas.openxmlformats.org/officeDocument/2006/relationships/image" Target="../media/image288.png"/><Relationship Id="rId53" Type="http://schemas.openxmlformats.org/officeDocument/2006/relationships/image" Target="../media/image309.png"/><Relationship Id="rId149" Type="http://schemas.openxmlformats.org/officeDocument/2006/relationships/image" Target="../media/image357.png"/><Relationship Id="rId314" Type="http://schemas.openxmlformats.org/officeDocument/2006/relationships/customXml" Target="../ink/ink488.xml"/><Relationship Id="rId356" Type="http://schemas.openxmlformats.org/officeDocument/2006/relationships/customXml" Target="../ink/ink509.xml"/><Relationship Id="rId398" Type="http://schemas.openxmlformats.org/officeDocument/2006/relationships/customXml" Target="../ink/ink530.xml"/><Relationship Id="rId521" Type="http://schemas.openxmlformats.org/officeDocument/2006/relationships/customXml" Target="../ink/ink592.xml"/><Relationship Id="rId563" Type="http://schemas.openxmlformats.org/officeDocument/2006/relationships/image" Target="../media/image562.png"/><Relationship Id="rId619" Type="http://schemas.openxmlformats.org/officeDocument/2006/relationships/image" Target="../media/image590.png"/><Relationship Id="rId95" Type="http://schemas.openxmlformats.org/officeDocument/2006/relationships/image" Target="../media/image330.png"/><Relationship Id="rId160" Type="http://schemas.openxmlformats.org/officeDocument/2006/relationships/customXml" Target="../ink/ink411.xml"/><Relationship Id="rId216" Type="http://schemas.openxmlformats.org/officeDocument/2006/relationships/customXml" Target="../ink/ink439.xml"/><Relationship Id="rId423" Type="http://schemas.openxmlformats.org/officeDocument/2006/relationships/image" Target="../media/image493.png"/><Relationship Id="rId258" Type="http://schemas.openxmlformats.org/officeDocument/2006/relationships/customXml" Target="../ink/ink460.xml"/><Relationship Id="rId465" Type="http://schemas.openxmlformats.org/officeDocument/2006/relationships/customXml" Target="../ink/ink564.xml"/><Relationship Id="rId630" Type="http://schemas.openxmlformats.org/officeDocument/2006/relationships/customXml" Target="../ink/ink647.xml"/><Relationship Id="rId22" Type="http://schemas.openxmlformats.org/officeDocument/2006/relationships/customXml" Target="../ink/ink342.xml"/><Relationship Id="rId64" Type="http://schemas.openxmlformats.org/officeDocument/2006/relationships/customXml" Target="../ink/ink363.xml"/><Relationship Id="rId118" Type="http://schemas.openxmlformats.org/officeDocument/2006/relationships/customXml" Target="../ink/ink390.xml"/><Relationship Id="rId325" Type="http://schemas.openxmlformats.org/officeDocument/2006/relationships/image" Target="../media/image445.png"/><Relationship Id="rId367" Type="http://schemas.openxmlformats.org/officeDocument/2006/relationships/image" Target="../media/image466.png"/><Relationship Id="rId532" Type="http://schemas.openxmlformats.org/officeDocument/2006/relationships/customXml" Target="../ink/ink598.xml"/><Relationship Id="rId574" Type="http://schemas.openxmlformats.org/officeDocument/2006/relationships/customXml" Target="../ink/ink619.xml"/><Relationship Id="rId171" Type="http://schemas.openxmlformats.org/officeDocument/2006/relationships/image" Target="../media/image368.png"/><Relationship Id="rId227" Type="http://schemas.openxmlformats.org/officeDocument/2006/relationships/image" Target="../media/image396.png"/><Relationship Id="rId269" Type="http://schemas.openxmlformats.org/officeDocument/2006/relationships/image" Target="../media/image417.png"/><Relationship Id="rId434" Type="http://schemas.openxmlformats.org/officeDocument/2006/relationships/customXml" Target="../ink/ink548.xml"/><Relationship Id="rId476" Type="http://schemas.openxmlformats.org/officeDocument/2006/relationships/image" Target="../media/image519.png"/><Relationship Id="rId641" Type="http://schemas.openxmlformats.org/officeDocument/2006/relationships/image" Target="../media/image601.png"/><Relationship Id="rId33" Type="http://schemas.openxmlformats.org/officeDocument/2006/relationships/image" Target="../media/image299.png"/><Relationship Id="rId129" Type="http://schemas.openxmlformats.org/officeDocument/2006/relationships/image" Target="../media/image347.png"/><Relationship Id="rId280" Type="http://schemas.openxmlformats.org/officeDocument/2006/relationships/customXml" Target="../ink/ink471.xml"/><Relationship Id="rId336" Type="http://schemas.openxmlformats.org/officeDocument/2006/relationships/customXml" Target="../ink/ink499.xml"/><Relationship Id="rId501" Type="http://schemas.openxmlformats.org/officeDocument/2006/relationships/customXml" Target="../ink/ink582.xml"/><Relationship Id="rId543" Type="http://schemas.openxmlformats.org/officeDocument/2006/relationships/image" Target="../media/image552.png"/><Relationship Id="rId75" Type="http://schemas.openxmlformats.org/officeDocument/2006/relationships/image" Target="../media/image320.png"/><Relationship Id="rId140" Type="http://schemas.openxmlformats.org/officeDocument/2006/relationships/customXml" Target="../ink/ink401.xml"/><Relationship Id="rId182" Type="http://schemas.openxmlformats.org/officeDocument/2006/relationships/customXml" Target="../ink/ink422.xml"/><Relationship Id="rId378" Type="http://schemas.openxmlformats.org/officeDocument/2006/relationships/customXml" Target="../ink/ink520.xml"/><Relationship Id="rId403" Type="http://schemas.openxmlformats.org/officeDocument/2006/relationships/image" Target="../media/image483.png"/><Relationship Id="rId585" Type="http://schemas.openxmlformats.org/officeDocument/2006/relationships/image" Target="../media/image573.png"/><Relationship Id="rId6" Type="http://schemas.openxmlformats.org/officeDocument/2006/relationships/customXml" Target="../ink/ink334.xml"/><Relationship Id="rId238" Type="http://schemas.openxmlformats.org/officeDocument/2006/relationships/customXml" Target="../ink/ink450.xml"/><Relationship Id="rId445" Type="http://schemas.openxmlformats.org/officeDocument/2006/relationships/customXml" Target="../ink/ink554.xml"/><Relationship Id="rId487" Type="http://schemas.openxmlformats.org/officeDocument/2006/relationships/customXml" Target="../ink/ink575.xml"/><Relationship Id="rId610" Type="http://schemas.openxmlformats.org/officeDocument/2006/relationships/customXml" Target="../ink/ink637.xml"/><Relationship Id="rId291" Type="http://schemas.openxmlformats.org/officeDocument/2006/relationships/image" Target="../media/image428.png"/><Relationship Id="rId305" Type="http://schemas.openxmlformats.org/officeDocument/2006/relationships/image" Target="../media/image435.png"/><Relationship Id="rId347" Type="http://schemas.openxmlformats.org/officeDocument/2006/relationships/image" Target="../media/image456.png"/><Relationship Id="rId512" Type="http://schemas.openxmlformats.org/officeDocument/2006/relationships/image" Target="../media/image537.png"/><Relationship Id="rId44" Type="http://schemas.openxmlformats.org/officeDocument/2006/relationships/customXml" Target="../ink/ink353.xml"/><Relationship Id="rId86" Type="http://schemas.openxmlformats.org/officeDocument/2006/relationships/customXml" Target="../ink/ink374.xml"/><Relationship Id="rId151" Type="http://schemas.openxmlformats.org/officeDocument/2006/relationships/image" Target="../media/image358.png"/><Relationship Id="rId389" Type="http://schemas.openxmlformats.org/officeDocument/2006/relationships/image" Target="../media/image477.png"/><Relationship Id="rId554" Type="http://schemas.openxmlformats.org/officeDocument/2006/relationships/customXml" Target="../ink/ink609.xml"/><Relationship Id="rId596" Type="http://schemas.openxmlformats.org/officeDocument/2006/relationships/customXml" Target="../ink/ink630.xml"/><Relationship Id="rId193" Type="http://schemas.openxmlformats.org/officeDocument/2006/relationships/image" Target="../media/image379.png"/><Relationship Id="rId207" Type="http://schemas.openxmlformats.org/officeDocument/2006/relationships/image" Target="../media/image386.png"/><Relationship Id="rId249" Type="http://schemas.openxmlformats.org/officeDocument/2006/relationships/image" Target="../media/image407.png"/><Relationship Id="rId414" Type="http://schemas.openxmlformats.org/officeDocument/2006/relationships/customXml" Target="../ink/ink538.xml"/><Relationship Id="rId456" Type="http://schemas.openxmlformats.org/officeDocument/2006/relationships/image" Target="../media/image509.png"/><Relationship Id="rId498" Type="http://schemas.openxmlformats.org/officeDocument/2006/relationships/image" Target="../media/image530.png"/><Relationship Id="rId621" Type="http://schemas.openxmlformats.org/officeDocument/2006/relationships/image" Target="../media/image591.png"/><Relationship Id="rId13" Type="http://schemas.openxmlformats.org/officeDocument/2006/relationships/image" Target="../media/image289.png"/><Relationship Id="rId109" Type="http://schemas.openxmlformats.org/officeDocument/2006/relationships/image" Target="../media/image337.png"/><Relationship Id="rId260" Type="http://schemas.openxmlformats.org/officeDocument/2006/relationships/customXml" Target="../ink/ink461.xml"/><Relationship Id="rId316" Type="http://schemas.openxmlformats.org/officeDocument/2006/relationships/customXml" Target="../ink/ink489.xml"/><Relationship Id="rId523" Type="http://schemas.openxmlformats.org/officeDocument/2006/relationships/customXml" Target="../ink/ink593.xml"/><Relationship Id="rId55" Type="http://schemas.openxmlformats.org/officeDocument/2006/relationships/image" Target="../media/image310.png"/><Relationship Id="rId97" Type="http://schemas.openxmlformats.org/officeDocument/2006/relationships/image" Target="../media/image331.png"/><Relationship Id="rId120" Type="http://schemas.openxmlformats.org/officeDocument/2006/relationships/customXml" Target="../ink/ink391.xml"/><Relationship Id="rId358" Type="http://schemas.openxmlformats.org/officeDocument/2006/relationships/customXml" Target="../ink/ink510.xml"/><Relationship Id="rId565" Type="http://schemas.openxmlformats.org/officeDocument/2006/relationships/image" Target="../media/image563.png"/><Relationship Id="rId162" Type="http://schemas.openxmlformats.org/officeDocument/2006/relationships/customXml" Target="../ink/ink412.xml"/><Relationship Id="rId218" Type="http://schemas.openxmlformats.org/officeDocument/2006/relationships/customXml" Target="../ink/ink440.xml"/><Relationship Id="rId425" Type="http://schemas.openxmlformats.org/officeDocument/2006/relationships/image" Target="../media/image494.png"/><Relationship Id="rId467" Type="http://schemas.openxmlformats.org/officeDocument/2006/relationships/customXml" Target="../ink/ink565.xml"/><Relationship Id="rId632" Type="http://schemas.openxmlformats.org/officeDocument/2006/relationships/customXml" Target="../ink/ink648.xml"/><Relationship Id="rId271" Type="http://schemas.openxmlformats.org/officeDocument/2006/relationships/image" Target="../media/image418.png"/><Relationship Id="rId24" Type="http://schemas.openxmlformats.org/officeDocument/2006/relationships/customXml" Target="../ink/ink343.xml"/><Relationship Id="rId66" Type="http://schemas.openxmlformats.org/officeDocument/2006/relationships/customXml" Target="../ink/ink364.xml"/><Relationship Id="rId131" Type="http://schemas.openxmlformats.org/officeDocument/2006/relationships/image" Target="../media/image348.png"/><Relationship Id="rId327" Type="http://schemas.openxmlformats.org/officeDocument/2006/relationships/image" Target="../media/image446.png"/><Relationship Id="rId369" Type="http://schemas.openxmlformats.org/officeDocument/2006/relationships/image" Target="../media/image467.png"/><Relationship Id="rId534" Type="http://schemas.openxmlformats.org/officeDocument/2006/relationships/customXml" Target="../ink/ink599.xml"/><Relationship Id="rId576" Type="http://schemas.openxmlformats.org/officeDocument/2006/relationships/customXml" Target="../ink/ink620.xml"/><Relationship Id="rId173" Type="http://schemas.openxmlformats.org/officeDocument/2006/relationships/image" Target="../media/image369.png"/><Relationship Id="rId229" Type="http://schemas.openxmlformats.org/officeDocument/2006/relationships/image" Target="../media/image397.png"/><Relationship Id="rId380" Type="http://schemas.openxmlformats.org/officeDocument/2006/relationships/customXml" Target="../ink/ink521.xml"/><Relationship Id="rId436" Type="http://schemas.openxmlformats.org/officeDocument/2006/relationships/customXml" Target="../ink/ink549.xml"/><Relationship Id="rId601" Type="http://schemas.openxmlformats.org/officeDocument/2006/relationships/image" Target="../media/image581.png"/><Relationship Id="rId643" Type="http://schemas.openxmlformats.org/officeDocument/2006/relationships/image" Target="../media/image602.png"/><Relationship Id="rId240" Type="http://schemas.openxmlformats.org/officeDocument/2006/relationships/customXml" Target="../ink/ink451.xml"/><Relationship Id="rId478" Type="http://schemas.openxmlformats.org/officeDocument/2006/relationships/image" Target="../media/image520.png"/><Relationship Id="rId35" Type="http://schemas.openxmlformats.org/officeDocument/2006/relationships/image" Target="../media/image300.png"/><Relationship Id="rId77" Type="http://schemas.openxmlformats.org/officeDocument/2006/relationships/image" Target="../media/image321.png"/><Relationship Id="rId100" Type="http://schemas.openxmlformats.org/officeDocument/2006/relationships/customXml" Target="../ink/ink381.xml"/><Relationship Id="rId282" Type="http://schemas.openxmlformats.org/officeDocument/2006/relationships/customXml" Target="../ink/ink472.xml"/><Relationship Id="rId338" Type="http://schemas.openxmlformats.org/officeDocument/2006/relationships/customXml" Target="../ink/ink500.xml"/><Relationship Id="rId503" Type="http://schemas.openxmlformats.org/officeDocument/2006/relationships/customXml" Target="../ink/ink583.xml"/><Relationship Id="rId545" Type="http://schemas.openxmlformats.org/officeDocument/2006/relationships/image" Target="../media/image553.png"/><Relationship Id="rId587" Type="http://schemas.openxmlformats.org/officeDocument/2006/relationships/image" Target="../media/image574.png"/><Relationship Id="rId8" Type="http://schemas.openxmlformats.org/officeDocument/2006/relationships/customXml" Target="../ink/ink335.xml"/><Relationship Id="rId142" Type="http://schemas.openxmlformats.org/officeDocument/2006/relationships/customXml" Target="../ink/ink402.xml"/><Relationship Id="rId184" Type="http://schemas.openxmlformats.org/officeDocument/2006/relationships/customXml" Target="../ink/ink423.xml"/><Relationship Id="rId391" Type="http://schemas.openxmlformats.org/officeDocument/2006/relationships/image" Target="../media/image478.png"/><Relationship Id="rId405" Type="http://schemas.openxmlformats.org/officeDocument/2006/relationships/image" Target="../media/image484.png"/><Relationship Id="rId447" Type="http://schemas.openxmlformats.org/officeDocument/2006/relationships/customXml" Target="../ink/ink555.xml"/><Relationship Id="rId612" Type="http://schemas.openxmlformats.org/officeDocument/2006/relationships/customXml" Target="../ink/ink638.xml"/><Relationship Id="rId251" Type="http://schemas.openxmlformats.org/officeDocument/2006/relationships/image" Target="../media/image408.png"/><Relationship Id="rId489" Type="http://schemas.openxmlformats.org/officeDocument/2006/relationships/customXml" Target="../ink/ink576.xml"/><Relationship Id="rId46" Type="http://schemas.openxmlformats.org/officeDocument/2006/relationships/customXml" Target="../ink/ink354.xml"/><Relationship Id="rId293" Type="http://schemas.openxmlformats.org/officeDocument/2006/relationships/image" Target="../media/image429.png"/><Relationship Id="rId307" Type="http://schemas.openxmlformats.org/officeDocument/2006/relationships/image" Target="../media/image436.png"/><Relationship Id="rId349" Type="http://schemas.openxmlformats.org/officeDocument/2006/relationships/image" Target="../media/image457.png"/><Relationship Id="rId514" Type="http://schemas.openxmlformats.org/officeDocument/2006/relationships/image" Target="../media/image538.png"/><Relationship Id="rId556" Type="http://schemas.openxmlformats.org/officeDocument/2006/relationships/customXml" Target="../ink/ink610.xml"/><Relationship Id="rId88" Type="http://schemas.openxmlformats.org/officeDocument/2006/relationships/customXml" Target="../ink/ink375.xml"/><Relationship Id="rId111" Type="http://schemas.openxmlformats.org/officeDocument/2006/relationships/image" Target="../media/image338.png"/><Relationship Id="rId153" Type="http://schemas.openxmlformats.org/officeDocument/2006/relationships/image" Target="../media/image359.png"/><Relationship Id="rId195" Type="http://schemas.openxmlformats.org/officeDocument/2006/relationships/image" Target="../media/image380.png"/><Relationship Id="rId209" Type="http://schemas.openxmlformats.org/officeDocument/2006/relationships/image" Target="../media/image387.png"/><Relationship Id="rId360" Type="http://schemas.openxmlformats.org/officeDocument/2006/relationships/customXml" Target="../ink/ink511.xml"/><Relationship Id="rId416" Type="http://schemas.openxmlformats.org/officeDocument/2006/relationships/customXml" Target="../ink/ink539.xml"/><Relationship Id="rId598" Type="http://schemas.openxmlformats.org/officeDocument/2006/relationships/customXml" Target="../ink/ink631.xml"/><Relationship Id="rId220" Type="http://schemas.openxmlformats.org/officeDocument/2006/relationships/customXml" Target="../ink/ink441.xml"/><Relationship Id="rId458" Type="http://schemas.openxmlformats.org/officeDocument/2006/relationships/image" Target="../media/image510.png"/><Relationship Id="rId623" Type="http://schemas.openxmlformats.org/officeDocument/2006/relationships/image" Target="../media/image592.png"/><Relationship Id="rId15" Type="http://schemas.openxmlformats.org/officeDocument/2006/relationships/image" Target="../media/image290.png"/><Relationship Id="rId57" Type="http://schemas.openxmlformats.org/officeDocument/2006/relationships/image" Target="../media/image311.png"/><Relationship Id="rId262" Type="http://schemas.openxmlformats.org/officeDocument/2006/relationships/customXml" Target="../ink/ink462.xml"/><Relationship Id="rId318" Type="http://schemas.openxmlformats.org/officeDocument/2006/relationships/customXml" Target="../ink/ink490.xml"/><Relationship Id="rId525" Type="http://schemas.openxmlformats.org/officeDocument/2006/relationships/customXml" Target="../ink/ink594.xml"/><Relationship Id="rId567" Type="http://schemas.openxmlformats.org/officeDocument/2006/relationships/image" Target="../media/image564.png"/><Relationship Id="rId99" Type="http://schemas.openxmlformats.org/officeDocument/2006/relationships/image" Target="../media/image332.png"/><Relationship Id="rId122" Type="http://schemas.openxmlformats.org/officeDocument/2006/relationships/customXml" Target="../ink/ink392.xml"/><Relationship Id="rId164" Type="http://schemas.openxmlformats.org/officeDocument/2006/relationships/customXml" Target="../ink/ink413.xml"/><Relationship Id="rId371" Type="http://schemas.openxmlformats.org/officeDocument/2006/relationships/image" Target="../media/image468.png"/><Relationship Id="rId427" Type="http://schemas.openxmlformats.org/officeDocument/2006/relationships/image" Target="../media/image495.png"/><Relationship Id="rId469" Type="http://schemas.openxmlformats.org/officeDocument/2006/relationships/customXml" Target="../ink/ink566.xml"/><Relationship Id="rId634" Type="http://schemas.openxmlformats.org/officeDocument/2006/relationships/customXml" Target="../ink/ink649.xml"/><Relationship Id="rId26" Type="http://schemas.openxmlformats.org/officeDocument/2006/relationships/customXml" Target="../ink/ink344.xml"/><Relationship Id="rId231" Type="http://schemas.openxmlformats.org/officeDocument/2006/relationships/image" Target="../media/image398.png"/><Relationship Id="rId273" Type="http://schemas.openxmlformats.org/officeDocument/2006/relationships/image" Target="../media/image419.png"/><Relationship Id="rId329" Type="http://schemas.openxmlformats.org/officeDocument/2006/relationships/image" Target="../media/image447.png"/><Relationship Id="rId480" Type="http://schemas.openxmlformats.org/officeDocument/2006/relationships/image" Target="../media/image521.png"/><Relationship Id="rId536" Type="http://schemas.openxmlformats.org/officeDocument/2006/relationships/customXml" Target="../ink/ink600.xml"/><Relationship Id="rId68" Type="http://schemas.openxmlformats.org/officeDocument/2006/relationships/customXml" Target="../ink/ink365.xml"/><Relationship Id="rId133" Type="http://schemas.openxmlformats.org/officeDocument/2006/relationships/image" Target="../media/image349.png"/><Relationship Id="rId175" Type="http://schemas.openxmlformats.org/officeDocument/2006/relationships/image" Target="../media/image370.png"/><Relationship Id="rId340" Type="http://schemas.openxmlformats.org/officeDocument/2006/relationships/customXml" Target="../ink/ink501.xml"/><Relationship Id="rId578" Type="http://schemas.openxmlformats.org/officeDocument/2006/relationships/customXml" Target="../ink/ink621.xml"/><Relationship Id="rId200" Type="http://schemas.openxmlformats.org/officeDocument/2006/relationships/customXml" Target="../ink/ink431.xml"/><Relationship Id="rId382" Type="http://schemas.openxmlformats.org/officeDocument/2006/relationships/customXml" Target="../ink/ink522.xml"/><Relationship Id="rId438" Type="http://schemas.openxmlformats.org/officeDocument/2006/relationships/image" Target="../media/image500.png"/><Relationship Id="rId603" Type="http://schemas.openxmlformats.org/officeDocument/2006/relationships/image" Target="../media/image582.png"/><Relationship Id="rId645" Type="http://schemas.openxmlformats.org/officeDocument/2006/relationships/image" Target="../media/image603.png"/><Relationship Id="rId242" Type="http://schemas.openxmlformats.org/officeDocument/2006/relationships/customXml" Target="../ink/ink452.xml"/><Relationship Id="rId284" Type="http://schemas.openxmlformats.org/officeDocument/2006/relationships/customXml" Target="../ink/ink473.xml"/><Relationship Id="rId491" Type="http://schemas.openxmlformats.org/officeDocument/2006/relationships/customXml" Target="../ink/ink577.xml"/><Relationship Id="rId505" Type="http://schemas.openxmlformats.org/officeDocument/2006/relationships/customXml" Target="../ink/ink584.xml"/><Relationship Id="rId37" Type="http://schemas.openxmlformats.org/officeDocument/2006/relationships/image" Target="../media/image301.png"/><Relationship Id="rId79" Type="http://schemas.openxmlformats.org/officeDocument/2006/relationships/image" Target="../media/image322.png"/><Relationship Id="rId102" Type="http://schemas.openxmlformats.org/officeDocument/2006/relationships/customXml" Target="../ink/ink382.xml"/><Relationship Id="rId144" Type="http://schemas.openxmlformats.org/officeDocument/2006/relationships/customXml" Target="../ink/ink403.xml"/><Relationship Id="rId547" Type="http://schemas.openxmlformats.org/officeDocument/2006/relationships/image" Target="../media/image554.png"/><Relationship Id="rId589" Type="http://schemas.openxmlformats.org/officeDocument/2006/relationships/image" Target="../media/image575.png"/><Relationship Id="rId90" Type="http://schemas.openxmlformats.org/officeDocument/2006/relationships/customXml" Target="../ink/ink376.xml"/><Relationship Id="rId186" Type="http://schemas.openxmlformats.org/officeDocument/2006/relationships/customXml" Target="../ink/ink424.xml"/><Relationship Id="rId351" Type="http://schemas.openxmlformats.org/officeDocument/2006/relationships/image" Target="../media/image458.png"/><Relationship Id="rId393" Type="http://schemas.openxmlformats.org/officeDocument/2006/relationships/image" Target="../media/image479.png"/><Relationship Id="rId407" Type="http://schemas.openxmlformats.org/officeDocument/2006/relationships/image" Target="../media/image485.png"/><Relationship Id="rId449" Type="http://schemas.openxmlformats.org/officeDocument/2006/relationships/customXml" Target="../ink/ink556.xml"/><Relationship Id="rId614" Type="http://schemas.openxmlformats.org/officeDocument/2006/relationships/customXml" Target="../ink/ink639.xml"/><Relationship Id="rId211" Type="http://schemas.openxmlformats.org/officeDocument/2006/relationships/image" Target="../media/image388.png"/><Relationship Id="rId253" Type="http://schemas.openxmlformats.org/officeDocument/2006/relationships/image" Target="../media/image409.png"/><Relationship Id="rId295" Type="http://schemas.openxmlformats.org/officeDocument/2006/relationships/image" Target="../media/image430.png"/><Relationship Id="rId309" Type="http://schemas.openxmlformats.org/officeDocument/2006/relationships/image" Target="../media/image437.png"/><Relationship Id="rId460" Type="http://schemas.openxmlformats.org/officeDocument/2006/relationships/image" Target="../media/image511.png"/><Relationship Id="rId516" Type="http://schemas.openxmlformats.org/officeDocument/2006/relationships/image" Target="../media/image539.png"/><Relationship Id="rId48" Type="http://schemas.openxmlformats.org/officeDocument/2006/relationships/customXml" Target="../ink/ink355.xml"/><Relationship Id="rId113" Type="http://schemas.openxmlformats.org/officeDocument/2006/relationships/image" Target="../media/image339.png"/><Relationship Id="rId320" Type="http://schemas.openxmlformats.org/officeDocument/2006/relationships/customXml" Target="../ink/ink491.xml"/><Relationship Id="rId558" Type="http://schemas.openxmlformats.org/officeDocument/2006/relationships/customXml" Target="../ink/ink611.xml"/><Relationship Id="rId155" Type="http://schemas.openxmlformats.org/officeDocument/2006/relationships/image" Target="../media/image360.png"/><Relationship Id="rId197" Type="http://schemas.openxmlformats.org/officeDocument/2006/relationships/image" Target="../media/image381.png"/><Relationship Id="rId362" Type="http://schemas.openxmlformats.org/officeDocument/2006/relationships/customXml" Target="../ink/ink512.xml"/><Relationship Id="rId418" Type="http://schemas.openxmlformats.org/officeDocument/2006/relationships/customXml" Target="../ink/ink540.xml"/><Relationship Id="rId625" Type="http://schemas.openxmlformats.org/officeDocument/2006/relationships/image" Target="../media/image593.png"/><Relationship Id="rId222" Type="http://schemas.openxmlformats.org/officeDocument/2006/relationships/customXml" Target="../ink/ink442.xml"/><Relationship Id="rId264" Type="http://schemas.openxmlformats.org/officeDocument/2006/relationships/customXml" Target="../ink/ink463.xml"/><Relationship Id="rId471" Type="http://schemas.openxmlformats.org/officeDocument/2006/relationships/customXml" Target="../ink/ink567.xml"/><Relationship Id="rId17" Type="http://schemas.openxmlformats.org/officeDocument/2006/relationships/image" Target="../media/image291.png"/><Relationship Id="rId59" Type="http://schemas.openxmlformats.org/officeDocument/2006/relationships/image" Target="../media/image312.png"/><Relationship Id="rId124" Type="http://schemas.openxmlformats.org/officeDocument/2006/relationships/customXml" Target="../ink/ink393.xml"/><Relationship Id="rId527" Type="http://schemas.openxmlformats.org/officeDocument/2006/relationships/customXml" Target="../ink/ink595.xml"/><Relationship Id="rId569" Type="http://schemas.openxmlformats.org/officeDocument/2006/relationships/image" Target="../media/image565.png"/><Relationship Id="rId70" Type="http://schemas.openxmlformats.org/officeDocument/2006/relationships/customXml" Target="../ink/ink366.xml"/><Relationship Id="rId166" Type="http://schemas.openxmlformats.org/officeDocument/2006/relationships/customXml" Target="../ink/ink414.xml"/><Relationship Id="rId331" Type="http://schemas.openxmlformats.org/officeDocument/2006/relationships/image" Target="../media/image448.png"/><Relationship Id="rId373" Type="http://schemas.openxmlformats.org/officeDocument/2006/relationships/image" Target="../media/image469.png"/><Relationship Id="rId429" Type="http://schemas.openxmlformats.org/officeDocument/2006/relationships/image" Target="../media/image496.png"/><Relationship Id="rId580" Type="http://schemas.openxmlformats.org/officeDocument/2006/relationships/customXml" Target="../ink/ink622.xml"/><Relationship Id="rId636" Type="http://schemas.openxmlformats.org/officeDocument/2006/relationships/customXml" Target="../ink/ink650.xml"/><Relationship Id="rId1" Type="http://schemas.openxmlformats.org/officeDocument/2006/relationships/slideLayout" Target="../slideLayouts/slideLayout7.xml"/><Relationship Id="rId233" Type="http://schemas.openxmlformats.org/officeDocument/2006/relationships/image" Target="../media/image399.png"/><Relationship Id="rId440" Type="http://schemas.openxmlformats.org/officeDocument/2006/relationships/image" Target="../media/image501.png"/><Relationship Id="rId28" Type="http://schemas.openxmlformats.org/officeDocument/2006/relationships/customXml" Target="../ink/ink345.xml"/><Relationship Id="rId275" Type="http://schemas.openxmlformats.org/officeDocument/2006/relationships/image" Target="../media/image420.png"/><Relationship Id="rId300" Type="http://schemas.openxmlformats.org/officeDocument/2006/relationships/customXml" Target="../ink/ink481.xml"/><Relationship Id="rId482" Type="http://schemas.openxmlformats.org/officeDocument/2006/relationships/image" Target="../media/image522.png"/><Relationship Id="rId538" Type="http://schemas.openxmlformats.org/officeDocument/2006/relationships/customXml" Target="../ink/ink601.xml"/><Relationship Id="rId81" Type="http://schemas.openxmlformats.org/officeDocument/2006/relationships/image" Target="../media/image323.png"/><Relationship Id="rId135" Type="http://schemas.openxmlformats.org/officeDocument/2006/relationships/image" Target="../media/image350.png"/><Relationship Id="rId177" Type="http://schemas.openxmlformats.org/officeDocument/2006/relationships/image" Target="../media/image371.png"/><Relationship Id="rId342" Type="http://schemas.openxmlformats.org/officeDocument/2006/relationships/customXml" Target="../ink/ink502.xml"/><Relationship Id="rId384" Type="http://schemas.openxmlformats.org/officeDocument/2006/relationships/customXml" Target="../ink/ink523.xml"/><Relationship Id="rId591" Type="http://schemas.openxmlformats.org/officeDocument/2006/relationships/image" Target="../media/image576.png"/><Relationship Id="rId605" Type="http://schemas.openxmlformats.org/officeDocument/2006/relationships/image" Target="../media/image583.png"/><Relationship Id="rId202" Type="http://schemas.openxmlformats.org/officeDocument/2006/relationships/customXml" Target="../ink/ink432.xml"/><Relationship Id="rId244" Type="http://schemas.openxmlformats.org/officeDocument/2006/relationships/customXml" Target="../ink/ink453.xml"/><Relationship Id="rId647" Type="http://schemas.openxmlformats.org/officeDocument/2006/relationships/image" Target="../media/image604.png"/><Relationship Id="rId39" Type="http://schemas.openxmlformats.org/officeDocument/2006/relationships/image" Target="../media/image302.png"/><Relationship Id="rId286" Type="http://schemas.openxmlformats.org/officeDocument/2006/relationships/customXml" Target="../ink/ink474.xml"/><Relationship Id="rId451" Type="http://schemas.openxmlformats.org/officeDocument/2006/relationships/customXml" Target="../ink/ink557.xml"/><Relationship Id="rId493" Type="http://schemas.openxmlformats.org/officeDocument/2006/relationships/customXml" Target="../ink/ink578.xml"/><Relationship Id="rId507" Type="http://schemas.openxmlformats.org/officeDocument/2006/relationships/customXml" Target="../ink/ink585.xml"/><Relationship Id="rId549" Type="http://schemas.openxmlformats.org/officeDocument/2006/relationships/image" Target="../media/image555.png"/><Relationship Id="rId50" Type="http://schemas.openxmlformats.org/officeDocument/2006/relationships/customXml" Target="../ink/ink356.xml"/><Relationship Id="rId104" Type="http://schemas.openxmlformats.org/officeDocument/2006/relationships/customXml" Target="../ink/ink383.xml"/><Relationship Id="rId146" Type="http://schemas.openxmlformats.org/officeDocument/2006/relationships/customXml" Target="../ink/ink404.xml"/><Relationship Id="rId188" Type="http://schemas.openxmlformats.org/officeDocument/2006/relationships/customXml" Target="../ink/ink425.xml"/><Relationship Id="rId311" Type="http://schemas.openxmlformats.org/officeDocument/2006/relationships/image" Target="../media/image438.png"/><Relationship Id="rId353" Type="http://schemas.openxmlformats.org/officeDocument/2006/relationships/image" Target="../media/image459.png"/><Relationship Id="rId395" Type="http://schemas.openxmlformats.org/officeDocument/2006/relationships/image" Target="../media/image480.png"/><Relationship Id="rId409" Type="http://schemas.openxmlformats.org/officeDocument/2006/relationships/image" Target="../media/image486.png"/><Relationship Id="rId560" Type="http://schemas.openxmlformats.org/officeDocument/2006/relationships/customXml" Target="../ink/ink612.xml"/><Relationship Id="rId92" Type="http://schemas.openxmlformats.org/officeDocument/2006/relationships/customXml" Target="../ink/ink377.xml"/><Relationship Id="rId213" Type="http://schemas.openxmlformats.org/officeDocument/2006/relationships/image" Target="../media/image389.png"/><Relationship Id="rId420" Type="http://schemas.openxmlformats.org/officeDocument/2006/relationships/customXml" Target="../ink/ink541.xml"/><Relationship Id="rId616" Type="http://schemas.openxmlformats.org/officeDocument/2006/relationships/customXml" Target="../ink/ink640.xml"/><Relationship Id="rId255" Type="http://schemas.openxmlformats.org/officeDocument/2006/relationships/image" Target="../media/image410.png"/><Relationship Id="rId297" Type="http://schemas.openxmlformats.org/officeDocument/2006/relationships/image" Target="../media/image431.png"/><Relationship Id="rId462" Type="http://schemas.openxmlformats.org/officeDocument/2006/relationships/image" Target="../media/image512.png"/><Relationship Id="rId518" Type="http://schemas.openxmlformats.org/officeDocument/2006/relationships/image" Target="../media/image540.png"/><Relationship Id="rId115" Type="http://schemas.openxmlformats.org/officeDocument/2006/relationships/image" Target="../media/image340.png"/><Relationship Id="rId157" Type="http://schemas.openxmlformats.org/officeDocument/2006/relationships/image" Target="../media/image361.png"/><Relationship Id="rId322" Type="http://schemas.openxmlformats.org/officeDocument/2006/relationships/customXml" Target="../ink/ink492.xml"/><Relationship Id="rId364" Type="http://schemas.openxmlformats.org/officeDocument/2006/relationships/customXml" Target="../ink/ink513.xml"/><Relationship Id="rId61" Type="http://schemas.openxmlformats.org/officeDocument/2006/relationships/image" Target="../media/image313.png"/><Relationship Id="rId199" Type="http://schemas.openxmlformats.org/officeDocument/2006/relationships/image" Target="../media/image382.png"/><Relationship Id="rId571" Type="http://schemas.openxmlformats.org/officeDocument/2006/relationships/image" Target="../media/image566.png"/><Relationship Id="rId627" Type="http://schemas.openxmlformats.org/officeDocument/2006/relationships/image" Target="../media/image594.png"/><Relationship Id="rId19" Type="http://schemas.openxmlformats.org/officeDocument/2006/relationships/image" Target="../media/image292.png"/><Relationship Id="rId224" Type="http://schemas.openxmlformats.org/officeDocument/2006/relationships/customXml" Target="../ink/ink443.xml"/><Relationship Id="rId266" Type="http://schemas.openxmlformats.org/officeDocument/2006/relationships/customXml" Target="../ink/ink464.xml"/><Relationship Id="rId431" Type="http://schemas.openxmlformats.org/officeDocument/2006/relationships/image" Target="../media/image497.png"/><Relationship Id="rId473" Type="http://schemas.openxmlformats.org/officeDocument/2006/relationships/customXml" Target="../ink/ink568.xml"/><Relationship Id="rId529" Type="http://schemas.openxmlformats.org/officeDocument/2006/relationships/customXml" Target="../ink/ink596.xml"/><Relationship Id="rId30" Type="http://schemas.openxmlformats.org/officeDocument/2006/relationships/customXml" Target="../ink/ink346.xml"/><Relationship Id="rId126" Type="http://schemas.openxmlformats.org/officeDocument/2006/relationships/customXml" Target="../ink/ink394.xml"/><Relationship Id="rId168" Type="http://schemas.openxmlformats.org/officeDocument/2006/relationships/customXml" Target="../ink/ink415.xml"/><Relationship Id="rId333" Type="http://schemas.openxmlformats.org/officeDocument/2006/relationships/image" Target="../media/image449.png"/><Relationship Id="rId540" Type="http://schemas.openxmlformats.org/officeDocument/2006/relationships/customXml" Target="../ink/ink602.xml"/><Relationship Id="rId72" Type="http://schemas.openxmlformats.org/officeDocument/2006/relationships/customXml" Target="../ink/ink367.xml"/><Relationship Id="rId375" Type="http://schemas.openxmlformats.org/officeDocument/2006/relationships/image" Target="../media/image470.png"/><Relationship Id="rId582" Type="http://schemas.openxmlformats.org/officeDocument/2006/relationships/customXml" Target="../ink/ink623.xml"/><Relationship Id="rId638" Type="http://schemas.openxmlformats.org/officeDocument/2006/relationships/customXml" Target="../ink/ink651.xml"/><Relationship Id="rId3" Type="http://schemas.openxmlformats.org/officeDocument/2006/relationships/image" Target="../media/image284.png"/><Relationship Id="rId235" Type="http://schemas.openxmlformats.org/officeDocument/2006/relationships/image" Target="../media/image400.png"/><Relationship Id="rId277" Type="http://schemas.openxmlformats.org/officeDocument/2006/relationships/image" Target="../media/image421.png"/><Relationship Id="rId400" Type="http://schemas.openxmlformats.org/officeDocument/2006/relationships/customXml" Target="../ink/ink531.xml"/><Relationship Id="rId442" Type="http://schemas.openxmlformats.org/officeDocument/2006/relationships/image" Target="../media/image502.png"/><Relationship Id="rId484" Type="http://schemas.openxmlformats.org/officeDocument/2006/relationships/image" Target="../media/image523.png"/><Relationship Id="rId137" Type="http://schemas.openxmlformats.org/officeDocument/2006/relationships/image" Target="../media/image351.png"/><Relationship Id="rId302" Type="http://schemas.openxmlformats.org/officeDocument/2006/relationships/customXml" Target="../ink/ink482.xml"/><Relationship Id="rId344" Type="http://schemas.openxmlformats.org/officeDocument/2006/relationships/customXml" Target="../ink/ink503.xml"/><Relationship Id="rId41" Type="http://schemas.openxmlformats.org/officeDocument/2006/relationships/image" Target="../media/image303.png"/><Relationship Id="rId83" Type="http://schemas.openxmlformats.org/officeDocument/2006/relationships/image" Target="../media/image324.png"/><Relationship Id="rId179" Type="http://schemas.openxmlformats.org/officeDocument/2006/relationships/image" Target="../media/image372.png"/><Relationship Id="rId386" Type="http://schemas.openxmlformats.org/officeDocument/2006/relationships/customXml" Target="../ink/ink524.xml"/><Relationship Id="rId551" Type="http://schemas.openxmlformats.org/officeDocument/2006/relationships/image" Target="../media/image556.png"/><Relationship Id="rId593" Type="http://schemas.openxmlformats.org/officeDocument/2006/relationships/image" Target="../media/image577.png"/><Relationship Id="rId607" Type="http://schemas.openxmlformats.org/officeDocument/2006/relationships/image" Target="../media/image584.png"/><Relationship Id="rId649" Type="http://schemas.openxmlformats.org/officeDocument/2006/relationships/image" Target="../media/image605.png"/><Relationship Id="rId190" Type="http://schemas.openxmlformats.org/officeDocument/2006/relationships/customXml" Target="../ink/ink426.xml"/><Relationship Id="rId204" Type="http://schemas.openxmlformats.org/officeDocument/2006/relationships/customXml" Target="../ink/ink433.xml"/><Relationship Id="rId246" Type="http://schemas.openxmlformats.org/officeDocument/2006/relationships/customXml" Target="../ink/ink454.xml"/><Relationship Id="rId288" Type="http://schemas.openxmlformats.org/officeDocument/2006/relationships/customXml" Target="../ink/ink475.xml"/><Relationship Id="rId411" Type="http://schemas.openxmlformats.org/officeDocument/2006/relationships/image" Target="../media/image487.png"/><Relationship Id="rId453" Type="http://schemas.openxmlformats.org/officeDocument/2006/relationships/customXml" Target="../ink/ink558.xml"/><Relationship Id="rId509" Type="http://schemas.openxmlformats.org/officeDocument/2006/relationships/customXml" Target="../ink/ink586.xml"/><Relationship Id="rId106" Type="http://schemas.openxmlformats.org/officeDocument/2006/relationships/customXml" Target="../ink/ink384.xml"/><Relationship Id="rId313" Type="http://schemas.openxmlformats.org/officeDocument/2006/relationships/image" Target="../media/image439.png"/><Relationship Id="rId495" Type="http://schemas.openxmlformats.org/officeDocument/2006/relationships/customXml" Target="../ink/ink579.xml"/><Relationship Id="rId10" Type="http://schemas.openxmlformats.org/officeDocument/2006/relationships/customXml" Target="../ink/ink336.xml"/><Relationship Id="rId52" Type="http://schemas.openxmlformats.org/officeDocument/2006/relationships/customXml" Target="../ink/ink357.xml"/><Relationship Id="rId94" Type="http://schemas.openxmlformats.org/officeDocument/2006/relationships/customXml" Target="../ink/ink378.xml"/><Relationship Id="rId148" Type="http://schemas.openxmlformats.org/officeDocument/2006/relationships/customXml" Target="../ink/ink405.xml"/><Relationship Id="rId355" Type="http://schemas.openxmlformats.org/officeDocument/2006/relationships/image" Target="../media/image460.png"/><Relationship Id="rId397" Type="http://schemas.openxmlformats.org/officeDocument/2006/relationships/image" Target="../media/image481.png"/><Relationship Id="rId520" Type="http://schemas.openxmlformats.org/officeDocument/2006/relationships/image" Target="../media/image541.png"/><Relationship Id="rId562" Type="http://schemas.openxmlformats.org/officeDocument/2006/relationships/customXml" Target="../ink/ink613.xml"/><Relationship Id="rId618" Type="http://schemas.openxmlformats.org/officeDocument/2006/relationships/customXml" Target="../ink/ink641.xml"/><Relationship Id="rId215" Type="http://schemas.openxmlformats.org/officeDocument/2006/relationships/image" Target="../media/image390.png"/><Relationship Id="rId257" Type="http://schemas.openxmlformats.org/officeDocument/2006/relationships/image" Target="../media/image411.png"/><Relationship Id="rId422" Type="http://schemas.openxmlformats.org/officeDocument/2006/relationships/customXml" Target="../ink/ink542.xml"/><Relationship Id="rId464" Type="http://schemas.openxmlformats.org/officeDocument/2006/relationships/image" Target="../media/image513.png"/><Relationship Id="rId299" Type="http://schemas.openxmlformats.org/officeDocument/2006/relationships/image" Target="../media/image432.png"/><Relationship Id="rId63" Type="http://schemas.openxmlformats.org/officeDocument/2006/relationships/image" Target="../media/image314.png"/><Relationship Id="rId159" Type="http://schemas.openxmlformats.org/officeDocument/2006/relationships/image" Target="../media/image362.png"/><Relationship Id="rId366" Type="http://schemas.openxmlformats.org/officeDocument/2006/relationships/customXml" Target="../ink/ink514.xml"/><Relationship Id="rId573" Type="http://schemas.openxmlformats.org/officeDocument/2006/relationships/image" Target="../media/image567.png"/><Relationship Id="rId226" Type="http://schemas.openxmlformats.org/officeDocument/2006/relationships/customXml" Target="../ink/ink444.xml"/><Relationship Id="rId433" Type="http://schemas.openxmlformats.org/officeDocument/2006/relationships/image" Target="../media/image498.png"/><Relationship Id="rId640" Type="http://schemas.openxmlformats.org/officeDocument/2006/relationships/customXml" Target="../ink/ink652.xml"/><Relationship Id="rId74" Type="http://schemas.openxmlformats.org/officeDocument/2006/relationships/customXml" Target="../ink/ink368.xml"/><Relationship Id="rId377" Type="http://schemas.openxmlformats.org/officeDocument/2006/relationships/image" Target="../media/image471.png"/><Relationship Id="rId500" Type="http://schemas.openxmlformats.org/officeDocument/2006/relationships/image" Target="../media/image531.png"/><Relationship Id="rId584" Type="http://schemas.openxmlformats.org/officeDocument/2006/relationships/customXml" Target="../ink/ink624.xml"/><Relationship Id="rId5" Type="http://schemas.openxmlformats.org/officeDocument/2006/relationships/image" Target="../media/image285.png"/><Relationship Id="rId237" Type="http://schemas.openxmlformats.org/officeDocument/2006/relationships/image" Target="../media/image401.png"/><Relationship Id="rId444" Type="http://schemas.openxmlformats.org/officeDocument/2006/relationships/image" Target="../media/image503.png"/><Relationship Id="rId290" Type="http://schemas.openxmlformats.org/officeDocument/2006/relationships/customXml" Target="../ink/ink476.xml"/><Relationship Id="rId304" Type="http://schemas.openxmlformats.org/officeDocument/2006/relationships/customXml" Target="../ink/ink483.xml"/><Relationship Id="rId388" Type="http://schemas.openxmlformats.org/officeDocument/2006/relationships/customXml" Target="../ink/ink525.xml"/><Relationship Id="rId511" Type="http://schemas.openxmlformats.org/officeDocument/2006/relationships/customXml" Target="../ink/ink587.xml"/><Relationship Id="rId609" Type="http://schemas.openxmlformats.org/officeDocument/2006/relationships/image" Target="../media/image585.png"/><Relationship Id="rId85" Type="http://schemas.openxmlformats.org/officeDocument/2006/relationships/image" Target="../media/image325.png"/><Relationship Id="rId150" Type="http://schemas.openxmlformats.org/officeDocument/2006/relationships/customXml" Target="../ink/ink406.xml"/><Relationship Id="rId595" Type="http://schemas.openxmlformats.org/officeDocument/2006/relationships/image" Target="../media/image578.png"/><Relationship Id="rId248" Type="http://schemas.openxmlformats.org/officeDocument/2006/relationships/customXml" Target="../ink/ink455.xml"/><Relationship Id="rId455" Type="http://schemas.openxmlformats.org/officeDocument/2006/relationships/customXml" Target="../ink/ink559.xml"/><Relationship Id="rId12" Type="http://schemas.openxmlformats.org/officeDocument/2006/relationships/customXml" Target="../ink/ink337.xml"/><Relationship Id="rId108" Type="http://schemas.openxmlformats.org/officeDocument/2006/relationships/customXml" Target="../ink/ink385.xml"/><Relationship Id="rId315" Type="http://schemas.openxmlformats.org/officeDocument/2006/relationships/image" Target="../media/image440.png"/><Relationship Id="rId522" Type="http://schemas.openxmlformats.org/officeDocument/2006/relationships/image" Target="../media/image542.png"/><Relationship Id="rId96" Type="http://schemas.openxmlformats.org/officeDocument/2006/relationships/customXml" Target="../ink/ink379.xml"/><Relationship Id="rId161" Type="http://schemas.openxmlformats.org/officeDocument/2006/relationships/image" Target="../media/image363.png"/><Relationship Id="rId399" Type="http://schemas.openxmlformats.org/officeDocument/2006/relationships/image" Target="../media/image482.png"/><Relationship Id="rId259" Type="http://schemas.openxmlformats.org/officeDocument/2006/relationships/image" Target="../media/image412.png"/><Relationship Id="rId466" Type="http://schemas.openxmlformats.org/officeDocument/2006/relationships/image" Target="../media/image514.png"/><Relationship Id="rId23" Type="http://schemas.openxmlformats.org/officeDocument/2006/relationships/image" Target="../media/image294.png"/><Relationship Id="rId119" Type="http://schemas.openxmlformats.org/officeDocument/2006/relationships/image" Target="../media/image342.png"/><Relationship Id="rId326" Type="http://schemas.openxmlformats.org/officeDocument/2006/relationships/customXml" Target="../ink/ink494.xml"/><Relationship Id="rId533" Type="http://schemas.openxmlformats.org/officeDocument/2006/relationships/image" Target="../media/image547.png"/><Relationship Id="rId172" Type="http://schemas.openxmlformats.org/officeDocument/2006/relationships/customXml" Target="../ink/ink417.xml"/><Relationship Id="rId477" Type="http://schemas.openxmlformats.org/officeDocument/2006/relationships/customXml" Target="../ink/ink570.xml"/><Relationship Id="rId600" Type="http://schemas.openxmlformats.org/officeDocument/2006/relationships/customXml" Target="../ink/ink632.xml"/><Relationship Id="rId337" Type="http://schemas.openxmlformats.org/officeDocument/2006/relationships/image" Target="../media/image451.png"/><Relationship Id="rId34" Type="http://schemas.openxmlformats.org/officeDocument/2006/relationships/customXml" Target="../ink/ink348.xml"/><Relationship Id="rId544" Type="http://schemas.openxmlformats.org/officeDocument/2006/relationships/customXml" Target="../ink/ink604.xml"/><Relationship Id="rId183" Type="http://schemas.openxmlformats.org/officeDocument/2006/relationships/image" Target="../media/image374.png"/><Relationship Id="rId390" Type="http://schemas.openxmlformats.org/officeDocument/2006/relationships/customXml" Target="../ink/ink526.xml"/><Relationship Id="rId404" Type="http://schemas.openxmlformats.org/officeDocument/2006/relationships/customXml" Target="../ink/ink533.xml"/><Relationship Id="rId611" Type="http://schemas.openxmlformats.org/officeDocument/2006/relationships/image" Target="../media/image586.png"/><Relationship Id="rId250" Type="http://schemas.openxmlformats.org/officeDocument/2006/relationships/customXml" Target="../ink/ink456.xml"/><Relationship Id="rId488" Type="http://schemas.openxmlformats.org/officeDocument/2006/relationships/image" Target="../media/image525.png"/><Relationship Id="rId45" Type="http://schemas.openxmlformats.org/officeDocument/2006/relationships/image" Target="../media/image305.png"/><Relationship Id="rId110" Type="http://schemas.openxmlformats.org/officeDocument/2006/relationships/customXml" Target="../ink/ink386.xml"/><Relationship Id="rId348" Type="http://schemas.openxmlformats.org/officeDocument/2006/relationships/customXml" Target="../ink/ink505.xml"/><Relationship Id="rId555" Type="http://schemas.openxmlformats.org/officeDocument/2006/relationships/image" Target="../media/image558.png"/><Relationship Id="rId194" Type="http://schemas.openxmlformats.org/officeDocument/2006/relationships/customXml" Target="../ink/ink428.xml"/><Relationship Id="rId208" Type="http://schemas.openxmlformats.org/officeDocument/2006/relationships/customXml" Target="../ink/ink435.xml"/><Relationship Id="rId415" Type="http://schemas.openxmlformats.org/officeDocument/2006/relationships/image" Target="../media/image489.png"/><Relationship Id="rId622" Type="http://schemas.openxmlformats.org/officeDocument/2006/relationships/customXml" Target="../ink/ink643.xml"/><Relationship Id="rId261" Type="http://schemas.openxmlformats.org/officeDocument/2006/relationships/image" Target="../media/image413.png"/><Relationship Id="rId499" Type="http://schemas.openxmlformats.org/officeDocument/2006/relationships/customXml" Target="../ink/ink581.xml"/><Relationship Id="rId56" Type="http://schemas.openxmlformats.org/officeDocument/2006/relationships/customXml" Target="../ink/ink359.xml"/><Relationship Id="rId359" Type="http://schemas.openxmlformats.org/officeDocument/2006/relationships/image" Target="../media/image462.png"/><Relationship Id="rId566" Type="http://schemas.openxmlformats.org/officeDocument/2006/relationships/customXml" Target="../ink/ink615.xml"/><Relationship Id="rId121" Type="http://schemas.openxmlformats.org/officeDocument/2006/relationships/image" Target="../media/image343.png"/><Relationship Id="rId219" Type="http://schemas.openxmlformats.org/officeDocument/2006/relationships/image" Target="../media/image392.png"/><Relationship Id="rId426" Type="http://schemas.openxmlformats.org/officeDocument/2006/relationships/customXml" Target="../ink/ink544.xml"/><Relationship Id="rId633" Type="http://schemas.openxmlformats.org/officeDocument/2006/relationships/image" Target="../media/image597.png"/><Relationship Id="rId67" Type="http://schemas.openxmlformats.org/officeDocument/2006/relationships/image" Target="../media/image316.png"/><Relationship Id="rId272" Type="http://schemas.openxmlformats.org/officeDocument/2006/relationships/customXml" Target="../ink/ink467.xml"/><Relationship Id="rId577" Type="http://schemas.openxmlformats.org/officeDocument/2006/relationships/image" Target="../media/image569.png"/><Relationship Id="rId132" Type="http://schemas.openxmlformats.org/officeDocument/2006/relationships/customXml" Target="../ink/ink397.xml"/><Relationship Id="rId437" Type="http://schemas.openxmlformats.org/officeDocument/2006/relationships/customXml" Target="../ink/ink550.xml"/><Relationship Id="rId644" Type="http://schemas.openxmlformats.org/officeDocument/2006/relationships/customXml" Target="../ink/ink654.xml"/><Relationship Id="rId283" Type="http://schemas.openxmlformats.org/officeDocument/2006/relationships/image" Target="../media/image424.png"/><Relationship Id="rId490" Type="http://schemas.openxmlformats.org/officeDocument/2006/relationships/image" Target="../media/image526.png"/><Relationship Id="rId504" Type="http://schemas.openxmlformats.org/officeDocument/2006/relationships/image" Target="../media/image533.png"/><Relationship Id="rId78" Type="http://schemas.openxmlformats.org/officeDocument/2006/relationships/customXml" Target="../ink/ink370.xml"/><Relationship Id="rId143" Type="http://schemas.openxmlformats.org/officeDocument/2006/relationships/image" Target="../media/image354.png"/><Relationship Id="rId350" Type="http://schemas.openxmlformats.org/officeDocument/2006/relationships/customXml" Target="../ink/ink506.xml"/><Relationship Id="rId588" Type="http://schemas.openxmlformats.org/officeDocument/2006/relationships/customXml" Target="../ink/ink626.xml"/><Relationship Id="rId9" Type="http://schemas.openxmlformats.org/officeDocument/2006/relationships/image" Target="../media/image287.png"/><Relationship Id="rId210" Type="http://schemas.openxmlformats.org/officeDocument/2006/relationships/customXml" Target="../ink/ink436.xml"/><Relationship Id="rId448" Type="http://schemas.openxmlformats.org/officeDocument/2006/relationships/image" Target="../media/image505.png"/><Relationship Id="rId294" Type="http://schemas.openxmlformats.org/officeDocument/2006/relationships/customXml" Target="../ink/ink478.xml"/><Relationship Id="rId308" Type="http://schemas.openxmlformats.org/officeDocument/2006/relationships/customXml" Target="../ink/ink485.xml"/><Relationship Id="rId515" Type="http://schemas.openxmlformats.org/officeDocument/2006/relationships/customXml" Target="../ink/ink589.xml"/><Relationship Id="rId89" Type="http://schemas.openxmlformats.org/officeDocument/2006/relationships/image" Target="../media/image327.png"/><Relationship Id="rId154" Type="http://schemas.openxmlformats.org/officeDocument/2006/relationships/customXml" Target="../ink/ink408.xml"/><Relationship Id="rId361" Type="http://schemas.openxmlformats.org/officeDocument/2006/relationships/image" Target="../media/image463.png"/><Relationship Id="rId599" Type="http://schemas.openxmlformats.org/officeDocument/2006/relationships/image" Target="../media/image580.png"/><Relationship Id="rId459" Type="http://schemas.openxmlformats.org/officeDocument/2006/relationships/customXml" Target="../ink/ink561.xml"/></Relationships>
</file>

<file path=ppt/slides/_rels/slide5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239.png"/><Relationship Id="rId671" Type="http://schemas.openxmlformats.org/officeDocument/2006/relationships/image" Target="../media/image834.png"/><Relationship Id="rId769" Type="http://schemas.openxmlformats.org/officeDocument/2006/relationships/image" Target="../media/image883.png"/><Relationship Id="rId21" Type="http://schemas.openxmlformats.org/officeDocument/2006/relationships/image" Target="../media/image152.png"/><Relationship Id="rId324" Type="http://schemas.openxmlformats.org/officeDocument/2006/relationships/customXml" Target="../ink/ink818.xml"/><Relationship Id="rId531" Type="http://schemas.openxmlformats.org/officeDocument/2006/relationships/image" Target="../media/image766.png"/><Relationship Id="rId629" Type="http://schemas.openxmlformats.org/officeDocument/2006/relationships/image" Target="../media/image813.png"/><Relationship Id="rId170" Type="http://schemas.openxmlformats.org/officeDocument/2006/relationships/customXml" Target="../ink/ink741.xml"/><Relationship Id="rId268" Type="http://schemas.openxmlformats.org/officeDocument/2006/relationships/customXml" Target="../ink/ink790.xml"/><Relationship Id="rId475" Type="http://schemas.openxmlformats.org/officeDocument/2006/relationships/customXml" Target="../ink/ink894.xml"/><Relationship Id="rId682" Type="http://schemas.openxmlformats.org/officeDocument/2006/relationships/customXml" Target="../ink/ink999.xml"/><Relationship Id="rId32" Type="http://schemas.openxmlformats.org/officeDocument/2006/relationships/customXml" Target="../ink/ink672.xml"/><Relationship Id="rId128" Type="http://schemas.openxmlformats.org/officeDocument/2006/relationships/customXml" Target="../ink/ink720.xml"/><Relationship Id="rId335" Type="http://schemas.openxmlformats.org/officeDocument/2006/relationships/image" Target="../media/image669.png"/><Relationship Id="rId542" Type="http://schemas.openxmlformats.org/officeDocument/2006/relationships/customXml" Target="../ink/ink928.xml"/><Relationship Id="rId181" Type="http://schemas.openxmlformats.org/officeDocument/2006/relationships/image" Target="../media/image271.png"/><Relationship Id="rId402" Type="http://schemas.openxmlformats.org/officeDocument/2006/relationships/customXml" Target="../ink/ink857.xml"/><Relationship Id="rId279" Type="http://schemas.openxmlformats.org/officeDocument/2006/relationships/image" Target="../media/image641.png"/><Relationship Id="rId486" Type="http://schemas.openxmlformats.org/officeDocument/2006/relationships/image" Target="../media/image744.png"/><Relationship Id="rId693" Type="http://schemas.openxmlformats.org/officeDocument/2006/relationships/image" Target="../media/image845.png"/><Relationship Id="rId707" Type="http://schemas.openxmlformats.org/officeDocument/2006/relationships/image" Target="../media/image852.png"/><Relationship Id="rId43" Type="http://schemas.openxmlformats.org/officeDocument/2006/relationships/image" Target="../media/image164.png"/><Relationship Id="rId139" Type="http://schemas.openxmlformats.org/officeDocument/2006/relationships/image" Target="../media/image250.png"/><Relationship Id="rId346" Type="http://schemas.openxmlformats.org/officeDocument/2006/relationships/customXml" Target="../ink/ink829.xml"/><Relationship Id="rId553" Type="http://schemas.openxmlformats.org/officeDocument/2006/relationships/image" Target="../media/image776.png"/><Relationship Id="rId760" Type="http://schemas.openxmlformats.org/officeDocument/2006/relationships/customXml" Target="../ink/ink1038.xml"/><Relationship Id="rId192" Type="http://schemas.openxmlformats.org/officeDocument/2006/relationships/customXml" Target="../ink/ink752.xml"/><Relationship Id="rId206" Type="http://schemas.openxmlformats.org/officeDocument/2006/relationships/customXml" Target="../ink/ink759.xml"/><Relationship Id="rId413" Type="http://schemas.openxmlformats.org/officeDocument/2006/relationships/image" Target="../media/image708.png"/><Relationship Id="rId497" Type="http://schemas.openxmlformats.org/officeDocument/2006/relationships/customXml" Target="../ink/ink905.xml"/><Relationship Id="rId620" Type="http://schemas.openxmlformats.org/officeDocument/2006/relationships/customXml" Target="../ink/ink968.xml"/><Relationship Id="rId718" Type="http://schemas.openxmlformats.org/officeDocument/2006/relationships/customXml" Target="../ink/ink1017.xml"/><Relationship Id="rId357" Type="http://schemas.openxmlformats.org/officeDocument/2006/relationships/image" Target="../media/image680.png"/><Relationship Id="rId54" Type="http://schemas.openxmlformats.org/officeDocument/2006/relationships/customXml" Target="../ink/ink683.xml"/><Relationship Id="rId217" Type="http://schemas.openxmlformats.org/officeDocument/2006/relationships/image" Target="../media/image610.png"/><Relationship Id="rId564" Type="http://schemas.openxmlformats.org/officeDocument/2006/relationships/customXml" Target="../ink/ink939.xml"/><Relationship Id="rId771" Type="http://schemas.openxmlformats.org/officeDocument/2006/relationships/image" Target="../media/image884.png"/><Relationship Id="rId424" Type="http://schemas.openxmlformats.org/officeDocument/2006/relationships/customXml" Target="../ink/ink868.xml"/><Relationship Id="rId631" Type="http://schemas.openxmlformats.org/officeDocument/2006/relationships/image" Target="../media/image814.png"/><Relationship Id="rId729" Type="http://schemas.openxmlformats.org/officeDocument/2006/relationships/image" Target="../media/image863.png"/><Relationship Id="rId270" Type="http://schemas.openxmlformats.org/officeDocument/2006/relationships/customXml" Target="../ink/ink791.xml"/><Relationship Id="rId65" Type="http://schemas.openxmlformats.org/officeDocument/2006/relationships/image" Target="../media/image175.png"/><Relationship Id="rId130" Type="http://schemas.openxmlformats.org/officeDocument/2006/relationships/customXml" Target="../ink/ink721.xml"/><Relationship Id="rId368" Type="http://schemas.openxmlformats.org/officeDocument/2006/relationships/customXml" Target="../ink/ink840.xml"/><Relationship Id="rId575" Type="http://schemas.openxmlformats.org/officeDocument/2006/relationships/image" Target="../media/image787.png"/><Relationship Id="rId782" Type="http://schemas.openxmlformats.org/officeDocument/2006/relationships/customXml" Target="../ink/ink1049.xml"/><Relationship Id="rId228" Type="http://schemas.openxmlformats.org/officeDocument/2006/relationships/customXml" Target="../ink/ink770.xml"/><Relationship Id="rId435" Type="http://schemas.openxmlformats.org/officeDocument/2006/relationships/image" Target="../media/image719.png"/><Relationship Id="rId642" Type="http://schemas.openxmlformats.org/officeDocument/2006/relationships/customXml" Target="../ink/ink979.xml"/><Relationship Id="rId281" Type="http://schemas.openxmlformats.org/officeDocument/2006/relationships/image" Target="../media/image642.png"/><Relationship Id="rId502" Type="http://schemas.openxmlformats.org/officeDocument/2006/relationships/image" Target="../media/image752.png"/><Relationship Id="rId76" Type="http://schemas.openxmlformats.org/officeDocument/2006/relationships/customXml" Target="../ink/ink694.xml"/><Relationship Id="rId141" Type="http://schemas.openxmlformats.org/officeDocument/2006/relationships/image" Target="../media/image251.png"/><Relationship Id="rId379" Type="http://schemas.openxmlformats.org/officeDocument/2006/relationships/image" Target="../media/image691.png"/><Relationship Id="rId586" Type="http://schemas.openxmlformats.org/officeDocument/2006/relationships/customXml" Target="../ink/ink950.xml"/><Relationship Id="rId7" Type="http://schemas.openxmlformats.org/officeDocument/2006/relationships/image" Target="../media/image145.png"/><Relationship Id="rId239" Type="http://schemas.openxmlformats.org/officeDocument/2006/relationships/image" Target="../media/image621.png"/><Relationship Id="rId446" Type="http://schemas.openxmlformats.org/officeDocument/2006/relationships/customXml" Target="../ink/ink879.xml"/><Relationship Id="rId653" Type="http://schemas.openxmlformats.org/officeDocument/2006/relationships/image" Target="../media/image825.png"/><Relationship Id="rId292" Type="http://schemas.openxmlformats.org/officeDocument/2006/relationships/customXml" Target="../ink/ink802.xml"/><Relationship Id="rId306" Type="http://schemas.openxmlformats.org/officeDocument/2006/relationships/customXml" Target="../ink/ink809.xml"/><Relationship Id="rId87" Type="http://schemas.openxmlformats.org/officeDocument/2006/relationships/image" Target="../media/image186.png"/><Relationship Id="rId513" Type="http://schemas.openxmlformats.org/officeDocument/2006/relationships/customXml" Target="../ink/ink913.xml"/><Relationship Id="rId597" Type="http://schemas.openxmlformats.org/officeDocument/2006/relationships/customXml" Target="../ink/ink956.xml"/><Relationship Id="rId720" Type="http://schemas.openxmlformats.org/officeDocument/2006/relationships/customXml" Target="../ink/ink1018.xml"/><Relationship Id="rId152" Type="http://schemas.openxmlformats.org/officeDocument/2006/relationships/customXml" Target="../ink/ink732.xml"/><Relationship Id="rId457" Type="http://schemas.openxmlformats.org/officeDocument/2006/relationships/image" Target="../media/image730.png"/><Relationship Id="rId664" Type="http://schemas.openxmlformats.org/officeDocument/2006/relationships/customXml" Target="../ink/ink990.xml"/><Relationship Id="rId14" Type="http://schemas.openxmlformats.org/officeDocument/2006/relationships/customXml" Target="../ink/ink663.xml"/><Relationship Id="rId317" Type="http://schemas.openxmlformats.org/officeDocument/2006/relationships/image" Target="../media/image660.png"/><Relationship Id="rId524" Type="http://schemas.openxmlformats.org/officeDocument/2006/relationships/customXml" Target="../ink/ink919.xml"/><Relationship Id="rId731" Type="http://schemas.openxmlformats.org/officeDocument/2006/relationships/image" Target="../media/image864.png"/><Relationship Id="rId98" Type="http://schemas.openxmlformats.org/officeDocument/2006/relationships/customXml" Target="../ink/ink705.xml"/><Relationship Id="rId163" Type="http://schemas.openxmlformats.org/officeDocument/2006/relationships/image" Target="../media/image262.png"/><Relationship Id="rId370" Type="http://schemas.openxmlformats.org/officeDocument/2006/relationships/customXml" Target="../ink/ink841.xml"/><Relationship Id="rId230" Type="http://schemas.openxmlformats.org/officeDocument/2006/relationships/customXml" Target="../ink/ink771.xml"/><Relationship Id="rId468" Type="http://schemas.openxmlformats.org/officeDocument/2006/relationships/image" Target="../media/image735.png"/><Relationship Id="rId675" Type="http://schemas.openxmlformats.org/officeDocument/2006/relationships/image" Target="../media/image836.png"/><Relationship Id="rId25" Type="http://schemas.openxmlformats.org/officeDocument/2006/relationships/image" Target="../media/image154.png"/><Relationship Id="rId328" Type="http://schemas.openxmlformats.org/officeDocument/2006/relationships/customXml" Target="../ink/ink820.xml"/><Relationship Id="rId535" Type="http://schemas.openxmlformats.org/officeDocument/2006/relationships/image" Target="../media/image339.png"/><Relationship Id="rId742" Type="http://schemas.openxmlformats.org/officeDocument/2006/relationships/customXml" Target="../ink/ink1029.xml"/><Relationship Id="rId174" Type="http://schemas.openxmlformats.org/officeDocument/2006/relationships/customXml" Target="../ink/ink743.xml"/><Relationship Id="rId381" Type="http://schemas.openxmlformats.org/officeDocument/2006/relationships/image" Target="../media/image692.png"/><Relationship Id="rId602" Type="http://schemas.openxmlformats.org/officeDocument/2006/relationships/image" Target="../media/image800.png"/><Relationship Id="rId241" Type="http://schemas.openxmlformats.org/officeDocument/2006/relationships/image" Target="../media/image622.png"/><Relationship Id="rId479" Type="http://schemas.openxmlformats.org/officeDocument/2006/relationships/customXml" Target="../ink/ink896.xml"/><Relationship Id="rId686" Type="http://schemas.openxmlformats.org/officeDocument/2006/relationships/customXml" Target="../ink/ink1001.xml"/><Relationship Id="rId36" Type="http://schemas.openxmlformats.org/officeDocument/2006/relationships/customXml" Target="../ink/ink674.xml"/><Relationship Id="rId339" Type="http://schemas.openxmlformats.org/officeDocument/2006/relationships/image" Target="../media/image671.png"/><Relationship Id="rId546" Type="http://schemas.openxmlformats.org/officeDocument/2006/relationships/customXml" Target="../ink/ink930.xml"/><Relationship Id="rId753" Type="http://schemas.openxmlformats.org/officeDocument/2006/relationships/image" Target="../media/image875.png"/><Relationship Id="rId101" Type="http://schemas.openxmlformats.org/officeDocument/2006/relationships/image" Target="../media/image231.png"/><Relationship Id="rId185" Type="http://schemas.openxmlformats.org/officeDocument/2006/relationships/image" Target="../media/image273.png"/><Relationship Id="rId406" Type="http://schemas.openxmlformats.org/officeDocument/2006/relationships/customXml" Target="../ink/ink859.xml"/><Relationship Id="rId392" Type="http://schemas.openxmlformats.org/officeDocument/2006/relationships/customXml" Target="../ink/ink852.xml"/><Relationship Id="rId613" Type="http://schemas.openxmlformats.org/officeDocument/2006/relationships/image" Target="../media/image805.png"/><Relationship Id="rId697" Type="http://schemas.openxmlformats.org/officeDocument/2006/relationships/image" Target="../media/image847.png"/><Relationship Id="rId252" Type="http://schemas.openxmlformats.org/officeDocument/2006/relationships/customXml" Target="../ink/ink782.xml"/><Relationship Id="rId47" Type="http://schemas.openxmlformats.org/officeDocument/2006/relationships/image" Target="../media/image166.png"/><Relationship Id="rId112" Type="http://schemas.openxmlformats.org/officeDocument/2006/relationships/customXml" Target="../ink/ink712.xml"/><Relationship Id="rId557" Type="http://schemas.openxmlformats.org/officeDocument/2006/relationships/image" Target="../media/image778.png"/><Relationship Id="rId764" Type="http://schemas.openxmlformats.org/officeDocument/2006/relationships/customXml" Target="../ink/ink1040.xml"/><Relationship Id="rId196" Type="http://schemas.openxmlformats.org/officeDocument/2006/relationships/customXml" Target="../ink/ink754.xml"/><Relationship Id="rId417" Type="http://schemas.openxmlformats.org/officeDocument/2006/relationships/image" Target="../media/image710.png"/><Relationship Id="rId624" Type="http://schemas.openxmlformats.org/officeDocument/2006/relationships/customXml" Target="../ink/ink970.xml"/><Relationship Id="rId263" Type="http://schemas.openxmlformats.org/officeDocument/2006/relationships/image" Target="../media/image633.png"/><Relationship Id="rId470" Type="http://schemas.openxmlformats.org/officeDocument/2006/relationships/image" Target="../media/image736.png"/><Relationship Id="rId58" Type="http://schemas.openxmlformats.org/officeDocument/2006/relationships/customXml" Target="../ink/ink685.xml"/><Relationship Id="rId123" Type="http://schemas.openxmlformats.org/officeDocument/2006/relationships/image" Target="../media/image242.png"/><Relationship Id="rId330" Type="http://schemas.openxmlformats.org/officeDocument/2006/relationships/customXml" Target="../ink/ink821.xml"/><Relationship Id="rId568" Type="http://schemas.openxmlformats.org/officeDocument/2006/relationships/customXml" Target="../ink/ink941.xml"/><Relationship Id="rId775" Type="http://schemas.openxmlformats.org/officeDocument/2006/relationships/image" Target="../media/image886.png"/><Relationship Id="rId428" Type="http://schemas.openxmlformats.org/officeDocument/2006/relationships/customXml" Target="../ink/ink870.xml"/><Relationship Id="rId635" Type="http://schemas.openxmlformats.org/officeDocument/2006/relationships/image" Target="../media/image816.png"/><Relationship Id="rId274" Type="http://schemas.openxmlformats.org/officeDocument/2006/relationships/customXml" Target="../ink/ink793.xml"/><Relationship Id="rId481" Type="http://schemas.openxmlformats.org/officeDocument/2006/relationships/customXml" Target="../ink/ink897.xml"/><Relationship Id="rId702" Type="http://schemas.openxmlformats.org/officeDocument/2006/relationships/customXml" Target="../ink/ink1009.xml"/><Relationship Id="rId69" Type="http://schemas.openxmlformats.org/officeDocument/2006/relationships/image" Target="../media/image177.png"/><Relationship Id="rId134" Type="http://schemas.openxmlformats.org/officeDocument/2006/relationships/customXml" Target="../ink/ink723.xml"/><Relationship Id="rId579" Type="http://schemas.openxmlformats.org/officeDocument/2006/relationships/image" Target="../media/image789.png"/><Relationship Id="rId786" Type="http://schemas.openxmlformats.org/officeDocument/2006/relationships/customXml" Target="../ink/ink1051.xml"/><Relationship Id="rId341" Type="http://schemas.openxmlformats.org/officeDocument/2006/relationships/image" Target="../media/image672.png"/><Relationship Id="rId439" Type="http://schemas.openxmlformats.org/officeDocument/2006/relationships/image" Target="../media/image721.png"/><Relationship Id="rId646" Type="http://schemas.openxmlformats.org/officeDocument/2006/relationships/customXml" Target="../ink/ink981.xml"/><Relationship Id="rId201" Type="http://schemas.openxmlformats.org/officeDocument/2006/relationships/image" Target="../media/image280.png"/><Relationship Id="rId285" Type="http://schemas.openxmlformats.org/officeDocument/2006/relationships/image" Target="../media/image644.png"/><Relationship Id="rId506" Type="http://schemas.openxmlformats.org/officeDocument/2006/relationships/image" Target="../media/image754.png"/><Relationship Id="rId492" Type="http://schemas.openxmlformats.org/officeDocument/2006/relationships/image" Target="../media/image747.png"/><Relationship Id="rId713" Type="http://schemas.openxmlformats.org/officeDocument/2006/relationships/image" Target="../media/image855.png"/><Relationship Id="rId145" Type="http://schemas.openxmlformats.org/officeDocument/2006/relationships/image" Target="../media/image253.png"/><Relationship Id="rId352" Type="http://schemas.openxmlformats.org/officeDocument/2006/relationships/customXml" Target="../ink/ink832.xml"/><Relationship Id="rId212" Type="http://schemas.openxmlformats.org/officeDocument/2006/relationships/customXml" Target="../ink/ink762.xml"/><Relationship Id="rId657" Type="http://schemas.openxmlformats.org/officeDocument/2006/relationships/image" Target="../media/image827.png"/><Relationship Id="rId296" Type="http://schemas.openxmlformats.org/officeDocument/2006/relationships/customXml" Target="../ink/ink804.xml"/><Relationship Id="rId517" Type="http://schemas.openxmlformats.org/officeDocument/2006/relationships/image" Target="../media/image759.png"/><Relationship Id="rId724" Type="http://schemas.openxmlformats.org/officeDocument/2006/relationships/customXml" Target="../ink/ink1020.xml"/><Relationship Id="rId60" Type="http://schemas.openxmlformats.org/officeDocument/2006/relationships/customXml" Target="../ink/ink686.xml"/><Relationship Id="rId156" Type="http://schemas.openxmlformats.org/officeDocument/2006/relationships/customXml" Target="../ink/ink734.xml"/><Relationship Id="rId363" Type="http://schemas.openxmlformats.org/officeDocument/2006/relationships/image" Target="../media/image683.png"/><Relationship Id="rId570" Type="http://schemas.openxmlformats.org/officeDocument/2006/relationships/customXml" Target="../ink/ink942.xml"/><Relationship Id="rId223" Type="http://schemas.openxmlformats.org/officeDocument/2006/relationships/image" Target="../media/image613.png"/><Relationship Id="rId430" Type="http://schemas.openxmlformats.org/officeDocument/2006/relationships/customXml" Target="../ink/ink871.xml"/><Relationship Id="rId668" Type="http://schemas.openxmlformats.org/officeDocument/2006/relationships/customXml" Target="../ink/ink992.xml"/><Relationship Id="rId18" Type="http://schemas.openxmlformats.org/officeDocument/2006/relationships/customXml" Target="../ink/ink665.xml"/><Relationship Id="rId528" Type="http://schemas.openxmlformats.org/officeDocument/2006/relationships/customXml" Target="../ink/ink921.xml"/><Relationship Id="rId735" Type="http://schemas.openxmlformats.org/officeDocument/2006/relationships/image" Target="../media/image866.png"/><Relationship Id="rId167" Type="http://schemas.openxmlformats.org/officeDocument/2006/relationships/image" Target="../media/image264.png"/><Relationship Id="rId374" Type="http://schemas.openxmlformats.org/officeDocument/2006/relationships/customXml" Target="../ink/ink843.xml"/><Relationship Id="rId581" Type="http://schemas.openxmlformats.org/officeDocument/2006/relationships/image" Target="../media/image790.png"/><Relationship Id="rId71" Type="http://schemas.openxmlformats.org/officeDocument/2006/relationships/image" Target="../media/image178.png"/><Relationship Id="rId234" Type="http://schemas.openxmlformats.org/officeDocument/2006/relationships/customXml" Target="../ink/ink773.xml"/><Relationship Id="rId679" Type="http://schemas.openxmlformats.org/officeDocument/2006/relationships/image" Target="../media/image838.png"/><Relationship Id="rId2" Type="http://schemas.openxmlformats.org/officeDocument/2006/relationships/customXml" Target="../ink/ink657.xml"/><Relationship Id="rId29" Type="http://schemas.openxmlformats.org/officeDocument/2006/relationships/image" Target="../media/image156.png"/><Relationship Id="rId441" Type="http://schemas.openxmlformats.org/officeDocument/2006/relationships/image" Target="../media/image722.png"/><Relationship Id="rId539" Type="http://schemas.openxmlformats.org/officeDocument/2006/relationships/image" Target="../media/image769.png"/><Relationship Id="rId746" Type="http://schemas.openxmlformats.org/officeDocument/2006/relationships/customXml" Target="../ink/ink1031.xml"/><Relationship Id="rId178" Type="http://schemas.openxmlformats.org/officeDocument/2006/relationships/customXml" Target="../ink/ink745.xml"/><Relationship Id="rId301" Type="http://schemas.openxmlformats.org/officeDocument/2006/relationships/image" Target="../media/image652.png"/><Relationship Id="rId82" Type="http://schemas.openxmlformats.org/officeDocument/2006/relationships/customXml" Target="../ink/ink697.xml"/><Relationship Id="rId385" Type="http://schemas.openxmlformats.org/officeDocument/2006/relationships/image" Target="../media/image694.png"/><Relationship Id="rId592" Type="http://schemas.openxmlformats.org/officeDocument/2006/relationships/customXml" Target="../ink/ink953.xml"/><Relationship Id="rId606" Type="http://schemas.openxmlformats.org/officeDocument/2006/relationships/customXml" Target="../ink/ink961.xml"/><Relationship Id="rId245" Type="http://schemas.openxmlformats.org/officeDocument/2006/relationships/image" Target="../media/image624.png"/><Relationship Id="rId452" Type="http://schemas.openxmlformats.org/officeDocument/2006/relationships/customXml" Target="../ink/ink882.xml"/><Relationship Id="rId105" Type="http://schemas.openxmlformats.org/officeDocument/2006/relationships/image" Target="../media/image233.png"/><Relationship Id="rId312" Type="http://schemas.openxmlformats.org/officeDocument/2006/relationships/customXml" Target="../ink/ink812.xml"/><Relationship Id="rId757" Type="http://schemas.openxmlformats.org/officeDocument/2006/relationships/image" Target="../media/image877.png"/><Relationship Id="rId93" Type="http://schemas.openxmlformats.org/officeDocument/2006/relationships/image" Target="../media/image189.png"/><Relationship Id="rId189" Type="http://schemas.openxmlformats.org/officeDocument/2006/relationships/image" Target="../media/image275.png"/><Relationship Id="rId396" Type="http://schemas.openxmlformats.org/officeDocument/2006/relationships/customXml" Target="../ink/ink854.xml"/><Relationship Id="rId617" Type="http://schemas.openxmlformats.org/officeDocument/2006/relationships/image" Target="../media/image807.png"/><Relationship Id="rId256" Type="http://schemas.openxmlformats.org/officeDocument/2006/relationships/customXml" Target="../ink/ink784.xml"/><Relationship Id="rId463" Type="http://schemas.openxmlformats.org/officeDocument/2006/relationships/customXml" Target="../ink/ink888.xml"/><Relationship Id="rId670" Type="http://schemas.openxmlformats.org/officeDocument/2006/relationships/customXml" Target="../ink/ink993.xml"/><Relationship Id="rId116" Type="http://schemas.openxmlformats.org/officeDocument/2006/relationships/customXml" Target="../ink/ink714.xml"/><Relationship Id="rId323" Type="http://schemas.openxmlformats.org/officeDocument/2006/relationships/image" Target="../media/image663.png"/><Relationship Id="rId530" Type="http://schemas.openxmlformats.org/officeDocument/2006/relationships/customXml" Target="../ink/ink922.xml"/><Relationship Id="rId768" Type="http://schemas.openxmlformats.org/officeDocument/2006/relationships/customXml" Target="../ink/ink1042.xml"/><Relationship Id="rId20" Type="http://schemas.openxmlformats.org/officeDocument/2006/relationships/customXml" Target="../ink/ink666.xml"/><Relationship Id="rId628" Type="http://schemas.openxmlformats.org/officeDocument/2006/relationships/customXml" Target="../ink/ink972.xml"/><Relationship Id="rId267" Type="http://schemas.openxmlformats.org/officeDocument/2006/relationships/image" Target="../media/image635.png"/><Relationship Id="rId474" Type="http://schemas.openxmlformats.org/officeDocument/2006/relationships/image" Target="../media/image738.png"/><Relationship Id="rId127" Type="http://schemas.openxmlformats.org/officeDocument/2006/relationships/image" Target="../media/image244.png"/><Relationship Id="rId681" Type="http://schemas.openxmlformats.org/officeDocument/2006/relationships/image" Target="../media/image839.png"/><Relationship Id="rId779" Type="http://schemas.openxmlformats.org/officeDocument/2006/relationships/image" Target="../media/image888.png"/><Relationship Id="rId31" Type="http://schemas.openxmlformats.org/officeDocument/2006/relationships/image" Target="../media/image157.png"/><Relationship Id="rId334" Type="http://schemas.openxmlformats.org/officeDocument/2006/relationships/customXml" Target="../ink/ink823.xml"/><Relationship Id="rId541" Type="http://schemas.openxmlformats.org/officeDocument/2006/relationships/image" Target="../media/image770.png"/><Relationship Id="rId639" Type="http://schemas.openxmlformats.org/officeDocument/2006/relationships/image" Target="../media/image818.png"/><Relationship Id="rId180" Type="http://schemas.openxmlformats.org/officeDocument/2006/relationships/customXml" Target="../ink/ink746.xml"/><Relationship Id="rId278" Type="http://schemas.openxmlformats.org/officeDocument/2006/relationships/customXml" Target="../ink/ink795.xml"/><Relationship Id="rId401" Type="http://schemas.openxmlformats.org/officeDocument/2006/relationships/image" Target="../media/image702.png"/><Relationship Id="rId485" Type="http://schemas.openxmlformats.org/officeDocument/2006/relationships/customXml" Target="../ink/ink899.xml"/><Relationship Id="rId692" Type="http://schemas.openxmlformats.org/officeDocument/2006/relationships/customXml" Target="../ink/ink1004.xml"/><Relationship Id="rId706" Type="http://schemas.openxmlformats.org/officeDocument/2006/relationships/customXml" Target="../ink/ink1011.xml"/><Relationship Id="rId42" Type="http://schemas.openxmlformats.org/officeDocument/2006/relationships/customXml" Target="../ink/ink677.xml"/><Relationship Id="rId138" Type="http://schemas.openxmlformats.org/officeDocument/2006/relationships/customXml" Target="../ink/ink725.xml"/><Relationship Id="rId345" Type="http://schemas.openxmlformats.org/officeDocument/2006/relationships/image" Target="../media/image674.png"/><Relationship Id="rId552" Type="http://schemas.openxmlformats.org/officeDocument/2006/relationships/customXml" Target="../ink/ink933.xml"/><Relationship Id="rId191" Type="http://schemas.openxmlformats.org/officeDocument/2006/relationships/image" Target="../media/image276.png"/><Relationship Id="rId205" Type="http://schemas.openxmlformats.org/officeDocument/2006/relationships/image" Target="../media/image282.png"/><Relationship Id="rId412" Type="http://schemas.openxmlformats.org/officeDocument/2006/relationships/customXml" Target="../ink/ink862.xml"/><Relationship Id="rId289" Type="http://schemas.openxmlformats.org/officeDocument/2006/relationships/image" Target="../media/image646.png"/><Relationship Id="rId496" Type="http://schemas.openxmlformats.org/officeDocument/2006/relationships/image" Target="../media/image749.png"/><Relationship Id="rId717" Type="http://schemas.openxmlformats.org/officeDocument/2006/relationships/image" Target="../media/image857.png"/><Relationship Id="rId53" Type="http://schemas.openxmlformats.org/officeDocument/2006/relationships/image" Target="../media/image169.png"/><Relationship Id="rId149" Type="http://schemas.openxmlformats.org/officeDocument/2006/relationships/image" Target="../media/image255.png"/><Relationship Id="rId356" Type="http://schemas.openxmlformats.org/officeDocument/2006/relationships/customXml" Target="../ink/ink834.xml"/><Relationship Id="rId563" Type="http://schemas.openxmlformats.org/officeDocument/2006/relationships/image" Target="../media/image781.png"/><Relationship Id="rId770" Type="http://schemas.openxmlformats.org/officeDocument/2006/relationships/customXml" Target="../ink/ink1043.xml"/><Relationship Id="rId216" Type="http://schemas.openxmlformats.org/officeDocument/2006/relationships/customXml" Target="../ink/ink764.xml"/><Relationship Id="rId423" Type="http://schemas.openxmlformats.org/officeDocument/2006/relationships/image" Target="../media/image713.png"/><Relationship Id="rId258" Type="http://schemas.openxmlformats.org/officeDocument/2006/relationships/customXml" Target="../ink/ink785.xml"/><Relationship Id="rId465" Type="http://schemas.openxmlformats.org/officeDocument/2006/relationships/customXml" Target="../ink/ink889.xml"/><Relationship Id="rId630" Type="http://schemas.openxmlformats.org/officeDocument/2006/relationships/customXml" Target="../ink/ink973.xml"/><Relationship Id="rId672" Type="http://schemas.openxmlformats.org/officeDocument/2006/relationships/customXml" Target="../ink/ink994.xml"/><Relationship Id="rId728" Type="http://schemas.openxmlformats.org/officeDocument/2006/relationships/customXml" Target="../ink/ink1022.xml"/><Relationship Id="rId22" Type="http://schemas.openxmlformats.org/officeDocument/2006/relationships/customXml" Target="../ink/ink667.xml"/><Relationship Id="rId64" Type="http://schemas.openxmlformats.org/officeDocument/2006/relationships/customXml" Target="../ink/ink688.xml"/><Relationship Id="rId118" Type="http://schemas.openxmlformats.org/officeDocument/2006/relationships/customXml" Target="../ink/ink715.xml"/><Relationship Id="rId325" Type="http://schemas.openxmlformats.org/officeDocument/2006/relationships/image" Target="../media/image664.png"/><Relationship Id="rId367" Type="http://schemas.openxmlformats.org/officeDocument/2006/relationships/image" Target="../media/image685.png"/><Relationship Id="rId532" Type="http://schemas.openxmlformats.org/officeDocument/2006/relationships/customXml" Target="../ink/ink923.xml"/><Relationship Id="rId574" Type="http://schemas.openxmlformats.org/officeDocument/2006/relationships/customXml" Target="../ink/ink944.xml"/><Relationship Id="rId171" Type="http://schemas.openxmlformats.org/officeDocument/2006/relationships/image" Target="../media/image266.png"/><Relationship Id="rId227" Type="http://schemas.openxmlformats.org/officeDocument/2006/relationships/image" Target="../media/image615.png"/><Relationship Id="rId781" Type="http://schemas.openxmlformats.org/officeDocument/2006/relationships/image" Target="../media/image889.png"/><Relationship Id="rId269" Type="http://schemas.openxmlformats.org/officeDocument/2006/relationships/image" Target="../media/image636.png"/><Relationship Id="rId434" Type="http://schemas.openxmlformats.org/officeDocument/2006/relationships/customXml" Target="../ink/ink873.xml"/><Relationship Id="rId476" Type="http://schemas.openxmlformats.org/officeDocument/2006/relationships/image" Target="../media/image739.png"/><Relationship Id="rId641" Type="http://schemas.openxmlformats.org/officeDocument/2006/relationships/image" Target="../media/image819.png"/><Relationship Id="rId683" Type="http://schemas.openxmlformats.org/officeDocument/2006/relationships/image" Target="../media/image840.png"/><Relationship Id="rId739" Type="http://schemas.openxmlformats.org/officeDocument/2006/relationships/image" Target="../media/image868.png"/><Relationship Id="rId33" Type="http://schemas.openxmlformats.org/officeDocument/2006/relationships/image" Target="../media/image158.png"/><Relationship Id="rId129" Type="http://schemas.openxmlformats.org/officeDocument/2006/relationships/image" Target="../media/image245.png"/><Relationship Id="rId280" Type="http://schemas.openxmlformats.org/officeDocument/2006/relationships/customXml" Target="../ink/ink796.xml"/><Relationship Id="rId336" Type="http://schemas.openxmlformats.org/officeDocument/2006/relationships/customXml" Target="../ink/ink824.xml"/><Relationship Id="rId501" Type="http://schemas.openxmlformats.org/officeDocument/2006/relationships/customXml" Target="../ink/ink907.xml"/><Relationship Id="rId543" Type="http://schemas.openxmlformats.org/officeDocument/2006/relationships/image" Target="../media/image771.png"/><Relationship Id="rId75" Type="http://schemas.openxmlformats.org/officeDocument/2006/relationships/image" Target="../media/image180.png"/><Relationship Id="rId140" Type="http://schemas.openxmlformats.org/officeDocument/2006/relationships/customXml" Target="../ink/ink726.xml"/><Relationship Id="rId182" Type="http://schemas.openxmlformats.org/officeDocument/2006/relationships/customXml" Target="../ink/ink747.xml"/><Relationship Id="rId378" Type="http://schemas.openxmlformats.org/officeDocument/2006/relationships/customXml" Target="../ink/ink845.xml"/><Relationship Id="rId403" Type="http://schemas.openxmlformats.org/officeDocument/2006/relationships/image" Target="../media/image703.png"/><Relationship Id="rId585" Type="http://schemas.openxmlformats.org/officeDocument/2006/relationships/image" Target="../media/image792.png"/><Relationship Id="rId750" Type="http://schemas.openxmlformats.org/officeDocument/2006/relationships/customXml" Target="../ink/ink1033.xml"/><Relationship Id="rId6" Type="http://schemas.openxmlformats.org/officeDocument/2006/relationships/customXml" Target="../ink/ink659.xml"/><Relationship Id="rId238" Type="http://schemas.openxmlformats.org/officeDocument/2006/relationships/customXml" Target="../ink/ink775.xml"/><Relationship Id="rId445" Type="http://schemas.openxmlformats.org/officeDocument/2006/relationships/image" Target="../media/image724.png"/><Relationship Id="rId487" Type="http://schemas.openxmlformats.org/officeDocument/2006/relationships/customXml" Target="../ink/ink900.xml"/><Relationship Id="rId610" Type="http://schemas.openxmlformats.org/officeDocument/2006/relationships/customXml" Target="../ink/ink963.xml"/><Relationship Id="rId652" Type="http://schemas.openxmlformats.org/officeDocument/2006/relationships/customXml" Target="../ink/ink984.xml"/><Relationship Id="rId694" Type="http://schemas.openxmlformats.org/officeDocument/2006/relationships/customXml" Target="../ink/ink1005.xml"/><Relationship Id="rId708" Type="http://schemas.openxmlformats.org/officeDocument/2006/relationships/customXml" Target="../ink/ink1012.xml"/><Relationship Id="rId291" Type="http://schemas.openxmlformats.org/officeDocument/2006/relationships/image" Target="../media/image647.png"/><Relationship Id="rId305" Type="http://schemas.openxmlformats.org/officeDocument/2006/relationships/image" Target="../media/image654.png"/><Relationship Id="rId347" Type="http://schemas.openxmlformats.org/officeDocument/2006/relationships/image" Target="../media/image675.png"/><Relationship Id="rId512" Type="http://schemas.openxmlformats.org/officeDocument/2006/relationships/image" Target="../media/image757.png"/><Relationship Id="rId44" Type="http://schemas.openxmlformats.org/officeDocument/2006/relationships/customXml" Target="../ink/ink678.xml"/><Relationship Id="rId86" Type="http://schemas.openxmlformats.org/officeDocument/2006/relationships/customXml" Target="../ink/ink699.xml"/><Relationship Id="rId151" Type="http://schemas.openxmlformats.org/officeDocument/2006/relationships/image" Target="../media/image256.png"/><Relationship Id="rId389" Type="http://schemas.openxmlformats.org/officeDocument/2006/relationships/image" Target="../media/image696.png"/><Relationship Id="rId554" Type="http://schemas.openxmlformats.org/officeDocument/2006/relationships/customXml" Target="../ink/ink934.xml"/><Relationship Id="rId596" Type="http://schemas.openxmlformats.org/officeDocument/2006/relationships/image" Target="../media/image797.png"/><Relationship Id="rId761" Type="http://schemas.openxmlformats.org/officeDocument/2006/relationships/image" Target="../media/image879.png"/><Relationship Id="rId193" Type="http://schemas.openxmlformats.org/officeDocument/2006/relationships/image" Target="../media/image211.png"/><Relationship Id="rId207" Type="http://schemas.openxmlformats.org/officeDocument/2006/relationships/image" Target="../media/image283.png"/><Relationship Id="rId249" Type="http://schemas.openxmlformats.org/officeDocument/2006/relationships/image" Target="../media/image626.png"/><Relationship Id="rId414" Type="http://schemas.openxmlformats.org/officeDocument/2006/relationships/customXml" Target="../ink/ink863.xml"/><Relationship Id="rId456" Type="http://schemas.openxmlformats.org/officeDocument/2006/relationships/customXml" Target="../ink/ink884.xml"/><Relationship Id="rId498" Type="http://schemas.openxmlformats.org/officeDocument/2006/relationships/image" Target="../media/image750.png"/><Relationship Id="rId621" Type="http://schemas.openxmlformats.org/officeDocument/2006/relationships/image" Target="../media/image809.png"/><Relationship Id="rId663" Type="http://schemas.openxmlformats.org/officeDocument/2006/relationships/image" Target="../media/image830.png"/><Relationship Id="rId13" Type="http://schemas.openxmlformats.org/officeDocument/2006/relationships/image" Target="../media/image148.png"/><Relationship Id="rId109" Type="http://schemas.openxmlformats.org/officeDocument/2006/relationships/image" Target="../media/image235.png"/><Relationship Id="rId260" Type="http://schemas.openxmlformats.org/officeDocument/2006/relationships/customXml" Target="../ink/ink786.xml"/><Relationship Id="rId316" Type="http://schemas.openxmlformats.org/officeDocument/2006/relationships/customXml" Target="../ink/ink814.xml"/><Relationship Id="rId523" Type="http://schemas.openxmlformats.org/officeDocument/2006/relationships/image" Target="../media/image762.png"/><Relationship Id="rId719" Type="http://schemas.openxmlformats.org/officeDocument/2006/relationships/image" Target="../media/image858.png"/><Relationship Id="rId55" Type="http://schemas.openxmlformats.org/officeDocument/2006/relationships/image" Target="../media/image170.png"/><Relationship Id="rId97" Type="http://schemas.openxmlformats.org/officeDocument/2006/relationships/image" Target="../media/image229.png"/><Relationship Id="rId120" Type="http://schemas.openxmlformats.org/officeDocument/2006/relationships/customXml" Target="../ink/ink716.xml"/><Relationship Id="rId358" Type="http://schemas.openxmlformats.org/officeDocument/2006/relationships/customXml" Target="../ink/ink835.xml"/><Relationship Id="rId565" Type="http://schemas.openxmlformats.org/officeDocument/2006/relationships/image" Target="../media/image782.png"/><Relationship Id="rId730" Type="http://schemas.openxmlformats.org/officeDocument/2006/relationships/customXml" Target="../ink/ink1023.xml"/><Relationship Id="rId772" Type="http://schemas.openxmlformats.org/officeDocument/2006/relationships/customXml" Target="../ink/ink1044.xml"/><Relationship Id="rId162" Type="http://schemas.openxmlformats.org/officeDocument/2006/relationships/customXml" Target="../ink/ink737.xml"/><Relationship Id="rId218" Type="http://schemas.openxmlformats.org/officeDocument/2006/relationships/customXml" Target="../ink/ink765.xml"/><Relationship Id="rId425" Type="http://schemas.openxmlformats.org/officeDocument/2006/relationships/image" Target="../media/image714.png"/><Relationship Id="rId467" Type="http://schemas.openxmlformats.org/officeDocument/2006/relationships/customXml" Target="../ink/ink890.xml"/><Relationship Id="rId632" Type="http://schemas.openxmlformats.org/officeDocument/2006/relationships/customXml" Target="../ink/ink974.xml"/><Relationship Id="rId271" Type="http://schemas.openxmlformats.org/officeDocument/2006/relationships/image" Target="../media/image637.png"/><Relationship Id="rId674" Type="http://schemas.openxmlformats.org/officeDocument/2006/relationships/customXml" Target="../ink/ink995.xml"/><Relationship Id="rId24" Type="http://schemas.openxmlformats.org/officeDocument/2006/relationships/customXml" Target="../ink/ink668.xml"/><Relationship Id="rId66" Type="http://schemas.openxmlformats.org/officeDocument/2006/relationships/customXml" Target="../ink/ink689.xml"/><Relationship Id="rId131" Type="http://schemas.openxmlformats.org/officeDocument/2006/relationships/image" Target="../media/image246.png"/><Relationship Id="rId327" Type="http://schemas.openxmlformats.org/officeDocument/2006/relationships/image" Target="../media/image665.png"/><Relationship Id="rId369" Type="http://schemas.openxmlformats.org/officeDocument/2006/relationships/image" Target="../media/image686.png"/><Relationship Id="rId534" Type="http://schemas.openxmlformats.org/officeDocument/2006/relationships/customXml" Target="../ink/ink924.xml"/><Relationship Id="rId576" Type="http://schemas.openxmlformats.org/officeDocument/2006/relationships/customXml" Target="../ink/ink945.xml"/><Relationship Id="rId741" Type="http://schemas.openxmlformats.org/officeDocument/2006/relationships/image" Target="../media/image869.png"/><Relationship Id="rId783" Type="http://schemas.openxmlformats.org/officeDocument/2006/relationships/image" Target="../media/image890.png"/><Relationship Id="rId173" Type="http://schemas.openxmlformats.org/officeDocument/2006/relationships/image" Target="../media/image267.png"/><Relationship Id="rId229" Type="http://schemas.openxmlformats.org/officeDocument/2006/relationships/image" Target="../media/image616.png"/><Relationship Id="rId380" Type="http://schemas.openxmlformats.org/officeDocument/2006/relationships/customXml" Target="../ink/ink846.xml"/><Relationship Id="rId436" Type="http://schemas.openxmlformats.org/officeDocument/2006/relationships/customXml" Target="../ink/ink874.xml"/><Relationship Id="rId601" Type="http://schemas.openxmlformats.org/officeDocument/2006/relationships/customXml" Target="../ink/ink958.xml"/><Relationship Id="rId643" Type="http://schemas.openxmlformats.org/officeDocument/2006/relationships/image" Target="../media/image820.png"/><Relationship Id="rId240" Type="http://schemas.openxmlformats.org/officeDocument/2006/relationships/customXml" Target="../ink/ink776.xml"/><Relationship Id="rId478" Type="http://schemas.openxmlformats.org/officeDocument/2006/relationships/image" Target="../media/image740.png"/><Relationship Id="rId685" Type="http://schemas.openxmlformats.org/officeDocument/2006/relationships/image" Target="../media/image841.png"/><Relationship Id="rId35" Type="http://schemas.openxmlformats.org/officeDocument/2006/relationships/image" Target="../media/image160.png"/><Relationship Id="rId77" Type="http://schemas.openxmlformats.org/officeDocument/2006/relationships/image" Target="../media/image181.png"/><Relationship Id="rId100" Type="http://schemas.openxmlformats.org/officeDocument/2006/relationships/customXml" Target="../ink/ink706.xml"/><Relationship Id="rId282" Type="http://schemas.openxmlformats.org/officeDocument/2006/relationships/customXml" Target="../ink/ink797.xml"/><Relationship Id="rId338" Type="http://schemas.openxmlformats.org/officeDocument/2006/relationships/customXml" Target="../ink/ink825.xml"/><Relationship Id="rId503" Type="http://schemas.openxmlformats.org/officeDocument/2006/relationships/customXml" Target="../ink/ink908.xml"/><Relationship Id="rId545" Type="http://schemas.openxmlformats.org/officeDocument/2006/relationships/image" Target="../media/image772.png"/><Relationship Id="rId587" Type="http://schemas.openxmlformats.org/officeDocument/2006/relationships/image" Target="../media/image793.png"/><Relationship Id="rId710" Type="http://schemas.openxmlformats.org/officeDocument/2006/relationships/customXml" Target="../ink/ink1013.xml"/><Relationship Id="rId752" Type="http://schemas.openxmlformats.org/officeDocument/2006/relationships/customXml" Target="../ink/ink1034.xml"/><Relationship Id="rId8" Type="http://schemas.openxmlformats.org/officeDocument/2006/relationships/customXml" Target="../ink/ink660.xml"/><Relationship Id="rId142" Type="http://schemas.openxmlformats.org/officeDocument/2006/relationships/customXml" Target="../ink/ink727.xml"/><Relationship Id="rId184" Type="http://schemas.openxmlformats.org/officeDocument/2006/relationships/customXml" Target="../ink/ink748.xml"/><Relationship Id="rId391" Type="http://schemas.openxmlformats.org/officeDocument/2006/relationships/image" Target="../media/image697.png"/><Relationship Id="rId405" Type="http://schemas.openxmlformats.org/officeDocument/2006/relationships/image" Target="../media/image704.png"/><Relationship Id="rId447" Type="http://schemas.openxmlformats.org/officeDocument/2006/relationships/image" Target="../media/image725.png"/><Relationship Id="rId612" Type="http://schemas.openxmlformats.org/officeDocument/2006/relationships/customXml" Target="../ink/ink964.xml"/><Relationship Id="rId251" Type="http://schemas.openxmlformats.org/officeDocument/2006/relationships/image" Target="../media/image627.png"/><Relationship Id="rId489" Type="http://schemas.openxmlformats.org/officeDocument/2006/relationships/customXml" Target="../ink/ink901.xml"/><Relationship Id="rId654" Type="http://schemas.openxmlformats.org/officeDocument/2006/relationships/customXml" Target="../ink/ink985.xml"/><Relationship Id="rId696" Type="http://schemas.openxmlformats.org/officeDocument/2006/relationships/customXml" Target="../ink/ink1006.xml"/><Relationship Id="rId46" Type="http://schemas.openxmlformats.org/officeDocument/2006/relationships/customXml" Target="../ink/ink679.xml"/><Relationship Id="rId293" Type="http://schemas.openxmlformats.org/officeDocument/2006/relationships/image" Target="../media/image648.png"/><Relationship Id="rId307" Type="http://schemas.openxmlformats.org/officeDocument/2006/relationships/image" Target="../media/image655.png"/><Relationship Id="rId349" Type="http://schemas.openxmlformats.org/officeDocument/2006/relationships/image" Target="../media/image676.png"/><Relationship Id="rId514" Type="http://schemas.openxmlformats.org/officeDocument/2006/relationships/customXml" Target="../ink/ink914.xml"/><Relationship Id="rId556" Type="http://schemas.openxmlformats.org/officeDocument/2006/relationships/customXml" Target="../ink/ink935.xml"/><Relationship Id="rId721" Type="http://schemas.openxmlformats.org/officeDocument/2006/relationships/image" Target="../media/image859.png"/><Relationship Id="rId763" Type="http://schemas.openxmlformats.org/officeDocument/2006/relationships/image" Target="../media/image880.png"/><Relationship Id="rId88" Type="http://schemas.openxmlformats.org/officeDocument/2006/relationships/customXml" Target="../ink/ink700.xml"/><Relationship Id="rId111" Type="http://schemas.openxmlformats.org/officeDocument/2006/relationships/image" Target="../media/image236.png"/><Relationship Id="rId153" Type="http://schemas.openxmlformats.org/officeDocument/2006/relationships/image" Target="../media/image257.png"/><Relationship Id="rId195" Type="http://schemas.openxmlformats.org/officeDocument/2006/relationships/image" Target="../media/image277.png"/><Relationship Id="rId209" Type="http://schemas.openxmlformats.org/officeDocument/2006/relationships/image" Target="../media/image606.png"/><Relationship Id="rId360" Type="http://schemas.openxmlformats.org/officeDocument/2006/relationships/customXml" Target="../ink/ink836.xml"/><Relationship Id="rId416" Type="http://schemas.openxmlformats.org/officeDocument/2006/relationships/customXml" Target="../ink/ink864.xml"/><Relationship Id="rId598" Type="http://schemas.openxmlformats.org/officeDocument/2006/relationships/image" Target="../media/image798.png"/><Relationship Id="rId220" Type="http://schemas.openxmlformats.org/officeDocument/2006/relationships/customXml" Target="../ink/ink766.xml"/><Relationship Id="rId458" Type="http://schemas.openxmlformats.org/officeDocument/2006/relationships/customXml" Target="../ink/ink885.xml"/><Relationship Id="rId623" Type="http://schemas.openxmlformats.org/officeDocument/2006/relationships/image" Target="../media/image810.png"/><Relationship Id="rId665" Type="http://schemas.openxmlformats.org/officeDocument/2006/relationships/image" Target="../media/image831.png"/><Relationship Id="rId15" Type="http://schemas.openxmlformats.org/officeDocument/2006/relationships/image" Target="../media/image149.png"/><Relationship Id="rId57" Type="http://schemas.openxmlformats.org/officeDocument/2006/relationships/image" Target="../media/image171.png"/><Relationship Id="rId262" Type="http://schemas.openxmlformats.org/officeDocument/2006/relationships/customXml" Target="../ink/ink787.xml"/><Relationship Id="rId318" Type="http://schemas.openxmlformats.org/officeDocument/2006/relationships/customXml" Target="../ink/ink815.xml"/><Relationship Id="rId525" Type="http://schemas.openxmlformats.org/officeDocument/2006/relationships/image" Target="../media/image763.png"/><Relationship Id="rId567" Type="http://schemas.openxmlformats.org/officeDocument/2006/relationships/image" Target="../media/image783.png"/><Relationship Id="rId732" Type="http://schemas.openxmlformats.org/officeDocument/2006/relationships/customXml" Target="../ink/ink1024.xml"/><Relationship Id="rId99" Type="http://schemas.openxmlformats.org/officeDocument/2006/relationships/image" Target="../media/image230.png"/><Relationship Id="rId122" Type="http://schemas.openxmlformats.org/officeDocument/2006/relationships/customXml" Target="../ink/ink717.xml"/><Relationship Id="rId164" Type="http://schemas.openxmlformats.org/officeDocument/2006/relationships/customXml" Target="../ink/ink738.xml"/><Relationship Id="rId371" Type="http://schemas.openxmlformats.org/officeDocument/2006/relationships/image" Target="../media/image687.png"/><Relationship Id="rId774" Type="http://schemas.openxmlformats.org/officeDocument/2006/relationships/customXml" Target="../ink/ink1045.xml"/><Relationship Id="rId427" Type="http://schemas.openxmlformats.org/officeDocument/2006/relationships/image" Target="../media/image715.png"/><Relationship Id="rId469" Type="http://schemas.openxmlformats.org/officeDocument/2006/relationships/customXml" Target="../ink/ink891.xml"/><Relationship Id="rId634" Type="http://schemas.openxmlformats.org/officeDocument/2006/relationships/customXml" Target="../ink/ink975.xml"/><Relationship Id="rId676" Type="http://schemas.openxmlformats.org/officeDocument/2006/relationships/customXml" Target="../ink/ink996.xml"/><Relationship Id="rId26" Type="http://schemas.openxmlformats.org/officeDocument/2006/relationships/customXml" Target="../ink/ink669.xml"/><Relationship Id="rId231" Type="http://schemas.openxmlformats.org/officeDocument/2006/relationships/image" Target="../media/image617.png"/><Relationship Id="rId273" Type="http://schemas.openxmlformats.org/officeDocument/2006/relationships/image" Target="../media/image638.png"/><Relationship Id="rId329" Type="http://schemas.openxmlformats.org/officeDocument/2006/relationships/image" Target="../media/image666.png"/><Relationship Id="rId480" Type="http://schemas.openxmlformats.org/officeDocument/2006/relationships/image" Target="../media/image741.png"/><Relationship Id="rId536" Type="http://schemas.openxmlformats.org/officeDocument/2006/relationships/customXml" Target="../ink/ink925.xml"/><Relationship Id="rId701" Type="http://schemas.openxmlformats.org/officeDocument/2006/relationships/image" Target="../media/image849.png"/><Relationship Id="rId68" Type="http://schemas.openxmlformats.org/officeDocument/2006/relationships/customXml" Target="../ink/ink690.xml"/><Relationship Id="rId133" Type="http://schemas.openxmlformats.org/officeDocument/2006/relationships/image" Target="../media/image247.png"/><Relationship Id="rId175" Type="http://schemas.openxmlformats.org/officeDocument/2006/relationships/image" Target="../media/image268.png"/><Relationship Id="rId340" Type="http://schemas.openxmlformats.org/officeDocument/2006/relationships/customXml" Target="../ink/ink826.xml"/><Relationship Id="rId578" Type="http://schemas.openxmlformats.org/officeDocument/2006/relationships/customXml" Target="../ink/ink946.xml"/><Relationship Id="rId743" Type="http://schemas.openxmlformats.org/officeDocument/2006/relationships/image" Target="../media/image870.png"/><Relationship Id="rId785" Type="http://schemas.openxmlformats.org/officeDocument/2006/relationships/image" Target="../media/image891.png"/><Relationship Id="rId200" Type="http://schemas.openxmlformats.org/officeDocument/2006/relationships/customXml" Target="../ink/ink756.xml"/><Relationship Id="rId382" Type="http://schemas.openxmlformats.org/officeDocument/2006/relationships/customXml" Target="../ink/ink847.xml"/><Relationship Id="rId438" Type="http://schemas.openxmlformats.org/officeDocument/2006/relationships/customXml" Target="../ink/ink875.xml"/><Relationship Id="rId603" Type="http://schemas.openxmlformats.org/officeDocument/2006/relationships/customXml" Target="../ink/ink959.xml"/><Relationship Id="rId645" Type="http://schemas.openxmlformats.org/officeDocument/2006/relationships/image" Target="../media/image821.png"/><Relationship Id="rId687" Type="http://schemas.openxmlformats.org/officeDocument/2006/relationships/image" Target="../media/image842.png"/><Relationship Id="rId242" Type="http://schemas.openxmlformats.org/officeDocument/2006/relationships/customXml" Target="../ink/ink777.xml"/><Relationship Id="rId284" Type="http://schemas.openxmlformats.org/officeDocument/2006/relationships/customXml" Target="../ink/ink798.xml"/><Relationship Id="rId491" Type="http://schemas.openxmlformats.org/officeDocument/2006/relationships/customXml" Target="../ink/ink902.xml"/><Relationship Id="rId505" Type="http://schemas.openxmlformats.org/officeDocument/2006/relationships/customXml" Target="../ink/ink909.xml"/><Relationship Id="rId712" Type="http://schemas.openxmlformats.org/officeDocument/2006/relationships/customXml" Target="../ink/ink1014.xml"/><Relationship Id="rId37" Type="http://schemas.openxmlformats.org/officeDocument/2006/relationships/image" Target="../media/image161.png"/><Relationship Id="rId79" Type="http://schemas.openxmlformats.org/officeDocument/2006/relationships/image" Target="../media/image182.png"/><Relationship Id="rId102" Type="http://schemas.openxmlformats.org/officeDocument/2006/relationships/customXml" Target="../ink/ink707.xml"/><Relationship Id="rId144" Type="http://schemas.openxmlformats.org/officeDocument/2006/relationships/customXml" Target="../ink/ink728.xml"/><Relationship Id="rId547" Type="http://schemas.openxmlformats.org/officeDocument/2006/relationships/image" Target="../media/image773.png"/><Relationship Id="rId589" Type="http://schemas.openxmlformats.org/officeDocument/2006/relationships/image" Target="../media/image794.png"/><Relationship Id="rId754" Type="http://schemas.openxmlformats.org/officeDocument/2006/relationships/customXml" Target="../ink/ink1035.xml"/><Relationship Id="rId90" Type="http://schemas.openxmlformats.org/officeDocument/2006/relationships/customXml" Target="../ink/ink701.xml"/><Relationship Id="rId186" Type="http://schemas.openxmlformats.org/officeDocument/2006/relationships/customXml" Target="../ink/ink749.xml"/><Relationship Id="rId351" Type="http://schemas.openxmlformats.org/officeDocument/2006/relationships/image" Target="../media/image677.png"/><Relationship Id="rId393" Type="http://schemas.openxmlformats.org/officeDocument/2006/relationships/image" Target="../media/image698.png"/><Relationship Id="rId407" Type="http://schemas.openxmlformats.org/officeDocument/2006/relationships/image" Target="../media/image705.png"/><Relationship Id="rId449" Type="http://schemas.openxmlformats.org/officeDocument/2006/relationships/image" Target="../media/image726.png"/><Relationship Id="rId614" Type="http://schemas.openxmlformats.org/officeDocument/2006/relationships/customXml" Target="../ink/ink965.xml"/><Relationship Id="rId656" Type="http://schemas.openxmlformats.org/officeDocument/2006/relationships/customXml" Target="../ink/ink986.xml"/><Relationship Id="rId211" Type="http://schemas.openxmlformats.org/officeDocument/2006/relationships/image" Target="../media/image607.png"/><Relationship Id="rId253" Type="http://schemas.openxmlformats.org/officeDocument/2006/relationships/image" Target="../media/image628.png"/><Relationship Id="rId295" Type="http://schemas.openxmlformats.org/officeDocument/2006/relationships/image" Target="../media/image649.png"/><Relationship Id="rId309" Type="http://schemas.openxmlformats.org/officeDocument/2006/relationships/image" Target="../media/image656.png"/><Relationship Id="rId460" Type="http://schemas.openxmlformats.org/officeDocument/2006/relationships/image" Target="../media/image731.png"/><Relationship Id="rId516" Type="http://schemas.openxmlformats.org/officeDocument/2006/relationships/customXml" Target="../ink/ink915.xml"/><Relationship Id="rId698" Type="http://schemas.openxmlformats.org/officeDocument/2006/relationships/customXml" Target="../ink/ink1007.xml"/><Relationship Id="rId48" Type="http://schemas.openxmlformats.org/officeDocument/2006/relationships/customXml" Target="../ink/ink680.xml"/><Relationship Id="rId113" Type="http://schemas.openxmlformats.org/officeDocument/2006/relationships/image" Target="../media/image237.png"/><Relationship Id="rId320" Type="http://schemas.openxmlformats.org/officeDocument/2006/relationships/customXml" Target="../ink/ink816.xml"/><Relationship Id="rId558" Type="http://schemas.openxmlformats.org/officeDocument/2006/relationships/customXml" Target="../ink/ink936.xml"/><Relationship Id="rId723" Type="http://schemas.openxmlformats.org/officeDocument/2006/relationships/image" Target="../media/image860.png"/><Relationship Id="rId765" Type="http://schemas.openxmlformats.org/officeDocument/2006/relationships/image" Target="../media/image881.png"/><Relationship Id="rId155" Type="http://schemas.openxmlformats.org/officeDocument/2006/relationships/image" Target="../media/image258.png"/><Relationship Id="rId197" Type="http://schemas.openxmlformats.org/officeDocument/2006/relationships/image" Target="../media/image278.png"/><Relationship Id="rId362" Type="http://schemas.openxmlformats.org/officeDocument/2006/relationships/customXml" Target="../ink/ink837.xml"/><Relationship Id="rId418" Type="http://schemas.openxmlformats.org/officeDocument/2006/relationships/customXml" Target="../ink/ink865.xml"/><Relationship Id="rId625" Type="http://schemas.openxmlformats.org/officeDocument/2006/relationships/image" Target="../media/image811.png"/><Relationship Id="rId222" Type="http://schemas.openxmlformats.org/officeDocument/2006/relationships/customXml" Target="../ink/ink767.xml"/><Relationship Id="rId264" Type="http://schemas.openxmlformats.org/officeDocument/2006/relationships/customXml" Target="../ink/ink788.xml"/><Relationship Id="rId471" Type="http://schemas.openxmlformats.org/officeDocument/2006/relationships/customXml" Target="../ink/ink892.xml"/><Relationship Id="rId667" Type="http://schemas.openxmlformats.org/officeDocument/2006/relationships/image" Target="../media/image832.png"/><Relationship Id="rId17" Type="http://schemas.openxmlformats.org/officeDocument/2006/relationships/image" Target="../media/image150.png"/><Relationship Id="rId59" Type="http://schemas.openxmlformats.org/officeDocument/2006/relationships/image" Target="../media/image172.png"/><Relationship Id="rId124" Type="http://schemas.openxmlformats.org/officeDocument/2006/relationships/customXml" Target="../ink/ink718.xml"/><Relationship Id="rId527" Type="http://schemas.openxmlformats.org/officeDocument/2006/relationships/image" Target="../media/image764.png"/><Relationship Id="rId569" Type="http://schemas.openxmlformats.org/officeDocument/2006/relationships/image" Target="../media/image784.png"/><Relationship Id="rId734" Type="http://schemas.openxmlformats.org/officeDocument/2006/relationships/customXml" Target="../ink/ink1025.xml"/><Relationship Id="rId776" Type="http://schemas.openxmlformats.org/officeDocument/2006/relationships/customXml" Target="../ink/ink1046.xml"/><Relationship Id="rId70" Type="http://schemas.openxmlformats.org/officeDocument/2006/relationships/customXml" Target="../ink/ink691.xml"/><Relationship Id="rId166" Type="http://schemas.openxmlformats.org/officeDocument/2006/relationships/customXml" Target="../ink/ink739.xml"/><Relationship Id="rId331" Type="http://schemas.openxmlformats.org/officeDocument/2006/relationships/image" Target="../media/image667.png"/><Relationship Id="rId373" Type="http://schemas.openxmlformats.org/officeDocument/2006/relationships/image" Target="../media/image688.png"/><Relationship Id="rId429" Type="http://schemas.openxmlformats.org/officeDocument/2006/relationships/image" Target="../media/image716.png"/><Relationship Id="rId580" Type="http://schemas.openxmlformats.org/officeDocument/2006/relationships/customXml" Target="../ink/ink947.xml"/><Relationship Id="rId636" Type="http://schemas.openxmlformats.org/officeDocument/2006/relationships/customXml" Target="../ink/ink976.xml"/><Relationship Id="rId1" Type="http://schemas.openxmlformats.org/officeDocument/2006/relationships/slideLayout" Target="../slideLayouts/slideLayout7.xml"/><Relationship Id="rId233" Type="http://schemas.openxmlformats.org/officeDocument/2006/relationships/image" Target="../media/image618.png"/><Relationship Id="rId440" Type="http://schemas.openxmlformats.org/officeDocument/2006/relationships/customXml" Target="../ink/ink876.xml"/><Relationship Id="rId678" Type="http://schemas.openxmlformats.org/officeDocument/2006/relationships/customXml" Target="../ink/ink997.xml"/><Relationship Id="rId28" Type="http://schemas.openxmlformats.org/officeDocument/2006/relationships/customXml" Target="../ink/ink670.xml"/><Relationship Id="rId275" Type="http://schemas.openxmlformats.org/officeDocument/2006/relationships/image" Target="../media/image639.png"/><Relationship Id="rId300" Type="http://schemas.openxmlformats.org/officeDocument/2006/relationships/customXml" Target="../ink/ink806.xml"/><Relationship Id="rId482" Type="http://schemas.openxmlformats.org/officeDocument/2006/relationships/image" Target="../media/image742.png"/><Relationship Id="rId538" Type="http://schemas.openxmlformats.org/officeDocument/2006/relationships/customXml" Target="../ink/ink926.xml"/><Relationship Id="rId703" Type="http://schemas.openxmlformats.org/officeDocument/2006/relationships/image" Target="../media/image850.png"/><Relationship Id="rId745" Type="http://schemas.openxmlformats.org/officeDocument/2006/relationships/image" Target="../media/image871.png"/><Relationship Id="rId81" Type="http://schemas.openxmlformats.org/officeDocument/2006/relationships/image" Target="../media/image183.png"/><Relationship Id="rId135" Type="http://schemas.openxmlformats.org/officeDocument/2006/relationships/image" Target="../media/image248.png"/><Relationship Id="rId177" Type="http://schemas.openxmlformats.org/officeDocument/2006/relationships/image" Target="../media/image269.png"/><Relationship Id="rId342" Type="http://schemas.openxmlformats.org/officeDocument/2006/relationships/customXml" Target="../ink/ink827.xml"/><Relationship Id="rId384" Type="http://schemas.openxmlformats.org/officeDocument/2006/relationships/customXml" Target="../ink/ink848.xml"/><Relationship Id="rId591" Type="http://schemas.openxmlformats.org/officeDocument/2006/relationships/image" Target="../media/image795.png"/><Relationship Id="rId605" Type="http://schemas.openxmlformats.org/officeDocument/2006/relationships/image" Target="../media/image801.png"/><Relationship Id="rId787" Type="http://schemas.openxmlformats.org/officeDocument/2006/relationships/image" Target="../media/image892.png"/><Relationship Id="rId202" Type="http://schemas.openxmlformats.org/officeDocument/2006/relationships/customXml" Target="../ink/ink757.xml"/><Relationship Id="rId244" Type="http://schemas.openxmlformats.org/officeDocument/2006/relationships/customXml" Target="../ink/ink778.xml"/><Relationship Id="rId647" Type="http://schemas.openxmlformats.org/officeDocument/2006/relationships/image" Target="../media/image822.png"/><Relationship Id="rId689" Type="http://schemas.openxmlformats.org/officeDocument/2006/relationships/image" Target="../media/image843.png"/><Relationship Id="rId39" Type="http://schemas.openxmlformats.org/officeDocument/2006/relationships/image" Target="../media/image162.png"/><Relationship Id="rId286" Type="http://schemas.openxmlformats.org/officeDocument/2006/relationships/customXml" Target="../ink/ink799.xml"/><Relationship Id="rId451" Type="http://schemas.openxmlformats.org/officeDocument/2006/relationships/image" Target="../media/image727.png"/><Relationship Id="rId493" Type="http://schemas.openxmlformats.org/officeDocument/2006/relationships/customXml" Target="../ink/ink903.xml"/><Relationship Id="rId507" Type="http://schemas.openxmlformats.org/officeDocument/2006/relationships/customXml" Target="../ink/ink910.xml"/><Relationship Id="rId549" Type="http://schemas.openxmlformats.org/officeDocument/2006/relationships/image" Target="../media/image774.png"/><Relationship Id="rId714" Type="http://schemas.openxmlformats.org/officeDocument/2006/relationships/customXml" Target="../ink/ink1015.xml"/><Relationship Id="rId756" Type="http://schemas.openxmlformats.org/officeDocument/2006/relationships/customXml" Target="../ink/ink1036.xml"/><Relationship Id="rId50" Type="http://schemas.openxmlformats.org/officeDocument/2006/relationships/customXml" Target="../ink/ink681.xml"/><Relationship Id="rId104" Type="http://schemas.openxmlformats.org/officeDocument/2006/relationships/customXml" Target="../ink/ink708.xml"/><Relationship Id="rId146" Type="http://schemas.openxmlformats.org/officeDocument/2006/relationships/customXml" Target="../ink/ink729.xml"/><Relationship Id="rId188" Type="http://schemas.openxmlformats.org/officeDocument/2006/relationships/customXml" Target="../ink/ink750.xml"/><Relationship Id="rId311" Type="http://schemas.openxmlformats.org/officeDocument/2006/relationships/image" Target="../media/image657.png"/><Relationship Id="rId353" Type="http://schemas.openxmlformats.org/officeDocument/2006/relationships/image" Target="../media/image678.png"/><Relationship Id="rId395" Type="http://schemas.openxmlformats.org/officeDocument/2006/relationships/image" Target="../media/image699.png"/><Relationship Id="rId409" Type="http://schemas.openxmlformats.org/officeDocument/2006/relationships/image" Target="../media/image706.png"/><Relationship Id="rId560" Type="http://schemas.openxmlformats.org/officeDocument/2006/relationships/customXml" Target="../ink/ink937.xml"/><Relationship Id="rId92" Type="http://schemas.openxmlformats.org/officeDocument/2006/relationships/customXml" Target="../ink/ink702.xml"/><Relationship Id="rId213" Type="http://schemas.openxmlformats.org/officeDocument/2006/relationships/image" Target="../media/image608.png"/><Relationship Id="rId420" Type="http://schemas.openxmlformats.org/officeDocument/2006/relationships/customXml" Target="../ink/ink866.xml"/><Relationship Id="rId616" Type="http://schemas.openxmlformats.org/officeDocument/2006/relationships/customXml" Target="../ink/ink966.xml"/><Relationship Id="rId658" Type="http://schemas.openxmlformats.org/officeDocument/2006/relationships/customXml" Target="../ink/ink987.xml"/><Relationship Id="rId255" Type="http://schemas.openxmlformats.org/officeDocument/2006/relationships/image" Target="../media/image629.png"/><Relationship Id="rId297" Type="http://schemas.openxmlformats.org/officeDocument/2006/relationships/image" Target="../media/image650.png"/><Relationship Id="rId462" Type="http://schemas.openxmlformats.org/officeDocument/2006/relationships/image" Target="../media/image732.png"/><Relationship Id="rId518" Type="http://schemas.openxmlformats.org/officeDocument/2006/relationships/customXml" Target="../ink/ink916.xml"/><Relationship Id="rId725" Type="http://schemas.openxmlformats.org/officeDocument/2006/relationships/image" Target="../media/image861.png"/><Relationship Id="rId115" Type="http://schemas.openxmlformats.org/officeDocument/2006/relationships/image" Target="../media/image238.png"/><Relationship Id="rId157" Type="http://schemas.openxmlformats.org/officeDocument/2006/relationships/image" Target="../media/image259.png"/><Relationship Id="rId322" Type="http://schemas.openxmlformats.org/officeDocument/2006/relationships/customXml" Target="../ink/ink817.xml"/><Relationship Id="rId364" Type="http://schemas.openxmlformats.org/officeDocument/2006/relationships/customXml" Target="../ink/ink838.xml"/><Relationship Id="rId767" Type="http://schemas.openxmlformats.org/officeDocument/2006/relationships/image" Target="../media/image882.png"/><Relationship Id="rId61" Type="http://schemas.openxmlformats.org/officeDocument/2006/relationships/image" Target="../media/image173.png"/><Relationship Id="rId199" Type="http://schemas.openxmlformats.org/officeDocument/2006/relationships/image" Target="../media/image279.png"/><Relationship Id="rId571" Type="http://schemas.openxmlformats.org/officeDocument/2006/relationships/image" Target="../media/image785.png"/><Relationship Id="rId627" Type="http://schemas.openxmlformats.org/officeDocument/2006/relationships/image" Target="../media/image812.png"/><Relationship Id="rId669" Type="http://schemas.openxmlformats.org/officeDocument/2006/relationships/image" Target="../media/image833.png"/><Relationship Id="rId19" Type="http://schemas.openxmlformats.org/officeDocument/2006/relationships/image" Target="../media/image151.png"/><Relationship Id="rId224" Type="http://schemas.openxmlformats.org/officeDocument/2006/relationships/customXml" Target="../ink/ink768.xml"/><Relationship Id="rId266" Type="http://schemas.openxmlformats.org/officeDocument/2006/relationships/customXml" Target="../ink/ink789.xml"/><Relationship Id="rId431" Type="http://schemas.openxmlformats.org/officeDocument/2006/relationships/image" Target="../media/image717.png"/><Relationship Id="rId473" Type="http://schemas.openxmlformats.org/officeDocument/2006/relationships/customXml" Target="../ink/ink893.xml"/><Relationship Id="rId529" Type="http://schemas.openxmlformats.org/officeDocument/2006/relationships/image" Target="../media/image765.png"/><Relationship Id="rId680" Type="http://schemas.openxmlformats.org/officeDocument/2006/relationships/customXml" Target="../ink/ink998.xml"/><Relationship Id="rId736" Type="http://schemas.openxmlformats.org/officeDocument/2006/relationships/customXml" Target="../ink/ink1026.xml"/><Relationship Id="rId30" Type="http://schemas.openxmlformats.org/officeDocument/2006/relationships/customXml" Target="../ink/ink671.xml"/><Relationship Id="rId126" Type="http://schemas.openxmlformats.org/officeDocument/2006/relationships/customXml" Target="../ink/ink719.xml"/><Relationship Id="rId168" Type="http://schemas.openxmlformats.org/officeDocument/2006/relationships/customXml" Target="../ink/ink740.xml"/><Relationship Id="rId333" Type="http://schemas.openxmlformats.org/officeDocument/2006/relationships/image" Target="../media/image668.png"/><Relationship Id="rId540" Type="http://schemas.openxmlformats.org/officeDocument/2006/relationships/customXml" Target="../ink/ink927.xml"/><Relationship Id="rId778" Type="http://schemas.openxmlformats.org/officeDocument/2006/relationships/customXml" Target="../ink/ink1047.xml"/><Relationship Id="rId72" Type="http://schemas.openxmlformats.org/officeDocument/2006/relationships/customXml" Target="../ink/ink692.xml"/><Relationship Id="rId375" Type="http://schemas.openxmlformats.org/officeDocument/2006/relationships/image" Target="../media/image689.png"/><Relationship Id="rId582" Type="http://schemas.openxmlformats.org/officeDocument/2006/relationships/customXml" Target="../ink/ink948.xml"/><Relationship Id="rId638" Type="http://schemas.openxmlformats.org/officeDocument/2006/relationships/customXml" Target="../ink/ink977.xml"/><Relationship Id="rId3" Type="http://schemas.openxmlformats.org/officeDocument/2006/relationships/image" Target="../media/image143.png"/><Relationship Id="rId235" Type="http://schemas.openxmlformats.org/officeDocument/2006/relationships/image" Target="../media/image619.png"/><Relationship Id="rId277" Type="http://schemas.openxmlformats.org/officeDocument/2006/relationships/image" Target="../media/image640.png"/><Relationship Id="rId400" Type="http://schemas.openxmlformats.org/officeDocument/2006/relationships/customXml" Target="../ink/ink856.xml"/><Relationship Id="rId442" Type="http://schemas.openxmlformats.org/officeDocument/2006/relationships/customXml" Target="../ink/ink877.xml"/><Relationship Id="rId484" Type="http://schemas.openxmlformats.org/officeDocument/2006/relationships/image" Target="../media/image743.png"/><Relationship Id="rId705" Type="http://schemas.openxmlformats.org/officeDocument/2006/relationships/image" Target="../media/image851.png"/><Relationship Id="rId137" Type="http://schemas.openxmlformats.org/officeDocument/2006/relationships/image" Target="../media/image249.png"/><Relationship Id="rId302" Type="http://schemas.openxmlformats.org/officeDocument/2006/relationships/customXml" Target="../ink/ink807.xml"/><Relationship Id="rId344" Type="http://schemas.openxmlformats.org/officeDocument/2006/relationships/customXml" Target="../ink/ink828.xml"/><Relationship Id="rId691" Type="http://schemas.openxmlformats.org/officeDocument/2006/relationships/image" Target="../media/image844.png"/><Relationship Id="rId747" Type="http://schemas.openxmlformats.org/officeDocument/2006/relationships/image" Target="../media/image872.png"/><Relationship Id="rId789" Type="http://schemas.openxmlformats.org/officeDocument/2006/relationships/image" Target="../media/image893.png"/><Relationship Id="rId41" Type="http://schemas.openxmlformats.org/officeDocument/2006/relationships/image" Target="../media/image163.png"/><Relationship Id="rId83" Type="http://schemas.openxmlformats.org/officeDocument/2006/relationships/image" Target="../media/image184.png"/><Relationship Id="rId179" Type="http://schemas.openxmlformats.org/officeDocument/2006/relationships/image" Target="../media/image270.png"/><Relationship Id="rId386" Type="http://schemas.openxmlformats.org/officeDocument/2006/relationships/customXml" Target="../ink/ink849.xml"/><Relationship Id="rId551" Type="http://schemas.openxmlformats.org/officeDocument/2006/relationships/image" Target="../media/image775.png"/><Relationship Id="rId593" Type="http://schemas.openxmlformats.org/officeDocument/2006/relationships/customXml" Target="../ink/ink954.xml"/><Relationship Id="rId607" Type="http://schemas.openxmlformats.org/officeDocument/2006/relationships/image" Target="../media/image802.png"/><Relationship Id="rId649" Type="http://schemas.openxmlformats.org/officeDocument/2006/relationships/image" Target="../media/image823.png"/><Relationship Id="rId190" Type="http://schemas.openxmlformats.org/officeDocument/2006/relationships/customXml" Target="../ink/ink751.xml"/><Relationship Id="rId204" Type="http://schemas.openxmlformats.org/officeDocument/2006/relationships/customXml" Target="../ink/ink758.xml"/><Relationship Id="rId246" Type="http://schemas.openxmlformats.org/officeDocument/2006/relationships/customXml" Target="../ink/ink779.xml"/><Relationship Id="rId288" Type="http://schemas.openxmlformats.org/officeDocument/2006/relationships/customXml" Target="../ink/ink800.xml"/><Relationship Id="rId411" Type="http://schemas.openxmlformats.org/officeDocument/2006/relationships/image" Target="../media/image707.png"/><Relationship Id="rId453" Type="http://schemas.openxmlformats.org/officeDocument/2006/relationships/image" Target="../media/image728.png"/><Relationship Id="rId509" Type="http://schemas.openxmlformats.org/officeDocument/2006/relationships/customXml" Target="../ink/ink911.xml"/><Relationship Id="rId660" Type="http://schemas.openxmlformats.org/officeDocument/2006/relationships/customXml" Target="../ink/ink988.xml"/><Relationship Id="rId106" Type="http://schemas.openxmlformats.org/officeDocument/2006/relationships/customXml" Target="../ink/ink709.xml"/><Relationship Id="rId313" Type="http://schemas.openxmlformats.org/officeDocument/2006/relationships/image" Target="../media/image658.png"/><Relationship Id="rId495" Type="http://schemas.openxmlformats.org/officeDocument/2006/relationships/customXml" Target="../ink/ink904.xml"/><Relationship Id="rId716" Type="http://schemas.openxmlformats.org/officeDocument/2006/relationships/customXml" Target="../ink/ink1016.xml"/><Relationship Id="rId758" Type="http://schemas.openxmlformats.org/officeDocument/2006/relationships/customXml" Target="../ink/ink1037.xml"/><Relationship Id="rId10" Type="http://schemas.openxmlformats.org/officeDocument/2006/relationships/customXml" Target="../ink/ink661.xml"/><Relationship Id="rId52" Type="http://schemas.openxmlformats.org/officeDocument/2006/relationships/customXml" Target="../ink/ink682.xml"/><Relationship Id="rId94" Type="http://schemas.openxmlformats.org/officeDocument/2006/relationships/customXml" Target="../ink/ink703.xml"/><Relationship Id="rId148" Type="http://schemas.openxmlformats.org/officeDocument/2006/relationships/customXml" Target="../ink/ink730.xml"/><Relationship Id="rId355" Type="http://schemas.openxmlformats.org/officeDocument/2006/relationships/image" Target="../media/image679.png"/><Relationship Id="rId397" Type="http://schemas.openxmlformats.org/officeDocument/2006/relationships/image" Target="../media/image700.png"/><Relationship Id="rId520" Type="http://schemas.openxmlformats.org/officeDocument/2006/relationships/customXml" Target="../ink/ink917.xml"/><Relationship Id="rId562" Type="http://schemas.openxmlformats.org/officeDocument/2006/relationships/customXml" Target="../ink/ink938.xml"/><Relationship Id="rId618" Type="http://schemas.openxmlformats.org/officeDocument/2006/relationships/customXml" Target="../ink/ink967.xml"/><Relationship Id="rId215" Type="http://schemas.openxmlformats.org/officeDocument/2006/relationships/image" Target="../media/image609.png"/><Relationship Id="rId257" Type="http://schemas.openxmlformats.org/officeDocument/2006/relationships/image" Target="../media/image630.png"/><Relationship Id="rId422" Type="http://schemas.openxmlformats.org/officeDocument/2006/relationships/customXml" Target="../ink/ink867.xml"/><Relationship Id="rId464" Type="http://schemas.openxmlformats.org/officeDocument/2006/relationships/image" Target="../media/image733.png"/><Relationship Id="rId299" Type="http://schemas.openxmlformats.org/officeDocument/2006/relationships/image" Target="../media/image651.png"/><Relationship Id="rId727" Type="http://schemas.openxmlformats.org/officeDocument/2006/relationships/image" Target="../media/image862.png"/><Relationship Id="rId63" Type="http://schemas.openxmlformats.org/officeDocument/2006/relationships/image" Target="../media/image174.png"/><Relationship Id="rId159" Type="http://schemas.openxmlformats.org/officeDocument/2006/relationships/image" Target="../media/image260.png"/><Relationship Id="rId366" Type="http://schemas.openxmlformats.org/officeDocument/2006/relationships/customXml" Target="../ink/ink839.xml"/><Relationship Id="rId573" Type="http://schemas.openxmlformats.org/officeDocument/2006/relationships/image" Target="../media/image786.png"/><Relationship Id="rId780" Type="http://schemas.openxmlformats.org/officeDocument/2006/relationships/customXml" Target="../ink/ink1048.xml"/><Relationship Id="rId226" Type="http://schemas.openxmlformats.org/officeDocument/2006/relationships/customXml" Target="../ink/ink769.xml"/><Relationship Id="rId433" Type="http://schemas.openxmlformats.org/officeDocument/2006/relationships/image" Target="../media/image718.png"/><Relationship Id="rId640" Type="http://schemas.openxmlformats.org/officeDocument/2006/relationships/customXml" Target="../ink/ink978.xml"/><Relationship Id="rId738" Type="http://schemas.openxmlformats.org/officeDocument/2006/relationships/customXml" Target="../ink/ink1027.xml"/><Relationship Id="rId74" Type="http://schemas.openxmlformats.org/officeDocument/2006/relationships/customXml" Target="../ink/ink693.xml"/><Relationship Id="rId377" Type="http://schemas.openxmlformats.org/officeDocument/2006/relationships/image" Target="../media/image690.png"/><Relationship Id="rId500" Type="http://schemas.openxmlformats.org/officeDocument/2006/relationships/image" Target="../media/image751.png"/><Relationship Id="rId584" Type="http://schemas.openxmlformats.org/officeDocument/2006/relationships/customXml" Target="../ink/ink949.xml"/><Relationship Id="rId5" Type="http://schemas.openxmlformats.org/officeDocument/2006/relationships/image" Target="../media/image144.png"/><Relationship Id="rId237" Type="http://schemas.openxmlformats.org/officeDocument/2006/relationships/image" Target="../media/image620.png"/><Relationship Id="rId791" Type="http://schemas.openxmlformats.org/officeDocument/2006/relationships/image" Target="../media/image894.png"/><Relationship Id="rId444" Type="http://schemas.openxmlformats.org/officeDocument/2006/relationships/customXml" Target="../ink/ink878.xml"/><Relationship Id="rId651" Type="http://schemas.openxmlformats.org/officeDocument/2006/relationships/image" Target="../media/image824.png"/><Relationship Id="rId749" Type="http://schemas.openxmlformats.org/officeDocument/2006/relationships/image" Target="../media/image873.png"/><Relationship Id="rId290" Type="http://schemas.openxmlformats.org/officeDocument/2006/relationships/customXml" Target="../ink/ink801.xml"/><Relationship Id="rId304" Type="http://schemas.openxmlformats.org/officeDocument/2006/relationships/customXml" Target="../ink/ink808.xml"/><Relationship Id="rId388" Type="http://schemas.openxmlformats.org/officeDocument/2006/relationships/customXml" Target="../ink/ink850.xml"/><Relationship Id="rId511" Type="http://schemas.openxmlformats.org/officeDocument/2006/relationships/customXml" Target="../ink/ink912.xml"/><Relationship Id="rId609" Type="http://schemas.openxmlformats.org/officeDocument/2006/relationships/image" Target="../media/image803.png"/><Relationship Id="rId85" Type="http://schemas.openxmlformats.org/officeDocument/2006/relationships/image" Target="../media/image185.png"/><Relationship Id="rId150" Type="http://schemas.openxmlformats.org/officeDocument/2006/relationships/customXml" Target="../ink/ink731.xml"/><Relationship Id="rId595" Type="http://schemas.openxmlformats.org/officeDocument/2006/relationships/customXml" Target="../ink/ink955.xml"/><Relationship Id="rId248" Type="http://schemas.openxmlformats.org/officeDocument/2006/relationships/customXml" Target="../ink/ink780.xml"/><Relationship Id="rId455" Type="http://schemas.openxmlformats.org/officeDocument/2006/relationships/image" Target="../media/image729.png"/><Relationship Id="rId662" Type="http://schemas.openxmlformats.org/officeDocument/2006/relationships/customXml" Target="../ink/ink989.xml"/><Relationship Id="rId12" Type="http://schemas.openxmlformats.org/officeDocument/2006/relationships/customXml" Target="../ink/ink662.xml"/><Relationship Id="rId108" Type="http://schemas.openxmlformats.org/officeDocument/2006/relationships/customXml" Target="../ink/ink710.xml"/><Relationship Id="rId315" Type="http://schemas.openxmlformats.org/officeDocument/2006/relationships/image" Target="../media/image659.png"/><Relationship Id="rId522" Type="http://schemas.openxmlformats.org/officeDocument/2006/relationships/customXml" Target="../ink/ink918.xml"/><Relationship Id="rId96" Type="http://schemas.openxmlformats.org/officeDocument/2006/relationships/customXml" Target="../ink/ink704.xml"/><Relationship Id="rId161" Type="http://schemas.openxmlformats.org/officeDocument/2006/relationships/image" Target="../media/image261.png"/><Relationship Id="rId399" Type="http://schemas.openxmlformats.org/officeDocument/2006/relationships/image" Target="../media/image701.png"/><Relationship Id="rId259" Type="http://schemas.openxmlformats.org/officeDocument/2006/relationships/image" Target="../media/image631.png"/><Relationship Id="rId466" Type="http://schemas.openxmlformats.org/officeDocument/2006/relationships/image" Target="../media/image734.png"/><Relationship Id="rId673" Type="http://schemas.openxmlformats.org/officeDocument/2006/relationships/image" Target="../media/image835.png"/><Relationship Id="rId23" Type="http://schemas.openxmlformats.org/officeDocument/2006/relationships/image" Target="../media/image153.png"/><Relationship Id="rId119" Type="http://schemas.openxmlformats.org/officeDocument/2006/relationships/image" Target="../media/image240.png"/><Relationship Id="rId326" Type="http://schemas.openxmlformats.org/officeDocument/2006/relationships/customXml" Target="../ink/ink819.xml"/><Relationship Id="rId533" Type="http://schemas.openxmlformats.org/officeDocument/2006/relationships/image" Target="../media/image767.png"/><Relationship Id="rId740" Type="http://schemas.openxmlformats.org/officeDocument/2006/relationships/customXml" Target="../ink/ink1028.xml"/><Relationship Id="rId172" Type="http://schemas.openxmlformats.org/officeDocument/2006/relationships/customXml" Target="../ink/ink742.xml"/><Relationship Id="rId477" Type="http://schemas.openxmlformats.org/officeDocument/2006/relationships/customXml" Target="../ink/ink895.xml"/><Relationship Id="rId600" Type="http://schemas.openxmlformats.org/officeDocument/2006/relationships/image" Target="../media/image799.png"/><Relationship Id="rId684" Type="http://schemas.openxmlformats.org/officeDocument/2006/relationships/customXml" Target="../ink/ink1000.xml"/><Relationship Id="rId337" Type="http://schemas.openxmlformats.org/officeDocument/2006/relationships/image" Target="../media/image670.png"/><Relationship Id="rId34" Type="http://schemas.openxmlformats.org/officeDocument/2006/relationships/customXml" Target="../ink/ink673.xml"/><Relationship Id="rId544" Type="http://schemas.openxmlformats.org/officeDocument/2006/relationships/customXml" Target="../ink/ink929.xml"/><Relationship Id="rId751" Type="http://schemas.openxmlformats.org/officeDocument/2006/relationships/image" Target="../media/image874.png"/><Relationship Id="rId183" Type="http://schemas.openxmlformats.org/officeDocument/2006/relationships/image" Target="../media/image272.png"/><Relationship Id="rId390" Type="http://schemas.openxmlformats.org/officeDocument/2006/relationships/customXml" Target="../ink/ink851.xml"/><Relationship Id="rId404" Type="http://schemas.openxmlformats.org/officeDocument/2006/relationships/customXml" Target="../ink/ink858.xml"/><Relationship Id="rId611" Type="http://schemas.openxmlformats.org/officeDocument/2006/relationships/image" Target="../media/image804.png"/><Relationship Id="rId250" Type="http://schemas.openxmlformats.org/officeDocument/2006/relationships/customXml" Target="../ink/ink781.xml"/><Relationship Id="rId488" Type="http://schemas.openxmlformats.org/officeDocument/2006/relationships/image" Target="../media/image745.png"/><Relationship Id="rId695" Type="http://schemas.openxmlformats.org/officeDocument/2006/relationships/image" Target="../media/image846.png"/><Relationship Id="rId709" Type="http://schemas.openxmlformats.org/officeDocument/2006/relationships/image" Target="../media/image853.png"/><Relationship Id="rId45" Type="http://schemas.openxmlformats.org/officeDocument/2006/relationships/image" Target="../media/image165.png"/><Relationship Id="rId110" Type="http://schemas.openxmlformats.org/officeDocument/2006/relationships/customXml" Target="../ink/ink711.xml"/><Relationship Id="rId348" Type="http://schemas.openxmlformats.org/officeDocument/2006/relationships/customXml" Target="../ink/ink830.xml"/><Relationship Id="rId555" Type="http://schemas.openxmlformats.org/officeDocument/2006/relationships/image" Target="../media/image777.png"/><Relationship Id="rId762" Type="http://schemas.openxmlformats.org/officeDocument/2006/relationships/customXml" Target="../ink/ink1039.xml"/><Relationship Id="rId194" Type="http://schemas.openxmlformats.org/officeDocument/2006/relationships/customXml" Target="../ink/ink753.xml"/><Relationship Id="rId208" Type="http://schemas.openxmlformats.org/officeDocument/2006/relationships/customXml" Target="../ink/ink760.xml"/><Relationship Id="rId415" Type="http://schemas.openxmlformats.org/officeDocument/2006/relationships/image" Target="../media/image709.png"/><Relationship Id="rId622" Type="http://schemas.openxmlformats.org/officeDocument/2006/relationships/customXml" Target="../ink/ink969.xml"/><Relationship Id="rId261" Type="http://schemas.openxmlformats.org/officeDocument/2006/relationships/image" Target="../media/image632.png"/><Relationship Id="rId499" Type="http://schemas.openxmlformats.org/officeDocument/2006/relationships/customXml" Target="../ink/ink906.xml"/><Relationship Id="rId56" Type="http://schemas.openxmlformats.org/officeDocument/2006/relationships/customXml" Target="../ink/ink684.xml"/><Relationship Id="rId359" Type="http://schemas.openxmlformats.org/officeDocument/2006/relationships/image" Target="../media/image681.png"/><Relationship Id="rId566" Type="http://schemas.openxmlformats.org/officeDocument/2006/relationships/customXml" Target="../ink/ink940.xml"/><Relationship Id="rId773" Type="http://schemas.openxmlformats.org/officeDocument/2006/relationships/image" Target="../media/image885.png"/><Relationship Id="rId121" Type="http://schemas.openxmlformats.org/officeDocument/2006/relationships/image" Target="../media/image241.png"/><Relationship Id="rId219" Type="http://schemas.openxmlformats.org/officeDocument/2006/relationships/image" Target="../media/image611.png"/><Relationship Id="rId426" Type="http://schemas.openxmlformats.org/officeDocument/2006/relationships/customXml" Target="../ink/ink869.xml"/><Relationship Id="rId633" Type="http://schemas.openxmlformats.org/officeDocument/2006/relationships/image" Target="../media/image815.png"/><Relationship Id="rId67" Type="http://schemas.openxmlformats.org/officeDocument/2006/relationships/image" Target="../media/image176.png"/><Relationship Id="rId272" Type="http://schemas.openxmlformats.org/officeDocument/2006/relationships/customXml" Target="../ink/ink792.xml"/><Relationship Id="rId577" Type="http://schemas.openxmlformats.org/officeDocument/2006/relationships/image" Target="../media/image788.png"/><Relationship Id="rId700" Type="http://schemas.openxmlformats.org/officeDocument/2006/relationships/customXml" Target="../ink/ink1008.xml"/><Relationship Id="rId132" Type="http://schemas.openxmlformats.org/officeDocument/2006/relationships/customXml" Target="../ink/ink722.xml"/><Relationship Id="rId784" Type="http://schemas.openxmlformats.org/officeDocument/2006/relationships/customXml" Target="../ink/ink1050.xml"/><Relationship Id="rId437" Type="http://schemas.openxmlformats.org/officeDocument/2006/relationships/image" Target="../media/image720.png"/><Relationship Id="rId644" Type="http://schemas.openxmlformats.org/officeDocument/2006/relationships/customXml" Target="../ink/ink980.xml"/><Relationship Id="rId283" Type="http://schemas.openxmlformats.org/officeDocument/2006/relationships/image" Target="../media/image643.png"/><Relationship Id="rId490" Type="http://schemas.openxmlformats.org/officeDocument/2006/relationships/image" Target="../media/image746.png"/><Relationship Id="rId504" Type="http://schemas.openxmlformats.org/officeDocument/2006/relationships/image" Target="../media/image753.png"/><Relationship Id="rId711" Type="http://schemas.openxmlformats.org/officeDocument/2006/relationships/image" Target="../media/image854.png"/><Relationship Id="rId78" Type="http://schemas.openxmlformats.org/officeDocument/2006/relationships/customXml" Target="../ink/ink695.xml"/><Relationship Id="rId143" Type="http://schemas.openxmlformats.org/officeDocument/2006/relationships/image" Target="../media/image252.png"/><Relationship Id="rId350" Type="http://schemas.openxmlformats.org/officeDocument/2006/relationships/customXml" Target="../ink/ink831.xml"/><Relationship Id="rId588" Type="http://schemas.openxmlformats.org/officeDocument/2006/relationships/customXml" Target="../ink/ink951.xml"/><Relationship Id="rId9" Type="http://schemas.openxmlformats.org/officeDocument/2006/relationships/image" Target="../media/image146.png"/><Relationship Id="rId210" Type="http://schemas.openxmlformats.org/officeDocument/2006/relationships/customXml" Target="../ink/ink761.xml"/><Relationship Id="rId448" Type="http://schemas.openxmlformats.org/officeDocument/2006/relationships/customXml" Target="../ink/ink880.xml"/><Relationship Id="rId655" Type="http://schemas.openxmlformats.org/officeDocument/2006/relationships/image" Target="../media/image826.png"/><Relationship Id="rId294" Type="http://schemas.openxmlformats.org/officeDocument/2006/relationships/customXml" Target="../ink/ink803.xml"/><Relationship Id="rId308" Type="http://schemas.openxmlformats.org/officeDocument/2006/relationships/customXml" Target="../ink/ink810.xml"/><Relationship Id="rId515" Type="http://schemas.openxmlformats.org/officeDocument/2006/relationships/image" Target="../media/image758.png"/><Relationship Id="rId722" Type="http://schemas.openxmlformats.org/officeDocument/2006/relationships/customXml" Target="../ink/ink1019.xml"/><Relationship Id="rId89" Type="http://schemas.openxmlformats.org/officeDocument/2006/relationships/image" Target="../media/image187.png"/><Relationship Id="rId154" Type="http://schemas.openxmlformats.org/officeDocument/2006/relationships/customXml" Target="../ink/ink733.xml"/><Relationship Id="rId361" Type="http://schemas.openxmlformats.org/officeDocument/2006/relationships/image" Target="../media/image682.png"/><Relationship Id="rId599" Type="http://schemas.openxmlformats.org/officeDocument/2006/relationships/customXml" Target="../ink/ink957.xml"/><Relationship Id="rId459" Type="http://schemas.openxmlformats.org/officeDocument/2006/relationships/customXml" Target="../ink/ink886.xml"/><Relationship Id="rId666" Type="http://schemas.openxmlformats.org/officeDocument/2006/relationships/customXml" Target="../ink/ink991.xml"/><Relationship Id="rId16" Type="http://schemas.openxmlformats.org/officeDocument/2006/relationships/customXml" Target="../ink/ink664.xml"/><Relationship Id="rId221" Type="http://schemas.openxmlformats.org/officeDocument/2006/relationships/image" Target="../media/image612.png"/><Relationship Id="rId319" Type="http://schemas.openxmlformats.org/officeDocument/2006/relationships/image" Target="../media/image661.png"/><Relationship Id="rId526" Type="http://schemas.openxmlformats.org/officeDocument/2006/relationships/customXml" Target="../ink/ink920.xml"/><Relationship Id="rId733" Type="http://schemas.openxmlformats.org/officeDocument/2006/relationships/image" Target="../media/image865.png"/><Relationship Id="rId165" Type="http://schemas.openxmlformats.org/officeDocument/2006/relationships/image" Target="../media/image263.png"/><Relationship Id="rId372" Type="http://schemas.openxmlformats.org/officeDocument/2006/relationships/customXml" Target="../ink/ink842.xml"/><Relationship Id="rId677" Type="http://schemas.openxmlformats.org/officeDocument/2006/relationships/image" Target="../media/image837.png"/><Relationship Id="rId232" Type="http://schemas.openxmlformats.org/officeDocument/2006/relationships/customXml" Target="../ink/ink772.xml"/><Relationship Id="rId27" Type="http://schemas.openxmlformats.org/officeDocument/2006/relationships/image" Target="../media/image155.png"/><Relationship Id="rId537" Type="http://schemas.openxmlformats.org/officeDocument/2006/relationships/image" Target="../media/image768.png"/><Relationship Id="rId744" Type="http://schemas.openxmlformats.org/officeDocument/2006/relationships/customXml" Target="../ink/ink1030.xml"/><Relationship Id="rId80" Type="http://schemas.openxmlformats.org/officeDocument/2006/relationships/customXml" Target="../ink/ink696.xml"/><Relationship Id="rId176" Type="http://schemas.openxmlformats.org/officeDocument/2006/relationships/customXml" Target="../ink/ink744.xml"/><Relationship Id="rId383" Type="http://schemas.openxmlformats.org/officeDocument/2006/relationships/image" Target="../media/image693.png"/><Relationship Id="rId590" Type="http://schemas.openxmlformats.org/officeDocument/2006/relationships/customXml" Target="../ink/ink952.xml"/><Relationship Id="rId604" Type="http://schemas.openxmlformats.org/officeDocument/2006/relationships/customXml" Target="../ink/ink960.xml"/><Relationship Id="rId243" Type="http://schemas.openxmlformats.org/officeDocument/2006/relationships/image" Target="../media/image623.png"/><Relationship Id="rId450" Type="http://schemas.openxmlformats.org/officeDocument/2006/relationships/customXml" Target="../ink/ink881.xml"/><Relationship Id="rId688" Type="http://schemas.openxmlformats.org/officeDocument/2006/relationships/customXml" Target="../ink/ink1002.xml"/><Relationship Id="rId38" Type="http://schemas.openxmlformats.org/officeDocument/2006/relationships/customXml" Target="../ink/ink675.xml"/><Relationship Id="rId103" Type="http://schemas.openxmlformats.org/officeDocument/2006/relationships/image" Target="../media/image232.png"/><Relationship Id="rId310" Type="http://schemas.openxmlformats.org/officeDocument/2006/relationships/customXml" Target="../ink/ink811.xml"/><Relationship Id="rId548" Type="http://schemas.openxmlformats.org/officeDocument/2006/relationships/customXml" Target="../ink/ink931.xml"/><Relationship Id="rId755" Type="http://schemas.openxmlformats.org/officeDocument/2006/relationships/image" Target="../media/image876.png"/><Relationship Id="rId91" Type="http://schemas.openxmlformats.org/officeDocument/2006/relationships/image" Target="../media/image188.png"/><Relationship Id="rId187" Type="http://schemas.openxmlformats.org/officeDocument/2006/relationships/image" Target="../media/image274.png"/><Relationship Id="rId394" Type="http://schemas.openxmlformats.org/officeDocument/2006/relationships/customXml" Target="../ink/ink853.xml"/><Relationship Id="rId408" Type="http://schemas.openxmlformats.org/officeDocument/2006/relationships/customXml" Target="../ink/ink860.xml"/><Relationship Id="rId615" Type="http://schemas.openxmlformats.org/officeDocument/2006/relationships/image" Target="../media/image806.png"/><Relationship Id="rId254" Type="http://schemas.openxmlformats.org/officeDocument/2006/relationships/customXml" Target="../ink/ink783.xml"/><Relationship Id="rId699" Type="http://schemas.openxmlformats.org/officeDocument/2006/relationships/image" Target="../media/image848.png"/><Relationship Id="rId49" Type="http://schemas.openxmlformats.org/officeDocument/2006/relationships/image" Target="../media/image167.png"/><Relationship Id="rId114" Type="http://schemas.openxmlformats.org/officeDocument/2006/relationships/customXml" Target="../ink/ink713.xml"/><Relationship Id="rId461" Type="http://schemas.openxmlformats.org/officeDocument/2006/relationships/customXml" Target="../ink/ink887.xml"/><Relationship Id="rId559" Type="http://schemas.openxmlformats.org/officeDocument/2006/relationships/image" Target="../media/image779.png"/><Relationship Id="rId766" Type="http://schemas.openxmlformats.org/officeDocument/2006/relationships/customXml" Target="../ink/ink1041.xml"/><Relationship Id="rId198" Type="http://schemas.openxmlformats.org/officeDocument/2006/relationships/customXml" Target="../ink/ink755.xml"/><Relationship Id="rId321" Type="http://schemas.openxmlformats.org/officeDocument/2006/relationships/image" Target="../media/image662.png"/><Relationship Id="rId419" Type="http://schemas.openxmlformats.org/officeDocument/2006/relationships/image" Target="../media/image711.png"/><Relationship Id="rId626" Type="http://schemas.openxmlformats.org/officeDocument/2006/relationships/customXml" Target="../ink/ink971.xml"/><Relationship Id="rId265" Type="http://schemas.openxmlformats.org/officeDocument/2006/relationships/image" Target="../media/image634.png"/><Relationship Id="rId472" Type="http://schemas.openxmlformats.org/officeDocument/2006/relationships/image" Target="../media/image737.png"/><Relationship Id="rId125" Type="http://schemas.openxmlformats.org/officeDocument/2006/relationships/image" Target="../media/image243.png"/><Relationship Id="rId332" Type="http://schemas.openxmlformats.org/officeDocument/2006/relationships/customXml" Target="../ink/ink822.xml"/><Relationship Id="rId777" Type="http://schemas.openxmlformats.org/officeDocument/2006/relationships/image" Target="../media/image887.png"/><Relationship Id="rId637" Type="http://schemas.openxmlformats.org/officeDocument/2006/relationships/image" Target="../media/image817.png"/><Relationship Id="rId276" Type="http://schemas.openxmlformats.org/officeDocument/2006/relationships/customXml" Target="../ink/ink794.xml"/><Relationship Id="rId483" Type="http://schemas.openxmlformats.org/officeDocument/2006/relationships/customXml" Target="../ink/ink898.xml"/><Relationship Id="rId690" Type="http://schemas.openxmlformats.org/officeDocument/2006/relationships/customXml" Target="../ink/ink1003.xml"/><Relationship Id="rId704" Type="http://schemas.openxmlformats.org/officeDocument/2006/relationships/customXml" Target="../ink/ink1010.xml"/><Relationship Id="rId40" Type="http://schemas.openxmlformats.org/officeDocument/2006/relationships/customXml" Target="../ink/ink676.xml"/><Relationship Id="rId136" Type="http://schemas.openxmlformats.org/officeDocument/2006/relationships/customXml" Target="../ink/ink724.xml"/><Relationship Id="rId343" Type="http://schemas.openxmlformats.org/officeDocument/2006/relationships/image" Target="../media/image673.png"/><Relationship Id="rId550" Type="http://schemas.openxmlformats.org/officeDocument/2006/relationships/customXml" Target="../ink/ink932.xml"/><Relationship Id="rId788" Type="http://schemas.openxmlformats.org/officeDocument/2006/relationships/customXml" Target="../ink/ink1052.xml"/><Relationship Id="rId203" Type="http://schemas.openxmlformats.org/officeDocument/2006/relationships/image" Target="../media/image281.png"/><Relationship Id="rId648" Type="http://schemas.openxmlformats.org/officeDocument/2006/relationships/customXml" Target="../ink/ink982.xml"/><Relationship Id="rId287" Type="http://schemas.openxmlformats.org/officeDocument/2006/relationships/image" Target="../media/image645.png"/><Relationship Id="rId410" Type="http://schemas.openxmlformats.org/officeDocument/2006/relationships/customXml" Target="../ink/ink861.xml"/><Relationship Id="rId494" Type="http://schemas.openxmlformats.org/officeDocument/2006/relationships/image" Target="../media/image748.png"/><Relationship Id="rId508" Type="http://schemas.openxmlformats.org/officeDocument/2006/relationships/image" Target="../media/image755.png"/><Relationship Id="rId715" Type="http://schemas.openxmlformats.org/officeDocument/2006/relationships/image" Target="../media/image856.png"/><Relationship Id="rId147" Type="http://schemas.openxmlformats.org/officeDocument/2006/relationships/image" Target="../media/image254.png"/><Relationship Id="rId354" Type="http://schemas.openxmlformats.org/officeDocument/2006/relationships/customXml" Target="../ink/ink833.xml"/><Relationship Id="rId51" Type="http://schemas.openxmlformats.org/officeDocument/2006/relationships/image" Target="../media/image168.png"/><Relationship Id="rId561" Type="http://schemas.openxmlformats.org/officeDocument/2006/relationships/image" Target="../media/image780.png"/><Relationship Id="rId659" Type="http://schemas.openxmlformats.org/officeDocument/2006/relationships/image" Target="../media/image828.png"/><Relationship Id="rId214" Type="http://schemas.openxmlformats.org/officeDocument/2006/relationships/customXml" Target="../ink/ink763.xml"/><Relationship Id="rId298" Type="http://schemas.openxmlformats.org/officeDocument/2006/relationships/customXml" Target="../ink/ink805.xml"/><Relationship Id="rId421" Type="http://schemas.openxmlformats.org/officeDocument/2006/relationships/image" Target="../media/image712.png"/><Relationship Id="rId519" Type="http://schemas.openxmlformats.org/officeDocument/2006/relationships/image" Target="../media/image760.png"/><Relationship Id="rId158" Type="http://schemas.openxmlformats.org/officeDocument/2006/relationships/customXml" Target="../ink/ink735.xml"/><Relationship Id="rId726" Type="http://schemas.openxmlformats.org/officeDocument/2006/relationships/customXml" Target="../ink/ink1021.xml"/><Relationship Id="rId62" Type="http://schemas.openxmlformats.org/officeDocument/2006/relationships/customXml" Target="../ink/ink687.xml"/><Relationship Id="rId365" Type="http://schemas.openxmlformats.org/officeDocument/2006/relationships/image" Target="../media/image684.png"/><Relationship Id="rId572" Type="http://schemas.openxmlformats.org/officeDocument/2006/relationships/customXml" Target="../ink/ink943.xml"/><Relationship Id="rId225" Type="http://schemas.openxmlformats.org/officeDocument/2006/relationships/image" Target="../media/image614.png"/><Relationship Id="rId432" Type="http://schemas.openxmlformats.org/officeDocument/2006/relationships/customXml" Target="../ink/ink872.xml"/><Relationship Id="rId737" Type="http://schemas.openxmlformats.org/officeDocument/2006/relationships/image" Target="../media/image867.png"/><Relationship Id="rId73" Type="http://schemas.openxmlformats.org/officeDocument/2006/relationships/image" Target="../media/image179.png"/><Relationship Id="rId169" Type="http://schemas.openxmlformats.org/officeDocument/2006/relationships/image" Target="../media/image265.png"/><Relationship Id="rId376" Type="http://schemas.openxmlformats.org/officeDocument/2006/relationships/customXml" Target="../ink/ink844.xml"/><Relationship Id="rId583" Type="http://schemas.openxmlformats.org/officeDocument/2006/relationships/image" Target="../media/image791.png"/><Relationship Id="rId790" Type="http://schemas.openxmlformats.org/officeDocument/2006/relationships/customXml" Target="../ink/ink1053.xml"/><Relationship Id="rId4" Type="http://schemas.openxmlformats.org/officeDocument/2006/relationships/customXml" Target="../ink/ink658.xml"/><Relationship Id="rId236" Type="http://schemas.openxmlformats.org/officeDocument/2006/relationships/customXml" Target="../ink/ink774.xml"/><Relationship Id="rId443" Type="http://schemas.openxmlformats.org/officeDocument/2006/relationships/image" Target="../media/image723.png"/><Relationship Id="rId650" Type="http://schemas.openxmlformats.org/officeDocument/2006/relationships/customXml" Target="../ink/ink983.xml"/><Relationship Id="rId303" Type="http://schemas.openxmlformats.org/officeDocument/2006/relationships/image" Target="../media/image653.png"/><Relationship Id="rId748" Type="http://schemas.openxmlformats.org/officeDocument/2006/relationships/customXml" Target="../ink/ink1032.xml"/><Relationship Id="rId84" Type="http://schemas.openxmlformats.org/officeDocument/2006/relationships/customXml" Target="../ink/ink698.xml"/><Relationship Id="rId387" Type="http://schemas.openxmlformats.org/officeDocument/2006/relationships/image" Target="../media/image695.png"/><Relationship Id="rId510" Type="http://schemas.openxmlformats.org/officeDocument/2006/relationships/image" Target="../media/image756.png"/><Relationship Id="rId594" Type="http://schemas.openxmlformats.org/officeDocument/2006/relationships/image" Target="../media/image796.png"/><Relationship Id="rId608" Type="http://schemas.openxmlformats.org/officeDocument/2006/relationships/customXml" Target="../ink/ink962.xml"/><Relationship Id="rId247" Type="http://schemas.openxmlformats.org/officeDocument/2006/relationships/image" Target="../media/image625.png"/><Relationship Id="rId107" Type="http://schemas.openxmlformats.org/officeDocument/2006/relationships/image" Target="../media/image234.png"/><Relationship Id="rId454" Type="http://schemas.openxmlformats.org/officeDocument/2006/relationships/customXml" Target="../ink/ink883.xml"/><Relationship Id="rId661" Type="http://schemas.openxmlformats.org/officeDocument/2006/relationships/image" Target="../media/image829.png"/><Relationship Id="rId759" Type="http://schemas.openxmlformats.org/officeDocument/2006/relationships/image" Target="../media/image878.png"/><Relationship Id="rId11" Type="http://schemas.openxmlformats.org/officeDocument/2006/relationships/image" Target="../media/image147.png"/><Relationship Id="rId314" Type="http://schemas.openxmlformats.org/officeDocument/2006/relationships/customXml" Target="../ink/ink813.xml"/><Relationship Id="rId398" Type="http://schemas.openxmlformats.org/officeDocument/2006/relationships/customXml" Target="../ink/ink855.xml"/><Relationship Id="rId521" Type="http://schemas.openxmlformats.org/officeDocument/2006/relationships/image" Target="../media/image761.png"/><Relationship Id="rId619" Type="http://schemas.openxmlformats.org/officeDocument/2006/relationships/image" Target="../media/image808.png"/><Relationship Id="rId95" Type="http://schemas.openxmlformats.org/officeDocument/2006/relationships/image" Target="../media/image190.png"/><Relationship Id="rId160" Type="http://schemas.openxmlformats.org/officeDocument/2006/relationships/customXml" Target="../ink/ink736.xml"/></Relationships>
</file>

<file path=ppt/slides/_rels/slide6.xml.rels><?xml version="1.0" encoding="UTF-8" standalone="yes"?>
<Relationships xmlns="http://schemas.openxmlformats.org/package/2006/relationships"><Relationship Id="rId26" Type="http://schemas.openxmlformats.org/officeDocument/2006/relationships/customXml" Target="../ink/ink1066.xml"/><Relationship Id="rId21" Type="http://schemas.openxmlformats.org/officeDocument/2006/relationships/image" Target="../media/image904.png"/><Relationship Id="rId42" Type="http://schemas.openxmlformats.org/officeDocument/2006/relationships/customXml" Target="../ink/ink1074.xml"/><Relationship Id="rId47" Type="http://schemas.openxmlformats.org/officeDocument/2006/relationships/image" Target="../media/image917.png"/><Relationship Id="rId63" Type="http://schemas.openxmlformats.org/officeDocument/2006/relationships/image" Target="../media/image924.png"/><Relationship Id="rId68" Type="http://schemas.openxmlformats.org/officeDocument/2006/relationships/customXml" Target="../ink/ink1087.xml"/><Relationship Id="rId7" Type="http://schemas.openxmlformats.org/officeDocument/2006/relationships/image" Target="../media/image897.png"/><Relationship Id="rId2" Type="http://schemas.openxmlformats.org/officeDocument/2006/relationships/customXml" Target="../ink/ink1054.xml"/><Relationship Id="rId16" Type="http://schemas.openxmlformats.org/officeDocument/2006/relationships/customXml" Target="../ink/ink1061.xml"/><Relationship Id="rId29" Type="http://schemas.openxmlformats.org/officeDocument/2006/relationships/image" Target="../media/image908.png"/><Relationship Id="rId11" Type="http://schemas.openxmlformats.org/officeDocument/2006/relationships/image" Target="../media/image899.png"/><Relationship Id="rId24" Type="http://schemas.openxmlformats.org/officeDocument/2006/relationships/customXml" Target="../ink/ink1065.xml"/><Relationship Id="rId32" Type="http://schemas.openxmlformats.org/officeDocument/2006/relationships/customXml" Target="../ink/ink1069.xml"/><Relationship Id="rId37" Type="http://schemas.openxmlformats.org/officeDocument/2006/relationships/image" Target="../media/image912.png"/><Relationship Id="rId40" Type="http://schemas.openxmlformats.org/officeDocument/2006/relationships/customXml" Target="../ink/ink1073.xml"/><Relationship Id="rId45" Type="http://schemas.openxmlformats.org/officeDocument/2006/relationships/image" Target="../media/image916.png"/><Relationship Id="rId53" Type="http://schemas.openxmlformats.org/officeDocument/2006/relationships/image" Target="../media/image919.png"/><Relationship Id="rId58" Type="http://schemas.openxmlformats.org/officeDocument/2006/relationships/customXml" Target="../ink/ink1082.xml"/><Relationship Id="rId66" Type="http://schemas.openxmlformats.org/officeDocument/2006/relationships/customXml" Target="../ink/ink1086.xml"/><Relationship Id="rId5" Type="http://schemas.openxmlformats.org/officeDocument/2006/relationships/image" Target="../media/image896.png"/><Relationship Id="rId61" Type="http://schemas.openxmlformats.org/officeDocument/2006/relationships/image" Target="../media/image923.png"/><Relationship Id="rId19" Type="http://schemas.openxmlformats.org/officeDocument/2006/relationships/image" Target="../media/image903.png"/><Relationship Id="rId14" Type="http://schemas.openxmlformats.org/officeDocument/2006/relationships/customXml" Target="../ink/ink1060.xml"/><Relationship Id="rId22" Type="http://schemas.openxmlformats.org/officeDocument/2006/relationships/customXml" Target="../ink/ink1064.xml"/><Relationship Id="rId27" Type="http://schemas.openxmlformats.org/officeDocument/2006/relationships/image" Target="../media/image907.png"/><Relationship Id="rId30" Type="http://schemas.openxmlformats.org/officeDocument/2006/relationships/customXml" Target="../ink/ink1068.xml"/><Relationship Id="rId35" Type="http://schemas.openxmlformats.org/officeDocument/2006/relationships/image" Target="../media/image911.png"/><Relationship Id="rId43" Type="http://schemas.openxmlformats.org/officeDocument/2006/relationships/image" Target="../media/image915.png"/><Relationship Id="rId48" Type="http://schemas.openxmlformats.org/officeDocument/2006/relationships/customXml" Target="../ink/ink1077.xml"/><Relationship Id="rId56" Type="http://schemas.openxmlformats.org/officeDocument/2006/relationships/customXml" Target="../ink/ink1081.xml"/><Relationship Id="rId64" Type="http://schemas.openxmlformats.org/officeDocument/2006/relationships/customXml" Target="../ink/ink1085.xml"/><Relationship Id="rId69" Type="http://schemas.openxmlformats.org/officeDocument/2006/relationships/image" Target="../media/image927.png"/><Relationship Id="rId8" Type="http://schemas.openxmlformats.org/officeDocument/2006/relationships/customXml" Target="../ink/ink1057.xml"/><Relationship Id="rId51" Type="http://schemas.openxmlformats.org/officeDocument/2006/relationships/image" Target="../media/image918.png"/><Relationship Id="rId3" Type="http://schemas.openxmlformats.org/officeDocument/2006/relationships/image" Target="../media/image895.png"/><Relationship Id="rId12" Type="http://schemas.openxmlformats.org/officeDocument/2006/relationships/customXml" Target="../ink/ink1059.xml"/><Relationship Id="rId17" Type="http://schemas.openxmlformats.org/officeDocument/2006/relationships/image" Target="../media/image902.png"/><Relationship Id="rId25" Type="http://schemas.openxmlformats.org/officeDocument/2006/relationships/image" Target="../media/image906.png"/><Relationship Id="rId33" Type="http://schemas.openxmlformats.org/officeDocument/2006/relationships/image" Target="../media/image910.png"/><Relationship Id="rId38" Type="http://schemas.openxmlformats.org/officeDocument/2006/relationships/customXml" Target="../ink/ink1072.xml"/><Relationship Id="rId46" Type="http://schemas.openxmlformats.org/officeDocument/2006/relationships/customXml" Target="../ink/ink1076.xml"/><Relationship Id="rId59" Type="http://schemas.openxmlformats.org/officeDocument/2006/relationships/image" Target="../media/image922.png"/><Relationship Id="rId67" Type="http://schemas.openxmlformats.org/officeDocument/2006/relationships/image" Target="../media/image926.png"/><Relationship Id="rId20" Type="http://schemas.openxmlformats.org/officeDocument/2006/relationships/customXml" Target="../ink/ink1063.xml"/><Relationship Id="rId41" Type="http://schemas.openxmlformats.org/officeDocument/2006/relationships/image" Target="../media/image914.png"/><Relationship Id="rId54" Type="http://schemas.openxmlformats.org/officeDocument/2006/relationships/customXml" Target="../ink/ink1080.xml"/><Relationship Id="rId62" Type="http://schemas.openxmlformats.org/officeDocument/2006/relationships/customXml" Target="../ink/ink1084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1056.xml"/><Relationship Id="rId15" Type="http://schemas.openxmlformats.org/officeDocument/2006/relationships/image" Target="../media/image901.png"/><Relationship Id="rId23" Type="http://schemas.openxmlformats.org/officeDocument/2006/relationships/image" Target="../media/image905.png"/><Relationship Id="rId28" Type="http://schemas.openxmlformats.org/officeDocument/2006/relationships/customXml" Target="../ink/ink1067.xml"/><Relationship Id="rId36" Type="http://schemas.openxmlformats.org/officeDocument/2006/relationships/customXml" Target="../ink/ink1071.xml"/><Relationship Id="rId49" Type="http://schemas.openxmlformats.org/officeDocument/2006/relationships/image" Target="../media/image694.png"/><Relationship Id="rId57" Type="http://schemas.openxmlformats.org/officeDocument/2006/relationships/image" Target="../media/image921.png"/><Relationship Id="rId10" Type="http://schemas.openxmlformats.org/officeDocument/2006/relationships/customXml" Target="../ink/ink1058.xml"/><Relationship Id="rId31" Type="http://schemas.openxmlformats.org/officeDocument/2006/relationships/image" Target="../media/image909.png"/><Relationship Id="rId44" Type="http://schemas.openxmlformats.org/officeDocument/2006/relationships/customXml" Target="../ink/ink1075.xml"/><Relationship Id="rId52" Type="http://schemas.openxmlformats.org/officeDocument/2006/relationships/customXml" Target="../ink/ink1079.xml"/><Relationship Id="rId60" Type="http://schemas.openxmlformats.org/officeDocument/2006/relationships/customXml" Target="../ink/ink1083.xml"/><Relationship Id="rId65" Type="http://schemas.openxmlformats.org/officeDocument/2006/relationships/image" Target="../media/image925.png"/><Relationship Id="rId4" Type="http://schemas.openxmlformats.org/officeDocument/2006/relationships/customXml" Target="../ink/ink1055.xml"/><Relationship Id="rId9" Type="http://schemas.openxmlformats.org/officeDocument/2006/relationships/image" Target="../media/image898.png"/><Relationship Id="rId13" Type="http://schemas.openxmlformats.org/officeDocument/2006/relationships/image" Target="../media/image900.png"/><Relationship Id="rId18" Type="http://schemas.openxmlformats.org/officeDocument/2006/relationships/customXml" Target="../ink/ink1062.xml"/><Relationship Id="rId39" Type="http://schemas.openxmlformats.org/officeDocument/2006/relationships/image" Target="../media/image913.png"/><Relationship Id="rId34" Type="http://schemas.openxmlformats.org/officeDocument/2006/relationships/customXml" Target="../ink/ink1070.xml"/><Relationship Id="rId50" Type="http://schemas.openxmlformats.org/officeDocument/2006/relationships/customXml" Target="../ink/ink1078.xml"/><Relationship Id="rId55" Type="http://schemas.openxmlformats.org/officeDocument/2006/relationships/image" Target="../media/image920.png"/></Relationships>
</file>

<file path=ppt/slides/_rels/slide7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971.png"/><Relationship Id="rId21" Type="http://schemas.openxmlformats.org/officeDocument/2006/relationships/image" Target="../media/image921.png"/><Relationship Id="rId63" Type="http://schemas.openxmlformats.org/officeDocument/2006/relationships/image" Target="../media/image945.png"/><Relationship Id="rId159" Type="http://schemas.openxmlformats.org/officeDocument/2006/relationships/image" Target="../media/image992.png"/><Relationship Id="rId170" Type="http://schemas.openxmlformats.org/officeDocument/2006/relationships/customXml" Target="../ink/ink1172.xml"/><Relationship Id="rId226" Type="http://schemas.openxmlformats.org/officeDocument/2006/relationships/customXml" Target="../ink/ink1200.xml"/><Relationship Id="rId268" Type="http://schemas.openxmlformats.org/officeDocument/2006/relationships/customXml" Target="../ink/ink1221.xml"/><Relationship Id="rId32" Type="http://schemas.openxmlformats.org/officeDocument/2006/relationships/customXml" Target="../ink/ink1103.xml"/><Relationship Id="rId74" Type="http://schemas.openxmlformats.org/officeDocument/2006/relationships/customXml" Target="../ink/ink1124.xml"/><Relationship Id="rId128" Type="http://schemas.openxmlformats.org/officeDocument/2006/relationships/customXml" Target="../ink/ink1151.xml"/><Relationship Id="rId5" Type="http://schemas.openxmlformats.org/officeDocument/2006/relationships/image" Target="../media/image912.png"/><Relationship Id="rId181" Type="http://schemas.openxmlformats.org/officeDocument/2006/relationships/image" Target="../media/image1002.png"/><Relationship Id="rId237" Type="http://schemas.openxmlformats.org/officeDocument/2006/relationships/image" Target="../media/image1030.png"/><Relationship Id="rId279" Type="http://schemas.openxmlformats.org/officeDocument/2006/relationships/image" Target="../media/image1051.png"/><Relationship Id="rId22" Type="http://schemas.openxmlformats.org/officeDocument/2006/relationships/customXml" Target="../ink/ink1098.xml"/><Relationship Id="rId43" Type="http://schemas.openxmlformats.org/officeDocument/2006/relationships/image" Target="../media/image935.png"/><Relationship Id="rId64" Type="http://schemas.openxmlformats.org/officeDocument/2006/relationships/customXml" Target="../ink/ink1119.xml"/><Relationship Id="rId118" Type="http://schemas.openxmlformats.org/officeDocument/2006/relationships/customXml" Target="../ink/ink1146.xml"/><Relationship Id="rId139" Type="http://schemas.openxmlformats.org/officeDocument/2006/relationships/image" Target="../media/image982.png"/><Relationship Id="rId85" Type="http://schemas.openxmlformats.org/officeDocument/2006/relationships/image" Target="../media/image956.png"/><Relationship Id="rId150" Type="http://schemas.openxmlformats.org/officeDocument/2006/relationships/customXml" Target="../ink/ink1162.xml"/><Relationship Id="rId171" Type="http://schemas.openxmlformats.org/officeDocument/2006/relationships/image" Target="../media/image211.png"/><Relationship Id="rId192" Type="http://schemas.openxmlformats.org/officeDocument/2006/relationships/customXml" Target="../ink/ink1183.xml"/><Relationship Id="rId206" Type="http://schemas.openxmlformats.org/officeDocument/2006/relationships/customXml" Target="../ink/ink1190.xml"/><Relationship Id="rId227" Type="http://schemas.openxmlformats.org/officeDocument/2006/relationships/image" Target="../media/image1025.png"/><Relationship Id="rId248" Type="http://schemas.openxmlformats.org/officeDocument/2006/relationships/customXml" Target="../ink/ink1211.xml"/><Relationship Id="rId269" Type="http://schemas.openxmlformats.org/officeDocument/2006/relationships/image" Target="../media/image1046.png"/><Relationship Id="rId12" Type="http://schemas.openxmlformats.org/officeDocument/2006/relationships/customXml" Target="../ink/ink1093.xml"/><Relationship Id="rId33" Type="http://schemas.openxmlformats.org/officeDocument/2006/relationships/image" Target="../media/image930.png"/><Relationship Id="rId108" Type="http://schemas.openxmlformats.org/officeDocument/2006/relationships/customXml" Target="../ink/ink1141.xml"/><Relationship Id="rId129" Type="http://schemas.openxmlformats.org/officeDocument/2006/relationships/image" Target="../media/image977.png"/><Relationship Id="rId280" Type="http://schemas.openxmlformats.org/officeDocument/2006/relationships/customXml" Target="../ink/ink1227.xml"/><Relationship Id="rId54" Type="http://schemas.openxmlformats.org/officeDocument/2006/relationships/customXml" Target="../ink/ink1114.xml"/><Relationship Id="rId75" Type="http://schemas.openxmlformats.org/officeDocument/2006/relationships/image" Target="../media/image951.png"/><Relationship Id="rId96" Type="http://schemas.openxmlformats.org/officeDocument/2006/relationships/customXml" Target="../ink/ink1135.xml"/><Relationship Id="rId140" Type="http://schemas.openxmlformats.org/officeDocument/2006/relationships/customXml" Target="../ink/ink1157.xml"/><Relationship Id="rId161" Type="http://schemas.openxmlformats.org/officeDocument/2006/relationships/image" Target="../media/image993.png"/><Relationship Id="rId182" Type="http://schemas.openxmlformats.org/officeDocument/2006/relationships/customXml" Target="../ink/ink1178.xml"/><Relationship Id="rId217" Type="http://schemas.openxmlformats.org/officeDocument/2006/relationships/image" Target="../media/image1020.png"/><Relationship Id="rId6" Type="http://schemas.openxmlformats.org/officeDocument/2006/relationships/customXml" Target="../ink/ink1090.xml"/><Relationship Id="rId238" Type="http://schemas.openxmlformats.org/officeDocument/2006/relationships/customXml" Target="../ink/ink1206.xml"/><Relationship Id="rId259" Type="http://schemas.openxmlformats.org/officeDocument/2006/relationships/image" Target="../media/image1041.png"/><Relationship Id="rId23" Type="http://schemas.openxmlformats.org/officeDocument/2006/relationships/image" Target="../media/image922.png"/><Relationship Id="rId119" Type="http://schemas.openxmlformats.org/officeDocument/2006/relationships/image" Target="../media/image972.png"/><Relationship Id="rId270" Type="http://schemas.openxmlformats.org/officeDocument/2006/relationships/customXml" Target="../ink/ink1222.xml"/><Relationship Id="rId44" Type="http://schemas.openxmlformats.org/officeDocument/2006/relationships/customXml" Target="../ink/ink1109.xml"/><Relationship Id="rId65" Type="http://schemas.openxmlformats.org/officeDocument/2006/relationships/image" Target="../media/image946.png"/><Relationship Id="rId86" Type="http://schemas.openxmlformats.org/officeDocument/2006/relationships/customXml" Target="../ink/ink1130.xml"/><Relationship Id="rId130" Type="http://schemas.openxmlformats.org/officeDocument/2006/relationships/customXml" Target="../ink/ink1152.xml"/><Relationship Id="rId151" Type="http://schemas.openxmlformats.org/officeDocument/2006/relationships/image" Target="../media/image988.png"/><Relationship Id="rId172" Type="http://schemas.openxmlformats.org/officeDocument/2006/relationships/customXml" Target="../ink/ink1173.xml"/><Relationship Id="rId193" Type="http://schemas.openxmlformats.org/officeDocument/2006/relationships/image" Target="../media/image1008.png"/><Relationship Id="rId207" Type="http://schemas.openxmlformats.org/officeDocument/2006/relationships/image" Target="../media/image1015.png"/><Relationship Id="rId228" Type="http://schemas.openxmlformats.org/officeDocument/2006/relationships/customXml" Target="../ink/ink1201.xml"/><Relationship Id="rId249" Type="http://schemas.openxmlformats.org/officeDocument/2006/relationships/image" Target="../media/image1036.png"/><Relationship Id="rId13" Type="http://schemas.openxmlformats.org/officeDocument/2006/relationships/image" Target="../media/image916.png"/><Relationship Id="rId109" Type="http://schemas.openxmlformats.org/officeDocument/2006/relationships/image" Target="../media/image753.png"/><Relationship Id="rId260" Type="http://schemas.openxmlformats.org/officeDocument/2006/relationships/customXml" Target="../ink/ink1217.xml"/><Relationship Id="rId281" Type="http://schemas.openxmlformats.org/officeDocument/2006/relationships/image" Target="../media/image1052.png"/><Relationship Id="rId34" Type="http://schemas.openxmlformats.org/officeDocument/2006/relationships/customXml" Target="../ink/ink1104.xml"/><Relationship Id="rId55" Type="http://schemas.openxmlformats.org/officeDocument/2006/relationships/image" Target="../media/image941.png"/><Relationship Id="rId76" Type="http://schemas.openxmlformats.org/officeDocument/2006/relationships/customXml" Target="../ink/ink1125.xml"/><Relationship Id="rId97" Type="http://schemas.openxmlformats.org/officeDocument/2006/relationships/image" Target="../media/image962.png"/><Relationship Id="rId120" Type="http://schemas.openxmlformats.org/officeDocument/2006/relationships/customXml" Target="../ink/ink1147.xml"/><Relationship Id="rId141" Type="http://schemas.openxmlformats.org/officeDocument/2006/relationships/image" Target="../media/image983.png"/><Relationship Id="rId7" Type="http://schemas.openxmlformats.org/officeDocument/2006/relationships/image" Target="../media/image913.png"/><Relationship Id="rId162" Type="http://schemas.openxmlformats.org/officeDocument/2006/relationships/customXml" Target="../ink/ink1168.xml"/><Relationship Id="rId183" Type="http://schemas.openxmlformats.org/officeDocument/2006/relationships/image" Target="../media/image1003.png"/><Relationship Id="rId218" Type="http://schemas.openxmlformats.org/officeDocument/2006/relationships/customXml" Target="../ink/ink1196.xml"/><Relationship Id="rId239" Type="http://schemas.openxmlformats.org/officeDocument/2006/relationships/image" Target="../media/image1031.png"/><Relationship Id="rId250" Type="http://schemas.openxmlformats.org/officeDocument/2006/relationships/customXml" Target="../ink/ink1212.xml"/><Relationship Id="rId271" Type="http://schemas.openxmlformats.org/officeDocument/2006/relationships/image" Target="../media/image1047.png"/><Relationship Id="rId24" Type="http://schemas.openxmlformats.org/officeDocument/2006/relationships/customXml" Target="../ink/ink1099.xml"/><Relationship Id="rId45" Type="http://schemas.openxmlformats.org/officeDocument/2006/relationships/image" Target="../media/image936.png"/><Relationship Id="rId66" Type="http://schemas.openxmlformats.org/officeDocument/2006/relationships/customXml" Target="../ink/ink1120.xml"/><Relationship Id="rId87" Type="http://schemas.openxmlformats.org/officeDocument/2006/relationships/image" Target="../media/image957.png"/><Relationship Id="rId110" Type="http://schemas.openxmlformats.org/officeDocument/2006/relationships/customXml" Target="../ink/ink1142.xml"/><Relationship Id="rId131" Type="http://schemas.openxmlformats.org/officeDocument/2006/relationships/image" Target="../media/image978.png"/><Relationship Id="rId152" Type="http://schemas.openxmlformats.org/officeDocument/2006/relationships/customXml" Target="../ink/ink1163.xml"/><Relationship Id="rId173" Type="http://schemas.openxmlformats.org/officeDocument/2006/relationships/image" Target="../media/image998.png"/><Relationship Id="rId194" Type="http://schemas.openxmlformats.org/officeDocument/2006/relationships/customXml" Target="../ink/ink1184.xml"/><Relationship Id="rId208" Type="http://schemas.openxmlformats.org/officeDocument/2006/relationships/customXml" Target="../ink/ink1191.xml"/><Relationship Id="rId229" Type="http://schemas.openxmlformats.org/officeDocument/2006/relationships/image" Target="../media/image1026.png"/><Relationship Id="rId240" Type="http://schemas.openxmlformats.org/officeDocument/2006/relationships/customXml" Target="../ink/ink1207.xml"/><Relationship Id="rId261" Type="http://schemas.openxmlformats.org/officeDocument/2006/relationships/image" Target="../media/image1042.png"/><Relationship Id="rId14" Type="http://schemas.openxmlformats.org/officeDocument/2006/relationships/customXml" Target="../ink/ink1094.xml"/><Relationship Id="rId35" Type="http://schemas.openxmlformats.org/officeDocument/2006/relationships/image" Target="../media/image931.png"/><Relationship Id="rId56" Type="http://schemas.openxmlformats.org/officeDocument/2006/relationships/customXml" Target="../ink/ink1115.xml"/><Relationship Id="rId77" Type="http://schemas.openxmlformats.org/officeDocument/2006/relationships/image" Target="../media/image952.png"/><Relationship Id="rId100" Type="http://schemas.openxmlformats.org/officeDocument/2006/relationships/customXml" Target="../ink/ink1137.xml"/><Relationship Id="rId8" Type="http://schemas.openxmlformats.org/officeDocument/2006/relationships/customXml" Target="../ink/ink1091.xml"/><Relationship Id="rId98" Type="http://schemas.openxmlformats.org/officeDocument/2006/relationships/customXml" Target="../ink/ink1136.xml"/><Relationship Id="rId121" Type="http://schemas.openxmlformats.org/officeDocument/2006/relationships/image" Target="../media/image973.png"/><Relationship Id="rId142" Type="http://schemas.openxmlformats.org/officeDocument/2006/relationships/customXml" Target="../ink/ink1158.xml"/><Relationship Id="rId163" Type="http://schemas.openxmlformats.org/officeDocument/2006/relationships/image" Target="../media/image994.png"/><Relationship Id="rId184" Type="http://schemas.openxmlformats.org/officeDocument/2006/relationships/customXml" Target="../ink/ink1179.xml"/><Relationship Id="rId219" Type="http://schemas.openxmlformats.org/officeDocument/2006/relationships/image" Target="../media/image1021.png"/><Relationship Id="rId230" Type="http://schemas.openxmlformats.org/officeDocument/2006/relationships/customXml" Target="../ink/ink1202.xml"/><Relationship Id="rId251" Type="http://schemas.openxmlformats.org/officeDocument/2006/relationships/image" Target="../media/image1037.png"/><Relationship Id="rId25" Type="http://schemas.openxmlformats.org/officeDocument/2006/relationships/image" Target="../media/image923.png"/><Relationship Id="rId46" Type="http://schemas.openxmlformats.org/officeDocument/2006/relationships/customXml" Target="../ink/ink1110.xml"/><Relationship Id="rId67" Type="http://schemas.openxmlformats.org/officeDocument/2006/relationships/image" Target="../media/image947.png"/><Relationship Id="rId272" Type="http://schemas.openxmlformats.org/officeDocument/2006/relationships/customXml" Target="../ink/ink1223.xml"/><Relationship Id="rId88" Type="http://schemas.openxmlformats.org/officeDocument/2006/relationships/customXml" Target="../ink/ink1131.xml"/><Relationship Id="rId111" Type="http://schemas.openxmlformats.org/officeDocument/2006/relationships/image" Target="../media/image968.png"/><Relationship Id="rId132" Type="http://schemas.openxmlformats.org/officeDocument/2006/relationships/customXml" Target="../ink/ink1153.xml"/><Relationship Id="rId153" Type="http://schemas.openxmlformats.org/officeDocument/2006/relationships/image" Target="../media/image989.png"/><Relationship Id="rId174" Type="http://schemas.openxmlformats.org/officeDocument/2006/relationships/customXml" Target="../ink/ink1174.xml"/><Relationship Id="rId195" Type="http://schemas.openxmlformats.org/officeDocument/2006/relationships/image" Target="../media/image1009.png"/><Relationship Id="rId209" Type="http://schemas.openxmlformats.org/officeDocument/2006/relationships/image" Target="../media/image1016.png"/><Relationship Id="rId220" Type="http://schemas.openxmlformats.org/officeDocument/2006/relationships/customXml" Target="../ink/ink1197.xml"/><Relationship Id="rId241" Type="http://schemas.openxmlformats.org/officeDocument/2006/relationships/image" Target="../media/image1032.png"/><Relationship Id="rId15" Type="http://schemas.openxmlformats.org/officeDocument/2006/relationships/image" Target="../media/image917.png"/><Relationship Id="rId36" Type="http://schemas.openxmlformats.org/officeDocument/2006/relationships/customXml" Target="../ink/ink1105.xml"/><Relationship Id="rId57" Type="http://schemas.openxmlformats.org/officeDocument/2006/relationships/image" Target="../media/image942.png"/><Relationship Id="rId262" Type="http://schemas.openxmlformats.org/officeDocument/2006/relationships/customXml" Target="../ink/ink1218.xml"/><Relationship Id="rId78" Type="http://schemas.openxmlformats.org/officeDocument/2006/relationships/customXml" Target="../ink/ink1126.xml"/><Relationship Id="rId99" Type="http://schemas.openxmlformats.org/officeDocument/2006/relationships/image" Target="../media/image963.png"/><Relationship Id="rId101" Type="http://schemas.openxmlformats.org/officeDocument/2006/relationships/image" Target="../media/image964.png"/><Relationship Id="rId122" Type="http://schemas.openxmlformats.org/officeDocument/2006/relationships/customXml" Target="../ink/ink1148.xml"/><Relationship Id="rId143" Type="http://schemas.openxmlformats.org/officeDocument/2006/relationships/image" Target="../media/image984.png"/><Relationship Id="rId164" Type="http://schemas.openxmlformats.org/officeDocument/2006/relationships/customXml" Target="../ink/ink1169.xml"/><Relationship Id="rId185" Type="http://schemas.openxmlformats.org/officeDocument/2006/relationships/image" Target="../media/image1004.png"/><Relationship Id="rId9" Type="http://schemas.openxmlformats.org/officeDocument/2006/relationships/image" Target="../media/image914.png"/><Relationship Id="rId210" Type="http://schemas.openxmlformats.org/officeDocument/2006/relationships/customXml" Target="../ink/ink1192.xml"/><Relationship Id="rId26" Type="http://schemas.openxmlformats.org/officeDocument/2006/relationships/customXml" Target="../ink/ink1100.xml"/><Relationship Id="rId231" Type="http://schemas.openxmlformats.org/officeDocument/2006/relationships/image" Target="../media/image1027.png"/><Relationship Id="rId252" Type="http://schemas.openxmlformats.org/officeDocument/2006/relationships/customXml" Target="../ink/ink1213.xml"/><Relationship Id="rId273" Type="http://schemas.openxmlformats.org/officeDocument/2006/relationships/image" Target="../media/image1048.png"/><Relationship Id="rId47" Type="http://schemas.openxmlformats.org/officeDocument/2006/relationships/image" Target="../media/image937.png"/><Relationship Id="rId68" Type="http://schemas.openxmlformats.org/officeDocument/2006/relationships/customXml" Target="../ink/ink1121.xml"/><Relationship Id="rId89" Type="http://schemas.openxmlformats.org/officeDocument/2006/relationships/image" Target="../media/image958.png"/><Relationship Id="rId112" Type="http://schemas.openxmlformats.org/officeDocument/2006/relationships/customXml" Target="../ink/ink1143.xml"/><Relationship Id="rId133" Type="http://schemas.openxmlformats.org/officeDocument/2006/relationships/image" Target="../media/image979.png"/><Relationship Id="rId154" Type="http://schemas.openxmlformats.org/officeDocument/2006/relationships/customXml" Target="../ink/ink1164.xml"/><Relationship Id="rId175" Type="http://schemas.openxmlformats.org/officeDocument/2006/relationships/image" Target="../media/image999.png"/><Relationship Id="rId196" Type="http://schemas.openxmlformats.org/officeDocument/2006/relationships/customXml" Target="../ink/ink1185.xml"/><Relationship Id="rId200" Type="http://schemas.openxmlformats.org/officeDocument/2006/relationships/customXml" Target="../ink/ink1187.xml"/><Relationship Id="rId16" Type="http://schemas.openxmlformats.org/officeDocument/2006/relationships/customXml" Target="../ink/ink1095.xml"/><Relationship Id="rId221" Type="http://schemas.openxmlformats.org/officeDocument/2006/relationships/image" Target="../media/image1022.png"/><Relationship Id="rId242" Type="http://schemas.openxmlformats.org/officeDocument/2006/relationships/customXml" Target="../ink/ink1208.xml"/><Relationship Id="rId263" Type="http://schemas.openxmlformats.org/officeDocument/2006/relationships/image" Target="../media/image1043.png"/><Relationship Id="rId37" Type="http://schemas.openxmlformats.org/officeDocument/2006/relationships/image" Target="../media/image932.png"/><Relationship Id="rId58" Type="http://schemas.openxmlformats.org/officeDocument/2006/relationships/customXml" Target="../ink/ink1116.xml"/><Relationship Id="rId79" Type="http://schemas.openxmlformats.org/officeDocument/2006/relationships/image" Target="../media/image953.png"/><Relationship Id="rId102" Type="http://schemas.openxmlformats.org/officeDocument/2006/relationships/customXml" Target="../ink/ink1138.xml"/><Relationship Id="rId123" Type="http://schemas.openxmlformats.org/officeDocument/2006/relationships/image" Target="../media/image974.png"/><Relationship Id="rId144" Type="http://schemas.openxmlformats.org/officeDocument/2006/relationships/customXml" Target="../ink/ink1159.xml"/><Relationship Id="rId90" Type="http://schemas.openxmlformats.org/officeDocument/2006/relationships/customXml" Target="../ink/ink1132.xml"/><Relationship Id="rId165" Type="http://schemas.openxmlformats.org/officeDocument/2006/relationships/image" Target="../media/image995.png"/><Relationship Id="rId186" Type="http://schemas.openxmlformats.org/officeDocument/2006/relationships/customXml" Target="../ink/ink1180.xml"/><Relationship Id="rId211" Type="http://schemas.openxmlformats.org/officeDocument/2006/relationships/image" Target="../media/image1017.png"/><Relationship Id="rId232" Type="http://schemas.openxmlformats.org/officeDocument/2006/relationships/customXml" Target="../ink/ink1203.xml"/><Relationship Id="rId253" Type="http://schemas.openxmlformats.org/officeDocument/2006/relationships/image" Target="../media/image1038.png"/><Relationship Id="rId274" Type="http://schemas.openxmlformats.org/officeDocument/2006/relationships/customXml" Target="../ink/ink1224.xml"/><Relationship Id="rId27" Type="http://schemas.openxmlformats.org/officeDocument/2006/relationships/image" Target="../media/image924.png"/><Relationship Id="rId48" Type="http://schemas.openxmlformats.org/officeDocument/2006/relationships/customXml" Target="../ink/ink1111.xml"/><Relationship Id="rId69" Type="http://schemas.openxmlformats.org/officeDocument/2006/relationships/image" Target="../media/image948.png"/><Relationship Id="rId113" Type="http://schemas.openxmlformats.org/officeDocument/2006/relationships/image" Target="../media/image969.png"/><Relationship Id="rId134" Type="http://schemas.openxmlformats.org/officeDocument/2006/relationships/customXml" Target="../ink/ink1154.xml"/><Relationship Id="rId80" Type="http://schemas.openxmlformats.org/officeDocument/2006/relationships/customXml" Target="../ink/ink1127.xml"/><Relationship Id="rId155" Type="http://schemas.openxmlformats.org/officeDocument/2006/relationships/image" Target="../media/image990.png"/><Relationship Id="rId176" Type="http://schemas.openxmlformats.org/officeDocument/2006/relationships/customXml" Target="../ink/ink1175.xml"/><Relationship Id="rId197" Type="http://schemas.openxmlformats.org/officeDocument/2006/relationships/image" Target="../media/image1010.png"/><Relationship Id="rId201" Type="http://schemas.openxmlformats.org/officeDocument/2006/relationships/image" Target="../media/image1012.png"/><Relationship Id="rId222" Type="http://schemas.openxmlformats.org/officeDocument/2006/relationships/customXml" Target="../ink/ink1198.xml"/><Relationship Id="rId243" Type="http://schemas.openxmlformats.org/officeDocument/2006/relationships/image" Target="../media/image1033.png"/><Relationship Id="rId264" Type="http://schemas.openxmlformats.org/officeDocument/2006/relationships/customXml" Target="../ink/ink1219.xml"/><Relationship Id="rId17" Type="http://schemas.openxmlformats.org/officeDocument/2006/relationships/image" Target="../media/image694.png"/><Relationship Id="rId38" Type="http://schemas.openxmlformats.org/officeDocument/2006/relationships/customXml" Target="../ink/ink1106.xml"/><Relationship Id="rId59" Type="http://schemas.openxmlformats.org/officeDocument/2006/relationships/image" Target="../media/image943.png"/><Relationship Id="rId103" Type="http://schemas.openxmlformats.org/officeDocument/2006/relationships/image" Target="../media/image965.png"/><Relationship Id="rId124" Type="http://schemas.openxmlformats.org/officeDocument/2006/relationships/customXml" Target="../ink/ink1149.xml"/><Relationship Id="rId70" Type="http://schemas.openxmlformats.org/officeDocument/2006/relationships/customXml" Target="../ink/ink1122.xml"/><Relationship Id="rId91" Type="http://schemas.openxmlformats.org/officeDocument/2006/relationships/image" Target="../media/image959.png"/><Relationship Id="rId145" Type="http://schemas.openxmlformats.org/officeDocument/2006/relationships/image" Target="../media/image985.png"/><Relationship Id="rId166" Type="http://schemas.openxmlformats.org/officeDocument/2006/relationships/customXml" Target="../ink/ink1170.xml"/><Relationship Id="rId187" Type="http://schemas.openxmlformats.org/officeDocument/2006/relationships/image" Target="../media/image1005.png"/><Relationship Id="rId1" Type="http://schemas.openxmlformats.org/officeDocument/2006/relationships/slideLayout" Target="../slideLayouts/slideLayout7.xml"/><Relationship Id="rId212" Type="http://schemas.openxmlformats.org/officeDocument/2006/relationships/customXml" Target="../ink/ink1193.xml"/><Relationship Id="rId233" Type="http://schemas.openxmlformats.org/officeDocument/2006/relationships/image" Target="../media/image1028.png"/><Relationship Id="rId254" Type="http://schemas.openxmlformats.org/officeDocument/2006/relationships/customXml" Target="../ink/ink1214.xml"/><Relationship Id="rId28" Type="http://schemas.openxmlformats.org/officeDocument/2006/relationships/customXml" Target="../ink/ink1101.xml"/><Relationship Id="rId49" Type="http://schemas.openxmlformats.org/officeDocument/2006/relationships/image" Target="../media/image938.png"/><Relationship Id="rId114" Type="http://schemas.openxmlformats.org/officeDocument/2006/relationships/customXml" Target="../ink/ink1144.xml"/><Relationship Id="rId275" Type="http://schemas.openxmlformats.org/officeDocument/2006/relationships/image" Target="../media/image1049.png"/><Relationship Id="rId60" Type="http://schemas.openxmlformats.org/officeDocument/2006/relationships/customXml" Target="../ink/ink1117.xml"/><Relationship Id="rId81" Type="http://schemas.openxmlformats.org/officeDocument/2006/relationships/image" Target="../media/image954.png"/><Relationship Id="rId135" Type="http://schemas.openxmlformats.org/officeDocument/2006/relationships/image" Target="../media/image980.png"/><Relationship Id="rId156" Type="http://schemas.openxmlformats.org/officeDocument/2006/relationships/customXml" Target="../ink/ink1165.xml"/><Relationship Id="rId177" Type="http://schemas.openxmlformats.org/officeDocument/2006/relationships/image" Target="../media/image1000.png"/><Relationship Id="rId198" Type="http://schemas.openxmlformats.org/officeDocument/2006/relationships/customXml" Target="../ink/ink1186.xml"/><Relationship Id="rId202" Type="http://schemas.openxmlformats.org/officeDocument/2006/relationships/customXml" Target="../ink/ink1188.xml"/><Relationship Id="rId223" Type="http://schemas.openxmlformats.org/officeDocument/2006/relationships/image" Target="../media/image1023.png"/><Relationship Id="rId244" Type="http://schemas.openxmlformats.org/officeDocument/2006/relationships/customXml" Target="../ink/ink1209.xml"/><Relationship Id="rId18" Type="http://schemas.openxmlformats.org/officeDocument/2006/relationships/customXml" Target="../ink/ink1096.xml"/><Relationship Id="rId39" Type="http://schemas.openxmlformats.org/officeDocument/2006/relationships/image" Target="../media/image933.png"/><Relationship Id="rId265" Type="http://schemas.openxmlformats.org/officeDocument/2006/relationships/image" Target="../media/image1044.png"/><Relationship Id="rId50" Type="http://schemas.openxmlformats.org/officeDocument/2006/relationships/customXml" Target="../ink/ink1112.xml"/><Relationship Id="rId104" Type="http://schemas.openxmlformats.org/officeDocument/2006/relationships/customXml" Target="../ink/ink1139.xml"/><Relationship Id="rId125" Type="http://schemas.openxmlformats.org/officeDocument/2006/relationships/image" Target="../media/image975.png"/><Relationship Id="rId146" Type="http://schemas.openxmlformats.org/officeDocument/2006/relationships/customXml" Target="../ink/ink1160.xml"/><Relationship Id="rId167" Type="http://schemas.openxmlformats.org/officeDocument/2006/relationships/image" Target="../media/image996.png"/><Relationship Id="rId188" Type="http://schemas.openxmlformats.org/officeDocument/2006/relationships/customXml" Target="../ink/ink1181.xml"/><Relationship Id="rId71" Type="http://schemas.openxmlformats.org/officeDocument/2006/relationships/image" Target="../media/image949.png"/><Relationship Id="rId92" Type="http://schemas.openxmlformats.org/officeDocument/2006/relationships/customXml" Target="../ink/ink1133.xml"/><Relationship Id="rId213" Type="http://schemas.openxmlformats.org/officeDocument/2006/relationships/image" Target="../media/image1018.png"/><Relationship Id="rId234" Type="http://schemas.openxmlformats.org/officeDocument/2006/relationships/customXml" Target="../ink/ink1204.xml"/><Relationship Id="rId2" Type="http://schemas.openxmlformats.org/officeDocument/2006/relationships/customXml" Target="../ink/ink1088.xml"/><Relationship Id="rId29" Type="http://schemas.openxmlformats.org/officeDocument/2006/relationships/image" Target="../media/image928.png"/><Relationship Id="rId255" Type="http://schemas.openxmlformats.org/officeDocument/2006/relationships/image" Target="../media/image1039.png"/><Relationship Id="rId276" Type="http://schemas.openxmlformats.org/officeDocument/2006/relationships/customXml" Target="../ink/ink1225.xml"/><Relationship Id="rId40" Type="http://schemas.openxmlformats.org/officeDocument/2006/relationships/customXml" Target="../ink/ink1107.xml"/><Relationship Id="rId115" Type="http://schemas.openxmlformats.org/officeDocument/2006/relationships/image" Target="../media/image970.png"/><Relationship Id="rId136" Type="http://schemas.openxmlformats.org/officeDocument/2006/relationships/customXml" Target="../ink/ink1155.xml"/><Relationship Id="rId157" Type="http://schemas.openxmlformats.org/officeDocument/2006/relationships/image" Target="../media/image991.png"/><Relationship Id="rId178" Type="http://schemas.openxmlformats.org/officeDocument/2006/relationships/customXml" Target="../ink/ink1176.xml"/><Relationship Id="rId61" Type="http://schemas.openxmlformats.org/officeDocument/2006/relationships/image" Target="../media/image944.png"/><Relationship Id="rId82" Type="http://schemas.openxmlformats.org/officeDocument/2006/relationships/customXml" Target="../ink/ink1128.xml"/><Relationship Id="rId199" Type="http://schemas.openxmlformats.org/officeDocument/2006/relationships/image" Target="../media/image1011.png"/><Relationship Id="rId203" Type="http://schemas.openxmlformats.org/officeDocument/2006/relationships/image" Target="../media/image1013.png"/><Relationship Id="rId19" Type="http://schemas.openxmlformats.org/officeDocument/2006/relationships/image" Target="../media/image920.png"/><Relationship Id="rId224" Type="http://schemas.openxmlformats.org/officeDocument/2006/relationships/customXml" Target="../ink/ink1199.xml"/><Relationship Id="rId245" Type="http://schemas.openxmlformats.org/officeDocument/2006/relationships/image" Target="../media/image1034.png"/><Relationship Id="rId266" Type="http://schemas.openxmlformats.org/officeDocument/2006/relationships/customXml" Target="../ink/ink1220.xml"/><Relationship Id="rId30" Type="http://schemas.openxmlformats.org/officeDocument/2006/relationships/customXml" Target="../ink/ink1102.xml"/><Relationship Id="rId105" Type="http://schemas.openxmlformats.org/officeDocument/2006/relationships/image" Target="../media/image966.png"/><Relationship Id="rId126" Type="http://schemas.openxmlformats.org/officeDocument/2006/relationships/customXml" Target="../ink/ink1150.xml"/><Relationship Id="rId147" Type="http://schemas.openxmlformats.org/officeDocument/2006/relationships/image" Target="../media/image986.png"/><Relationship Id="rId168" Type="http://schemas.openxmlformats.org/officeDocument/2006/relationships/customXml" Target="../ink/ink1171.xml"/><Relationship Id="rId51" Type="http://schemas.openxmlformats.org/officeDocument/2006/relationships/image" Target="../media/image939.png"/><Relationship Id="rId72" Type="http://schemas.openxmlformats.org/officeDocument/2006/relationships/customXml" Target="../ink/ink1123.xml"/><Relationship Id="rId93" Type="http://schemas.openxmlformats.org/officeDocument/2006/relationships/image" Target="../media/image960.png"/><Relationship Id="rId189" Type="http://schemas.openxmlformats.org/officeDocument/2006/relationships/image" Target="../media/image1006.png"/><Relationship Id="rId3" Type="http://schemas.openxmlformats.org/officeDocument/2006/relationships/image" Target="../media/image911.png"/><Relationship Id="rId214" Type="http://schemas.openxmlformats.org/officeDocument/2006/relationships/customXml" Target="../ink/ink1194.xml"/><Relationship Id="rId235" Type="http://schemas.openxmlformats.org/officeDocument/2006/relationships/image" Target="../media/image1029.png"/><Relationship Id="rId256" Type="http://schemas.openxmlformats.org/officeDocument/2006/relationships/customXml" Target="../ink/ink1215.xml"/><Relationship Id="rId277" Type="http://schemas.openxmlformats.org/officeDocument/2006/relationships/image" Target="../media/image1050.png"/><Relationship Id="rId116" Type="http://schemas.openxmlformats.org/officeDocument/2006/relationships/customXml" Target="../ink/ink1145.xml"/><Relationship Id="rId137" Type="http://schemas.openxmlformats.org/officeDocument/2006/relationships/image" Target="../media/image981.png"/><Relationship Id="rId158" Type="http://schemas.openxmlformats.org/officeDocument/2006/relationships/customXml" Target="../ink/ink1166.xml"/><Relationship Id="rId20" Type="http://schemas.openxmlformats.org/officeDocument/2006/relationships/customXml" Target="../ink/ink1097.xml"/><Relationship Id="rId41" Type="http://schemas.openxmlformats.org/officeDocument/2006/relationships/image" Target="../media/image934.png"/><Relationship Id="rId62" Type="http://schemas.openxmlformats.org/officeDocument/2006/relationships/customXml" Target="../ink/ink1118.xml"/><Relationship Id="rId83" Type="http://schemas.openxmlformats.org/officeDocument/2006/relationships/image" Target="../media/image955.png"/><Relationship Id="rId179" Type="http://schemas.openxmlformats.org/officeDocument/2006/relationships/image" Target="../media/image1001.png"/><Relationship Id="rId190" Type="http://schemas.openxmlformats.org/officeDocument/2006/relationships/customXml" Target="../ink/ink1182.xml"/><Relationship Id="rId204" Type="http://schemas.openxmlformats.org/officeDocument/2006/relationships/customXml" Target="../ink/ink1189.xml"/><Relationship Id="rId225" Type="http://schemas.openxmlformats.org/officeDocument/2006/relationships/image" Target="../media/image1024.png"/><Relationship Id="rId246" Type="http://schemas.openxmlformats.org/officeDocument/2006/relationships/customXml" Target="../ink/ink1210.xml"/><Relationship Id="rId267" Type="http://schemas.openxmlformats.org/officeDocument/2006/relationships/image" Target="../media/image1045.png"/><Relationship Id="rId106" Type="http://schemas.openxmlformats.org/officeDocument/2006/relationships/customXml" Target="../ink/ink1140.xml"/><Relationship Id="rId127" Type="http://schemas.openxmlformats.org/officeDocument/2006/relationships/image" Target="../media/image976.png"/><Relationship Id="rId10" Type="http://schemas.openxmlformats.org/officeDocument/2006/relationships/customXml" Target="../ink/ink1092.xml"/><Relationship Id="rId31" Type="http://schemas.openxmlformats.org/officeDocument/2006/relationships/image" Target="../media/image929.png"/><Relationship Id="rId52" Type="http://schemas.openxmlformats.org/officeDocument/2006/relationships/customXml" Target="../ink/ink1113.xml"/><Relationship Id="rId73" Type="http://schemas.openxmlformats.org/officeDocument/2006/relationships/image" Target="../media/image950.png"/><Relationship Id="rId94" Type="http://schemas.openxmlformats.org/officeDocument/2006/relationships/customXml" Target="../ink/ink1134.xml"/><Relationship Id="rId148" Type="http://schemas.openxmlformats.org/officeDocument/2006/relationships/customXml" Target="../ink/ink1161.xml"/><Relationship Id="rId169" Type="http://schemas.openxmlformats.org/officeDocument/2006/relationships/image" Target="../media/image997.png"/><Relationship Id="rId4" Type="http://schemas.openxmlformats.org/officeDocument/2006/relationships/customXml" Target="../ink/ink1089.xml"/><Relationship Id="rId180" Type="http://schemas.openxmlformats.org/officeDocument/2006/relationships/customXml" Target="../ink/ink1177.xml"/><Relationship Id="rId215" Type="http://schemas.openxmlformats.org/officeDocument/2006/relationships/image" Target="../media/image1019.png"/><Relationship Id="rId236" Type="http://schemas.openxmlformats.org/officeDocument/2006/relationships/customXml" Target="../ink/ink1205.xml"/><Relationship Id="rId257" Type="http://schemas.openxmlformats.org/officeDocument/2006/relationships/image" Target="../media/image1040.png"/><Relationship Id="rId278" Type="http://schemas.openxmlformats.org/officeDocument/2006/relationships/customXml" Target="../ink/ink1226.xml"/><Relationship Id="rId42" Type="http://schemas.openxmlformats.org/officeDocument/2006/relationships/customXml" Target="../ink/ink1108.xml"/><Relationship Id="rId84" Type="http://schemas.openxmlformats.org/officeDocument/2006/relationships/customXml" Target="../ink/ink1129.xml"/><Relationship Id="rId138" Type="http://schemas.openxmlformats.org/officeDocument/2006/relationships/customXml" Target="../ink/ink1156.xml"/><Relationship Id="rId191" Type="http://schemas.openxmlformats.org/officeDocument/2006/relationships/image" Target="../media/image1007.png"/><Relationship Id="rId205" Type="http://schemas.openxmlformats.org/officeDocument/2006/relationships/image" Target="../media/image1014.png"/><Relationship Id="rId247" Type="http://schemas.openxmlformats.org/officeDocument/2006/relationships/image" Target="../media/image1035.png"/><Relationship Id="rId107" Type="http://schemas.openxmlformats.org/officeDocument/2006/relationships/image" Target="../media/image967.png"/><Relationship Id="rId11" Type="http://schemas.openxmlformats.org/officeDocument/2006/relationships/image" Target="../media/image915.png"/><Relationship Id="rId53" Type="http://schemas.openxmlformats.org/officeDocument/2006/relationships/image" Target="../media/image940.png"/><Relationship Id="rId149" Type="http://schemas.openxmlformats.org/officeDocument/2006/relationships/image" Target="../media/image987.png"/><Relationship Id="rId95" Type="http://schemas.openxmlformats.org/officeDocument/2006/relationships/image" Target="../media/image961.png"/><Relationship Id="rId160" Type="http://schemas.openxmlformats.org/officeDocument/2006/relationships/customXml" Target="../ink/ink1167.xml"/><Relationship Id="rId216" Type="http://schemas.openxmlformats.org/officeDocument/2006/relationships/customXml" Target="../ink/ink1195.xml"/><Relationship Id="rId258" Type="http://schemas.openxmlformats.org/officeDocument/2006/relationships/customXml" Target="../ink/ink1216.xml"/></Relationships>
</file>

<file path=ppt/slides/_rels/slide8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1110.png"/><Relationship Id="rId21" Type="http://schemas.openxmlformats.org/officeDocument/2006/relationships/image" Target="../media/image1062.png"/><Relationship Id="rId63" Type="http://schemas.openxmlformats.org/officeDocument/2006/relationships/image" Target="../media/image1083.png"/><Relationship Id="rId159" Type="http://schemas.openxmlformats.org/officeDocument/2006/relationships/image" Target="../media/image1129.png"/><Relationship Id="rId170" Type="http://schemas.openxmlformats.org/officeDocument/2006/relationships/customXml" Target="../ink/ink1312.xml"/><Relationship Id="rId226" Type="http://schemas.openxmlformats.org/officeDocument/2006/relationships/customXml" Target="../ink/ink1340.xml"/><Relationship Id="rId268" Type="http://schemas.openxmlformats.org/officeDocument/2006/relationships/customXml" Target="../ink/ink1361.xml"/><Relationship Id="rId32" Type="http://schemas.openxmlformats.org/officeDocument/2006/relationships/customXml" Target="../ink/ink1243.xml"/><Relationship Id="rId74" Type="http://schemas.openxmlformats.org/officeDocument/2006/relationships/customXml" Target="../ink/ink1264.xml"/><Relationship Id="rId128" Type="http://schemas.openxmlformats.org/officeDocument/2006/relationships/customXml" Target="../ink/ink1291.xml"/><Relationship Id="rId5" Type="http://schemas.openxmlformats.org/officeDocument/2006/relationships/image" Target="../media/image1054.png"/><Relationship Id="rId181" Type="http://schemas.openxmlformats.org/officeDocument/2006/relationships/image" Target="../media/image1140.png"/><Relationship Id="rId237" Type="http://schemas.openxmlformats.org/officeDocument/2006/relationships/image" Target="../media/image1168.png"/><Relationship Id="rId258" Type="http://schemas.openxmlformats.org/officeDocument/2006/relationships/customXml" Target="../ink/ink1356.xml"/><Relationship Id="rId22" Type="http://schemas.openxmlformats.org/officeDocument/2006/relationships/customXml" Target="../ink/ink1238.xml"/><Relationship Id="rId43" Type="http://schemas.openxmlformats.org/officeDocument/2006/relationships/image" Target="../media/image1073.png"/><Relationship Id="rId64" Type="http://schemas.openxmlformats.org/officeDocument/2006/relationships/customXml" Target="../ink/ink1259.xml"/><Relationship Id="rId118" Type="http://schemas.openxmlformats.org/officeDocument/2006/relationships/customXml" Target="../ink/ink1286.xml"/><Relationship Id="rId139" Type="http://schemas.openxmlformats.org/officeDocument/2006/relationships/image" Target="../media/image1119.png"/><Relationship Id="rId85" Type="http://schemas.openxmlformats.org/officeDocument/2006/relationships/image" Target="../media/image1094.png"/><Relationship Id="rId150" Type="http://schemas.openxmlformats.org/officeDocument/2006/relationships/customXml" Target="../ink/ink1302.xml"/><Relationship Id="rId171" Type="http://schemas.openxmlformats.org/officeDocument/2006/relationships/image" Target="../media/image1135.png"/><Relationship Id="rId192" Type="http://schemas.openxmlformats.org/officeDocument/2006/relationships/customXml" Target="../ink/ink1323.xml"/><Relationship Id="rId206" Type="http://schemas.openxmlformats.org/officeDocument/2006/relationships/customXml" Target="../ink/ink1330.xml"/><Relationship Id="rId227" Type="http://schemas.openxmlformats.org/officeDocument/2006/relationships/image" Target="../media/image1163.png"/><Relationship Id="rId248" Type="http://schemas.openxmlformats.org/officeDocument/2006/relationships/customXml" Target="../ink/ink1351.xml"/><Relationship Id="rId269" Type="http://schemas.openxmlformats.org/officeDocument/2006/relationships/image" Target="../media/image1184.png"/><Relationship Id="rId12" Type="http://schemas.openxmlformats.org/officeDocument/2006/relationships/customXml" Target="../ink/ink1233.xml"/><Relationship Id="rId33" Type="http://schemas.openxmlformats.org/officeDocument/2006/relationships/image" Target="../media/image1068.png"/><Relationship Id="rId108" Type="http://schemas.openxmlformats.org/officeDocument/2006/relationships/customXml" Target="../ink/ink1281.xml"/><Relationship Id="rId129" Type="http://schemas.openxmlformats.org/officeDocument/2006/relationships/image" Target="../media/image1114.png"/><Relationship Id="rId54" Type="http://schemas.openxmlformats.org/officeDocument/2006/relationships/customXml" Target="../ink/ink1254.xml"/><Relationship Id="rId75" Type="http://schemas.openxmlformats.org/officeDocument/2006/relationships/image" Target="../media/image1089.png"/><Relationship Id="rId96" Type="http://schemas.openxmlformats.org/officeDocument/2006/relationships/customXml" Target="../ink/ink1275.xml"/><Relationship Id="rId140" Type="http://schemas.openxmlformats.org/officeDocument/2006/relationships/customXml" Target="../ink/ink1297.xml"/><Relationship Id="rId161" Type="http://schemas.openxmlformats.org/officeDocument/2006/relationships/image" Target="../media/image1130.png"/><Relationship Id="rId182" Type="http://schemas.openxmlformats.org/officeDocument/2006/relationships/customXml" Target="../ink/ink1318.xml"/><Relationship Id="rId217" Type="http://schemas.openxmlformats.org/officeDocument/2006/relationships/image" Target="../media/image1158.png"/><Relationship Id="rId6" Type="http://schemas.openxmlformats.org/officeDocument/2006/relationships/customXml" Target="../ink/ink1230.xml"/><Relationship Id="rId238" Type="http://schemas.openxmlformats.org/officeDocument/2006/relationships/customXml" Target="../ink/ink1346.xml"/><Relationship Id="rId259" Type="http://schemas.openxmlformats.org/officeDocument/2006/relationships/image" Target="../media/image1179.png"/><Relationship Id="rId23" Type="http://schemas.openxmlformats.org/officeDocument/2006/relationships/image" Target="../media/image1063.png"/><Relationship Id="rId119" Type="http://schemas.openxmlformats.org/officeDocument/2006/relationships/image" Target="../media/image1111.png"/><Relationship Id="rId270" Type="http://schemas.openxmlformats.org/officeDocument/2006/relationships/customXml" Target="../ink/ink1362.xml"/><Relationship Id="rId44" Type="http://schemas.openxmlformats.org/officeDocument/2006/relationships/customXml" Target="../ink/ink1249.xml"/><Relationship Id="rId65" Type="http://schemas.openxmlformats.org/officeDocument/2006/relationships/image" Target="../media/image1084.png"/><Relationship Id="rId86" Type="http://schemas.openxmlformats.org/officeDocument/2006/relationships/customXml" Target="../ink/ink1270.xml"/><Relationship Id="rId130" Type="http://schemas.openxmlformats.org/officeDocument/2006/relationships/customXml" Target="../ink/ink1292.xml"/><Relationship Id="rId151" Type="http://schemas.openxmlformats.org/officeDocument/2006/relationships/image" Target="../media/image1125.png"/><Relationship Id="rId172" Type="http://schemas.openxmlformats.org/officeDocument/2006/relationships/customXml" Target="../ink/ink1313.xml"/><Relationship Id="rId193" Type="http://schemas.openxmlformats.org/officeDocument/2006/relationships/image" Target="../media/image1146.png"/><Relationship Id="rId207" Type="http://schemas.openxmlformats.org/officeDocument/2006/relationships/image" Target="../media/image1153.png"/><Relationship Id="rId228" Type="http://schemas.openxmlformats.org/officeDocument/2006/relationships/customXml" Target="../ink/ink1341.xml"/><Relationship Id="rId249" Type="http://schemas.openxmlformats.org/officeDocument/2006/relationships/image" Target="../media/image1174.png"/><Relationship Id="rId13" Type="http://schemas.openxmlformats.org/officeDocument/2006/relationships/image" Target="../media/image1058.png"/><Relationship Id="rId109" Type="http://schemas.openxmlformats.org/officeDocument/2006/relationships/image" Target="../media/image1106.png"/><Relationship Id="rId260" Type="http://schemas.openxmlformats.org/officeDocument/2006/relationships/customXml" Target="../ink/ink1357.xml"/><Relationship Id="rId34" Type="http://schemas.openxmlformats.org/officeDocument/2006/relationships/customXml" Target="../ink/ink1244.xml"/><Relationship Id="rId55" Type="http://schemas.openxmlformats.org/officeDocument/2006/relationships/image" Target="../media/image1079.png"/><Relationship Id="rId76" Type="http://schemas.openxmlformats.org/officeDocument/2006/relationships/customXml" Target="../ink/ink1265.xml"/><Relationship Id="rId97" Type="http://schemas.openxmlformats.org/officeDocument/2006/relationships/image" Target="../media/image1100.png"/><Relationship Id="rId120" Type="http://schemas.openxmlformats.org/officeDocument/2006/relationships/customXml" Target="../ink/ink1287.xml"/><Relationship Id="rId141" Type="http://schemas.openxmlformats.org/officeDocument/2006/relationships/image" Target="../media/image1120.png"/><Relationship Id="rId7" Type="http://schemas.openxmlformats.org/officeDocument/2006/relationships/image" Target="../media/image1055.png"/><Relationship Id="rId162" Type="http://schemas.openxmlformats.org/officeDocument/2006/relationships/customXml" Target="../ink/ink1308.xml"/><Relationship Id="rId183" Type="http://schemas.openxmlformats.org/officeDocument/2006/relationships/image" Target="../media/image1141.png"/><Relationship Id="rId218" Type="http://schemas.openxmlformats.org/officeDocument/2006/relationships/customXml" Target="../ink/ink1336.xml"/><Relationship Id="rId239" Type="http://schemas.openxmlformats.org/officeDocument/2006/relationships/image" Target="../media/image1169.png"/><Relationship Id="rId250" Type="http://schemas.openxmlformats.org/officeDocument/2006/relationships/customXml" Target="../ink/ink1352.xml"/><Relationship Id="rId271" Type="http://schemas.openxmlformats.org/officeDocument/2006/relationships/image" Target="../media/image1185.png"/><Relationship Id="rId24" Type="http://schemas.openxmlformats.org/officeDocument/2006/relationships/customXml" Target="../ink/ink1239.xml"/><Relationship Id="rId45" Type="http://schemas.openxmlformats.org/officeDocument/2006/relationships/image" Target="../media/image1074.png"/><Relationship Id="rId66" Type="http://schemas.openxmlformats.org/officeDocument/2006/relationships/customXml" Target="../ink/ink1260.xml"/><Relationship Id="rId87" Type="http://schemas.openxmlformats.org/officeDocument/2006/relationships/image" Target="../media/image1095.png"/><Relationship Id="rId110" Type="http://schemas.openxmlformats.org/officeDocument/2006/relationships/customXml" Target="../ink/ink1282.xml"/><Relationship Id="rId131" Type="http://schemas.openxmlformats.org/officeDocument/2006/relationships/image" Target="../media/image1115.png"/><Relationship Id="rId152" Type="http://schemas.openxmlformats.org/officeDocument/2006/relationships/customXml" Target="../ink/ink1303.xml"/><Relationship Id="rId173" Type="http://schemas.openxmlformats.org/officeDocument/2006/relationships/image" Target="../media/image1136.png"/><Relationship Id="rId194" Type="http://schemas.openxmlformats.org/officeDocument/2006/relationships/customXml" Target="../ink/ink1324.xml"/><Relationship Id="rId208" Type="http://schemas.openxmlformats.org/officeDocument/2006/relationships/customXml" Target="../ink/ink1331.xml"/><Relationship Id="rId229" Type="http://schemas.openxmlformats.org/officeDocument/2006/relationships/image" Target="../media/image1164.png"/><Relationship Id="rId240" Type="http://schemas.openxmlformats.org/officeDocument/2006/relationships/customXml" Target="../ink/ink1347.xml"/><Relationship Id="rId261" Type="http://schemas.openxmlformats.org/officeDocument/2006/relationships/image" Target="../media/image1180.png"/><Relationship Id="rId14" Type="http://schemas.openxmlformats.org/officeDocument/2006/relationships/customXml" Target="../ink/ink1234.xml"/><Relationship Id="rId35" Type="http://schemas.openxmlformats.org/officeDocument/2006/relationships/image" Target="../media/image1069.png"/><Relationship Id="rId56" Type="http://schemas.openxmlformats.org/officeDocument/2006/relationships/customXml" Target="../ink/ink1255.xml"/><Relationship Id="rId77" Type="http://schemas.openxmlformats.org/officeDocument/2006/relationships/image" Target="../media/image1090.png"/><Relationship Id="rId100" Type="http://schemas.openxmlformats.org/officeDocument/2006/relationships/customXml" Target="../ink/ink1277.xml"/><Relationship Id="rId8" Type="http://schemas.openxmlformats.org/officeDocument/2006/relationships/customXml" Target="../ink/ink1231.xml"/><Relationship Id="rId98" Type="http://schemas.openxmlformats.org/officeDocument/2006/relationships/customXml" Target="../ink/ink1276.xml"/><Relationship Id="rId121" Type="http://schemas.openxmlformats.org/officeDocument/2006/relationships/image" Target="../media/image575.png"/><Relationship Id="rId142" Type="http://schemas.openxmlformats.org/officeDocument/2006/relationships/customXml" Target="../ink/ink1298.xml"/><Relationship Id="rId163" Type="http://schemas.openxmlformats.org/officeDocument/2006/relationships/image" Target="../media/image1131.png"/><Relationship Id="rId184" Type="http://schemas.openxmlformats.org/officeDocument/2006/relationships/customXml" Target="../ink/ink1319.xml"/><Relationship Id="rId219" Type="http://schemas.openxmlformats.org/officeDocument/2006/relationships/image" Target="../media/image1159.png"/><Relationship Id="rId230" Type="http://schemas.openxmlformats.org/officeDocument/2006/relationships/customXml" Target="../ink/ink1342.xml"/><Relationship Id="rId251" Type="http://schemas.openxmlformats.org/officeDocument/2006/relationships/image" Target="../media/image1175.png"/><Relationship Id="rId25" Type="http://schemas.openxmlformats.org/officeDocument/2006/relationships/image" Target="../media/image1064.png"/><Relationship Id="rId46" Type="http://schemas.openxmlformats.org/officeDocument/2006/relationships/customXml" Target="../ink/ink1250.xml"/><Relationship Id="rId67" Type="http://schemas.openxmlformats.org/officeDocument/2006/relationships/image" Target="../media/image1085.png"/><Relationship Id="rId272" Type="http://schemas.openxmlformats.org/officeDocument/2006/relationships/customXml" Target="../ink/ink1363.xml"/><Relationship Id="rId88" Type="http://schemas.openxmlformats.org/officeDocument/2006/relationships/customXml" Target="../ink/ink1271.xml"/><Relationship Id="rId111" Type="http://schemas.openxmlformats.org/officeDocument/2006/relationships/image" Target="../media/image1107.png"/><Relationship Id="rId132" Type="http://schemas.openxmlformats.org/officeDocument/2006/relationships/customXml" Target="../ink/ink1293.xml"/><Relationship Id="rId153" Type="http://schemas.openxmlformats.org/officeDocument/2006/relationships/image" Target="../media/image1126.png"/><Relationship Id="rId174" Type="http://schemas.openxmlformats.org/officeDocument/2006/relationships/customXml" Target="../ink/ink1314.xml"/><Relationship Id="rId195" Type="http://schemas.openxmlformats.org/officeDocument/2006/relationships/image" Target="../media/image1147.png"/><Relationship Id="rId209" Type="http://schemas.openxmlformats.org/officeDocument/2006/relationships/image" Target="../media/image1154.png"/><Relationship Id="rId220" Type="http://schemas.openxmlformats.org/officeDocument/2006/relationships/customXml" Target="../ink/ink1337.xml"/><Relationship Id="rId241" Type="http://schemas.openxmlformats.org/officeDocument/2006/relationships/image" Target="../media/image1170.png"/><Relationship Id="rId15" Type="http://schemas.openxmlformats.org/officeDocument/2006/relationships/image" Target="../media/image1059.png"/><Relationship Id="rId36" Type="http://schemas.openxmlformats.org/officeDocument/2006/relationships/customXml" Target="../ink/ink1245.xml"/><Relationship Id="rId57" Type="http://schemas.openxmlformats.org/officeDocument/2006/relationships/image" Target="../media/image1080.png"/><Relationship Id="rId262" Type="http://schemas.openxmlformats.org/officeDocument/2006/relationships/customXml" Target="../ink/ink1358.xml"/><Relationship Id="rId78" Type="http://schemas.openxmlformats.org/officeDocument/2006/relationships/customXml" Target="../ink/ink1266.xml"/><Relationship Id="rId99" Type="http://schemas.openxmlformats.org/officeDocument/2006/relationships/image" Target="../media/image1101.png"/><Relationship Id="rId101" Type="http://schemas.openxmlformats.org/officeDocument/2006/relationships/image" Target="../media/image1102.png"/><Relationship Id="rId122" Type="http://schemas.openxmlformats.org/officeDocument/2006/relationships/customXml" Target="../ink/ink1288.xml"/><Relationship Id="rId143" Type="http://schemas.openxmlformats.org/officeDocument/2006/relationships/image" Target="../media/image1121.png"/><Relationship Id="rId164" Type="http://schemas.openxmlformats.org/officeDocument/2006/relationships/customXml" Target="../ink/ink1309.xml"/><Relationship Id="rId185" Type="http://schemas.openxmlformats.org/officeDocument/2006/relationships/image" Target="../media/image1142.png"/><Relationship Id="rId9" Type="http://schemas.openxmlformats.org/officeDocument/2006/relationships/image" Target="../media/image1056.png"/><Relationship Id="rId210" Type="http://schemas.openxmlformats.org/officeDocument/2006/relationships/customXml" Target="../ink/ink1332.xml"/><Relationship Id="rId26" Type="http://schemas.openxmlformats.org/officeDocument/2006/relationships/customXml" Target="../ink/ink1240.xml"/><Relationship Id="rId231" Type="http://schemas.openxmlformats.org/officeDocument/2006/relationships/image" Target="../media/image1165.png"/><Relationship Id="rId252" Type="http://schemas.openxmlformats.org/officeDocument/2006/relationships/customXml" Target="../ink/ink1353.xml"/><Relationship Id="rId273" Type="http://schemas.openxmlformats.org/officeDocument/2006/relationships/image" Target="../media/image1186.png"/><Relationship Id="rId47" Type="http://schemas.openxmlformats.org/officeDocument/2006/relationships/image" Target="../media/image1075.png"/><Relationship Id="rId68" Type="http://schemas.openxmlformats.org/officeDocument/2006/relationships/customXml" Target="../ink/ink1261.xml"/><Relationship Id="rId89" Type="http://schemas.openxmlformats.org/officeDocument/2006/relationships/image" Target="../media/image1096.png"/><Relationship Id="rId112" Type="http://schemas.openxmlformats.org/officeDocument/2006/relationships/customXml" Target="../ink/ink1283.xml"/><Relationship Id="rId133" Type="http://schemas.openxmlformats.org/officeDocument/2006/relationships/image" Target="../media/image1116.png"/><Relationship Id="rId154" Type="http://schemas.openxmlformats.org/officeDocument/2006/relationships/customXml" Target="../ink/ink1304.xml"/><Relationship Id="rId175" Type="http://schemas.openxmlformats.org/officeDocument/2006/relationships/image" Target="../media/image1137.png"/><Relationship Id="rId196" Type="http://schemas.openxmlformats.org/officeDocument/2006/relationships/customXml" Target="../ink/ink1325.xml"/><Relationship Id="rId200" Type="http://schemas.openxmlformats.org/officeDocument/2006/relationships/customXml" Target="../ink/ink1327.xml"/><Relationship Id="rId16" Type="http://schemas.openxmlformats.org/officeDocument/2006/relationships/customXml" Target="../ink/ink1235.xml"/><Relationship Id="rId221" Type="http://schemas.openxmlformats.org/officeDocument/2006/relationships/image" Target="../media/image1160.png"/><Relationship Id="rId242" Type="http://schemas.openxmlformats.org/officeDocument/2006/relationships/customXml" Target="../ink/ink1348.xml"/><Relationship Id="rId263" Type="http://schemas.openxmlformats.org/officeDocument/2006/relationships/image" Target="../media/image1181.png"/><Relationship Id="rId37" Type="http://schemas.openxmlformats.org/officeDocument/2006/relationships/image" Target="../media/image1070.png"/><Relationship Id="rId58" Type="http://schemas.openxmlformats.org/officeDocument/2006/relationships/customXml" Target="../ink/ink1256.xml"/><Relationship Id="rId79" Type="http://schemas.openxmlformats.org/officeDocument/2006/relationships/image" Target="../media/image1091.png"/><Relationship Id="rId102" Type="http://schemas.openxmlformats.org/officeDocument/2006/relationships/customXml" Target="../ink/ink1278.xml"/><Relationship Id="rId123" Type="http://schemas.openxmlformats.org/officeDocument/2006/relationships/image" Target="../media/image496.png"/><Relationship Id="rId144" Type="http://schemas.openxmlformats.org/officeDocument/2006/relationships/customXml" Target="../ink/ink1299.xml"/><Relationship Id="rId90" Type="http://schemas.openxmlformats.org/officeDocument/2006/relationships/customXml" Target="../ink/ink1272.xml"/><Relationship Id="rId165" Type="http://schemas.openxmlformats.org/officeDocument/2006/relationships/image" Target="../media/image1132.png"/><Relationship Id="rId186" Type="http://schemas.openxmlformats.org/officeDocument/2006/relationships/customXml" Target="../ink/ink1320.xml"/><Relationship Id="rId211" Type="http://schemas.openxmlformats.org/officeDocument/2006/relationships/image" Target="../media/image1155.png"/><Relationship Id="rId232" Type="http://schemas.openxmlformats.org/officeDocument/2006/relationships/customXml" Target="../ink/ink1343.xml"/><Relationship Id="rId253" Type="http://schemas.openxmlformats.org/officeDocument/2006/relationships/image" Target="../media/image1176.png"/><Relationship Id="rId274" Type="http://schemas.openxmlformats.org/officeDocument/2006/relationships/customXml" Target="../ink/ink1364.xml"/><Relationship Id="rId27" Type="http://schemas.openxmlformats.org/officeDocument/2006/relationships/image" Target="../media/image1065.png"/><Relationship Id="rId48" Type="http://schemas.openxmlformats.org/officeDocument/2006/relationships/customXml" Target="../ink/ink1251.xml"/><Relationship Id="rId69" Type="http://schemas.openxmlformats.org/officeDocument/2006/relationships/image" Target="../media/image1086.png"/><Relationship Id="rId113" Type="http://schemas.openxmlformats.org/officeDocument/2006/relationships/image" Target="../media/image1108.png"/><Relationship Id="rId134" Type="http://schemas.openxmlformats.org/officeDocument/2006/relationships/customXml" Target="../ink/ink1294.xml"/><Relationship Id="rId80" Type="http://schemas.openxmlformats.org/officeDocument/2006/relationships/customXml" Target="../ink/ink1267.xml"/><Relationship Id="rId155" Type="http://schemas.openxmlformats.org/officeDocument/2006/relationships/image" Target="../media/image1127.png"/><Relationship Id="rId176" Type="http://schemas.openxmlformats.org/officeDocument/2006/relationships/customXml" Target="../ink/ink1315.xml"/><Relationship Id="rId197" Type="http://schemas.openxmlformats.org/officeDocument/2006/relationships/image" Target="../media/image1148.png"/><Relationship Id="rId201" Type="http://schemas.openxmlformats.org/officeDocument/2006/relationships/image" Target="../media/image1150.png"/><Relationship Id="rId222" Type="http://schemas.openxmlformats.org/officeDocument/2006/relationships/customXml" Target="../ink/ink1338.xml"/><Relationship Id="rId243" Type="http://schemas.openxmlformats.org/officeDocument/2006/relationships/image" Target="../media/image1171.png"/><Relationship Id="rId264" Type="http://schemas.openxmlformats.org/officeDocument/2006/relationships/customXml" Target="../ink/ink1359.xml"/><Relationship Id="rId17" Type="http://schemas.openxmlformats.org/officeDocument/2006/relationships/image" Target="../media/image1060.png"/><Relationship Id="rId38" Type="http://schemas.openxmlformats.org/officeDocument/2006/relationships/customXml" Target="../ink/ink1246.xml"/><Relationship Id="rId59" Type="http://schemas.openxmlformats.org/officeDocument/2006/relationships/image" Target="../media/image1081.png"/><Relationship Id="rId103" Type="http://schemas.openxmlformats.org/officeDocument/2006/relationships/image" Target="../media/image1103.png"/><Relationship Id="rId124" Type="http://schemas.openxmlformats.org/officeDocument/2006/relationships/customXml" Target="../ink/ink1289.xml"/><Relationship Id="rId70" Type="http://schemas.openxmlformats.org/officeDocument/2006/relationships/customXml" Target="../ink/ink1262.xml"/><Relationship Id="rId91" Type="http://schemas.openxmlformats.org/officeDocument/2006/relationships/image" Target="../media/image1097.png"/><Relationship Id="rId145" Type="http://schemas.openxmlformats.org/officeDocument/2006/relationships/image" Target="../media/image1122.png"/><Relationship Id="rId166" Type="http://schemas.openxmlformats.org/officeDocument/2006/relationships/customXml" Target="../ink/ink1310.xml"/><Relationship Id="rId187" Type="http://schemas.openxmlformats.org/officeDocument/2006/relationships/image" Target="../media/image1143.png"/><Relationship Id="rId1" Type="http://schemas.openxmlformats.org/officeDocument/2006/relationships/slideLayout" Target="../slideLayouts/slideLayout7.xml"/><Relationship Id="rId212" Type="http://schemas.openxmlformats.org/officeDocument/2006/relationships/customXml" Target="../ink/ink1333.xml"/><Relationship Id="rId233" Type="http://schemas.openxmlformats.org/officeDocument/2006/relationships/image" Target="../media/image1166.png"/><Relationship Id="rId254" Type="http://schemas.openxmlformats.org/officeDocument/2006/relationships/customXml" Target="../ink/ink1354.xml"/><Relationship Id="rId28" Type="http://schemas.openxmlformats.org/officeDocument/2006/relationships/customXml" Target="../ink/ink1241.xml"/><Relationship Id="rId49" Type="http://schemas.openxmlformats.org/officeDocument/2006/relationships/image" Target="../media/image1076.png"/><Relationship Id="rId114" Type="http://schemas.openxmlformats.org/officeDocument/2006/relationships/customXml" Target="../ink/ink1284.xml"/><Relationship Id="rId275" Type="http://schemas.openxmlformats.org/officeDocument/2006/relationships/image" Target="../media/image1187.png"/><Relationship Id="rId60" Type="http://schemas.openxmlformats.org/officeDocument/2006/relationships/customXml" Target="../ink/ink1257.xml"/><Relationship Id="rId81" Type="http://schemas.openxmlformats.org/officeDocument/2006/relationships/image" Target="../media/image1092.png"/><Relationship Id="rId135" Type="http://schemas.openxmlformats.org/officeDocument/2006/relationships/image" Target="../media/image1117.png"/><Relationship Id="rId156" Type="http://schemas.openxmlformats.org/officeDocument/2006/relationships/customXml" Target="../ink/ink1305.xml"/><Relationship Id="rId177" Type="http://schemas.openxmlformats.org/officeDocument/2006/relationships/image" Target="../media/image1138.png"/><Relationship Id="rId198" Type="http://schemas.openxmlformats.org/officeDocument/2006/relationships/customXml" Target="../ink/ink1326.xml"/><Relationship Id="rId202" Type="http://schemas.openxmlformats.org/officeDocument/2006/relationships/customXml" Target="../ink/ink1328.xml"/><Relationship Id="rId223" Type="http://schemas.openxmlformats.org/officeDocument/2006/relationships/image" Target="../media/image1161.png"/><Relationship Id="rId244" Type="http://schemas.openxmlformats.org/officeDocument/2006/relationships/customXml" Target="../ink/ink1349.xml"/><Relationship Id="rId18" Type="http://schemas.openxmlformats.org/officeDocument/2006/relationships/customXml" Target="../ink/ink1236.xml"/><Relationship Id="rId39" Type="http://schemas.openxmlformats.org/officeDocument/2006/relationships/image" Target="../media/image1071.png"/><Relationship Id="rId265" Type="http://schemas.openxmlformats.org/officeDocument/2006/relationships/image" Target="../media/image1182.png"/><Relationship Id="rId50" Type="http://schemas.openxmlformats.org/officeDocument/2006/relationships/customXml" Target="../ink/ink1252.xml"/><Relationship Id="rId104" Type="http://schemas.openxmlformats.org/officeDocument/2006/relationships/customXml" Target="../ink/ink1279.xml"/><Relationship Id="rId125" Type="http://schemas.openxmlformats.org/officeDocument/2006/relationships/image" Target="../media/image1112.png"/><Relationship Id="rId146" Type="http://schemas.openxmlformats.org/officeDocument/2006/relationships/customXml" Target="../ink/ink1300.xml"/><Relationship Id="rId167" Type="http://schemas.openxmlformats.org/officeDocument/2006/relationships/image" Target="../media/image1133.png"/><Relationship Id="rId188" Type="http://schemas.openxmlformats.org/officeDocument/2006/relationships/customXml" Target="../ink/ink1321.xml"/><Relationship Id="rId71" Type="http://schemas.openxmlformats.org/officeDocument/2006/relationships/image" Target="../media/image1087.png"/><Relationship Id="rId92" Type="http://schemas.openxmlformats.org/officeDocument/2006/relationships/customXml" Target="../ink/ink1273.xml"/><Relationship Id="rId213" Type="http://schemas.openxmlformats.org/officeDocument/2006/relationships/image" Target="../media/image1156.png"/><Relationship Id="rId234" Type="http://schemas.openxmlformats.org/officeDocument/2006/relationships/customXml" Target="../ink/ink1344.xml"/><Relationship Id="rId2" Type="http://schemas.openxmlformats.org/officeDocument/2006/relationships/customXml" Target="../ink/ink1228.xml"/><Relationship Id="rId29" Type="http://schemas.openxmlformats.org/officeDocument/2006/relationships/image" Target="../media/image1066.png"/><Relationship Id="rId255" Type="http://schemas.openxmlformats.org/officeDocument/2006/relationships/image" Target="../media/image1177.png"/><Relationship Id="rId276" Type="http://schemas.openxmlformats.org/officeDocument/2006/relationships/customXml" Target="../ink/ink1365.xml"/><Relationship Id="rId40" Type="http://schemas.openxmlformats.org/officeDocument/2006/relationships/customXml" Target="../ink/ink1247.xml"/><Relationship Id="rId115" Type="http://schemas.openxmlformats.org/officeDocument/2006/relationships/image" Target="../media/image1109.png"/><Relationship Id="rId136" Type="http://schemas.openxmlformats.org/officeDocument/2006/relationships/customXml" Target="../ink/ink1295.xml"/><Relationship Id="rId157" Type="http://schemas.openxmlformats.org/officeDocument/2006/relationships/image" Target="../media/image1128.png"/><Relationship Id="rId178" Type="http://schemas.openxmlformats.org/officeDocument/2006/relationships/customXml" Target="../ink/ink1316.xml"/><Relationship Id="rId61" Type="http://schemas.openxmlformats.org/officeDocument/2006/relationships/image" Target="../media/image1082.png"/><Relationship Id="rId82" Type="http://schemas.openxmlformats.org/officeDocument/2006/relationships/customXml" Target="../ink/ink1268.xml"/><Relationship Id="rId199" Type="http://schemas.openxmlformats.org/officeDocument/2006/relationships/image" Target="../media/image1149.png"/><Relationship Id="rId203" Type="http://schemas.openxmlformats.org/officeDocument/2006/relationships/image" Target="../media/image1151.png"/><Relationship Id="rId19" Type="http://schemas.openxmlformats.org/officeDocument/2006/relationships/image" Target="../media/image1061.png"/><Relationship Id="rId224" Type="http://schemas.openxmlformats.org/officeDocument/2006/relationships/customXml" Target="../ink/ink1339.xml"/><Relationship Id="rId245" Type="http://schemas.openxmlformats.org/officeDocument/2006/relationships/image" Target="../media/image1172.png"/><Relationship Id="rId266" Type="http://schemas.openxmlformats.org/officeDocument/2006/relationships/customXml" Target="../ink/ink1360.xml"/><Relationship Id="rId30" Type="http://schemas.openxmlformats.org/officeDocument/2006/relationships/customXml" Target="../ink/ink1242.xml"/><Relationship Id="rId105" Type="http://schemas.openxmlformats.org/officeDocument/2006/relationships/image" Target="../media/image1104.png"/><Relationship Id="rId126" Type="http://schemas.openxmlformats.org/officeDocument/2006/relationships/customXml" Target="../ink/ink1290.xml"/><Relationship Id="rId147" Type="http://schemas.openxmlformats.org/officeDocument/2006/relationships/image" Target="../media/image1123.png"/><Relationship Id="rId168" Type="http://schemas.openxmlformats.org/officeDocument/2006/relationships/customXml" Target="../ink/ink1311.xml"/><Relationship Id="rId51" Type="http://schemas.openxmlformats.org/officeDocument/2006/relationships/image" Target="../media/image1077.png"/><Relationship Id="rId72" Type="http://schemas.openxmlformats.org/officeDocument/2006/relationships/customXml" Target="../ink/ink1263.xml"/><Relationship Id="rId93" Type="http://schemas.openxmlformats.org/officeDocument/2006/relationships/image" Target="../media/image1098.png"/><Relationship Id="rId189" Type="http://schemas.openxmlformats.org/officeDocument/2006/relationships/image" Target="../media/image1144.png"/><Relationship Id="rId3" Type="http://schemas.openxmlformats.org/officeDocument/2006/relationships/image" Target="../media/image1053.png"/><Relationship Id="rId214" Type="http://schemas.openxmlformats.org/officeDocument/2006/relationships/customXml" Target="../ink/ink1334.xml"/><Relationship Id="rId235" Type="http://schemas.openxmlformats.org/officeDocument/2006/relationships/image" Target="../media/image1167.png"/><Relationship Id="rId256" Type="http://schemas.openxmlformats.org/officeDocument/2006/relationships/customXml" Target="../ink/ink1355.xml"/><Relationship Id="rId277" Type="http://schemas.openxmlformats.org/officeDocument/2006/relationships/image" Target="../media/image1188.png"/><Relationship Id="rId116" Type="http://schemas.openxmlformats.org/officeDocument/2006/relationships/customXml" Target="../ink/ink1285.xml"/><Relationship Id="rId137" Type="http://schemas.openxmlformats.org/officeDocument/2006/relationships/image" Target="../media/image1118.png"/><Relationship Id="rId158" Type="http://schemas.openxmlformats.org/officeDocument/2006/relationships/customXml" Target="../ink/ink1306.xml"/><Relationship Id="rId20" Type="http://schemas.openxmlformats.org/officeDocument/2006/relationships/customXml" Target="../ink/ink1237.xml"/><Relationship Id="rId41" Type="http://schemas.openxmlformats.org/officeDocument/2006/relationships/image" Target="../media/image1072.png"/><Relationship Id="rId62" Type="http://schemas.openxmlformats.org/officeDocument/2006/relationships/customXml" Target="../ink/ink1258.xml"/><Relationship Id="rId83" Type="http://schemas.openxmlformats.org/officeDocument/2006/relationships/image" Target="../media/image1093.png"/><Relationship Id="rId179" Type="http://schemas.openxmlformats.org/officeDocument/2006/relationships/image" Target="../media/image1139.png"/><Relationship Id="rId190" Type="http://schemas.openxmlformats.org/officeDocument/2006/relationships/customXml" Target="../ink/ink1322.xml"/><Relationship Id="rId204" Type="http://schemas.openxmlformats.org/officeDocument/2006/relationships/customXml" Target="../ink/ink1329.xml"/><Relationship Id="rId225" Type="http://schemas.openxmlformats.org/officeDocument/2006/relationships/image" Target="../media/image1162.png"/><Relationship Id="rId246" Type="http://schemas.openxmlformats.org/officeDocument/2006/relationships/customXml" Target="../ink/ink1350.xml"/><Relationship Id="rId267" Type="http://schemas.openxmlformats.org/officeDocument/2006/relationships/image" Target="../media/image1183.png"/><Relationship Id="rId106" Type="http://schemas.openxmlformats.org/officeDocument/2006/relationships/customXml" Target="../ink/ink1280.xml"/><Relationship Id="rId127" Type="http://schemas.openxmlformats.org/officeDocument/2006/relationships/image" Target="../media/image1113.png"/><Relationship Id="rId10" Type="http://schemas.openxmlformats.org/officeDocument/2006/relationships/customXml" Target="../ink/ink1232.xml"/><Relationship Id="rId31" Type="http://schemas.openxmlformats.org/officeDocument/2006/relationships/image" Target="../media/image1067.png"/><Relationship Id="rId52" Type="http://schemas.openxmlformats.org/officeDocument/2006/relationships/customXml" Target="../ink/ink1253.xml"/><Relationship Id="rId73" Type="http://schemas.openxmlformats.org/officeDocument/2006/relationships/image" Target="../media/image1088.png"/><Relationship Id="rId94" Type="http://schemas.openxmlformats.org/officeDocument/2006/relationships/customXml" Target="../ink/ink1274.xml"/><Relationship Id="rId148" Type="http://schemas.openxmlformats.org/officeDocument/2006/relationships/customXml" Target="../ink/ink1301.xml"/><Relationship Id="rId169" Type="http://schemas.openxmlformats.org/officeDocument/2006/relationships/image" Target="../media/image1134.png"/><Relationship Id="rId4" Type="http://schemas.openxmlformats.org/officeDocument/2006/relationships/customXml" Target="../ink/ink1229.xml"/><Relationship Id="rId180" Type="http://schemas.openxmlformats.org/officeDocument/2006/relationships/customXml" Target="../ink/ink1317.xml"/><Relationship Id="rId215" Type="http://schemas.openxmlformats.org/officeDocument/2006/relationships/image" Target="../media/image1157.png"/><Relationship Id="rId236" Type="http://schemas.openxmlformats.org/officeDocument/2006/relationships/customXml" Target="../ink/ink1345.xml"/><Relationship Id="rId257" Type="http://schemas.openxmlformats.org/officeDocument/2006/relationships/image" Target="../media/image1178.png"/><Relationship Id="rId42" Type="http://schemas.openxmlformats.org/officeDocument/2006/relationships/customXml" Target="../ink/ink1248.xml"/><Relationship Id="rId84" Type="http://schemas.openxmlformats.org/officeDocument/2006/relationships/customXml" Target="../ink/ink1269.xml"/><Relationship Id="rId138" Type="http://schemas.openxmlformats.org/officeDocument/2006/relationships/customXml" Target="../ink/ink1296.xml"/><Relationship Id="rId191" Type="http://schemas.openxmlformats.org/officeDocument/2006/relationships/image" Target="../media/image1145.png"/><Relationship Id="rId205" Type="http://schemas.openxmlformats.org/officeDocument/2006/relationships/image" Target="../media/image1152.png"/><Relationship Id="rId247" Type="http://schemas.openxmlformats.org/officeDocument/2006/relationships/image" Target="../media/image1173.png"/><Relationship Id="rId107" Type="http://schemas.openxmlformats.org/officeDocument/2006/relationships/image" Target="../media/image1105.png"/><Relationship Id="rId11" Type="http://schemas.openxmlformats.org/officeDocument/2006/relationships/image" Target="../media/image1057.png"/><Relationship Id="rId53" Type="http://schemas.openxmlformats.org/officeDocument/2006/relationships/image" Target="../media/image1078.png"/><Relationship Id="rId149" Type="http://schemas.openxmlformats.org/officeDocument/2006/relationships/image" Target="../media/image1124.png"/><Relationship Id="rId95" Type="http://schemas.openxmlformats.org/officeDocument/2006/relationships/image" Target="../media/image1099.png"/><Relationship Id="rId160" Type="http://schemas.openxmlformats.org/officeDocument/2006/relationships/customXml" Target="../ink/ink1307.xml"/><Relationship Id="rId216" Type="http://schemas.openxmlformats.org/officeDocument/2006/relationships/customXml" Target="../ink/ink1335.xml"/></Relationships>
</file>

<file path=ppt/slides/_rels/slide9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251.png"/><Relationship Id="rId21" Type="http://schemas.openxmlformats.org/officeDocument/2006/relationships/image" Target="../media/image164.png"/><Relationship Id="rId42" Type="http://schemas.openxmlformats.org/officeDocument/2006/relationships/customXml" Target="../ink/ink1386.xml"/><Relationship Id="rId63" Type="http://schemas.openxmlformats.org/officeDocument/2006/relationships/image" Target="../media/image186.png"/><Relationship Id="rId84" Type="http://schemas.openxmlformats.org/officeDocument/2006/relationships/customXml" Target="../ink/ink1407.xml"/><Relationship Id="rId138" Type="http://schemas.openxmlformats.org/officeDocument/2006/relationships/customXml" Target="../ink/ink1434.xml"/><Relationship Id="rId159" Type="http://schemas.openxmlformats.org/officeDocument/2006/relationships/image" Target="../media/image272.png"/><Relationship Id="rId170" Type="http://schemas.openxmlformats.org/officeDocument/2006/relationships/customXml" Target="../ink/ink1450.xml"/><Relationship Id="rId191" Type="http://schemas.openxmlformats.org/officeDocument/2006/relationships/image" Target="../media/image1189.png"/><Relationship Id="rId205" Type="http://schemas.openxmlformats.org/officeDocument/2006/relationships/image" Target="../media/image1195.png"/><Relationship Id="rId107" Type="http://schemas.openxmlformats.org/officeDocument/2006/relationships/image" Target="../media/image246.png"/><Relationship Id="rId11" Type="http://schemas.openxmlformats.org/officeDocument/2006/relationships/image" Target="../media/image158.png"/><Relationship Id="rId32" Type="http://schemas.openxmlformats.org/officeDocument/2006/relationships/customXml" Target="../ink/ink1381.xml"/><Relationship Id="rId53" Type="http://schemas.openxmlformats.org/officeDocument/2006/relationships/image" Target="../media/image181.png"/><Relationship Id="rId74" Type="http://schemas.openxmlformats.org/officeDocument/2006/relationships/customXml" Target="../ink/ink1402.xml"/><Relationship Id="rId128" Type="http://schemas.openxmlformats.org/officeDocument/2006/relationships/customXml" Target="../ink/ink1429.xml"/><Relationship Id="rId149" Type="http://schemas.openxmlformats.org/officeDocument/2006/relationships/image" Target="../media/image267.png"/><Relationship Id="rId5" Type="http://schemas.openxmlformats.org/officeDocument/2006/relationships/image" Target="../media/image155.png"/><Relationship Id="rId95" Type="http://schemas.openxmlformats.org/officeDocument/2006/relationships/image" Target="../media/image240.png"/><Relationship Id="rId160" Type="http://schemas.openxmlformats.org/officeDocument/2006/relationships/customXml" Target="../ink/ink1445.xml"/><Relationship Id="rId181" Type="http://schemas.openxmlformats.org/officeDocument/2006/relationships/image" Target="../media/image282.png"/><Relationship Id="rId216" Type="http://schemas.openxmlformats.org/officeDocument/2006/relationships/customXml" Target="../ink/ink1473.xml"/><Relationship Id="rId22" Type="http://schemas.openxmlformats.org/officeDocument/2006/relationships/customXml" Target="../ink/ink1376.xml"/><Relationship Id="rId43" Type="http://schemas.openxmlformats.org/officeDocument/2006/relationships/image" Target="../media/image175.png"/><Relationship Id="rId64" Type="http://schemas.openxmlformats.org/officeDocument/2006/relationships/customXml" Target="../ink/ink1397.xml"/><Relationship Id="rId118" Type="http://schemas.openxmlformats.org/officeDocument/2006/relationships/customXml" Target="../ink/ink1424.xml"/><Relationship Id="rId139" Type="http://schemas.openxmlformats.org/officeDocument/2006/relationships/image" Target="../media/image262.png"/><Relationship Id="rId85" Type="http://schemas.openxmlformats.org/officeDocument/2006/relationships/image" Target="../media/image235.png"/><Relationship Id="rId150" Type="http://schemas.openxmlformats.org/officeDocument/2006/relationships/customXml" Target="../ink/ink1440.xml"/><Relationship Id="rId171" Type="http://schemas.openxmlformats.org/officeDocument/2006/relationships/image" Target="../media/image277.png"/><Relationship Id="rId192" Type="http://schemas.openxmlformats.org/officeDocument/2006/relationships/customXml" Target="../ink/ink1461.xml"/><Relationship Id="rId206" Type="http://schemas.openxmlformats.org/officeDocument/2006/relationships/customXml" Target="../ink/ink1468.xml"/><Relationship Id="rId12" Type="http://schemas.openxmlformats.org/officeDocument/2006/relationships/customXml" Target="../ink/ink1371.xml"/><Relationship Id="rId33" Type="http://schemas.openxmlformats.org/officeDocument/2006/relationships/image" Target="../media/image170.png"/><Relationship Id="rId108" Type="http://schemas.openxmlformats.org/officeDocument/2006/relationships/customXml" Target="../ink/ink1419.xml"/><Relationship Id="rId129" Type="http://schemas.openxmlformats.org/officeDocument/2006/relationships/image" Target="../media/image257.png"/><Relationship Id="rId54" Type="http://schemas.openxmlformats.org/officeDocument/2006/relationships/customXml" Target="../ink/ink1392.xml"/><Relationship Id="rId75" Type="http://schemas.openxmlformats.org/officeDocument/2006/relationships/image" Target="../media/image230.png"/><Relationship Id="rId96" Type="http://schemas.openxmlformats.org/officeDocument/2006/relationships/customXml" Target="../ink/ink1413.xml"/><Relationship Id="rId140" Type="http://schemas.openxmlformats.org/officeDocument/2006/relationships/customXml" Target="../ink/ink1435.xml"/><Relationship Id="rId161" Type="http://schemas.openxmlformats.org/officeDocument/2006/relationships/image" Target="../media/image273.png"/><Relationship Id="rId182" Type="http://schemas.openxmlformats.org/officeDocument/2006/relationships/customXml" Target="../ink/ink1456.xml"/><Relationship Id="rId217" Type="http://schemas.openxmlformats.org/officeDocument/2006/relationships/image" Target="../media/image1201.png"/><Relationship Id="rId6" Type="http://schemas.openxmlformats.org/officeDocument/2006/relationships/customXml" Target="../ink/ink1368.xml"/><Relationship Id="rId23" Type="http://schemas.openxmlformats.org/officeDocument/2006/relationships/image" Target="../media/image165.png"/><Relationship Id="rId119" Type="http://schemas.openxmlformats.org/officeDocument/2006/relationships/image" Target="../media/image252.png"/><Relationship Id="rId44" Type="http://schemas.openxmlformats.org/officeDocument/2006/relationships/customXml" Target="../ink/ink1387.xml"/><Relationship Id="rId65" Type="http://schemas.openxmlformats.org/officeDocument/2006/relationships/image" Target="../media/image187.png"/><Relationship Id="rId86" Type="http://schemas.openxmlformats.org/officeDocument/2006/relationships/customXml" Target="../ink/ink1408.xml"/><Relationship Id="rId130" Type="http://schemas.openxmlformats.org/officeDocument/2006/relationships/customXml" Target="../ink/ink1430.xml"/><Relationship Id="rId151" Type="http://schemas.openxmlformats.org/officeDocument/2006/relationships/image" Target="../media/image268.png"/><Relationship Id="rId172" Type="http://schemas.openxmlformats.org/officeDocument/2006/relationships/customXml" Target="../ink/ink1451.xml"/><Relationship Id="rId193" Type="http://schemas.openxmlformats.org/officeDocument/2006/relationships/image" Target="../media/image1190.png"/><Relationship Id="rId207" Type="http://schemas.openxmlformats.org/officeDocument/2006/relationships/image" Target="../media/image1196.png"/><Relationship Id="rId13" Type="http://schemas.openxmlformats.org/officeDocument/2006/relationships/image" Target="../media/image160.png"/><Relationship Id="rId109" Type="http://schemas.openxmlformats.org/officeDocument/2006/relationships/image" Target="../media/image247.png"/><Relationship Id="rId34" Type="http://schemas.openxmlformats.org/officeDocument/2006/relationships/customXml" Target="../ink/ink1382.xml"/><Relationship Id="rId55" Type="http://schemas.openxmlformats.org/officeDocument/2006/relationships/image" Target="../media/image182.png"/><Relationship Id="rId76" Type="http://schemas.openxmlformats.org/officeDocument/2006/relationships/customXml" Target="../ink/ink1403.xml"/><Relationship Id="rId97" Type="http://schemas.openxmlformats.org/officeDocument/2006/relationships/image" Target="../media/image241.png"/><Relationship Id="rId120" Type="http://schemas.openxmlformats.org/officeDocument/2006/relationships/customXml" Target="../ink/ink1425.xml"/><Relationship Id="rId141" Type="http://schemas.openxmlformats.org/officeDocument/2006/relationships/image" Target="../media/image263.png"/><Relationship Id="rId7" Type="http://schemas.openxmlformats.org/officeDocument/2006/relationships/image" Target="../media/image156.png"/><Relationship Id="rId162" Type="http://schemas.openxmlformats.org/officeDocument/2006/relationships/customXml" Target="../ink/ink1446.xml"/><Relationship Id="rId183" Type="http://schemas.openxmlformats.org/officeDocument/2006/relationships/image" Target="../media/image283.png"/><Relationship Id="rId218" Type="http://schemas.openxmlformats.org/officeDocument/2006/relationships/customXml" Target="../ink/ink1474.xml"/><Relationship Id="rId24" Type="http://schemas.openxmlformats.org/officeDocument/2006/relationships/customXml" Target="../ink/ink1377.xml"/><Relationship Id="rId45" Type="http://schemas.openxmlformats.org/officeDocument/2006/relationships/image" Target="../media/image176.png"/><Relationship Id="rId66" Type="http://schemas.openxmlformats.org/officeDocument/2006/relationships/customXml" Target="../ink/ink1398.xml"/><Relationship Id="rId87" Type="http://schemas.openxmlformats.org/officeDocument/2006/relationships/image" Target="../media/image236.png"/><Relationship Id="rId110" Type="http://schemas.openxmlformats.org/officeDocument/2006/relationships/customXml" Target="../ink/ink1420.xml"/><Relationship Id="rId131" Type="http://schemas.openxmlformats.org/officeDocument/2006/relationships/image" Target="../media/image258.png"/><Relationship Id="rId152" Type="http://schemas.openxmlformats.org/officeDocument/2006/relationships/customXml" Target="../ink/ink1441.xml"/><Relationship Id="rId173" Type="http://schemas.openxmlformats.org/officeDocument/2006/relationships/image" Target="../media/image278.png"/><Relationship Id="rId194" Type="http://schemas.openxmlformats.org/officeDocument/2006/relationships/customXml" Target="../ink/ink1462.xml"/><Relationship Id="rId208" Type="http://schemas.openxmlformats.org/officeDocument/2006/relationships/customXml" Target="../ink/ink1469.xml"/><Relationship Id="rId14" Type="http://schemas.openxmlformats.org/officeDocument/2006/relationships/customXml" Target="../ink/ink1372.xml"/><Relationship Id="rId35" Type="http://schemas.openxmlformats.org/officeDocument/2006/relationships/image" Target="../media/image171.png"/><Relationship Id="rId56" Type="http://schemas.openxmlformats.org/officeDocument/2006/relationships/customXml" Target="../ink/ink1393.xml"/><Relationship Id="rId77" Type="http://schemas.openxmlformats.org/officeDocument/2006/relationships/image" Target="../media/image231.png"/><Relationship Id="rId100" Type="http://schemas.openxmlformats.org/officeDocument/2006/relationships/customXml" Target="../ink/ink1415.xml"/><Relationship Id="rId8" Type="http://schemas.openxmlformats.org/officeDocument/2006/relationships/customXml" Target="../ink/ink1369.xml"/><Relationship Id="rId51" Type="http://schemas.openxmlformats.org/officeDocument/2006/relationships/image" Target="../media/image180.png"/><Relationship Id="rId72" Type="http://schemas.openxmlformats.org/officeDocument/2006/relationships/customXml" Target="../ink/ink1401.xml"/><Relationship Id="rId93" Type="http://schemas.openxmlformats.org/officeDocument/2006/relationships/image" Target="../media/image239.png"/><Relationship Id="rId98" Type="http://schemas.openxmlformats.org/officeDocument/2006/relationships/customXml" Target="../ink/ink1414.xml"/><Relationship Id="rId121" Type="http://schemas.openxmlformats.org/officeDocument/2006/relationships/image" Target="../media/image253.png"/><Relationship Id="rId142" Type="http://schemas.openxmlformats.org/officeDocument/2006/relationships/customXml" Target="../ink/ink1436.xml"/><Relationship Id="rId163" Type="http://schemas.openxmlformats.org/officeDocument/2006/relationships/image" Target="../media/image274.png"/><Relationship Id="rId184" Type="http://schemas.openxmlformats.org/officeDocument/2006/relationships/customXml" Target="../ink/ink1457.xml"/><Relationship Id="rId189" Type="http://schemas.openxmlformats.org/officeDocument/2006/relationships/image" Target="../media/image608.png"/><Relationship Id="rId219" Type="http://schemas.openxmlformats.org/officeDocument/2006/relationships/image" Target="../media/image1202.png"/><Relationship Id="rId3" Type="http://schemas.openxmlformats.org/officeDocument/2006/relationships/image" Target="../media/image154.png"/><Relationship Id="rId214" Type="http://schemas.openxmlformats.org/officeDocument/2006/relationships/customXml" Target="../ink/ink1472.xml"/><Relationship Id="rId25" Type="http://schemas.openxmlformats.org/officeDocument/2006/relationships/image" Target="../media/image166.png"/><Relationship Id="rId46" Type="http://schemas.openxmlformats.org/officeDocument/2006/relationships/customXml" Target="../ink/ink1388.xml"/><Relationship Id="rId67" Type="http://schemas.openxmlformats.org/officeDocument/2006/relationships/image" Target="../media/image188.png"/><Relationship Id="rId116" Type="http://schemas.openxmlformats.org/officeDocument/2006/relationships/customXml" Target="../ink/ink1423.xml"/><Relationship Id="rId137" Type="http://schemas.openxmlformats.org/officeDocument/2006/relationships/image" Target="../media/image261.png"/><Relationship Id="rId158" Type="http://schemas.openxmlformats.org/officeDocument/2006/relationships/customXml" Target="../ink/ink1444.xml"/><Relationship Id="rId20" Type="http://schemas.openxmlformats.org/officeDocument/2006/relationships/customXml" Target="../ink/ink1375.xml"/><Relationship Id="rId41" Type="http://schemas.openxmlformats.org/officeDocument/2006/relationships/image" Target="../media/image174.png"/><Relationship Id="rId62" Type="http://schemas.openxmlformats.org/officeDocument/2006/relationships/customXml" Target="../ink/ink1396.xml"/><Relationship Id="rId83" Type="http://schemas.openxmlformats.org/officeDocument/2006/relationships/image" Target="../media/image234.png"/><Relationship Id="rId88" Type="http://schemas.openxmlformats.org/officeDocument/2006/relationships/customXml" Target="../ink/ink1409.xml"/><Relationship Id="rId111" Type="http://schemas.openxmlformats.org/officeDocument/2006/relationships/image" Target="../media/image248.png"/><Relationship Id="rId132" Type="http://schemas.openxmlformats.org/officeDocument/2006/relationships/customXml" Target="../ink/ink1431.xml"/><Relationship Id="rId153" Type="http://schemas.openxmlformats.org/officeDocument/2006/relationships/image" Target="../media/image269.png"/><Relationship Id="rId174" Type="http://schemas.openxmlformats.org/officeDocument/2006/relationships/customXml" Target="../ink/ink1452.xml"/><Relationship Id="rId179" Type="http://schemas.openxmlformats.org/officeDocument/2006/relationships/image" Target="../media/image281.png"/><Relationship Id="rId195" Type="http://schemas.openxmlformats.org/officeDocument/2006/relationships/image" Target="../media/image351.png"/><Relationship Id="rId209" Type="http://schemas.openxmlformats.org/officeDocument/2006/relationships/image" Target="../media/image1197.png"/><Relationship Id="rId190" Type="http://schemas.openxmlformats.org/officeDocument/2006/relationships/customXml" Target="../ink/ink1460.xml"/><Relationship Id="rId204" Type="http://schemas.openxmlformats.org/officeDocument/2006/relationships/customXml" Target="../ink/ink1467.xml"/><Relationship Id="rId220" Type="http://schemas.openxmlformats.org/officeDocument/2006/relationships/customXml" Target="../ink/ink1475.xml"/><Relationship Id="rId15" Type="http://schemas.openxmlformats.org/officeDocument/2006/relationships/image" Target="../media/image161.png"/><Relationship Id="rId36" Type="http://schemas.openxmlformats.org/officeDocument/2006/relationships/customXml" Target="../ink/ink1383.xml"/><Relationship Id="rId57" Type="http://schemas.openxmlformats.org/officeDocument/2006/relationships/image" Target="../media/image183.png"/><Relationship Id="rId106" Type="http://schemas.openxmlformats.org/officeDocument/2006/relationships/customXml" Target="../ink/ink1418.xml"/><Relationship Id="rId127" Type="http://schemas.openxmlformats.org/officeDocument/2006/relationships/image" Target="../media/image256.png"/><Relationship Id="rId10" Type="http://schemas.openxmlformats.org/officeDocument/2006/relationships/customXml" Target="../ink/ink1370.xml"/><Relationship Id="rId31" Type="http://schemas.openxmlformats.org/officeDocument/2006/relationships/image" Target="../media/image169.png"/><Relationship Id="rId52" Type="http://schemas.openxmlformats.org/officeDocument/2006/relationships/customXml" Target="../ink/ink1391.xml"/><Relationship Id="rId73" Type="http://schemas.openxmlformats.org/officeDocument/2006/relationships/image" Target="../media/image229.png"/><Relationship Id="rId78" Type="http://schemas.openxmlformats.org/officeDocument/2006/relationships/customXml" Target="../ink/ink1404.xml"/><Relationship Id="rId94" Type="http://schemas.openxmlformats.org/officeDocument/2006/relationships/customXml" Target="../ink/ink1412.xml"/><Relationship Id="rId99" Type="http://schemas.openxmlformats.org/officeDocument/2006/relationships/image" Target="../media/image242.png"/><Relationship Id="rId101" Type="http://schemas.openxmlformats.org/officeDocument/2006/relationships/image" Target="../media/image243.png"/><Relationship Id="rId122" Type="http://schemas.openxmlformats.org/officeDocument/2006/relationships/customXml" Target="../ink/ink1426.xml"/><Relationship Id="rId143" Type="http://schemas.openxmlformats.org/officeDocument/2006/relationships/image" Target="../media/image264.png"/><Relationship Id="rId148" Type="http://schemas.openxmlformats.org/officeDocument/2006/relationships/customXml" Target="../ink/ink1439.xml"/><Relationship Id="rId164" Type="http://schemas.openxmlformats.org/officeDocument/2006/relationships/customXml" Target="../ink/ink1447.xml"/><Relationship Id="rId169" Type="http://schemas.openxmlformats.org/officeDocument/2006/relationships/image" Target="../media/image211.png"/><Relationship Id="rId185" Type="http://schemas.openxmlformats.org/officeDocument/2006/relationships/image" Target="../media/image606.png"/><Relationship Id="rId4" Type="http://schemas.openxmlformats.org/officeDocument/2006/relationships/customXml" Target="../ink/ink1367.xml"/><Relationship Id="rId9" Type="http://schemas.openxmlformats.org/officeDocument/2006/relationships/image" Target="../media/image157.png"/><Relationship Id="rId180" Type="http://schemas.openxmlformats.org/officeDocument/2006/relationships/customXml" Target="../ink/ink1455.xml"/><Relationship Id="rId210" Type="http://schemas.openxmlformats.org/officeDocument/2006/relationships/customXml" Target="../ink/ink1470.xml"/><Relationship Id="rId215" Type="http://schemas.openxmlformats.org/officeDocument/2006/relationships/image" Target="../media/image1200.png"/><Relationship Id="rId26" Type="http://schemas.openxmlformats.org/officeDocument/2006/relationships/customXml" Target="../ink/ink1378.xml"/><Relationship Id="rId47" Type="http://schemas.openxmlformats.org/officeDocument/2006/relationships/image" Target="../media/image177.png"/><Relationship Id="rId68" Type="http://schemas.openxmlformats.org/officeDocument/2006/relationships/customXml" Target="../ink/ink1399.xml"/><Relationship Id="rId89" Type="http://schemas.openxmlformats.org/officeDocument/2006/relationships/image" Target="../media/image237.png"/><Relationship Id="rId112" Type="http://schemas.openxmlformats.org/officeDocument/2006/relationships/customXml" Target="../ink/ink1421.xml"/><Relationship Id="rId133" Type="http://schemas.openxmlformats.org/officeDocument/2006/relationships/image" Target="../media/image259.png"/><Relationship Id="rId154" Type="http://schemas.openxmlformats.org/officeDocument/2006/relationships/customXml" Target="../ink/ink1442.xml"/><Relationship Id="rId175" Type="http://schemas.openxmlformats.org/officeDocument/2006/relationships/image" Target="../media/image279.png"/><Relationship Id="rId196" Type="http://schemas.openxmlformats.org/officeDocument/2006/relationships/customXml" Target="../ink/ink1463.xml"/><Relationship Id="rId200" Type="http://schemas.openxmlformats.org/officeDocument/2006/relationships/customXml" Target="../ink/ink1465.xml"/><Relationship Id="rId16" Type="http://schemas.openxmlformats.org/officeDocument/2006/relationships/customXml" Target="../ink/ink1373.xml"/><Relationship Id="rId221" Type="http://schemas.openxmlformats.org/officeDocument/2006/relationships/image" Target="../media/image1203.png"/><Relationship Id="rId37" Type="http://schemas.openxmlformats.org/officeDocument/2006/relationships/image" Target="../media/image172.png"/><Relationship Id="rId58" Type="http://schemas.openxmlformats.org/officeDocument/2006/relationships/customXml" Target="../ink/ink1394.xml"/><Relationship Id="rId79" Type="http://schemas.openxmlformats.org/officeDocument/2006/relationships/image" Target="../media/image232.png"/><Relationship Id="rId102" Type="http://schemas.openxmlformats.org/officeDocument/2006/relationships/customXml" Target="../ink/ink1416.xml"/><Relationship Id="rId123" Type="http://schemas.openxmlformats.org/officeDocument/2006/relationships/image" Target="../media/image254.png"/><Relationship Id="rId144" Type="http://schemas.openxmlformats.org/officeDocument/2006/relationships/customXml" Target="../ink/ink1437.xml"/><Relationship Id="rId90" Type="http://schemas.openxmlformats.org/officeDocument/2006/relationships/customXml" Target="../ink/ink1410.xml"/><Relationship Id="rId165" Type="http://schemas.openxmlformats.org/officeDocument/2006/relationships/image" Target="../media/image275.png"/><Relationship Id="rId186" Type="http://schemas.openxmlformats.org/officeDocument/2006/relationships/customXml" Target="../ink/ink1458.xml"/><Relationship Id="rId211" Type="http://schemas.openxmlformats.org/officeDocument/2006/relationships/image" Target="../media/image1198.png"/><Relationship Id="rId27" Type="http://schemas.openxmlformats.org/officeDocument/2006/relationships/image" Target="../media/image167.png"/><Relationship Id="rId48" Type="http://schemas.openxmlformats.org/officeDocument/2006/relationships/customXml" Target="../ink/ink1389.xml"/><Relationship Id="rId69" Type="http://schemas.openxmlformats.org/officeDocument/2006/relationships/image" Target="../media/image189.png"/><Relationship Id="rId113" Type="http://schemas.openxmlformats.org/officeDocument/2006/relationships/image" Target="../media/image249.png"/><Relationship Id="rId134" Type="http://schemas.openxmlformats.org/officeDocument/2006/relationships/customXml" Target="../ink/ink1432.xml"/><Relationship Id="rId80" Type="http://schemas.openxmlformats.org/officeDocument/2006/relationships/customXml" Target="../ink/ink1405.xml"/><Relationship Id="rId155" Type="http://schemas.openxmlformats.org/officeDocument/2006/relationships/image" Target="../media/image270.png"/><Relationship Id="rId176" Type="http://schemas.openxmlformats.org/officeDocument/2006/relationships/customXml" Target="../ink/ink1453.xml"/><Relationship Id="rId197" Type="http://schemas.openxmlformats.org/officeDocument/2006/relationships/image" Target="../media/image1191.png"/><Relationship Id="rId201" Type="http://schemas.openxmlformats.org/officeDocument/2006/relationships/image" Target="../media/image1193.png"/><Relationship Id="rId17" Type="http://schemas.openxmlformats.org/officeDocument/2006/relationships/image" Target="../media/image162.png"/><Relationship Id="rId38" Type="http://schemas.openxmlformats.org/officeDocument/2006/relationships/customXml" Target="../ink/ink1384.xml"/><Relationship Id="rId59" Type="http://schemas.openxmlformats.org/officeDocument/2006/relationships/image" Target="../media/image184.png"/><Relationship Id="rId103" Type="http://schemas.openxmlformats.org/officeDocument/2006/relationships/image" Target="../media/image244.png"/><Relationship Id="rId124" Type="http://schemas.openxmlformats.org/officeDocument/2006/relationships/customXml" Target="../ink/ink1427.xml"/><Relationship Id="rId70" Type="http://schemas.openxmlformats.org/officeDocument/2006/relationships/customXml" Target="../ink/ink1400.xml"/><Relationship Id="rId91" Type="http://schemas.openxmlformats.org/officeDocument/2006/relationships/image" Target="../media/image238.png"/><Relationship Id="rId145" Type="http://schemas.openxmlformats.org/officeDocument/2006/relationships/image" Target="../media/image265.png"/><Relationship Id="rId166" Type="http://schemas.openxmlformats.org/officeDocument/2006/relationships/customXml" Target="../ink/ink1448.xml"/><Relationship Id="rId187" Type="http://schemas.openxmlformats.org/officeDocument/2006/relationships/image" Target="../media/image607.png"/><Relationship Id="rId1" Type="http://schemas.openxmlformats.org/officeDocument/2006/relationships/slideLayout" Target="../slideLayouts/slideLayout7.xml"/><Relationship Id="rId212" Type="http://schemas.openxmlformats.org/officeDocument/2006/relationships/customXml" Target="../ink/ink1471.xml"/><Relationship Id="rId28" Type="http://schemas.openxmlformats.org/officeDocument/2006/relationships/customXml" Target="../ink/ink1379.xml"/><Relationship Id="rId49" Type="http://schemas.openxmlformats.org/officeDocument/2006/relationships/image" Target="../media/image179.png"/><Relationship Id="rId114" Type="http://schemas.openxmlformats.org/officeDocument/2006/relationships/customXml" Target="../ink/ink1422.xml"/><Relationship Id="rId60" Type="http://schemas.openxmlformats.org/officeDocument/2006/relationships/customXml" Target="../ink/ink1395.xml"/><Relationship Id="rId81" Type="http://schemas.openxmlformats.org/officeDocument/2006/relationships/image" Target="../media/image233.png"/><Relationship Id="rId135" Type="http://schemas.openxmlformats.org/officeDocument/2006/relationships/image" Target="../media/image260.png"/><Relationship Id="rId156" Type="http://schemas.openxmlformats.org/officeDocument/2006/relationships/customXml" Target="../ink/ink1443.xml"/><Relationship Id="rId177" Type="http://schemas.openxmlformats.org/officeDocument/2006/relationships/image" Target="../media/image280.png"/><Relationship Id="rId198" Type="http://schemas.openxmlformats.org/officeDocument/2006/relationships/customXml" Target="../ink/ink1464.xml"/><Relationship Id="rId202" Type="http://schemas.openxmlformats.org/officeDocument/2006/relationships/customXml" Target="../ink/ink1466.xml"/><Relationship Id="rId18" Type="http://schemas.openxmlformats.org/officeDocument/2006/relationships/customXml" Target="../ink/ink1374.xml"/><Relationship Id="rId39" Type="http://schemas.openxmlformats.org/officeDocument/2006/relationships/image" Target="../media/image173.png"/><Relationship Id="rId50" Type="http://schemas.openxmlformats.org/officeDocument/2006/relationships/customXml" Target="../ink/ink1390.xml"/><Relationship Id="rId104" Type="http://schemas.openxmlformats.org/officeDocument/2006/relationships/customXml" Target="../ink/ink1417.xml"/><Relationship Id="rId125" Type="http://schemas.openxmlformats.org/officeDocument/2006/relationships/image" Target="../media/image255.png"/><Relationship Id="rId146" Type="http://schemas.openxmlformats.org/officeDocument/2006/relationships/customXml" Target="../ink/ink1438.xml"/><Relationship Id="rId167" Type="http://schemas.openxmlformats.org/officeDocument/2006/relationships/image" Target="../media/image276.png"/><Relationship Id="rId188" Type="http://schemas.openxmlformats.org/officeDocument/2006/relationships/customXml" Target="../ink/ink1459.xml"/><Relationship Id="rId71" Type="http://schemas.openxmlformats.org/officeDocument/2006/relationships/image" Target="../media/image190.png"/><Relationship Id="rId92" Type="http://schemas.openxmlformats.org/officeDocument/2006/relationships/customXml" Target="../ink/ink1411.xml"/><Relationship Id="rId213" Type="http://schemas.openxmlformats.org/officeDocument/2006/relationships/image" Target="../media/image1199.png"/><Relationship Id="rId2" Type="http://schemas.openxmlformats.org/officeDocument/2006/relationships/customXml" Target="../ink/ink1366.xml"/><Relationship Id="rId29" Type="http://schemas.openxmlformats.org/officeDocument/2006/relationships/image" Target="../media/image168.png"/><Relationship Id="rId40" Type="http://schemas.openxmlformats.org/officeDocument/2006/relationships/customXml" Target="../ink/ink1385.xml"/><Relationship Id="rId115" Type="http://schemas.openxmlformats.org/officeDocument/2006/relationships/image" Target="../media/image250.png"/><Relationship Id="rId136" Type="http://schemas.openxmlformats.org/officeDocument/2006/relationships/customXml" Target="../ink/ink1433.xml"/><Relationship Id="rId157" Type="http://schemas.openxmlformats.org/officeDocument/2006/relationships/image" Target="../media/image271.png"/><Relationship Id="rId178" Type="http://schemas.openxmlformats.org/officeDocument/2006/relationships/customXml" Target="../ink/ink1454.xml"/><Relationship Id="rId61" Type="http://schemas.openxmlformats.org/officeDocument/2006/relationships/image" Target="../media/image185.png"/><Relationship Id="rId82" Type="http://schemas.openxmlformats.org/officeDocument/2006/relationships/customXml" Target="../ink/ink1406.xml"/><Relationship Id="rId199" Type="http://schemas.openxmlformats.org/officeDocument/2006/relationships/image" Target="../media/image1192.png"/><Relationship Id="rId203" Type="http://schemas.openxmlformats.org/officeDocument/2006/relationships/image" Target="../media/image1194.png"/><Relationship Id="rId19" Type="http://schemas.openxmlformats.org/officeDocument/2006/relationships/image" Target="../media/image163.png"/><Relationship Id="rId30" Type="http://schemas.openxmlformats.org/officeDocument/2006/relationships/customXml" Target="../ink/ink1380.xml"/><Relationship Id="rId105" Type="http://schemas.openxmlformats.org/officeDocument/2006/relationships/image" Target="../media/image245.png"/><Relationship Id="rId126" Type="http://schemas.openxmlformats.org/officeDocument/2006/relationships/customXml" Target="../ink/ink1428.xml"/><Relationship Id="rId147" Type="http://schemas.openxmlformats.org/officeDocument/2006/relationships/image" Target="../media/image266.png"/><Relationship Id="rId168" Type="http://schemas.openxmlformats.org/officeDocument/2006/relationships/customXml" Target="../ink/ink1449.xml"/></Relationships>
</file>

<file path=ppt/slides/_rels/slide10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251.png"/><Relationship Id="rId299" Type="http://schemas.openxmlformats.org/officeDocument/2006/relationships/customXml" Target="../ink/ink1625.xml"/><Relationship Id="rId21" Type="http://schemas.openxmlformats.org/officeDocument/2006/relationships/image" Target="../media/image164.png"/><Relationship Id="rId63" Type="http://schemas.openxmlformats.org/officeDocument/2006/relationships/image" Target="../media/image186.png"/><Relationship Id="rId159" Type="http://schemas.openxmlformats.org/officeDocument/2006/relationships/image" Target="../media/image272.png"/><Relationship Id="rId170" Type="http://schemas.openxmlformats.org/officeDocument/2006/relationships/customXml" Target="../ink/ink1560.xml"/><Relationship Id="rId226" Type="http://schemas.openxmlformats.org/officeDocument/2006/relationships/customXml" Target="../ink/ink1588.xml"/><Relationship Id="rId268" Type="http://schemas.openxmlformats.org/officeDocument/2006/relationships/image" Target="../media/image1226.png"/><Relationship Id="rId32" Type="http://schemas.openxmlformats.org/officeDocument/2006/relationships/customXml" Target="../ink/ink1491.xml"/><Relationship Id="rId74" Type="http://schemas.openxmlformats.org/officeDocument/2006/relationships/customXml" Target="../ink/ink1512.xml"/><Relationship Id="rId128" Type="http://schemas.openxmlformats.org/officeDocument/2006/relationships/customXml" Target="../ink/ink1539.xml"/><Relationship Id="rId5" Type="http://schemas.openxmlformats.org/officeDocument/2006/relationships/image" Target="../media/image155.png"/><Relationship Id="rId181" Type="http://schemas.openxmlformats.org/officeDocument/2006/relationships/image" Target="../media/image282.png"/><Relationship Id="rId237" Type="http://schemas.openxmlformats.org/officeDocument/2006/relationships/image" Target="../media/image1211.png"/><Relationship Id="rId279" Type="http://schemas.openxmlformats.org/officeDocument/2006/relationships/customXml" Target="../ink/ink1615.xml"/><Relationship Id="rId43" Type="http://schemas.openxmlformats.org/officeDocument/2006/relationships/image" Target="../media/image175.png"/><Relationship Id="rId139" Type="http://schemas.openxmlformats.org/officeDocument/2006/relationships/image" Target="../media/image262.png"/><Relationship Id="rId290" Type="http://schemas.openxmlformats.org/officeDocument/2006/relationships/image" Target="../media/image1237.png"/><Relationship Id="rId304" Type="http://schemas.openxmlformats.org/officeDocument/2006/relationships/image" Target="../media/image1244.png"/><Relationship Id="rId85" Type="http://schemas.openxmlformats.org/officeDocument/2006/relationships/image" Target="../media/image235.png"/><Relationship Id="rId150" Type="http://schemas.openxmlformats.org/officeDocument/2006/relationships/customXml" Target="../ink/ink1550.xml"/><Relationship Id="rId192" Type="http://schemas.openxmlformats.org/officeDocument/2006/relationships/customXml" Target="../ink/ink1571.xml"/><Relationship Id="rId206" Type="http://schemas.openxmlformats.org/officeDocument/2006/relationships/customXml" Target="../ink/ink1578.xml"/><Relationship Id="rId248" Type="http://schemas.openxmlformats.org/officeDocument/2006/relationships/customXml" Target="../ink/ink1599.xml"/><Relationship Id="rId12" Type="http://schemas.openxmlformats.org/officeDocument/2006/relationships/customXml" Target="../ink/ink1481.xml"/><Relationship Id="rId108" Type="http://schemas.openxmlformats.org/officeDocument/2006/relationships/customXml" Target="../ink/ink1529.xml"/><Relationship Id="rId54" Type="http://schemas.openxmlformats.org/officeDocument/2006/relationships/customXml" Target="../ink/ink1502.xml"/><Relationship Id="rId96" Type="http://schemas.openxmlformats.org/officeDocument/2006/relationships/customXml" Target="../ink/ink1523.xml"/><Relationship Id="rId161" Type="http://schemas.openxmlformats.org/officeDocument/2006/relationships/image" Target="../media/image273.png"/><Relationship Id="rId217" Type="http://schemas.openxmlformats.org/officeDocument/2006/relationships/image" Target="../media/image1201.png"/><Relationship Id="rId6" Type="http://schemas.openxmlformats.org/officeDocument/2006/relationships/customXml" Target="../ink/ink1478.xml"/><Relationship Id="rId238" Type="http://schemas.openxmlformats.org/officeDocument/2006/relationships/customXml" Target="../ink/ink1594.xml"/><Relationship Id="rId259" Type="http://schemas.openxmlformats.org/officeDocument/2006/relationships/image" Target="../media/image1222.png"/><Relationship Id="rId23" Type="http://schemas.openxmlformats.org/officeDocument/2006/relationships/image" Target="../media/image165.png"/><Relationship Id="rId119" Type="http://schemas.openxmlformats.org/officeDocument/2006/relationships/image" Target="../media/image252.png"/><Relationship Id="rId270" Type="http://schemas.openxmlformats.org/officeDocument/2006/relationships/image" Target="../media/image1227.png"/><Relationship Id="rId291" Type="http://schemas.openxmlformats.org/officeDocument/2006/relationships/customXml" Target="../ink/ink1621.xml"/><Relationship Id="rId44" Type="http://schemas.openxmlformats.org/officeDocument/2006/relationships/customXml" Target="../ink/ink1497.xml"/><Relationship Id="rId65" Type="http://schemas.openxmlformats.org/officeDocument/2006/relationships/image" Target="../media/image187.png"/><Relationship Id="rId86" Type="http://schemas.openxmlformats.org/officeDocument/2006/relationships/customXml" Target="../ink/ink1518.xml"/><Relationship Id="rId130" Type="http://schemas.openxmlformats.org/officeDocument/2006/relationships/customXml" Target="../ink/ink1540.xml"/><Relationship Id="rId151" Type="http://schemas.openxmlformats.org/officeDocument/2006/relationships/image" Target="../media/image268.png"/><Relationship Id="rId172" Type="http://schemas.openxmlformats.org/officeDocument/2006/relationships/customXml" Target="../ink/ink1561.xml"/><Relationship Id="rId193" Type="http://schemas.openxmlformats.org/officeDocument/2006/relationships/image" Target="../media/image1190.png"/><Relationship Id="rId207" Type="http://schemas.openxmlformats.org/officeDocument/2006/relationships/image" Target="../media/image1196.png"/><Relationship Id="rId228" Type="http://schemas.openxmlformats.org/officeDocument/2006/relationships/customXml" Target="../ink/ink1589.xml"/><Relationship Id="rId249" Type="http://schemas.openxmlformats.org/officeDocument/2006/relationships/image" Target="../media/image1217.png"/><Relationship Id="rId13" Type="http://schemas.openxmlformats.org/officeDocument/2006/relationships/image" Target="../media/image160.png"/><Relationship Id="rId109" Type="http://schemas.openxmlformats.org/officeDocument/2006/relationships/image" Target="../media/image247.png"/><Relationship Id="rId260" Type="http://schemas.openxmlformats.org/officeDocument/2006/relationships/customXml" Target="../ink/ink1605.xml"/><Relationship Id="rId281" Type="http://schemas.openxmlformats.org/officeDocument/2006/relationships/customXml" Target="../ink/ink1616.xml"/><Relationship Id="rId34" Type="http://schemas.openxmlformats.org/officeDocument/2006/relationships/customXml" Target="../ink/ink1492.xml"/><Relationship Id="rId55" Type="http://schemas.openxmlformats.org/officeDocument/2006/relationships/image" Target="../media/image182.png"/><Relationship Id="rId76" Type="http://schemas.openxmlformats.org/officeDocument/2006/relationships/customXml" Target="../ink/ink1513.xml"/><Relationship Id="rId97" Type="http://schemas.openxmlformats.org/officeDocument/2006/relationships/image" Target="../media/image241.png"/><Relationship Id="rId120" Type="http://schemas.openxmlformats.org/officeDocument/2006/relationships/customXml" Target="../ink/ink1535.xml"/><Relationship Id="rId141" Type="http://schemas.openxmlformats.org/officeDocument/2006/relationships/image" Target="../media/image263.png"/><Relationship Id="rId7" Type="http://schemas.openxmlformats.org/officeDocument/2006/relationships/image" Target="../media/image156.png"/><Relationship Id="rId162" Type="http://schemas.openxmlformats.org/officeDocument/2006/relationships/customXml" Target="../ink/ink1556.xml"/><Relationship Id="rId183" Type="http://schemas.openxmlformats.org/officeDocument/2006/relationships/image" Target="../media/image283.png"/><Relationship Id="rId218" Type="http://schemas.openxmlformats.org/officeDocument/2006/relationships/customXml" Target="../ink/ink1584.xml"/><Relationship Id="rId239" Type="http://schemas.openxmlformats.org/officeDocument/2006/relationships/image" Target="../media/image1212.png"/><Relationship Id="rId250" Type="http://schemas.openxmlformats.org/officeDocument/2006/relationships/customXml" Target="../ink/ink1600.xml"/><Relationship Id="rId271" Type="http://schemas.openxmlformats.org/officeDocument/2006/relationships/customXml" Target="../ink/ink1611.xml"/><Relationship Id="rId292" Type="http://schemas.openxmlformats.org/officeDocument/2006/relationships/image" Target="../media/image1238.png"/><Relationship Id="rId24" Type="http://schemas.openxmlformats.org/officeDocument/2006/relationships/customXml" Target="../ink/ink1487.xml"/><Relationship Id="rId45" Type="http://schemas.openxmlformats.org/officeDocument/2006/relationships/image" Target="../media/image176.png"/><Relationship Id="rId66" Type="http://schemas.openxmlformats.org/officeDocument/2006/relationships/customXml" Target="../ink/ink1508.xml"/><Relationship Id="rId87" Type="http://schemas.openxmlformats.org/officeDocument/2006/relationships/image" Target="../media/image236.png"/><Relationship Id="rId110" Type="http://schemas.openxmlformats.org/officeDocument/2006/relationships/customXml" Target="../ink/ink1530.xml"/><Relationship Id="rId131" Type="http://schemas.openxmlformats.org/officeDocument/2006/relationships/image" Target="../media/image258.png"/><Relationship Id="rId152" Type="http://schemas.openxmlformats.org/officeDocument/2006/relationships/customXml" Target="../ink/ink1551.xml"/><Relationship Id="rId173" Type="http://schemas.openxmlformats.org/officeDocument/2006/relationships/image" Target="../media/image278.png"/><Relationship Id="rId194" Type="http://schemas.openxmlformats.org/officeDocument/2006/relationships/customXml" Target="../ink/ink1572.xml"/><Relationship Id="rId208" Type="http://schemas.openxmlformats.org/officeDocument/2006/relationships/customXml" Target="../ink/ink1579.xml"/><Relationship Id="rId229" Type="http://schemas.openxmlformats.org/officeDocument/2006/relationships/image" Target="../media/image1207.png"/><Relationship Id="rId240" Type="http://schemas.openxmlformats.org/officeDocument/2006/relationships/customXml" Target="../ink/ink1595.xml"/><Relationship Id="rId261" Type="http://schemas.openxmlformats.org/officeDocument/2006/relationships/image" Target="../media/image1223.png"/><Relationship Id="rId14" Type="http://schemas.openxmlformats.org/officeDocument/2006/relationships/customXml" Target="../ink/ink1482.xml"/><Relationship Id="rId35" Type="http://schemas.openxmlformats.org/officeDocument/2006/relationships/image" Target="../media/image171.png"/><Relationship Id="rId56" Type="http://schemas.openxmlformats.org/officeDocument/2006/relationships/customXml" Target="../ink/ink1503.xml"/><Relationship Id="rId77" Type="http://schemas.openxmlformats.org/officeDocument/2006/relationships/image" Target="../media/image231.png"/><Relationship Id="rId100" Type="http://schemas.openxmlformats.org/officeDocument/2006/relationships/customXml" Target="../ink/ink1525.xml"/><Relationship Id="rId282" Type="http://schemas.openxmlformats.org/officeDocument/2006/relationships/image" Target="../media/image1233.png"/><Relationship Id="rId8" Type="http://schemas.openxmlformats.org/officeDocument/2006/relationships/customXml" Target="../ink/ink1479.xml"/><Relationship Id="rId98" Type="http://schemas.openxmlformats.org/officeDocument/2006/relationships/customXml" Target="../ink/ink1524.xml"/><Relationship Id="rId121" Type="http://schemas.openxmlformats.org/officeDocument/2006/relationships/image" Target="../media/image253.png"/><Relationship Id="rId142" Type="http://schemas.openxmlformats.org/officeDocument/2006/relationships/customXml" Target="../ink/ink1546.xml"/><Relationship Id="rId163" Type="http://schemas.openxmlformats.org/officeDocument/2006/relationships/image" Target="../media/image274.png"/><Relationship Id="rId184" Type="http://schemas.openxmlformats.org/officeDocument/2006/relationships/customXml" Target="../ink/ink1567.xml"/><Relationship Id="rId219" Type="http://schemas.openxmlformats.org/officeDocument/2006/relationships/image" Target="../media/image1202.png"/><Relationship Id="rId230" Type="http://schemas.openxmlformats.org/officeDocument/2006/relationships/customXml" Target="../ink/ink1590.xml"/><Relationship Id="rId251" Type="http://schemas.openxmlformats.org/officeDocument/2006/relationships/image" Target="../media/image1218.png"/><Relationship Id="rId25" Type="http://schemas.openxmlformats.org/officeDocument/2006/relationships/image" Target="../media/image166.png"/><Relationship Id="rId46" Type="http://schemas.openxmlformats.org/officeDocument/2006/relationships/customXml" Target="../ink/ink1498.xml"/><Relationship Id="rId67" Type="http://schemas.openxmlformats.org/officeDocument/2006/relationships/image" Target="../media/image188.png"/><Relationship Id="rId272" Type="http://schemas.openxmlformats.org/officeDocument/2006/relationships/image" Target="../media/image1228.png"/><Relationship Id="rId293" Type="http://schemas.openxmlformats.org/officeDocument/2006/relationships/customXml" Target="../ink/ink1622.xml"/><Relationship Id="rId88" Type="http://schemas.openxmlformats.org/officeDocument/2006/relationships/customXml" Target="../ink/ink1519.xml"/><Relationship Id="rId111" Type="http://schemas.openxmlformats.org/officeDocument/2006/relationships/image" Target="../media/image248.png"/><Relationship Id="rId132" Type="http://schemas.openxmlformats.org/officeDocument/2006/relationships/customXml" Target="../ink/ink1541.xml"/><Relationship Id="rId153" Type="http://schemas.openxmlformats.org/officeDocument/2006/relationships/image" Target="../media/image269.png"/><Relationship Id="rId174" Type="http://schemas.openxmlformats.org/officeDocument/2006/relationships/customXml" Target="../ink/ink1562.xml"/><Relationship Id="rId195" Type="http://schemas.openxmlformats.org/officeDocument/2006/relationships/image" Target="../media/image351.png"/><Relationship Id="rId209" Type="http://schemas.openxmlformats.org/officeDocument/2006/relationships/image" Target="../media/image1197.png"/><Relationship Id="rId220" Type="http://schemas.openxmlformats.org/officeDocument/2006/relationships/customXml" Target="../ink/ink1585.xml"/><Relationship Id="rId241" Type="http://schemas.openxmlformats.org/officeDocument/2006/relationships/image" Target="../media/image1213.png"/><Relationship Id="rId15" Type="http://schemas.openxmlformats.org/officeDocument/2006/relationships/image" Target="../media/image161.png"/><Relationship Id="rId36" Type="http://schemas.openxmlformats.org/officeDocument/2006/relationships/customXml" Target="../ink/ink1493.xml"/><Relationship Id="rId57" Type="http://schemas.openxmlformats.org/officeDocument/2006/relationships/image" Target="../media/image183.png"/><Relationship Id="rId262" Type="http://schemas.openxmlformats.org/officeDocument/2006/relationships/customXml" Target="../ink/ink1606.xml"/><Relationship Id="rId283" Type="http://schemas.openxmlformats.org/officeDocument/2006/relationships/customXml" Target="../ink/ink1617.xml"/><Relationship Id="rId78" Type="http://schemas.openxmlformats.org/officeDocument/2006/relationships/customXml" Target="../ink/ink1514.xml"/><Relationship Id="rId99" Type="http://schemas.openxmlformats.org/officeDocument/2006/relationships/image" Target="../media/image242.png"/><Relationship Id="rId101" Type="http://schemas.openxmlformats.org/officeDocument/2006/relationships/image" Target="../media/image243.png"/><Relationship Id="rId122" Type="http://schemas.openxmlformats.org/officeDocument/2006/relationships/customXml" Target="../ink/ink1536.xml"/><Relationship Id="rId143" Type="http://schemas.openxmlformats.org/officeDocument/2006/relationships/image" Target="../media/image264.png"/><Relationship Id="rId164" Type="http://schemas.openxmlformats.org/officeDocument/2006/relationships/customXml" Target="../ink/ink1557.xml"/><Relationship Id="rId185" Type="http://schemas.openxmlformats.org/officeDocument/2006/relationships/image" Target="../media/image606.png"/><Relationship Id="rId9" Type="http://schemas.openxmlformats.org/officeDocument/2006/relationships/image" Target="../media/image157.png"/><Relationship Id="rId210" Type="http://schemas.openxmlformats.org/officeDocument/2006/relationships/customXml" Target="../ink/ink1580.xml"/><Relationship Id="rId26" Type="http://schemas.openxmlformats.org/officeDocument/2006/relationships/customXml" Target="../ink/ink1488.xml"/><Relationship Id="rId231" Type="http://schemas.openxmlformats.org/officeDocument/2006/relationships/image" Target="../media/image1208.png"/><Relationship Id="rId252" Type="http://schemas.openxmlformats.org/officeDocument/2006/relationships/customXml" Target="../ink/ink1601.xml"/><Relationship Id="rId273" Type="http://schemas.openxmlformats.org/officeDocument/2006/relationships/customXml" Target="../ink/ink1612.xml"/><Relationship Id="rId294" Type="http://schemas.openxmlformats.org/officeDocument/2006/relationships/image" Target="../media/image1239.png"/><Relationship Id="rId47" Type="http://schemas.openxmlformats.org/officeDocument/2006/relationships/image" Target="../media/image177.png"/><Relationship Id="rId68" Type="http://schemas.openxmlformats.org/officeDocument/2006/relationships/customXml" Target="../ink/ink1509.xml"/><Relationship Id="rId89" Type="http://schemas.openxmlformats.org/officeDocument/2006/relationships/image" Target="../media/image237.png"/><Relationship Id="rId112" Type="http://schemas.openxmlformats.org/officeDocument/2006/relationships/customXml" Target="../ink/ink1531.xml"/><Relationship Id="rId133" Type="http://schemas.openxmlformats.org/officeDocument/2006/relationships/image" Target="../media/image259.png"/><Relationship Id="rId154" Type="http://schemas.openxmlformats.org/officeDocument/2006/relationships/customXml" Target="../ink/ink1552.xml"/><Relationship Id="rId175" Type="http://schemas.openxmlformats.org/officeDocument/2006/relationships/image" Target="../media/image279.png"/><Relationship Id="rId196" Type="http://schemas.openxmlformats.org/officeDocument/2006/relationships/customXml" Target="../ink/ink1573.xml"/><Relationship Id="rId200" Type="http://schemas.openxmlformats.org/officeDocument/2006/relationships/customXml" Target="../ink/ink1575.xml"/><Relationship Id="rId16" Type="http://schemas.openxmlformats.org/officeDocument/2006/relationships/customXml" Target="../ink/ink1483.xml"/><Relationship Id="rId221" Type="http://schemas.openxmlformats.org/officeDocument/2006/relationships/image" Target="../media/image1203.png"/><Relationship Id="rId242" Type="http://schemas.openxmlformats.org/officeDocument/2006/relationships/customXml" Target="../ink/ink1596.xml"/><Relationship Id="rId263" Type="http://schemas.openxmlformats.org/officeDocument/2006/relationships/image" Target="../media/image1224.png"/><Relationship Id="rId284" Type="http://schemas.openxmlformats.org/officeDocument/2006/relationships/image" Target="../media/image1234.png"/><Relationship Id="rId37" Type="http://schemas.openxmlformats.org/officeDocument/2006/relationships/image" Target="../media/image172.png"/><Relationship Id="rId58" Type="http://schemas.openxmlformats.org/officeDocument/2006/relationships/customXml" Target="../ink/ink1504.xml"/><Relationship Id="rId79" Type="http://schemas.openxmlformats.org/officeDocument/2006/relationships/image" Target="../media/image232.png"/><Relationship Id="rId102" Type="http://schemas.openxmlformats.org/officeDocument/2006/relationships/customXml" Target="../ink/ink1526.xml"/><Relationship Id="rId123" Type="http://schemas.openxmlformats.org/officeDocument/2006/relationships/image" Target="../media/image254.png"/><Relationship Id="rId144" Type="http://schemas.openxmlformats.org/officeDocument/2006/relationships/customXml" Target="../ink/ink1547.xml"/><Relationship Id="rId90" Type="http://schemas.openxmlformats.org/officeDocument/2006/relationships/customXml" Target="../ink/ink1520.xml"/><Relationship Id="rId165" Type="http://schemas.openxmlformats.org/officeDocument/2006/relationships/image" Target="../media/image275.png"/><Relationship Id="rId186" Type="http://schemas.openxmlformats.org/officeDocument/2006/relationships/customXml" Target="../ink/ink1568.xml"/><Relationship Id="rId211" Type="http://schemas.openxmlformats.org/officeDocument/2006/relationships/image" Target="../media/image1198.png"/><Relationship Id="rId232" Type="http://schemas.openxmlformats.org/officeDocument/2006/relationships/customXml" Target="../ink/ink1591.xml"/><Relationship Id="rId253" Type="http://schemas.openxmlformats.org/officeDocument/2006/relationships/image" Target="../media/image1219.png"/><Relationship Id="rId274" Type="http://schemas.openxmlformats.org/officeDocument/2006/relationships/image" Target="../media/image1229.png"/><Relationship Id="rId295" Type="http://schemas.openxmlformats.org/officeDocument/2006/relationships/customXml" Target="../ink/ink1623.xml"/><Relationship Id="rId27" Type="http://schemas.openxmlformats.org/officeDocument/2006/relationships/image" Target="../media/image167.png"/><Relationship Id="rId48" Type="http://schemas.openxmlformats.org/officeDocument/2006/relationships/customXml" Target="../ink/ink1499.xml"/><Relationship Id="rId69" Type="http://schemas.openxmlformats.org/officeDocument/2006/relationships/image" Target="../media/image189.png"/><Relationship Id="rId113" Type="http://schemas.openxmlformats.org/officeDocument/2006/relationships/image" Target="../media/image249.png"/><Relationship Id="rId134" Type="http://schemas.openxmlformats.org/officeDocument/2006/relationships/customXml" Target="../ink/ink1542.xml"/><Relationship Id="rId80" Type="http://schemas.openxmlformats.org/officeDocument/2006/relationships/customXml" Target="../ink/ink1515.xml"/><Relationship Id="rId155" Type="http://schemas.openxmlformats.org/officeDocument/2006/relationships/image" Target="../media/image270.png"/><Relationship Id="rId176" Type="http://schemas.openxmlformats.org/officeDocument/2006/relationships/customXml" Target="../ink/ink1563.xml"/><Relationship Id="rId197" Type="http://schemas.openxmlformats.org/officeDocument/2006/relationships/image" Target="../media/image1191.png"/><Relationship Id="rId201" Type="http://schemas.openxmlformats.org/officeDocument/2006/relationships/image" Target="../media/image1193.png"/><Relationship Id="rId222" Type="http://schemas.openxmlformats.org/officeDocument/2006/relationships/customXml" Target="../ink/ink1586.xml"/><Relationship Id="rId243" Type="http://schemas.openxmlformats.org/officeDocument/2006/relationships/image" Target="../media/image1214.png"/><Relationship Id="rId264" Type="http://schemas.openxmlformats.org/officeDocument/2006/relationships/customXml" Target="../ink/ink1607.xml"/><Relationship Id="rId285" Type="http://schemas.openxmlformats.org/officeDocument/2006/relationships/customXml" Target="../ink/ink1618.xml"/><Relationship Id="rId17" Type="http://schemas.openxmlformats.org/officeDocument/2006/relationships/image" Target="../media/image162.png"/><Relationship Id="rId38" Type="http://schemas.openxmlformats.org/officeDocument/2006/relationships/customXml" Target="../ink/ink1494.xml"/><Relationship Id="rId59" Type="http://schemas.openxmlformats.org/officeDocument/2006/relationships/image" Target="../media/image184.png"/><Relationship Id="rId103" Type="http://schemas.openxmlformats.org/officeDocument/2006/relationships/image" Target="../media/image244.png"/><Relationship Id="rId124" Type="http://schemas.openxmlformats.org/officeDocument/2006/relationships/customXml" Target="../ink/ink1537.xml"/><Relationship Id="rId70" Type="http://schemas.openxmlformats.org/officeDocument/2006/relationships/customXml" Target="../ink/ink1510.xml"/><Relationship Id="rId91" Type="http://schemas.openxmlformats.org/officeDocument/2006/relationships/image" Target="../media/image238.png"/><Relationship Id="rId145" Type="http://schemas.openxmlformats.org/officeDocument/2006/relationships/image" Target="../media/image265.png"/><Relationship Id="rId166" Type="http://schemas.openxmlformats.org/officeDocument/2006/relationships/customXml" Target="../ink/ink1558.xml"/><Relationship Id="rId187" Type="http://schemas.openxmlformats.org/officeDocument/2006/relationships/image" Target="../media/image607.png"/><Relationship Id="rId1" Type="http://schemas.openxmlformats.org/officeDocument/2006/relationships/slideLayout" Target="../slideLayouts/slideLayout7.xml"/><Relationship Id="rId212" Type="http://schemas.openxmlformats.org/officeDocument/2006/relationships/customXml" Target="../ink/ink1581.xml"/><Relationship Id="rId233" Type="http://schemas.openxmlformats.org/officeDocument/2006/relationships/image" Target="../media/image1209.png"/><Relationship Id="rId254" Type="http://schemas.openxmlformats.org/officeDocument/2006/relationships/customXml" Target="../ink/ink1602.xml"/><Relationship Id="rId28" Type="http://schemas.openxmlformats.org/officeDocument/2006/relationships/customXml" Target="../ink/ink1489.xml"/><Relationship Id="rId49" Type="http://schemas.openxmlformats.org/officeDocument/2006/relationships/image" Target="../media/image179.png"/><Relationship Id="rId114" Type="http://schemas.openxmlformats.org/officeDocument/2006/relationships/customXml" Target="../ink/ink1532.xml"/><Relationship Id="rId275" Type="http://schemas.openxmlformats.org/officeDocument/2006/relationships/customXml" Target="../ink/ink1613.xml"/><Relationship Id="rId296" Type="http://schemas.openxmlformats.org/officeDocument/2006/relationships/image" Target="../media/image1240.png"/><Relationship Id="rId300" Type="http://schemas.openxmlformats.org/officeDocument/2006/relationships/image" Target="../media/image1242.png"/><Relationship Id="rId60" Type="http://schemas.openxmlformats.org/officeDocument/2006/relationships/customXml" Target="../ink/ink1505.xml"/><Relationship Id="rId81" Type="http://schemas.openxmlformats.org/officeDocument/2006/relationships/image" Target="../media/image233.png"/><Relationship Id="rId135" Type="http://schemas.openxmlformats.org/officeDocument/2006/relationships/image" Target="../media/image260.png"/><Relationship Id="rId156" Type="http://schemas.openxmlformats.org/officeDocument/2006/relationships/customXml" Target="../ink/ink1553.xml"/><Relationship Id="rId177" Type="http://schemas.openxmlformats.org/officeDocument/2006/relationships/image" Target="../media/image280.png"/><Relationship Id="rId198" Type="http://schemas.openxmlformats.org/officeDocument/2006/relationships/customXml" Target="../ink/ink1574.xml"/><Relationship Id="rId202" Type="http://schemas.openxmlformats.org/officeDocument/2006/relationships/customXml" Target="../ink/ink1576.xml"/><Relationship Id="rId223" Type="http://schemas.openxmlformats.org/officeDocument/2006/relationships/image" Target="../media/image1204.png"/><Relationship Id="rId244" Type="http://schemas.openxmlformats.org/officeDocument/2006/relationships/customXml" Target="../ink/ink1597.xml"/><Relationship Id="rId18" Type="http://schemas.openxmlformats.org/officeDocument/2006/relationships/customXml" Target="../ink/ink1484.xml"/><Relationship Id="rId39" Type="http://schemas.openxmlformats.org/officeDocument/2006/relationships/image" Target="../media/image173.png"/><Relationship Id="rId265" Type="http://schemas.openxmlformats.org/officeDocument/2006/relationships/image" Target="../media/image1225.png"/><Relationship Id="rId286" Type="http://schemas.openxmlformats.org/officeDocument/2006/relationships/image" Target="../media/image1235.png"/><Relationship Id="rId50" Type="http://schemas.openxmlformats.org/officeDocument/2006/relationships/customXml" Target="../ink/ink1500.xml"/><Relationship Id="rId104" Type="http://schemas.openxmlformats.org/officeDocument/2006/relationships/customXml" Target="../ink/ink1527.xml"/><Relationship Id="rId125" Type="http://schemas.openxmlformats.org/officeDocument/2006/relationships/image" Target="../media/image255.png"/><Relationship Id="rId146" Type="http://schemas.openxmlformats.org/officeDocument/2006/relationships/customXml" Target="../ink/ink1548.xml"/><Relationship Id="rId167" Type="http://schemas.openxmlformats.org/officeDocument/2006/relationships/image" Target="../media/image276.png"/><Relationship Id="rId188" Type="http://schemas.openxmlformats.org/officeDocument/2006/relationships/customXml" Target="../ink/ink1569.xml"/><Relationship Id="rId71" Type="http://schemas.openxmlformats.org/officeDocument/2006/relationships/image" Target="../media/image190.png"/><Relationship Id="rId92" Type="http://schemas.openxmlformats.org/officeDocument/2006/relationships/customXml" Target="../ink/ink1521.xml"/><Relationship Id="rId213" Type="http://schemas.openxmlformats.org/officeDocument/2006/relationships/image" Target="../media/image1199.png"/><Relationship Id="rId234" Type="http://schemas.openxmlformats.org/officeDocument/2006/relationships/customXml" Target="../ink/ink1592.xml"/><Relationship Id="rId2" Type="http://schemas.openxmlformats.org/officeDocument/2006/relationships/customXml" Target="../ink/ink1476.xml"/><Relationship Id="rId29" Type="http://schemas.openxmlformats.org/officeDocument/2006/relationships/image" Target="../media/image168.png"/><Relationship Id="rId255" Type="http://schemas.openxmlformats.org/officeDocument/2006/relationships/image" Target="../media/image1220.png"/><Relationship Id="rId276" Type="http://schemas.openxmlformats.org/officeDocument/2006/relationships/image" Target="../media/image1230.png"/><Relationship Id="rId297" Type="http://schemas.openxmlformats.org/officeDocument/2006/relationships/customXml" Target="../ink/ink1624.xml"/><Relationship Id="rId40" Type="http://schemas.openxmlformats.org/officeDocument/2006/relationships/customXml" Target="../ink/ink1495.xml"/><Relationship Id="rId115" Type="http://schemas.openxmlformats.org/officeDocument/2006/relationships/image" Target="../media/image250.png"/><Relationship Id="rId136" Type="http://schemas.openxmlformats.org/officeDocument/2006/relationships/customXml" Target="../ink/ink1543.xml"/><Relationship Id="rId157" Type="http://schemas.openxmlformats.org/officeDocument/2006/relationships/image" Target="../media/image271.png"/><Relationship Id="rId178" Type="http://schemas.openxmlformats.org/officeDocument/2006/relationships/customXml" Target="../ink/ink1564.xml"/><Relationship Id="rId301" Type="http://schemas.openxmlformats.org/officeDocument/2006/relationships/customXml" Target="../ink/ink1626.xml"/><Relationship Id="rId61" Type="http://schemas.openxmlformats.org/officeDocument/2006/relationships/image" Target="../media/image185.png"/><Relationship Id="rId82" Type="http://schemas.openxmlformats.org/officeDocument/2006/relationships/customXml" Target="../ink/ink1516.xml"/><Relationship Id="rId199" Type="http://schemas.openxmlformats.org/officeDocument/2006/relationships/image" Target="../media/image1192.png"/><Relationship Id="rId203" Type="http://schemas.openxmlformats.org/officeDocument/2006/relationships/image" Target="../media/image1194.png"/><Relationship Id="rId19" Type="http://schemas.openxmlformats.org/officeDocument/2006/relationships/image" Target="../media/image163.png"/><Relationship Id="rId224" Type="http://schemas.openxmlformats.org/officeDocument/2006/relationships/customXml" Target="../ink/ink1587.xml"/><Relationship Id="rId245" Type="http://schemas.openxmlformats.org/officeDocument/2006/relationships/image" Target="../media/image1215.png"/><Relationship Id="rId266" Type="http://schemas.openxmlformats.org/officeDocument/2006/relationships/customXml" Target="../ink/ink1608.xml"/><Relationship Id="rId287" Type="http://schemas.openxmlformats.org/officeDocument/2006/relationships/customXml" Target="../ink/ink1619.xml"/><Relationship Id="rId30" Type="http://schemas.openxmlformats.org/officeDocument/2006/relationships/customXml" Target="../ink/ink1490.xml"/><Relationship Id="rId105" Type="http://schemas.openxmlformats.org/officeDocument/2006/relationships/image" Target="../media/image245.png"/><Relationship Id="rId126" Type="http://schemas.openxmlformats.org/officeDocument/2006/relationships/customXml" Target="../ink/ink1538.xml"/><Relationship Id="rId147" Type="http://schemas.openxmlformats.org/officeDocument/2006/relationships/image" Target="../media/image266.png"/><Relationship Id="rId168" Type="http://schemas.openxmlformats.org/officeDocument/2006/relationships/customXml" Target="../ink/ink1559.xml"/><Relationship Id="rId51" Type="http://schemas.openxmlformats.org/officeDocument/2006/relationships/image" Target="../media/image180.png"/><Relationship Id="rId72" Type="http://schemas.openxmlformats.org/officeDocument/2006/relationships/customXml" Target="../ink/ink1511.xml"/><Relationship Id="rId93" Type="http://schemas.openxmlformats.org/officeDocument/2006/relationships/image" Target="../media/image239.png"/><Relationship Id="rId189" Type="http://schemas.openxmlformats.org/officeDocument/2006/relationships/image" Target="../media/image608.png"/><Relationship Id="rId3" Type="http://schemas.openxmlformats.org/officeDocument/2006/relationships/image" Target="../media/image154.png"/><Relationship Id="rId214" Type="http://schemas.openxmlformats.org/officeDocument/2006/relationships/customXml" Target="../ink/ink1582.xml"/><Relationship Id="rId235" Type="http://schemas.openxmlformats.org/officeDocument/2006/relationships/image" Target="../media/image1210.png"/><Relationship Id="rId256" Type="http://schemas.openxmlformats.org/officeDocument/2006/relationships/customXml" Target="../ink/ink1603.xml"/><Relationship Id="rId277" Type="http://schemas.openxmlformats.org/officeDocument/2006/relationships/customXml" Target="../ink/ink1614.xml"/><Relationship Id="rId298" Type="http://schemas.openxmlformats.org/officeDocument/2006/relationships/image" Target="../media/image1241.png"/><Relationship Id="rId116" Type="http://schemas.openxmlformats.org/officeDocument/2006/relationships/customXml" Target="../ink/ink1533.xml"/><Relationship Id="rId137" Type="http://schemas.openxmlformats.org/officeDocument/2006/relationships/image" Target="../media/image261.png"/><Relationship Id="rId158" Type="http://schemas.openxmlformats.org/officeDocument/2006/relationships/customXml" Target="../ink/ink1554.xml"/><Relationship Id="rId302" Type="http://schemas.openxmlformats.org/officeDocument/2006/relationships/image" Target="../media/image1243.png"/><Relationship Id="rId20" Type="http://schemas.openxmlformats.org/officeDocument/2006/relationships/customXml" Target="../ink/ink1485.xml"/><Relationship Id="rId41" Type="http://schemas.openxmlformats.org/officeDocument/2006/relationships/image" Target="../media/image174.png"/><Relationship Id="rId62" Type="http://schemas.openxmlformats.org/officeDocument/2006/relationships/customXml" Target="../ink/ink1506.xml"/><Relationship Id="rId83" Type="http://schemas.openxmlformats.org/officeDocument/2006/relationships/image" Target="../media/image234.png"/><Relationship Id="rId179" Type="http://schemas.openxmlformats.org/officeDocument/2006/relationships/image" Target="../media/image281.png"/><Relationship Id="rId190" Type="http://schemas.openxmlformats.org/officeDocument/2006/relationships/customXml" Target="../ink/ink1570.xml"/><Relationship Id="rId204" Type="http://schemas.openxmlformats.org/officeDocument/2006/relationships/customXml" Target="../ink/ink1577.xml"/><Relationship Id="rId225" Type="http://schemas.openxmlformats.org/officeDocument/2006/relationships/image" Target="../media/image1205.png"/><Relationship Id="rId246" Type="http://schemas.openxmlformats.org/officeDocument/2006/relationships/customXml" Target="../ink/ink1598.xml"/><Relationship Id="rId267" Type="http://schemas.openxmlformats.org/officeDocument/2006/relationships/customXml" Target="../ink/ink1609.xml"/><Relationship Id="rId288" Type="http://schemas.openxmlformats.org/officeDocument/2006/relationships/image" Target="../media/image1236.png"/><Relationship Id="rId106" Type="http://schemas.openxmlformats.org/officeDocument/2006/relationships/customXml" Target="../ink/ink1528.xml"/><Relationship Id="rId127" Type="http://schemas.openxmlformats.org/officeDocument/2006/relationships/image" Target="../media/image256.png"/><Relationship Id="rId10" Type="http://schemas.openxmlformats.org/officeDocument/2006/relationships/customXml" Target="../ink/ink1480.xml"/><Relationship Id="rId31" Type="http://schemas.openxmlformats.org/officeDocument/2006/relationships/image" Target="../media/image169.png"/><Relationship Id="rId52" Type="http://schemas.openxmlformats.org/officeDocument/2006/relationships/customXml" Target="../ink/ink1501.xml"/><Relationship Id="rId73" Type="http://schemas.openxmlformats.org/officeDocument/2006/relationships/image" Target="../media/image229.png"/><Relationship Id="rId94" Type="http://schemas.openxmlformats.org/officeDocument/2006/relationships/customXml" Target="../ink/ink1522.xml"/><Relationship Id="rId148" Type="http://schemas.openxmlformats.org/officeDocument/2006/relationships/customXml" Target="../ink/ink1549.xml"/><Relationship Id="rId169" Type="http://schemas.openxmlformats.org/officeDocument/2006/relationships/image" Target="../media/image211.png"/><Relationship Id="rId4" Type="http://schemas.openxmlformats.org/officeDocument/2006/relationships/customXml" Target="../ink/ink1477.xml"/><Relationship Id="rId180" Type="http://schemas.openxmlformats.org/officeDocument/2006/relationships/customXml" Target="../ink/ink1565.xml"/><Relationship Id="rId215" Type="http://schemas.openxmlformats.org/officeDocument/2006/relationships/image" Target="../media/image1200.png"/><Relationship Id="rId236" Type="http://schemas.openxmlformats.org/officeDocument/2006/relationships/customXml" Target="../ink/ink1593.xml"/><Relationship Id="rId257" Type="http://schemas.openxmlformats.org/officeDocument/2006/relationships/image" Target="../media/image1221.png"/><Relationship Id="rId278" Type="http://schemas.openxmlformats.org/officeDocument/2006/relationships/image" Target="../media/image1231.png"/><Relationship Id="rId303" Type="http://schemas.openxmlformats.org/officeDocument/2006/relationships/customXml" Target="../ink/ink1627.xml"/><Relationship Id="rId42" Type="http://schemas.openxmlformats.org/officeDocument/2006/relationships/customXml" Target="../ink/ink1496.xml"/><Relationship Id="rId84" Type="http://schemas.openxmlformats.org/officeDocument/2006/relationships/customXml" Target="../ink/ink1517.xml"/><Relationship Id="rId138" Type="http://schemas.openxmlformats.org/officeDocument/2006/relationships/customXml" Target="../ink/ink1544.xml"/><Relationship Id="rId191" Type="http://schemas.openxmlformats.org/officeDocument/2006/relationships/image" Target="../media/image1189.png"/><Relationship Id="rId205" Type="http://schemas.openxmlformats.org/officeDocument/2006/relationships/image" Target="../media/image1195.png"/><Relationship Id="rId247" Type="http://schemas.openxmlformats.org/officeDocument/2006/relationships/image" Target="../media/image1216.png"/><Relationship Id="rId107" Type="http://schemas.openxmlformats.org/officeDocument/2006/relationships/image" Target="../media/image246.png"/><Relationship Id="rId289" Type="http://schemas.openxmlformats.org/officeDocument/2006/relationships/customXml" Target="../ink/ink1620.xml"/><Relationship Id="rId11" Type="http://schemas.openxmlformats.org/officeDocument/2006/relationships/image" Target="../media/image158.png"/><Relationship Id="rId53" Type="http://schemas.openxmlformats.org/officeDocument/2006/relationships/image" Target="../media/image181.png"/><Relationship Id="rId149" Type="http://schemas.openxmlformats.org/officeDocument/2006/relationships/image" Target="../media/image267.png"/><Relationship Id="rId95" Type="http://schemas.openxmlformats.org/officeDocument/2006/relationships/image" Target="../media/image240.png"/><Relationship Id="rId160" Type="http://schemas.openxmlformats.org/officeDocument/2006/relationships/customXml" Target="../ink/ink1555.xml"/><Relationship Id="rId216" Type="http://schemas.openxmlformats.org/officeDocument/2006/relationships/customXml" Target="../ink/ink1583.xml"/><Relationship Id="rId258" Type="http://schemas.openxmlformats.org/officeDocument/2006/relationships/customXml" Target="../ink/ink1604.xml"/><Relationship Id="rId22" Type="http://schemas.openxmlformats.org/officeDocument/2006/relationships/customXml" Target="../ink/ink1486.xml"/><Relationship Id="rId64" Type="http://schemas.openxmlformats.org/officeDocument/2006/relationships/customXml" Target="../ink/ink1507.xml"/><Relationship Id="rId118" Type="http://schemas.openxmlformats.org/officeDocument/2006/relationships/customXml" Target="../ink/ink1534.xml"/><Relationship Id="rId171" Type="http://schemas.openxmlformats.org/officeDocument/2006/relationships/image" Target="../media/image277.png"/><Relationship Id="rId227" Type="http://schemas.openxmlformats.org/officeDocument/2006/relationships/image" Target="../media/image1206.png"/><Relationship Id="rId269" Type="http://schemas.openxmlformats.org/officeDocument/2006/relationships/customXml" Target="../ink/ink1610.xml"/><Relationship Id="rId33" Type="http://schemas.openxmlformats.org/officeDocument/2006/relationships/image" Target="../media/image170.png"/><Relationship Id="rId129" Type="http://schemas.openxmlformats.org/officeDocument/2006/relationships/image" Target="../media/image257.png"/><Relationship Id="rId280" Type="http://schemas.openxmlformats.org/officeDocument/2006/relationships/image" Target="../media/image1232.png"/><Relationship Id="rId75" Type="http://schemas.openxmlformats.org/officeDocument/2006/relationships/image" Target="../media/image230.png"/><Relationship Id="rId140" Type="http://schemas.openxmlformats.org/officeDocument/2006/relationships/customXml" Target="../ink/ink1545.xml"/><Relationship Id="rId182" Type="http://schemas.openxmlformats.org/officeDocument/2006/relationships/customXml" Target="../ink/ink1566.xml"/></Relationships>
</file>

<file path=ppt/slides/_rels/slide11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1300.png"/><Relationship Id="rId299" Type="http://schemas.openxmlformats.org/officeDocument/2006/relationships/image" Target="../media/image1390.png"/><Relationship Id="rId21" Type="http://schemas.openxmlformats.org/officeDocument/2006/relationships/image" Target="../media/image1254.png"/><Relationship Id="rId63" Type="http://schemas.openxmlformats.org/officeDocument/2006/relationships/image" Target="../media/image1275.png"/><Relationship Id="rId159" Type="http://schemas.openxmlformats.org/officeDocument/2006/relationships/image" Target="../media/image1320.png"/><Relationship Id="rId170" Type="http://schemas.openxmlformats.org/officeDocument/2006/relationships/customXml" Target="../ink/ink1712.xml"/><Relationship Id="rId226" Type="http://schemas.openxmlformats.org/officeDocument/2006/relationships/customXml" Target="../ink/ink1740.xml"/><Relationship Id="rId268" Type="http://schemas.openxmlformats.org/officeDocument/2006/relationships/customXml" Target="../ink/ink1761.xml"/><Relationship Id="rId32" Type="http://schemas.openxmlformats.org/officeDocument/2006/relationships/customXml" Target="../ink/ink1643.xml"/><Relationship Id="rId74" Type="http://schemas.openxmlformats.org/officeDocument/2006/relationships/customXml" Target="../ink/ink1664.xml"/><Relationship Id="rId128" Type="http://schemas.openxmlformats.org/officeDocument/2006/relationships/customXml" Target="../ink/ink1691.xml"/><Relationship Id="rId5" Type="http://schemas.openxmlformats.org/officeDocument/2006/relationships/image" Target="../media/image1246.png"/><Relationship Id="rId181" Type="http://schemas.openxmlformats.org/officeDocument/2006/relationships/image" Target="../media/image1331.png"/><Relationship Id="rId237" Type="http://schemas.openxmlformats.org/officeDocument/2006/relationships/image" Target="../media/image1359.png"/><Relationship Id="rId279" Type="http://schemas.openxmlformats.org/officeDocument/2006/relationships/image" Target="../media/image1380.png"/><Relationship Id="rId43" Type="http://schemas.openxmlformats.org/officeDocument/2006/relationships/image" Target="../media/image1265.png"/><Relationship Id="rId139" Type="http://schemas.openxmlformats.org/officeDocument/2006/relationships/image" Target="../media/image1310.png"/><Relationship Id="rId290" Type="http://schemas.openxmlformats.org/officeDocument/2006/relationships/customXml" Target="../ink/ink1772.xml"/><Relationship Id="rId304" Type="http://schemas.openxmlformats.org/officeDocument/2006/relationships/customXml" Target="../ink/ink1779.xml"/><Relationship Id="rId85" Type="http://schemas.openxmlformats.org/officeDocument/2006/relationships/image" Target="../media/image1285.png"/><Relationship Id="rId150" Type="http://schemas.openxmlformats.org/officeDocument/2006/relationships/customXml" Target="../ink/ink1702.xml"/><Relationship Id="rId192" Type="http://schemas.openxmlformats.org/officeDocument/2006/relationships/customXml" Target="../ink/ink1723.xml"/><Relationship Id="rId206" Type="http://schemas.openxmlformats.org/officeDocument/2006/relationships/customXml" Target="../ink/ink1730.xml"/><Relationship Id="rId248" Type="http://schemas.openxmlformats.org/officeDocument/2006/relationships/customXml" Target="../ink/ink1751.xml"/><Relationship Id="rId12" Type="http://schemas.openxmlformats.org/officeDocument/2006/relationships/customXml" Target="../ink/ink1633.xml"/><Relationship Id="rId108" Type="http://schemas.openxmlformats.org/officeDocument/2006/relationships/customXml" Target="../ink/ink1681.xml"/><Relationship Id="rId54" Type="http://schemas.openxmlformats.org/officeDocument/2006/relationships/customXml" Target="../ink/ink1654.xml"/><Relationship Id="rId96" Type="http://schemas.openxmlformats.org/officeDocument/2006/relationships/customXml" Target="../ink/ink1675.xml"/><Relationship Id="rId161" Type="http://schemas.openxmlformats.org/officeDocument/2006/relationships/image" Target="../media/image1321.png"/><Relationship Id="rId217" Type="http://schemas.openxmlformats.org/officeDocument/2006/relationships/image" Target="../media/image1349.png"/><Relationship Id="rId259" Type="http://schemas.openxmlformats.org/officeDocument/2006/relationships/image" Target="../media/image1370.png"/><Relationship Id="rId23" Type="http://schemas.openxmlformats.org/officeDocument/2006/relationships/image" Target="../media/image1255.png"/><Relationship Id="rId119" Type="http://schemas.openxmlformats.org/officeDocument/2006/relationships/image" Target="../media/image1301.png"/><Relationship Id="rId270" Type="http://schemas.openxmlformats.org/officeDocument/2006/relationships/customXml" Target="../ink/ink1762.xml"/><Relationship Id="rId44" Type="http://schemas.openxmlformats.org/officeDocument/2006/relationships/customXml" Target="../ink/ink1649.xml"/><Relationship Id="rId65" Type="http://schemas.openxmlformats.org/officeDocument/2006/relationships/image" Target="../media/image1276.png"/><Relationship Id="rId86" Type="http://schemas.openxmlformats.org/officeDocument/2006/relationships/customXml" Target="../ink/ink1670.xml"/><Relationship Id="rId130" Type="http://schemas.openxmlformats.org/officeDocument/2006/relationships/customXml" Target="../ink/ink1692.xml"/><Relationship Id="rId151" Type="http://schemas.openxmlformats.org/officeDocument/2006/relationships/image" Target="../media/image1316.png"/><Relationship Id="rId172" Type="http://schemas.openxmlformats.org/officeDocument/2006/relationships/customXml" Target="../ink/ink1713.xml"/><Relationship Id="rId193" Type="http://schemas.openxmlformats.org/officeDocument/2006/relationships/image" Target="../media/image1337.png"/><Relationship Id="rId207" Type="http://schemas.openxmlformats.org/officeDocument/2006/relationships/image" Target="../media/image1344.png"/><Relationship Id="rId228" Type="http://schemas.openxmlformats.org/officeDocument/2006/relationships/customXml" Target="../ink/ink1741.xml"/><Relationship Id="rId249" Type="http://schemas.openxmlformats.org/officeDocument/2006/relationships/image" Target="../media/image1365.png"/><Relationship Id="rId13" Type="http://schemas.openxmlformats.org/officeDocument/2006/relationships/image" Target="../media/image1250.png"/><Relationship Id="rId109" Type="http://schemas.openxmlformats.org/officeDocument/2006/relationships/image" Target="../media/image1296.png"/><Relationship Id="rId260" Type="http://schemas.openxmlformats.org/officeDocument/2006/relationships/customXml" Target="../ink/ink1757.xml"/><Relationship Id="rId281" Type="http://schemas.openxmlformats.org/officeDocument/2006/relationships/image" Target="../media/image1381.png"/><Relationship Id="rId34" Type="http://schemas.openxmlformats.org/officeDocument/2006/relationships/customXml" Target="../ink/ink1644.xml"/><Relationship Id="rId55" Type="http://schemas.openxmlformats.org/officeDocument/2006/relationships/image" Target="../media/image1271.png"/><Relationship Id="rId76" Type="http://schemas.openxmlformats.org/officeDocument/2006/relationships/customXml" Target="../ink/ink1665.xml"/><Relationship Id="rId97" Type="http://schemas.openxmlformats.org/officeDocument/2006/relationships/image" Target="../media/image1290.png"/><Relationship Id="rId120" Type="http://schemas.openxmlformats.org/officeDocument/2006/relationships/customXml" Target="../ink/ink1687.xml"/><Relationship Id="rId141" Type="http://schemas.openxmlformats.org/officeDocument/2006/relationships/image" Target="../media/image1311.png"/><Relationship Id="rId7" Type="http://schemas.openxmlformats.org/officeDocument/2006/relationships/image" Target="../media/image1247.png"/><Relationship Id="rId162" Type="http://schemas.openxmlformats.org/officeDocument/2006/relationships/customXml" Target="../ink/ink1708.xml"/><Relationship Id="rId183" Type="http://schemas.openxmlformats.org/officeDocument/2006/relationships/image" Target="../media/image1332.png"/><Relationship Id="rId218" Type="http://schemas.openxmlformats.org/officeDocument/2006/relationships/customXml" Target="../ink/ink1736.xml"/><Relationship Id="rId239" Type="http://schemas.openxmlformats.org/officeDocument/2006/relationships/image" Target="../media/image1360.png"/><Relationship Id="rId250" Type="http://schemas.openxmlformats.org/officeDocument/2006/relationships/customXml" Target="../ink/ink1752.xml"/><Relationship Id="rId271" Type="http://schemas.openxmlformats.org/officeDocument/2006/relationships/image" Target="../media/image1376.png"/><Relationship Id="rId292" Type="http://schemas.openxmlformats.org/officeDocument/2006/relationships/customXml" Target="../ink/ink1773.xml"/><Relationship Id="rId306" Type="http://schemas.openxmlformats.org/officeDocument/2006/relationships/customXml" Target="../ink/ink1780.xml"/><Relationship Id="rId24" Type="http://schemas.openxmlformats.org/officeDocument/2006/relationships/customXml" Target="../ink/ink1639.xml"/><Relationship Id="rId45" Type="http://schemas.openxmlformats.org/officeDocument/2006/relationships/image" Target="../media/image1266.png"/><Relationship Id="rId66" Type="http://schemas.openxmlformats.org/officeDocument/2006/relationships/customXml" Target="../ink/ink1660.xml"/><Relationship Id="rId87" Type="http://schemas.openxmlformats.org/officeDocument/2006/relationships/image" Target="../media/image1286.png"/><Relationship Id="rId110" Type="http://schemas.openxmlformats.org/officeDocument/2006/relationships/customXml" Target="../ink/ink1682.xml"/><Relationship Id="rId131" Type="http://schemas.openxmlformats.org/officeDocument/2006/relationships/image" Target="../media/image1306.png"/><Relationship Id="rId152" Type="http://schemas.openxmlformats.org/officeDocument/2006/relationships/customXml" Target="../ink/ink1703.xml"/><Relationship Id="rId173" Type="http://schemas.openxmlformats.org/officeDocument/2006/relationships/image" Target="../media/image1327.png"/><Relationship Id="rId194" Type="http://schemas.openxmlformats.org/officeDocument/2006/relationships/customXml" Target="../ink/ink1724.xml"/><Relationship Id="rId208" Type="http://schemas.openxmlformats.org/officeDocument/2006/relationships/customXml" Target="../ink/ink1731.xml"/><Relationship Id="rId229" Type="http://schemas.openxmlformats.org/officeDocument/2006/relationships/image" Target="../media/image1355.png"/><Relationship Id="rId240" Type="http://schemas.openxmlformats.org/officeDocument/2006/relationships/customXml" Target="../ink/ink1747.xml"/><Relationship Id="rId261" Type="http://schemas.openxmlformats.org/officeDocument/2006/relationships/image" Target="../media/image1371.png"/><Relationship Id="rId14" Type="http://schemas.openxmlformats.org/officeDocument/2006/relationships/customXml" Target="../ink/ink1634.xml"/><Relationship Id="rId35" Type="http://schemas.openxmlformats.org/officeDocument/2006/relationships/image" Target="../media/image1261.png"/><Relationship Id="rId56" Type="http://schemas.openxmlformats.org/officeDocument/2006/relationships/customXml" Target="../ink/ink1655.xml"/><Relationship Id="rId77" Type="http://schemas.openxmlformats.org/officeDocument/2006/relationships/image" Target="../media/image1281.png"/><Relationship Id="rId100" Type="http://schemas.openxmlformats.org/officeDocument/2006/relationships/customXml" Target="../ink/ink1677.xml"/><Relationship Id="rId282" Type="http://schemas.openxmlformats.org/officeDocument/2006/relationships/customXml" Target="../ink/ink1768.xml"/><Relationship Id="rId8" Type="http://schemas.openxmlformats.org/officeDocument/2006/relationships/customXml" Target="../ink/ink1631.xml"/><Relationship Id="rId98" Type="http://schemas.openxmlformats.org/officeDocument/2006/relationships/customXml" Target="../ink/ink1676.xml"/><Relationship Id="rId121" Type="http://schemas.openxmlformats.org/officeDocument/2006/relationships/image" Target="../media/image1302.png"/><Relationship Id="rId142" Type="http://schemas.openxmlformats.org/officeDocument/2006/relationships/customXml" Target="../ink/ink1698.xml"/><Relationship Id="rId163" Type="http://schemas.openxmlformats.org/officeDocument/2006/relationships/image" Target="../media/image1322.png"/><Relationship Id="rId184" Type="http://schemas.openxmlformats.org/officeDocument/2006/relationships/customXml" Target="../ink/ink1719.xml"/><Relationship Id="rId219" Type="http://schemas.openxmlformats.org/officeDocument/2006/relationships/image" Target="../media/image1350.png"/><Relationship Id="rId230" Type="http://schemas.openxmlformats.org/officeDocument/2006/relationships/customXml" Target="../ink/ink1742.xml"/><Relationship Id="rId251" Type="http://schemas.openxmlformats.org/officeDocument/2006/relationships/image" Target="../media/image1366.png"/><Relationship Id="rId25" Type="http://schemas.openxmlformats.org/officeDocument/2006/relationships/image" Target="../media/image1256.png"/><Relationship Id="rId46" Type="http://schemas.openxmlformats.org/officeDocument/2006/relationships/customXml" Target="../ink/ink1650.xml"/><Relationship Id="rId67" Type="http://schemas.openxmlformats.org/officeDocument/2006/relationships/image" Target="../media/image1277.png"/><Relationship Id="rId272" Type="http://schemas.openxmlformats.org/officeDocument/2006/relationships/customXml" Target="../ink/ink1763.xml"/><Relationship Id="rId293" Type="http://schemas.openxmlformats.org/officeDocument/2006/relationships/image" Target="../media/image1387.png"/><Relationship Id="rId307" Type="http://schemas.openxmlformats.org/officeDocument/2006/relationships/image" Target="../media/image1394.png"/><Relationship Id="rId88" Type="http://schemas.openxmlformats.org/officeDocument/2006/relationships/customXml" Target="../ink/ink1671.xml"/><Relationship Id="rId111" Type="http://schemas.openxmlformats.org/officeDocument/2006/relationships/image" Target="../media/image1297.png"/><Relationship Id="rId132" Type="http://schemas.openxmlformats.org/officeDocument/2006/relationships/customXml" Target="../ink/ink1693.xml"/><Relationship Id="rId153" Type="http://schemas.openxmlformats.org/officeDocument/2006/relationships/image" Target="../media/image1317.png"/><Relationship Id="rId174" Type="http://schemas.openxmlformats.org/officeDocument/2006/relationships/customXml" Target="../ink/ink1714.xml"/><Relationship Id="rId195" Type="http://schemas.openxmlformats.org/officeDocument/2006/relationships/image" Target="../media/image1338.png"/><Relationship Id="rId209" Type="http://schemas.openxmlformats.org/officeDocument/2006/relationships/image" Target="../media/image1345.png"/><Relationship Id="rId220" Type="http://schemas.openxmlformats.org/officeDocument/2006/relationships/customXml" Target="../ink/ink1737.xml"/><Relationship Id="rId241" Type="http://schemas.openxmlformats.org/officeDocument/2006/relationships/image" Target="../media/image1361.png"/><Relationship Id="rId15" Type="http://schemas.openxmlformats.org/officeDocument/2006/relationships/image" Target="../media/image1251.png"/><Relationship Id="rId36" Type="http://schemas.openxmlformats.org/officeDocument/2006/relationships/customXml" Target="../ink/ink1645.xml"/><Relationship Id="rId57" Type="http://schemas.openxmlformats.org/officeDocument/2006/relationships/image" Target="../media/image1272.png"/><Relationship Id="rId262" Type="http://schemas.openxmlformats.org/officeDocument/2006/relationships/customXml" Target="../ink/ink1758.xml"/><Relationship Id="rId283" Type="http://schemas.openxmlformats.org/officeDocument/2006/relationships/image" Target="../media/image1382.png"/><Relationship Id="rId78" Type="http://schemas.openxmlformats.org/officeDocument/2006/relationships/customXml" Target="../ink/ink1666.xml"/><Relationship Id="rId99" Type="http://schemas.openxmlformats.org/officeDocument/2006/relationships/image" Target="../media/image1291.png"/><Relationship Id="rId101" Type="http://schemas.openxmlformats.org/officeDocument/2006/relationships/image" Target="../media/image1292.png"/><Relationship Id="rId122" Type="http://schemas.openxmlformats.org/officeDocument/2006/relationships/customXml" Target="../ink/ink1688.xml"/><Relationship Id="rId143" Type="http://schemas.openxmlformats.org/officeDocument/2006/relationships/image" Target="../media/image1312.png"/><Relationship Id="rId164" Type="http://schemas.openxmlformats.org/officeDocument/2006/relationships/customXml" Target="../ink/ink1709.xml"/><Relationship Id="rId185" Type="http://schemas.openxmlformats.org/officeDocument/2006/relationships/image" Target="../media/image1333.png"/><Relationship Id="rId9" Type="http://schemas.openxmlformats.org/officeDocument/2006/relationships/image" Target="../media/image1248.png"/><Relationship Id="rId210" Type="http://schemas.openxmlformats.org/officeDocument/2006/relationships/customXml" Target="../ink/ink1732.xml"/><Relationship Id="rId26" Type="http://schemas.openxmlformats.org/officeDocument/2006/relationships/customXml" Target="../ink/ink1640.xml"/><Relationship Id="rId231" Type="http://schemas.openxmlformats.org/officeDocument/2006/relationships/image" Target="../media/image1356.png"/><Relationship Id="rId252" Type="http://schemas.openxmlformats.org/officeDocument/2006/relationships/customXml" Target="../ink/ink1753.xml"/><Relationship Id="rId273" Type="http://schemas.openxmlformats.org/officeDocument/2006/relationships/image" Target="../media/image1377.png"/><Relationship Id="rId294" Type="http://schemas.openxmlformats.org/officeDocument/2006/relationships/customXml" Target="../ink/ink1774.xml"/><Relationship Id="rId308" Type="http://schemas.openxmlformats.org/officeDocument/2006/relationships/customXml" Target="../ink/ink1781.xml"/><Relationship Id="rId47" Type="http://schemas.openxmlformats.org/officeDocument/2006/relationships/image" Target="../media/image1267.png"/><Relationship Id="rId68" Type="http://schemas.openxmlformats.org/officeDocument/2006/relationships/customXml" Target="../ink/ink1661.xml"/><Relationship Id="rId89" Type="http://schemas.openxmlformats.org/officeDocument/2006/relationships/image" Target="../media/image570.png"/><Relationship Id="rId112" Type="http://schemas.openxmlformats.org/officeDocument/2006/relationships/customXml" Target="../ink/ink1683.xml"/><Relationship Id="rId133" Type="http://schemas.openxmlformats.org/officeDocument/2006/relationships/image" Target="../media/image1307.png"/><Relationship Id="rId154" Type="http://schemas.openxmlformats.org/officeDocument/2006/relationships/customXml" Target="../ink/ink1704.xml"/><Relationship Id="rId175" Type="http://schemas.openxmlformats.org/officeDocument/2006/relationships/image" Target="../media/image1328.png"/><Relationship Id="rId196" Type="http://schemas.openxmlformats.org/officeDocument/2006/relationships/customXml" Target="../ink/ink1725.xml"/><Relationship Id="rId200" Type="http://schemas.openxmlformats.org/officeDocument/2006/relationships/customXml" Target="../ink/ink1727.xml"/><Relationship Id="rId16" Type="http://schemas.openxmlformats.org/officeDocument/2006/relationships/customXml" Target="../ink/ink1635.xml"/><Relationship Id="rId221" Type="http://schemas.openxmlformats.org/officeDocument/2006/relationships/image" Target="../media/image1351.png"/><Relationship Id="rId242" Type="http://schemas.openxmlformats.org/officeDocument/2006/relationships/customXml" Target="../ink/ink1748.xml"/><Relationship Id="rId263" Type="http://schemas.openxmlformats.org/officeDocument/2006/relationships/image" Target="../media/image1372.png"/><Relationship Id="rId284" Type="http://schemas.openxmlformats.org/officeDocument/2006/relationships/customXml" Target="../ink/ink1769.xml"/><Relationship Id="rId37" Type="http://schemas.openxmlformats.org/officeDocument/2006/relationships/image" Target="../media/image1262.png"/><Relationship Id="rId58" Type="http://schemas.openxmlformats.org/officeDocument/2006/relationships/customXml" Target="../ink/ink1656.xml"/><Relationship Id="rId79" Type="http://schemas.openxmlformats.org/officeDocument/2006/relationships/image" Target="../media/image1282.png"/><Relationship Id="rId102" Type="http://schemas.openxmlformats.org/officeDocument/2006/relationships/customXml" Target="../ink/ink1678.xml"/><Relationship Id="rId123" Type="http://schemas.openxmlformats.org/officeDocument/2006/relationships/image" Target="../media/image1303.png"/><Relationship Id="rId144" Type="http://schemas.openxmlformats.org/officeDocument/2006/relationships/customXml" Target="../ink/ink1699.xml"/><Relationship Id="rId90" Type="http://schemas.openxmlformats.org/officeDocument/2006/relationships/customXml" Target="../ink/ink1672.xml"/><Relationship Id="rId165" Type="http://schemas.openxmlformats.org/officeDocument/2006/relationships/image" Target="../media/image1323.png"/><Relationship Id="rId186" Type="http://schemas.openxmlformats.org/officeDocument/2006/relationships/customXml" Target="../ink/ink1720.xml"/><Relationship Id="rId211" Type="http://schemas.openxmlformats.org/officeDocument/2006/relationships/image" Target="../media/image1346.png"/><Relationship Id="rId232" Type="http://schemas.openxmlformats.org/officeDocument/2006/relationships/customXml" Target="../ink/ink1743.xml"/><Relationship Id="rId253" Type="http://schemas.openxmlformats.org/officeDocument/2006/relationships/image" Target="../media/image1367.png"/><Relationship Id="rId274" Type="http://schemas.openxmlformats.org/officeDocument/2006/relationships/customXml" Target="../ink/ink1764.xml"/><Relationship Id="rId295" Type="http://schemas.openxmlformats.org/officeDocument/2006/relationships/image" Target="../media/image1388.png"/><Relationship Id="rId309" Type="http://schemas.openxmlformats.org/officeDocument/2006/relationships/image" Target="../media/image1395.png"/><Relationship Id="rId27" Type="http://schemas.openxmlformats.org/officeDocument/2006/relationships/image" Target="../media/image1257.png"/><Relationship Id="rId48" Type="http://schemas.openxmlformats.org/officeDocument/2006/relationships/customXml" Target="../ink/ink1651.xml"/><Relationship Id="rId69" Type="http://schemas.openxmlformats.org/officeDocument/2006/relationships/image" Target="../media/image1278.png"/><Relationship Id="rId113" Type="http://schemas.openxmlformats.org/officeDocument/2006/relationships/image" Target="../media/image1298.png"/><Relationship Id="rId134" Type="http://schemas.openxmlformats.org/officeDocument/2006/relationships/customXml" Target="../ink/ink1694.xml"/><Relationship Id="rId80" Type="http://schemas.openxmlformats.org/officeDocument/2006/relationships/customXml" Target="../ink/ink1667.xml"/><Relationship Id="rId155" Type="http://schemas.openxmlformats.org/officeDocument/2006/relationships/image" Target="../media/image1318.png"/><Relationship Id="rId176" Type="http://schemas.openxmlformats.org/officeDocument/2006/relationships/customXml" Target="../ink/ink1715.xml"/><Relationship Id="rId197" Type="http://schemas.openxmlformats.org/officeDocument/2006/relationships/image" Target="../media/image1339.png"/><Relationship Id="rId201" Type="http://schemas.openxmlformats.org/officeDocument/2006/relationships/image" Target="../media/image1341.png"/><Relationship Id="rId222" Type="http://schemas.openxmlformats.org/officeDocument/2006/relationships/customXml" Target="../ink/ink1738.xml"/><Relationship Id="rId243" Type="http://schemas.openxmlformats.org/officeDocument/2006/relationships/image" Target="../media/image1362.png"/><Relationship Id="rId264" Type="http://schemas.openxmlformats.org/officeDocument/2006/relationships/customXml" Target="../ink/ink1759.xml"/><Relationship Id="rId285" Type="http://schemas.openxmlformats.org/officeDocument/2006/relationships/image" Target="../media/image1383.png"/><Relationship Id="rId17" Type="http://schemas.openxmlformats.org/officeDocument/2006/relationships/image" Target="../media/image1252.png"/><Relationship Id="rId38" Type="http://schemas.openxmlformats.org/officeDocument/2006/relationships/customXml" Target="../ink/ink1646.xml"/><Relationship Id="rId59" Type="http://schemas.openxmlformats.org/officeDocument/2006/relationships/image" Target="../media/image1273.png"/><Relationship Id="rId103" Type="http://schemas.openxmlformats.org/officeDocument/2006/relationships/image" Target="../media/image1293.png"/><Relationship Id="rId124" Type="http://schemas.openxmlformats.org/officeDocument/2006/relationships/customXml" Target="../ink/ink1689.xml"/><Relationship Id="rId70" Type="http://schemas.openxmlformats.org/officeDocument/2006/relationships/customXml" Target="../ink/ink1662.xml"/><Relationship Id="rId91" Type="http://schemas.openxmlformats.org/officeDocument/2006/relationships/image" Target="../media/image1287.png"/><Relationship Id="rId145" Type="http://schemas.openxmlformats.org/officeDocument/2006/relationships/image" Target="../media/image1313.png"/><Relationship Id="rId166" Type="http://schemas.openxmlformats.org/officeDocument/2006/relationships/customXml" Target="../ink/ink1710.xml"/><Relationship Id="rId187" Type="http://schemas.openxmlformats.org/officeDocument/2006/relationships/image" Target="../media/image1334.png"/><Relationship Id="rId1" Type="http://schemas.openxmlformats.org/officeDocument/2006/relationships/slideLayout" Target="../slideLayouts/slideLayout7.xml"/><Relationship Id="rId212" Type="http://schemas.openxmlformats.org/officeDocument/2006/relationships/customXml" Target="../ink/ink1733.xml"/><Relationship Id="rId233" Type="http://schemas.openxmlformats.org/officeDocument/2006/relationships/image" Target="../media/image1357.png"/><Relationship Id="rId254" Type="http://schemas.openxmlformats.org/officeDocument/2006/relationships/customXml" Target="../ink/ink1754.xml"/><Relationship Id="rId28" Type="http://schemas.openxmlformats.org/officeDocument/2006/relationships/customXml" Target="../ink/ink1641.xml"/><Relationship Id="rId49" Type="http://schemas.openxmlformats.org/officeDocument/2006/relationships/image" Target="../media/image1268.png"/><Relationship Id="rId114" Type="http://schemas.openxmlformats.org/officeDocument/2006/relationships/customXml" Target="../ink/ink1684.xml"/><Relationship Id="rId275" Type="http://schemas.openxmlformats.org/officeDocument/2006/relationships/image" Target="../media/image1378.png"/><Relationship Id="rId296" Type="http://schemas.openxmlformats.org/officeDocument/2006/relationships/customXml" Target="../ink/ink1775.xml"/><Relationship Id="rId300" Type="http://schemas.openxmlformats.org/officeDocument/2006/relationships/customXml" Target="../ink/ink1777.xml"/><Relationship Id="rId60" Type="http://schemas.openxmlformats.org/officeDocument/2006/relationships/customXml" Target="../ink/ink1657.xml"/><Relationship Id="rId81" Type="http://schemas.openxmlformats.org/officeDocument/2006/relationships/image" Target="../media/image1283.png"/><Relationship Id="rId135" Type="http://schemas.openxmlformats.org/officeDocument/2006/relationships/image" Target="../media/image1308.png"/><Relationship Id="rId156" Type="http://schemas.openxmlformats.org/officeDocument/2006/relationships/customXml" Target="../ink/ink1705.xml"/><Relationship Id="rId177" Type="http://schemas.openxmlformats.org/officeDocument/2006/relationships/image" Target="../media/image1329.png"/><Relationship Id="rId198" Type="http://schemas.openxmlformats.org/officeDocument/2006/relationships/customXml" Target="../ink/ink1726.xml"/><Relationship Id="rId202" Type="http://schemas.openxmlformats.org/officeDocument/2006/relationships/customXml" Target="../ink/ink1728.xml"/><Relationship Id="rId223" Type="http://schemas.openxmlformats.org/officeDocument/2006/relationships/image" Target="../media/image1352.png"/><Relationship Id="rId244" Type="http://schemas.openxmlformats.org/officeDocument/2006/relationships/customXml" Target="../ink/ink1749.xml"/><Relationship Id="rId18" Type="http://schemas.openxmlformats.org/officeDocument/2006/relationships/customXml" Target="../ink/ink1636.xml"/><Relationship Id="rId39" Type="http://schemas.openxmlformats.org/officeDocument/2006/relationships/image" Target="../media/image1263.png"/><Relationship Id="rId265" Type="http://schemas.openxmlformats.org/officeDocument/2006/relationships/image" Target="../media/image1373.png"/><Relationship Id="rId286" Type="http://schemas.openxmlformats.org/officeDocument/2006/relationships/customXml" Target="../ink/ink1770.xml"/><Relationship Id="rId50" Type="http://schemas.openxmlformats.org/officeDocument/2006/relationships/customXml" Target="../ink/ink1652.xml"/><Relationship Id="rId104" Type="http://schemas.openxmlformats.org/officeDocument/2006/relationships/customXml" Target="../ink/ink1679.xml"/><Relationship Id="rId125" Type="http://schemas.openxmlformats.org/officeDocument/2006/relationships/image" Target="../media/image1304.png"/><Relationship Id="rId146" Type="http://schemas.openxmlformats.org/officeDocument/2006/relationships/customXml" Target="../ink/ink1700.xml"/><Relationship Id="rId167" Type="http://schemas.openxmlformats.org/officeDocument/2006/relationships/image" Target="../media/image1324.png"/><Relationship Id="rId188" Type="http://schemas.openxmlformats.org/officeDocument/2006/relationships/customXml" Target="../ink/ink1721.xml"/><Relationship Id="rId71" Type="http://schemas.openxmlformats.org/officeDocument/2006/relationships/image" Target="../media/image1279.png"/><Relationship Id="rId92" Type="http://schemas.openxmlformats.org/officeDocument/2006/relationships/customXml" Target="../ink/ink1673.xml"/><Relationship Id="rId213" Type="http://schemas.openxmlformats.org/officeDocument/2006/relationships/image" Target="../media/image1347.png"/><Relationship Id="rId234" Type="http://schemas.openxmlformats.org/officeDocument/2006/relationships/customXml" Target="../ink/ink1744.xml"/><Relationship Id="rId2" Type="http://schemas.openxmlformats.org/officeDocument/2006/relationships/customXml" Target="../ink/ink1628.xml"/><Relationship Id="rId29" Type="http://schemas.openxmlformats.org/officeDocument/2006/relationships/image" Target="../media/image1258.png"/><Relationship Id="rId255" Type="http://schemas.openxmlformats.org/officeDocument/2006/relationships/image" Target="../media/image1368.png"/><Relationship Id="rId276" Type="http://schemas.openxmlformats.org/officeDocument/2006/relationships/customXml" Target="../ink/ink1765.xml"/><Relationship Id="rId297" Type="http://schemas.openxmlformats.org/officeDocument/2006/relationships/image" Target="../media/image1389.png"/><Relationship Id="rId40" Type="http://schemas.openxmlformats.org/officeDocument/2006/relationships/customXml" Target="../ink/ink1647.xml"/><Relationship Id="rId115" Type="http://schemas.openxmlformats.org/officeDocument/2006/relationships/image" Target="../media/image1299.png"/><Relationship Id="rId136" Type="http://schemas.openxmlformats.org/officeDocument/2006/relationships/customXml" Target="../ink/ink1695.xml"/><Relationship Id="rId157" Type="http://schemas.openxmlformats.org/officeDocument/2006/relationships/image" Target="../media/image1319.png"/><Relationship Id="rId178" Type="http://schemas.openxmlformats.org/officeDocument/2006/relationships/customXml" Target="../ink/ink1716.xml"/><Relationship Id="rId301" Type="http://schemas.openxmlformats.org/officeDocument/2006/relationships/image" Target="../media/image1391.png"/><Relationship Id="rId61" Type="http://schemas.openxmlformats.org/officeDocument/2006/relationships/image" Target="../media/image1274.png"/><Relationship Id="rId82" Type="http://schemas.openxmlformats.org/officeDocument/2006/relationships/customXml" Target="../ink/ink1668.xml"/><Relationship Id="rId199" Type="http://schemas.openxmlformats.org/officeDocument/2006/relationships/image" Target="../media/image1340.png"/><Relationship Id="rId203" Type="http://schemas.openxmlformats.org/officeDocument/2006/relationships/image" Target="../media/image1342.png"/><Relationship Id="rId19" Type="http://schemas.openxmlformats.org/officeDocument/2006/relationships/image" Target="../media/image1253.png"/><Relationship Id="rId224" Type="http://schemas.openxmlformats.org/officeDocument/2006/relationships/customXml" Target="../ink/ink1739.xml"/><Relationship Id="rId245" Type="http://schemas.openxmlformats.org/officeDocument/2006/relationships/image" Target="../media/image1363.png"/><Relationship Id="rId266" Type="http://schemas.openxmlformats.org/officeDocument/2006/relationships/customXml" Target="../ink/ink1760.xml"/><Relationship Id="rId287" Type="http://schemas.openxmlformats.org/officeDocument/2006/relationships/image" Target="../media/image1384.png"/><Relationship Id="rId30" Type="http://schemas.openxmlformats.org/officeDocument/2006/relationships/customXml" Target="../ink/ink1642.xml"/><Relationship Id="rId105" Type="http://schemas.openxmlformats.org/officeDocument/2006/relationships/image" Target="../media/image1294.png"/><Relationship Id="rId126" Type="http://schemas.openxmlformats.org/officeDocument/2006/relationships/customXml" Target="../ink/ink1690.xml"/><Relationship Id="rId147" Type="http://schemas.openxmlformats.org/officeDocument/2006/relationships/image" Target="../media/image1314.png"/><Relationship Id="rId168" Type="http://schemas.openxmlformats.org/officeDocument/2006/relationships/customXml" Target="../ink/ink1711.xml"/><Relationship Id="rId51" Type="http://schemas.openxmlformats.org/officeDocument/2006/relationships/image" Target="../media/image1269.png"/><Relationship Id="rId72" Type="http://schemas.openxmlformats.org/officeDocument/2006/relationships/customXml" Target="../ink/ink1663.xml"/><Relationship Id="rId93" Type="http://schemas.openxmlformats.org/officeDocument/2006/relationships/image" Target="../media/image1288.png"/><Relationship Id="rId189" Type="http://schemas.openxmlformats.org/officeDocument/2006/relationships/image" Target="../media/image1335.png"/><Relationship Id="rId3" Type="http://schemas.openxmlformats.org/officeDocument/2006/relationships/image" Target="../media/image1245.png"/><Relationship Id="rId214" Type="http://schemas.openxmlformats.org/officeDocument/2006/relationships/customXml" Target="../ink/ink1734.xml"/><Relationship Id="rId235" Type="http://schemas.openxmlformats.org/officeDocument/2006/relationships/image" Target="../media/image1358.png"/><Relationship Id="rId256" Type="http://schemas.openxmlformats.org/officeDocument/2006/relationships/customXml" Target="../ink/ink1755.xml"/><Relationship Id="rId277" Type="http://schemas.openxmlformats.org/officeDocument/2006/relationships/image" Target="../media/image1379.png"/><Relationship Id="rId298" Type="http://schemas.openxmlformats.org/officeDocument/2006/relationships/customXml" Target="../ink/ink1776.xml"/><Relationship Id="rId116" Type="http://schemas.openxmlformats.org/officeDocument/2006/relationships/customXml" Target="../ink/ink1685.xml"/><Relationship Id="rId137" Type="http://schemas.openxmlformats.org/officeDocument/2006/relationships/image" Target="../media/image1309.png"/><Relationship Id="rId158" Type="http://schemas.openxmlformats.org/officeDocument/2006/relationships/customXml" Target="../ink/ink1706.xml"/><Relationship Id="rId302" Type="http://schemas.openxmlformats.org/officeDocument/2006/relationships/customXml" Target="../ink/ink1778.xml"/><Relationship Id="rId20" Type="http://schemas.openxmlformats.org/officeDocument/2006/relationships/customXml" Target="../ink/ink1637.xml"/><Relationship Id="rId41" Type="http://schemas.openxmlformats.org/officeDocument/2006/relationships/image" Target="../media/image1264.png"/><Relationship Id="rId62" Type="http://schemas.openxmlformats.org/officeDocument/2006/relationships/customXml" Target="../ink/ink1658.xml"/><Relationship Id="rId83" Type="http://schemas.openxmlformats.org/officeDocument/2006/relationships/image" Target="../media/image1284.png"/><Relationship Id="rId179" Type="http://schemas.openxmlformats.org/officeDocument/2006/relationships/image" Target="../media/image1330.png"/><Relationship Id="rId190" Type="http://schemas.openxmlformats.org/officeDocument/2006/relationships/customXml" Target="../ink/ink1722.xml"/><Relationship Id="rId204" Type="http://schemas.openxmlformats.org/officeDocument/2006/relationships/customXml" Target="../ink/ink1729.xml"/><Relationship Id="rId225" Type="http://schemas.openxmlformats.org/officeDocument/2006/relationships/image" Target="../media/image1353.png"/><Relationship Id="rId246" Type="http://schemas.openxmlformats.org/officeDocument/2006/relationships/customXml" Target="../ink/ink1750.xml"/><Relationship Id="rId267" Type="http://schemas.openxmlformats.org/officeDocument/2006/relationships/image" Target="../media/image1374.png"/><Relationship Id="rId288" Type="http://schemas.openxmlformats.org/officeDocument/2006/relationships/customXml" Target="../ink/ink1771.xml"/><Relationship Id="rId106" Type="http://schemas.openxmlformats.org/officeDocument/2006/relationships/customXml" Target="../ink/ink1680.xml"/><Relationship Id="rId127" Type="http://schemas.openxmlformats.org/officeDocument/2006/relationships/image" Target="../media/image1305.png"/><Relationship Id="rId10" Type="http://schemas.openxmlformats.org/officeDocument/2006/relationships/customXml" Target="../ink/ink1632.xml"/><Relationship Id="rId31" Type="http://schemas.openxmlformats.org/officeDocument/2006/relationships/image" Target="../media/image1259.png"/><Relationship Id="rId52" Type="http://schemas.openxmlformats.org/officeDocument/2006/relationships/customXml" Target="../ink/ink1653.xml"/><Relationship Id="rId73" Type="http://schemas.openxmlformats.org/officeDocument/2006/relationships/image" Target="../media/image724.png"/><Relationship Id="rId94" Type="http://schemas.openxmlformats.org/officeDocument/2006/relationships/customXml" Target="../ink/ink1674.xml"/><Relationship Id="rId148" Type="http://schemas.openxmlformats.org/officeDocument/2006/relationships/customXml" Target="../ink/ink1701.xml"/><Relationship Id="rId169" Type="http://schemas.openxmlformats.org/officeDocument/2006/relationships/image" Target="../media/image1325.png"/><Relationship Id="rId4" Type="http://schemas.openxmlformats.org/officeDocument/2006/relationships/customXml" Target="../ink/ink1629.xml"/><Relationship Id="rId180" Type="http://schemas.openxmlformats.org/officeDocument/2006/relationships/customXml" Target="../ink/ink1717.xml"/><Relationship Id="rId215" Type="http://schemas.openxmlformats.org/officeDocument/2006/relationships/image" Target="../media/image1348.png"/><Relationship Id="rId236" Type="http://schemas.openxmlformats.org/officeDocument/2006/relationships/customXml" Target="../ink/ink1745.xml"/><Relationship Id="rId257" Type="http://schemas.openxmlformats.org/officeDocument/2006/relationships/image" Target="../media/image1369.png"/><Relationship Id="rId278" Type="http://schemas.openxmlformats.org/officeDocument/2006/relationships/customXml" Target="../ink/ink1766.xml"/><Relationship Id="rId303" Type="http://schemas.openxmlformats.org/officeDocument/2006/relationships/image" Target="../media/image1392.png"/><Relationship Id="rId42" Type="http://schemas.openxmlformats.org/officeDocument/2006/relationships/customXml" Target="../ink/ink1648.xml"/><Relationship Id="rId84" Type="http://schemas.openxmlformats.org/officeDocument/2006/relationships/customXml" Target="../ink/ink1669.xml"/><Relationship Id="rId138" Type="http://schemas.openxmlformats.org/officeDocument/2006/relationships/customXml" Target="../ink/ink1696.xml"/><Relationship Id="rId191" Type="http://schemas.openxmlformats.org/officeDocument/2006/relationships/image" Target="../media/image1336.png"/><Relationship Id="rId205" Type="http://schemas.openxmlformats.org/officeDocument/2006/relationships/image" Target="../media/image1343.png"/><Relationship Id="rId247" Type="http://schemas.openxmlformats.org/officeDocument/2006/relationships/image" Target="../media/image1364.png"/><Relationship Id="rId107" Type="http://schemas.openxmlformats.org/officeDocument/2006/relationships/image" Target="../media/image1295.png"/><Relationship Id="rId289" Type="http://schemas.openxmlformats.org/officeDocument/2006/relationships/image" Target="../media/image1385.png"/><Relationship Id="rId11" Type="http://schemas.openxmlformats.org/officeDocument/2006/relationships/image" Target="../media/image1249.png"/><Relationship Id="rId53" Type="http://schemas.openxmlformats.org/officeDocument/2006/relationships/image" Target="../media/image1270.png"/><Relationship Id="rId149" Type="http://schemas.openxmlformats.org/officeDocument/2006/relationships/image" Target="../media/image1315.png"/><Relationship Id="rId95" Type="http://schemas.openxmlformats.org/officeDocument/2006/relationships/image" Target="../media/image1289.png"/><Relationship Id="rId160" Type="http://schemas.openxmlformats.org/officeDocument/2006/relationships/customXml" Target="../ink/ink1707.xml"/><Relationship Id="rId216" Type="http://schemas.openxmlformats.org/officeDocument/2006/relationships/customXml" Target="../ink/ink1735.xml"/><Relationship Id="rId258" Type="http://schemas.openxmlformats.org/officeDocument/2006/relationships/customXml" Target="../ink/ink1756.xml"/><Relationship Id="rId22" Type="http://schemas.openxmlformats.org/officeDocument/2006/relationships/customXml" Target="../ink/ink1638.xml"/><Relationship Id="rId64" Type="http://schemas.openxmlformats.org/officeDocument/2006/relationships/customXml" Target="../ink/ink1659.xml"/><Relationship Id="rId118" Type="http://schemas.openxmlformats.org/officeDocument/2006/relationships/customXml" Target="../ink/ink1686.xml"/><Relationship Id="rId171" Type="http://schemas.openxmlformats.org/officeDocument/2006/relationships/image" Target="../media/image1326.png"/><Relationship Id="rId227" Type="http://schemas.openxmlformats.org/officeDocument/2006/relationships/image" Target="../media/image1354.png"/><Relationship Id="rId269" Type="http://schemas.openxmlformats.org/officeDocument/2006/relationships/image" Target="../media/image1375.png"/><Relationship Id="rId33" Type="http://schemas.openxmlformats.org/officeDocument/2006/relationships/image" Target="../media/image1260.png"/><Relationship Id="rId129" Type="http://schemas.openxmlformats.org/officeDocument/2006/relationships/image" Target="../media/image299.png"/><Relationship Id="rId280" Type="http://schemas.openxmlformats.org/officeDocument/2006/relationships/customXml" Target="../ink/ink1767.xml"/><Relationship Id="rId75" Type="http://schemas.openxmlformats.org/officeDocument/2006/relationships/image" Target="../media/image1280.png"/><Relationship Id="rId140" Type="http://schemas.openxmlformats.org/officeDocument/2006/relationships/customXml" Target="../ink/ink1697.xml"/><Relationship Id="rId182" Type="http://schemas.openxmlformats.org/officeDocument/2006/relationships/customXml" Target="../ink/ink1718.xml"/><Relationship Id="rId6" Type="http://schemas.openxmlformats.org/officeDocument/2006/relationships/customXml" Target="../ink/ink1630.xml"/><Relationship Id="rId238" Type="http://schemas.openxmlformats.org/officeDocument/2006/relationships/customXml" Target="../ink/ink1746.xml"/><Relationship Id="rId291" Type="http://schemas.openxmlformats.org/officeDocument/2006/relationships/image" Target="../media/image1386.png"/><Relationship Id="rId305" Type="http://schemas.openxmlformats.org/officeDocument/2006/relationships/image" Target="../media/image139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C696F0-AFA0-A576-A2C0-3B8036D9627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ZA"/>
              <a:t>Linked </a:t>
            </a:r>
            <a:br>
              <a:rPr lang="en-ZA"/>
            </a:br>
            <a:r>
              <a:rPr lang="en-ZA"/>
              <a:t>Queue</a:t>
            </a:r>
            <a:endParaRPr lang="en-ZA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68B2EE6-BD00-CE76-8A78-1FFED68D01B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3972419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2FCA71-4DE1-900D-A906-FDD35248CF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/>
              <a:t>A Queue basically is a First-in First-Out (FIFO) Data Structure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7E86D7-5BFC-9C50-D220-D484D5D604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082167"/>
          </a:xfrm>
        </p:spPr>
        <p:txBody>
          <a:bodyPr/>
          <a:lstStyle/>
          <a:p>
            <a:r>
              <a:rPr lang="en-ZA" dirty="0"/>
              <a:t>Enqueue – add data to the end of the queue.</a:t>
            </a:r>
          </a:p>
          <a:p>
            <a:r>
              <a:rPr lang="en-ZA" dirty="0"/>
              <a:t>Dequeue – remove data from the front of the queue. 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494993A1-8C50-6FF1-C736-24C256BA1EA7}"/>
                  </a:ext>
                </a:extLst>
              </p14:cNvPr>
              <p14:cNvContentPartPr/>
              <p14:nvPr/>
            </p14:nvContentPartPr>
            <p14:xfrm>
              <a:off x="891576" y="3454056"/>
              <a:ext cx="3037320" cy="252000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494993A1-8C50-6FF1-C736-24C256BA1EA7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87256" y="3449736"/>
                <a:ext cx="3045960" cy="2528640"/>
              </a:xfrm>
              <a:prstGeom prst="rect">
                <a:avLst/>
              </a:prstGeom>
            </p:spPr>
          </p:pic>
        </mc:Fallback>
      </mc:AlternateContent>
      <p:grpSp>
        <p:nvGrpSpPr>
          <p:cNvPr id="27" name="Group 26">
            <a:extLst>
              <a:ext uri="{FF2B5EF4-FFF2-40B4-BE49-F238E27FC236}">
                <a16:creationId xmlns:a16="http://schemas.microsoft.com/office/drawing/2014/main" id="{8D0CD6C6-AC88-292C-BCB7-3972B4DF8BAE}"/>
              </a:ext>
            </a:extLst>
          </p:cNvPr>
          <p:cNvGrpSpPr/>
          <p:nvPr/>
        </p:nvGrpSpPr>
        <p:grpSpPr>
          <a:xfrm>
            <a:off x="4124376" y="3132936"/>
            <a:ext cx="1407240" cy="230760"/>
            <a:chOff x="4124376" y="3132936"/>
            <a:chExt cx="1407240" cy="230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C7ECF78D-AF92-27C4-25C3-F12988D07724}"/>
                    </a:ext>
                  </a:extLst>
                </p14:cNvPr>
                <p14:cNvContentPartPr/>
                <p14:nvPr/>
              </p14:nvContentPartPr>
              <p14:xfrm>
                <a:off x="4124376" y="3186936"/>
                <a:ext cx="171000" cy="17676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C7ECF78D-AF92-27C4-25C3-F12988D07724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4120056" y="3182616"/>
                  <a:ext cx="179640" cy="18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695700B5-3BBA-DCF7-9AA9-587139C86B8C}"/>
                    </a:ext>
                  </a:extLst>
                </p14:cNvPr>
                <p14:cNvContentPartPr/>
                <p14:nvPr/>
              </p14:nvContentPartPr>
              <p14:xfrm>
                <a:off x="4290336" y="3292776"/>
                <a:ext cx="34560" cy="6300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695700B5-3BBA-DCF7-9AA9-587139C86B8C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4286016" y="3288456"/>
                  <a:ext cx="43200" cy="7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41047F4A-0616-BB0B-99DE-49BE1D890008}"/>
                    </a:ext>
                  </a:extLst>
                </p14:cNvPr>
                <p14:cNvContentPartPr/>
                <p14:nvPr/>
              </p14:nvContentPartPr>
              <p14:xfrm>
                <a:off x="4365936" y="3177576"/>
                <a:ext cx="2880" cy="4752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41047F4A-0616-BB0B-99DE-49BE1D890008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4361616" y="3173256"/>
                  <a:ext cx="11520" cy="5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300549EE-6ACF-03B3-2603-ECE3538A9076}"/>
                    </a:ext>
                  </a:extLst>
                </p14:cNvPr>
                <p14:cNvContentPartPr/>
                <p14:nvPr/>
              </p14:nvContentPartPr>
              <p14:xfrm>
                <a:off x="4355856" y="3270096"/>
                <a:ext cx="205200" cy="7632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300549EE-6ACF-03B3-2603-ECE3538A9076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4351536" y="3265776"/>
                  <a:ext cx="213840" cy="8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2D2ACD27-51C9-264C-DE53-25E8071651E6}"/>
                    </a:ext>
                  </a:extLst>
                </p14:cNvPr>
                <p14:cNvContentPartPr/>
                <p14:nvPr/>
              </p14:nvContentPartPr>
              <p14:xfrm>
                <a:off x="4656096" y="3253176"/>
                <a:ext cx="112680" cy="4932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2D2ACD27-51C9-264C-DE53-25E8071651E6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4651776" y="3248856"/>
                  <a:ext cx="121320" cy="5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28E9666E-F5AA-C8A4-586C-86E13AC0BD75}"/>
                    </a:ext>
                  </a:extLst>
                </p14:cNvPr>
                <p14:cNvContentPartPr/>
                <p14:nvPr/>
              </p14:nvContentPartPr>
              <p14:xfrm>
                <a:off x="4813056" y="3175056"/>
                <a:ext cx="111600" cy="9936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28E9666E-F5AA-C8A4-586C-86E13AC0BD75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4808736" y="3170736"/>
                  <a:ext cx="120240" cy="10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1AB0526C-DF8F-27A9-19E1-7E7CFC36EFF5}"/>
                    </a:ext>
                  </a:extLst>
                </p14:cNvPr>
                <p14:cNvContentPartPr/>
                <p14:nvPr/>
              </p14:nvContentPartPr>
              <p14:xfrm>
                <a:off x="4883616" y="3241296"/>
                <a:ext cx="101880" cy="8856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1AB0526C-DF8F-27A9-19E1-7E7CFC36EFF5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4879296" y="3236976"/>
                  <a:ext cx="110520" cy="9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CDFB809C-51C5-2EBA-AC15-111A69D2FCFB}"/>
                    </a:ext>
                  </a:extLst>
                </p14:cNvPr>
                <p14:cNvContentPartPr/>
                <p14:nvPr/>
              </p14:nvContentPartPr>
              <p14:xfrm>
                <a:off x="5063256" y="3132936"/>
                <a:ext cx="119880" cy="19152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CDFB809C-51C5-2EBA-AC15-111A69D2FCFB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5058936" y="3128616"/>
                  <a:ext cx="128520" cy="20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9EE3CFB6-1533-1F14-0AD3-26891C8FE8A4}"/>
                    </a:ext>
                  </a:extLst>
                </p14:cNvPr>
                <p14:cNvContentPartPr/>
                <p14:nvPr/>
              </p14:nvContentPartPr>
              <p14:xfrm>
                <a:off x="5053536" y="3258576"/>
                <a:ext cx="144360" cy="5724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9EE3CFB6-1533-1F14-0AD3-26891C8FE8A4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5049216" y="3254256"/>
                  <a:ext cx="153000" cy="6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3934A065-C360-9C60-CC91-B75A4E0464BC}"/>
                    </a:ext>
                  </a:extLst>
                </p14:cNvPr>
                <p14:cNvContentPartPr/>
                <p14:nvPr/>
              </p14:nvContentPartPr>
              <p14:xfrm>
                <a:off x="5260536" y="3162816"/>
                <a:ext cx="12600" cy="7920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3934A065-C360-9C60-CC91-B75A4E0464BC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5256216" y="3158496"/>
                  <a:ext cx="21240" cy="8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75AD0C11-8F84-D329-9730-A37CB4433A91}"/>
                    </a:ext>
                  </a:extLst>
                </p14:cNvPr>
                <p14:cNvContentPartPr/>
                <p14:nvPr/>
              </p14:nvContentPartPr>
              <p14:xfrm>
                <a:off x="5277456" y="3233376"/>
                <a:ext cx="254160" cy="9972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75AD0C11-8F84-D329-9730-A37CB4433A91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5273136" y="3229056"/>
                  <a:ext cx="262800" cy="1083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6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F3521114-BC8F-3BC3-A20C-BDB3DD375B24}"/>
                  </a:ext>
                </a:extLst>
              </p14:cNvPr>
              <p14:cNvContentPartPr/>
              <p14:nvPr/>
            </p14:nvContentPartPr>
            <p14:xfrm>
              <a:off x="5789376" y="3103416"/>
              <a:ext cx="217800" cy="329760"/>
            </p14:xfrm>
          </p:contentPart>
        </mc:Choice>
        <mc:Fallback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F3521114-BC8F-3BC3-A20C-BDB3DD375B24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5785056" y="3099096"/>
                <a:ext cx="226440" cy="338400"/>
              </a:xfrm>
              <a:prstGeom prst="rect">
                <a:avLst/>
              </a:prstGeom>
            </p:spPr>
          </p:pic>
        </mc:Fallback>
      </mc:AlternateContent>
      <p:grpSp>
        <p:nvGrpSpPr>
          <p:cNvPr id="26" name="Group 25">
            <a:extLst>
              <a:ext uri="{FF2B5EF4-FFF2-40B4-BE49-F238E27FC236}">
                <a16:creationId xmlns:a16="http://schemas.microsoft.com/office/drawing/2014/main" id="{4F37C68E-BF3E-0925-C5E6-24D19A853EBC}"/>
              </a:ext>
            </a:extLst>
          </p:cNvPr>
          <p:cNvGrpSpPr/>
          <p:nvPr/>
        </p:nvGrpSpPr>
        <p:grpSpPr>
          <a:xfrm>
            <a:off x="6306696" y="3049776"/>
            <a:ext cx="1433880" cy="436320"/>
            <a:chOff x="6306696" y="3049776"/>
            <a:chExt cx="1433880" cy="436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DBCE4F37-93F1-8E2E-7FB1-D92B5FF8B2BD}"/>
                    </a:ext>
                  </a:extLst>
                </p14:cNvPr>
                <p14:cNvContentPartPr/>
                <p14:nvPr/>
              </p14:nvContentPartPr>
              <p14:xfrm>
                <a:off x="6306696" y="3086856"/>
                <a:ext cx="429480" cy="25056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DBCE4F37-93F1-8E2E-7FB1-D92B5FF8B2BD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6302376" y="3082536"/>
                  <a:ext cx="438120" cy="25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769C8B9B-21BF-3740-0A32-8F924DD8DDDC}"/>
                    </a:ext>
                  </a:extLst>
                </p14:cNvPr>
                <p14:cNvContentPartPr/>
                <p14:nvPr/>
              </p14:nvContentPartPr>
              <p14:xfrm>
                <a:off x="6732576" y="3201696"/>
                <a:ext cx="88920" cy="8748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769C8B9B-21BF-3740-0A32-8F924DD8DDDC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6728256" y="3197376"/>
                  <a:ext cx="97560" cy="9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7B6CD97B-49E6-5A27-3D4F-F1DD6474A4D6}"/>
                    </a:ext>
                  </a:extLst>
                </p14:cNvPr>
                <p14:cNvContentPartPr/>
                <p14:nvPr/>
              </p14:nvContentPartPr>
              <p14:xfrm>
                <a:off x="6858936" y="3083616"/>
                <a:ext cx="221040" cy="20160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7B6CD97B-49E6-5A27-3D4F-F1DD6474A4D6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6854616" y="3079296"/>
                  <a:ext cx="229680" cy="21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C05A0398-CC8E-52AE-92C4-C8B70B5CCFAF}"/>
                    </a:ext>
                  </a:extLst>
                </p14:cNvPr>
                <p14:cNvContentPartPr/>
                <p14:nvPr/>
              </p14:nvContentPartPr>
              <p14:xfrm>
                <a:off x="7079616" y="3209256"/>
                <a:ext cx="95400" cy="8316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C05A0398-CC8E-52AE-92C4-C8B70B5CCFAF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7075296" y="3204936"/>
                  <a:ext cx="104040" cy="9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5C084324-6E9E-4BEF-9F59-772DB0272919}"/>
                    </a:ext>
                  </a:extLst>
                </p14:cNvPr>
                <p14:cNvContentPartPr/>
                <p14:nvPr/>
              </p14:nvContentPartPr>
              <p14:xfrm>
                <a:off x="7216056" y="3049776"/>
                <a:ext cx="129600" cy="24300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5C084324-6E9E-4BEF-9F59-772DB0272919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7211736" y="3045456"/>
                  <a:ext cx="138240" cy="25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E4DF8AEF-CC8B-FC3B-5EE7-F02E06977E43}"/>
                    </a:ext>
                  </a:extLst>
                </p14:cNvPr>
                <p14:cNvContentPartPr/>
                <p14:nvPr/>
              </p14:nvContentPartPr>
              <p14:xfrm>
                <a:off x="7325856" y="3237696"/>
                <a:ext cx="15120" cy="3384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E4DF8AEF-CC8B-FC3B-5EE7-F02E06977E43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7321536" y="3233376"/>
                  <a:ext cx="23760" cy="4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DF10C5A3-574D-4091-966B-83A6E206DCEF}"/>
                    </a:ext>
                  </a:extLst>
                </p14:cNvPr>
                <p14:cNvContentPartPr/>
                <p14:nvPr/>
              </p14:nvContentPartPr>
              <p14:xfrm>
                <a:off x="7396416" y="3119616"/>
                <a:ext cx="22320" cy="6948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DF10C5A3-574D-4091-966B-83A6E206DCEF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7392096" y="3115296"/>
                  <a:ext cx="30960" cy="7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60668DA2-4914-8A16-2A8F-294B64ABA748}"/>
                    </a:ext>
                  </a:extLst>
                </p14:cNvPr>
                <p14:cNvContentPartPr/>
                <p14:nvPr/>
              </p14:nvContentPartPr>
              <p14:xfrm>
                <a:off x="7433136" y="3224736"/>
                <a:ext cx="132120" cy="4428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60668DA2-4914-8A16-2A8F-294B64ABA748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7428816" y="3220416"/>
                  <a:ext cx="140760" cy="5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1F126C90-E092-640B-4BCD-6707E00059B2}"/>
                    </a:ext>
                  </a:extLst>
                </p14:cNvPr>
                <p14:cNvContentPartPr/>
                <p14:nvPr/>
              </p14:nvContentPartPr>
              <p14:xfrm>
                <a:off x="7447896" y="3176496"/>
                <a:ext cx="292680" cy="30960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1F126C90-E092-640B-4BCD-6707E00059B2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7443576" y="3172176"/>
                  <a:ext cx="301320" cy="318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3" name="Group 62">
            <a:extLst>
              <a:ext uri="{FF2B5EF4-FFF2-40B4-BE49-F238E27FC236}">
                <a16:creationId xmlns:a16="http://schemas.microsoft.com/office/drawing/2014/main" id="{FB710F09-3D6C-94A1-A771-7FCC637FEE9A}"/>
              </a:ext>
            </a:extLst>
          </p:cNvPr>
          <p:cNvGrpSpPr/>
          <p:nvPr/>
        </p:nvGrpSpPr>
        <p:grpSpPr>
          <a:xfrm>
            <a:off x="3229416" y="6080616"/>
            <a:ext cx="1400040" cy="531720"/>
            <a:chOff x="3229416" y="6080616"/>
            <a:chExt cx="1400040" cy="531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452A7CED-B624-C58D-3683-A5C3E38BB117}"/>
                    </a:ext>
                  </a:extLst>
                </p14:cNvPr>
                <p14:cNvContentPartPr/>
                <p14:nvPr/>
              </p14:nvContentPartPr>
              <p14:xfrm>
                <a:off x="3229416" y="6133536"/>
                <a:ext cx="648360" cy="478800"/>
              </p14:xfrm>
            </p:contentPart>
          </mc:Choice>
          <mc:Fallback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452A7CED-B624-C58D-3683-A5C3E38BB117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3225096" y="6129216"/>
                  <a:ext cx="657000" cy="48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F3B5253F-E437-4034-A1C1-7A653DDDA154}"/>
                    </a:ext>
                  </a:extLst>
                </p14:cNvPr>
                <p14:cNvContentPartPr/>
                <p14:nvPr/>
              </p14:nvContentPartPr>
              <p14:xfrm>
                <a:off x="3795336" y="6080616"/>
                <a:ext cx="466200" cy="402480"/>
              </p14:xfrm>
            </p:contentPart>
          </mc:Choice>
          <mc:Fallback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F3B5253F-E437-4034-A1C1-7A653DDDA154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3791016" y="6076296"/>
                  <a:ext cx="474840" cy="41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F66E6CA6-1BA5-62C2-42D0-8D2B37525A40}"/>
                    </a:ext>
                  </a:extLst>
                </p14:cNvPr>
                <p14:cNvContentPartPr/>
                <p14:nvPr/>
              </p14:nvContentPartPr>
              <p14:xfrm>
                <a:off x="4234176" y="6368976"/>
                <a:ext cx="82800" cy="102960"/>
              </p14:xfrm>
            </p:contentPart>
          </mc:Choice>
          <mc:Fallback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F66E6CA6-1BA5-62C2-42D0-8D2B37525A40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4229856" y="6364656"/>
                  <a:ext cx="91440" cy="11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A59959BF-FE01-3C86-4B5A-E7EDE4B9D3C5}"/>
                    </a:ext>
                  </a:extLst>
                </p14:cNvPr>
                <p14:cNvContentPartPr/>
                <p14:nvPr/>
              </p14:nvContentPartPr>
              <p14:xfrm>
                <a:off x="4360896" y="6324336"/>
                <a:ext cx="268560" cy="93240"/>
              </p14:xfrm>
            </p:contentPart>
          </mc:Choice>
          <mc:Fallback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A59959BF-FE01-3C86-4B5A-E7EDE4B9D3C5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4356576" y="6320016"/>
                  <a:ext cx="277200" cy="101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0" name="Group 79">
            <a:extLst>
              <a:ext uri="{FF2B5EF4-FFF2-40B4-BE49-F238E27FC236}">
                <a16:creationId xmlns:a16="http://schemas.microsoft.com/office/drawing/2014/main" id="{672A1617-7588-7303-CD9E-A3E9EC2F2788}"/>
              </a:ext>
            </a:extLst>
          </p:cNvPr>
          <p:cNvGrpSpPr/>
          <p:nvPr/>
        </p:nvGrpSpPr>
        <p:grpSpPr>
          <a:xfrm>
            <a:off x="4957776" y="6149016"/>
            <a:ext cx="1332000" cy="556920"/>
            <a:chOff x="4957776" y="6149016"/>
            <a:chExt cx="1332000" cy="556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1AD3CF9C-6283-FF58-09D6-527253EB3D48}"/>
                    </a:ext>
                  </a:extLst>
                </p14:cNvPr>
                <p14:cNvContentPartPr/>
                <p14:nvPr/>
              </p14:nvContentPartPr>
              <p14:xfrm>
                <a:off x="4957776" y="6156936"/>
                <a:ext cx="210600" cy="286200"/>
              </p14:xfrm>
            </p:contentPart>
          </mc:Choice>
          <mc:Fallback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1AD3CF9C-6283-FF58-09D6-527253EB3D48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4953456" y="6152616"/>
                  <a:ext cx="219240" cy="29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49E6CF98-DD18-B57C-F705-64DD3FAD207A}"/>
                    </a:ext>
                  </a:extLst>
                </p14:cNvPr>
                <p14:cNvContentPartPr/>
                <p14:nvPr/>
              </p14:nvContentPartPr>
              <p14:xfrm>
                <a:off x="5089896" y="6325056"/>
                <a:ext cx="151560" cy="88200"/>
              </p14:xfrm>
            </p:contentPart>
          </mc:Choice>
          <mc:Fallback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49E6CF98-DD18-B57C-F705-64DD3FAD207A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5085576" y="6320736"/>
                  <a:ext cx="160200" cy="9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3C53ED3D-25BD-3157-7F7B-12A63B1153F1}"/>
                    </a:ext>
                  </a:extLst>
                </p14:cNvPr>
                <p14:cNvContentPartPr/>
                <p14:nvPr/>
              </p14:nvContentPartPr>
              <p14:xfrm>
                <a:off x="5279976" y="6312096"/>
                <a:ext cx="161280" cy="59760"/>
              </p14:xfrm>
            </p:contentPart>
          </mc:Choice>
          <mc:Fallback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3C53ED3D-25BD-3157-7F7B-12A63B1153F1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5275656" y="6307776"/>
                  <a:ext cx="169920" cy="6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E17DC680-8448-C515-1B8C-ED6ABEBA4ED1}"/>
                    </a:ext>
                  </a:extLst>
                </p14:cNvPr>
                <p14:cNvContentPartPr/>
                <p14:nvPr/>
              </p14:nvContentPartPr>
              <p14:xfrm>
                <a:off x="5463576" y="6284376"/>
                <a:ext cx="111960" cy="92880"/>
              </p14:xfrm>
            </p:contentPart>
          </mc:Choice>
          <mc:Fallback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E17DC680-8448-C515-1B8C-ED6ABEBA4ED1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5459256" y="6280056"/>
                  <a:ext cx="120600" cy="10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65C093E2-8715-ECE3-A4E6-A1B652FEB74B}"/>
                    </a:ext>
                  </a:extLst>
                </p14:cNvPr>
                <p14:cNvContentPartPr/>
                <p14:nvPr/>
              </p14:nvContentPartPr>
              <p14:xfrm>
                <a:off x="5601816" y="6308856"/>
                <a:ext cx="173520" cy="63000"/>
              </p14:xfrm>
            </p:contentPart>
          </mc:Choice>
          <mc:Fallback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65C093E2-8715-ECE3-A4E6-A1B652FEB74B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5597496" y="6304536"/>
                  <a:ext cx="182160" cy="7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01F699CE-B7BD-BA92-58EB-BC55F94649E1}"/>
                    </a:ext>
                  </a:extLst>
                </p14:cNvPr>
                <p14:cNvContentPartPr/>
                <p14:nvPr/>
              </p14:nvContentPartPr>
              <p14:xfrm>
                <a:off x="5767776" y="6273576"/>
                <a:ext cx="119880" cy="89640"/>
              </p14:xfrm>
            </p:contentPart>
          </mc:Choice>
          <mc:Fallback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01F699CE-B7BD-BA92-58EB-BC55F94649E1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5763456" y="6269256"/>
                  <a:ext cx="128520" cy="9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F23BAB44-675D-6179-0C69-B5DBCAF474E4}"/>
                    </a:ext>
                  </a:extLst>
                </p14:cNvPr>
                <p14:cNvContentPartPr/>
                <p14:nvPr/>
              </p14:nvContentPartPr>
              <p14:xfrm>
                <a:off x="5943456" y="6299856"/>
                <a:ext cx="27360" cy="77400"/>
              </p14:xfrm>
            </p:contentPart>
          </mc:Choice>
          <mc:Fallback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F23BAB44-675D-6179-0C69-B5DBCAF474E4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5939136" y="6295536"/>
                  <a:ext cx="36000" cy="8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9274E7C0-BA60-606B-0EE7-2A182985CF66}"/>
                    </a:ext>
                  </a:extLst>
                </p14:cNvPr>
                <p14:cNvContentPartPr/>
                <p14:nvPr/>
              </p14:nvContentPartPr>
              <p14:xfrm>
                <a:off x="6055416" y="6149016"/>
                <a:ext cx="10080" cy="105120"/>
              </p14:xfrm>
            </p:contentPart>
          </mc:Choice>
          <mc:Fallback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9274E7C0-BA60-606B-0EE7-2A182985CF66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6051096" y="6144696"/>
                  <a:ext cx="18720" cy="11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46F38C49-D4C5-A3E8-3D34-BDAFE82D58FB}"/>
                    </a:ext>
                  </a:extLst>
                </p14:cNvPr>
                <p14:cNvContentPartPr/>
                <p14:nvPr/>
              </p14:nvContentPartPr>
              <p14:xfrm>
                <a:off x="6070176" y="6313176"/>
                <a:ext cx="161280" cy="61200"/>
              </p14:xfrm>
            </p:contentPart>
          </mc:Choice>
          <mc:Fallback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46F38C49-D4C5-A3E8-3D34-BDAFE82D58FB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6065856" y="6308856"/>
                  <a:ext cx="169920" cy="6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E5CB4B47-7DF5-61C4-5A41-C53D6E8F2EBC}"/>
                    </a:ext>
                  </a:extLst>
                </p14:cNvPr>
                <p14:cNvContentPartPr/>
                <p14:nvPr/>
              </p14:nvContentPartPr>
              <p14:xfrm>
                <a:off x="6007176" y="6291576"/>
                <a:ext cx="282600" cy="414360"/>
              </p14:xfrm>
            </p:contentPart>
          </mc:Choice>
          <mc:Fallback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E5CB4B47-7DF5-61C4-5A41-C53D6E8F2EBC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6002856" y="6287256"/>
                  <a:ext cx="291240" cy="423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9" name="Group 78">
            <a:extLst>
              <a:ext uri="{FF2B5EF4-FFF2-40B4-BE49-F238E27FC236}">
                <a16:creationId xmlns:a16="http://schemas.microsoft.com/office/drawing/2014/main" id="{51A2BDA7-6D88-7860-0D7C-6C515206D8A4}"/>
              </a:ext>
            </a:extLst>
          </p:cNvPr>
          <p:cNvGrpSpPr/>
          <p:nvPr/>
        </p:nvGrpSpPr>
        <p:grpSpPr>
          <a:xfrm>
            <a:off x="6631056" y="6094296"/>
            <a:ext cx="1343880" cy="349200"/>
            <a:chOff x="6631056" y="6094296"/>
            <a:chExt cx="1343880" cy="349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8828901F-0E41-508D-1144-62BECD9E8F80}"/>
                    </a:ext>
                  </a:extLst>
                </p14:cNvPr>
                <p14:cNvContentPartPr/>
                <p14:nvPr/>
              </p14:nvContentPartPr>
              <p14:xfrm>
                <a:off x="6631056" y="6100056"/>
                <a:ext cx="496800" cy="343440"/>
              </p14:xfrm>
            </p:contentPart>
          </mc:Choice>
          <mc:Fallback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8828901F-0E41-508D-1144-62BECD9E8F80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6626736" y="6095736"/>
                  <a:ext cx="505440" cy="35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2E0393A7-F5A7-7627-84A8-AB3448F23CE6}"/>
                    </a:ext>
                  </a:extLst>
                </p14:cNvPr>
                <p14:cNvContentPartPr/>
                <p14:nvPr/>
              </p14:nvContentPartPr>
              <p14:xfrm>
                <a:off x="7170696" y="6253776"/>
                <a:ext cx="89640" cy="86760"/>
              </p14:xfrm>
            </p:contentPart>
          </mc:Choice>
          <mc:Fallback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2E0393A7-F5A7-7627-84A8-AB3448F23CE6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7166376" y="6249456"/>
                  <a:ext cx="98280" cy="9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E0529018-BB5B-F847-CE80-F71BBD7BE6E5}"/>
                    </a:ext>
                  </a:extLst>
                </p14:cNvPr>
                <p14:cNvContentPartPr/>
                <p14:nvPr/>
              </p14:nvContentPartPr>
              <p14:xfrm>
                <a:off x="7306416" y="6140736"/>
                <a:ext cx="229680" cy="220680"/>
              </p14:xfrm>
            </p:contentPart>
          </mc:Choice>
          <mc:Fallback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E0529018-BB5B-F847-CE80-F71BBD7BE6E5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7302096" y="6136416"/>
                  <a:ext cx="238320" cy="22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B9BA62A0-4DED-4E38-0D1A-130FF5D92F7E}"/>
                    </a:ext>
                  </a:extLst>
                </p14:cNvPr>
                <p14:cNvContentPartPr/>
                <p14:nvPr/>
              </p14:nvContentPartPr>
              <p14:xfrm>
                <a:off x="7550136" y="6094296"/>
                <a:ext cx="424800" cy="286920"/>
              </p14:xfrm>
            </p:contentPart>
          </mc:Choice>
          <mc:Fallback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B9BA62A0-4DED-4E38-0D1A-130FF5D92F7E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7545816" y="6089976"/>
                  <a:ext cx="433440" cy="2955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82">
            <p14:nvContentPartPr>
              <p14:cNvPr id="110" name="Ink 109">
                <a:extLst>
                  <a:ext uri="{FF2B5EF4-FFF2-40B4-BE49-F238E27FC236}">
                    <a16:creationId xmlns:a16="http://schemas.microsoft.com/office/drawing/2014/main" id="{D27F12C8-5F9C-C5AA-7C8C-7C500EEA539D}"/>
                  </a:ext>
                </a:extLst>
              </p14:cNvPr>
              <p14:cNvContentPartPr/>
              <p14:nvPr/>
            </p14:nvContentPartPr>
            <p14:xfrm>
              <a:off x="4324176" y="4742136"/>
              <a:ext cx="10080" cy="69480"/>
            </p14:xfrm>
          </p:contentPart>
        </mc:Choice>
        <mc:Fallback>
          <p:pic>
            <p:nvPicPr>
              <p:cNvPr id="110" name="Ink 109">
                <a:extLst>
                  <a:ext uri="{FF2B5EF4-FFF2-40B4-BE49-F238E27FC236}">
                    <a16:creationId xmlns:a16="http://schemas.microsoft.com/office/drawing/2014/main" id="{D27F12C8-5F9C-C5AA-7C8C-7C500EEA539D}"/>
                  </a:ext>
                </a:extLst>
              </p:cNvPr>
              <p:cNvPicPr/>
              <p:nvPr/>
            </p:nvPicPr>
            <p:blipFill>
              <a:blip r:embed="rId83"/>
              <a:stretch>
                <a:fillRect/>
              </a:stretch>
            </p:blipFill>
            <p:spPr>
              <a:xfrm>
                <a:off x="4319856" y="4737816"/>
                <a:ext cx="18720" cy="78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4">
            <p14:nvContentPartPr>
              <p14:cNvPr id="112" name="Ink 111">
                <a:extLst>
                  <a:ext uri="{FF2B5EF4-FFF2-40B4-BE49-F238E27FC236}">
                    <a16:creationId xmlns:a16="http://schemas.microsoft.com/office/drawing/2014/main" id="{4599B676-2570-AF05-32D3-A971164C6658}"/>
                  </a:ext>
                </a:extLst>
              </p14:cNvPr>
              <p14:cNvContentPartPr/>
              <p14:nvPr/>
            </p14:nvContentPartPr>
            <p14:xfrm>
              <a:off x="10224936" y="4052016"/>
              <a:ext cx="32400" cy="524880"/>
            </p14:xfrm>
          </p:contentPart>
        </mc:Choice>
        <mc:Fallback>
          <p:pic>
            <p:nvPicPr>
              <p:cNvPr id="112" name="Ink 111">
                <a:extLst>
                  <a:ext uri="{FF2B5EF4-FFF2-40B4-BE49-F238E27FC236}">
                    <a16:creationId xmlns:a16="http://schemas.microsoft.com/office/drawing/2014/main" id="{4599B676-2570-AF05-32D3-A971164C6658}"/>
                  </a:ext>
                </a:extLst>
              </p:cNvPr>
              <p:cNvPicPr/>
              <p:nvPr/>
            </p:nvPicPr>
            <p:blipFill>
              <a:blip r:embed="rId85"/>
              <a:stretch>
                <a:fillRect/>
              </a:stretch>
            </p:blipFill>
            <p:spPr>
              <a:xfrm>
                <a:off x="10220616" y="4047696"/>
                <a:ext cx="41040" cy="533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6">
            <p14:nvContentPartPr>
              <p14:cNvPr id="113" name="Ink 112">
                <a:extLst>
                  <a:ext uri="{FF2B5EF4-FFF2-40B4-BE49-F238E27FC236}">
                    <a16:creationId xmlns:a16="http://schemas.microsoft.com/office/drawing/2014/main" id="{435CCC45-CA6D-A27B-9AE0-70AB5CEE5C5B}"/>
                  </a:ext>
                </a:extLst>
              </p14:cNvPr>
              <p14:cNvContentPartPr/>
              <p14:nvPr/>
            </p14:nvContentPartPr>
            <p14:xfrm>
              <a:off x="10043856" y="3875616"/>
              <a:ext cx="832680" cy="729360"/>
            </p14:xfrm>
          </p:contentPart>
        </mc:Choice>
        <mc:Fallback>
          <p:pic>
            <p:nvPicPr>
              <p:cNvPr id="113" name="Ink 112">
                <a:extLst>
                  <a:ext uri="{FF2B5EF4-FFF2-40B4-BE49-F238E27FC236}">
                    <a16:creationId xmlns:a16="http://schemas.microsoft.com/office/drawing/2014/main" id="{435CCC45-CA6D-A27B-9AE0-70AB5CEE5C5B}"/>
                  </a:ext>
                </a:extLst>
              </p:cNvPr>
              <p:cNvPicPr/>
              <p:nvPr/>
            </p:nvPicPr>
            <p:blipFill>
              <a:blip r:embed="rId87"/>
              <a:stretch>
                <a:fillRect/>
              </a:stretch>
            </p:blipFill>
            <p:spPr>
              <a:xfrm>
                <a:off x="10039536" y="3871296"/>
                <a:ext cx="841320" cy="73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8">
            <p14:nvContentPartPr>
              <p14:cNvPr id="115" name="Ink 114">
                <a:extLst>
                  <a:ext uri="{FF2B5EF4-FFF2-40B4-BE49-F238E27FC236}">
                    <a16:creationId xmlns:a16="http://schemas.microsoft.com/office/drawing/2014/main" id="{08A1F590-127B-B062-012A-67F3C1A46D6D}"/>
                  </a:ext>
                </a:extLst>
              </p14:cNvPr>
              <p14:cNvContentPartPr/>
              <p14:nvPr/>
            </p14:nvContentPartPr>
            <p14:xfrm>
              <a:off x="11005056" y="3719376"/>
              <a:ext cx="140040" cy="139680"/>
            </p14:xfrm>
          </p:contentPart>
        </mc:Choice>
        <mc:Fallback>
          <p:pic>
            <p:nvPicPr>
              <p:cNvPr id="115" name="Ink 114">
                <a:extLst>
                  <a:ext uri="{FF2B5EF4-FFF2-40B4-BE49-F238E27FC236}">
                    <a16:creationId xmlns:a16="http://schemas.microsoft.com/office/drawing/2014/main" id="{08A1F590-127B-B062-012A-67F3C1A46D6D}"/>
                  </a:ext>
                </a:extLst>
              </p:cNvPr>
              <p:cNvPicPr/>
              <p:nvPr/>
            </p:nvPicPr>
            <p:blipFill>
              <a:blip r:embed="rId89"/>
              <a:stretch>
                <a:fillRect/>
              </a:stretch>
            </p:blipFill>
            <p:spPr>
              <a:xfrm>
                <a:off x="11000736" y="3715056"/>
                <a:ext cx="148680" cy="148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0">
            <p14:nvContentPartPr>
              <p14:cNvPr id="116" name="Ink 115">
                <a:extLst>
                  <a:ext uri="{FF2B5EF4-FFF2-40B4-BE49-F238E27FC236}">
                    <a16:creationId xmlns:a16="http://schemas.microsoft.com/office/drawing/2014/main" id="{6966809C-E0D5-4B70-BA47-B4F054F5523B}"/>
                  </a:ext>
                </a:extLst>
              </p14:cNvPr>
              <p14:cNvContentPartPr/>
              <p14:nvPr/>
            </p14:nvContentPartPr>
            <p14:xfrm>
              <a:off x="10893456" y="3908016"/>
              <a:ext cx="199080" cy="639360"/>
            </p14:xfrm>
          </p:contentPart>
        </mc:Choice>
        <mc:Fallback>
          <p:pic>
            <p:nvPicPr>
              <p:cNvPr id="116" name="Ink 115">
                <a:extLst>
                  <a:ext uri="{FF2B5EF4-FFF2-40B4-BE49-F238E27FC236}">
                    <a16:creationId xmlns:a16="http://schemas.microsoft.com/office/drawing/2014/main" id="{6966809C-E0D5-4B70-BA47-B4F054F5523B}"/>
                  </a:ext>
                </a:extLst>
              </p:cNvPr>
              <p:cNvPicPr/>
              <p:nvPr/>
            </p:nvPicPr>
            <p:blipFill>
              <a:blip r:embed="rId91"/>
              <a:stretch>
                <a:fillRect/>
              </a:stretch>
            </p:blipFill>
            <p:spPr>
              <a:xfrm>
                <a:off x="10889136" y="3903696"/>
                <a:ext cx="207720" cy="64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2">
            <p14:nvContentPartPr>
              <p14:cNvPr id="117" name="Ink 116">
                <a:extLst>
                  <a:ext uri="{FF2B5EF4-FFF2-40B4-BE49-F238E27FC236}">
                    <a16:creationId xmlns:a16="http://schemas.microsoft.com/office/drawing/2014/main" id="{06DD4783-0A93-5DFF-C1F8-73DAFA62BE88}"/>
                  </a:ext>
                </a:extLst>
              </p14:cNvPr>
              <p14:cNvContentPartPr/>
              <p14:nvPr/>
            </p14:nvContentPartPr>
            <p14:xfrm>
              <a:off x="11097936" y="4258296"/>
              <a:ext cx="121320" cy="221400"/>
            </p14:xfrm>
          </p:contentPart>
        </mc:Choice>
        <mc:Fallback>
          <p:pic>
            <p:nvPicPr>
              <p:cNvPr id="117" name="Ink 116">
                <a:extLst>
                  <a:ext uri="{FF2B5EF4-FFF2-40B4-BE49-F238E27FC236}">
                    <a16:creationId xmlns:a16="http://schemas.microsoft.com/office/drawing/2014/main" id="{06DD4783-0A93-5DFF-C1F8-73DAFA62BE88}"/>
                  </a:ext>
                </a:extLst>
              </p:cNvPr>
              <p:cNvPicPr/>
              <p:nvPr/>
            </p:nvPicPr>
            <p:blipFill>
              <a:blip r:embed="rId93"/>
              <a:stretch>
                <a:fillRect/>
              </a:stretch>
            </p:blipFill>
            <p:spPr>
              <a:xfrm>
                <a:off x="11093616" y="4253976"/>
                <a:ext cx="129960" cy="230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4">
            <p14:nvContentPartPr>
              <p14:cNvPr id="118" name="Ink 117">
                <a:extLst>
                  <a:ext uri="{FF2B5EF4-FFF2-40B4-BE49-F238E27FC236}">
                    <a16:creationId xmlns:a16="http://schemas.microsoft.com/office/drawing/2014/main" id="{A2632355-D3DD-E7E7-B286-F2A06DFED16D}"/>
                  </a:ext>
                </a:extLst>
              </p14:cNvPr>
              <p14:cNvContentPartPr/>
              <p14:nvPr/>
            </p14:nvContentPartPr>
            <p14:xfrm>
              <a:off x="11035296" y="4038336"/>
              <a:ext cx="377640" cy="16560"/>
            </p14:xfrm>
          </p:contentPart>
        </mc:Choice>
        <mc:Fallback>
          <p:pic>
            <p:nvPicPr>
              <p:cNvPr id="118" name="Ink 117">
                <a:extLst>
                  <a:ext uri="{FF2B5EF4-FFF2-40B4-BE49-F238E27FC236}">
                    <a16:creationId xmlns:a16="http://schemas.microsoft.com/office/drawing/2014/main" id="{A2632355-D3DD-E7E7-B286-F2A06DFED16D}"/>
                  </a:ext>
                </a:extLst>
              </p:cNvPr>
              <p:cNvPicPr/>
              <p:nvPr/>
            </p:nvPicPr>
            <p:blipFill>
              <a:blip r:embed="rId95"/>
              <a:stretch>
                <a:fillRect/>
              </a:stretch>
            </p:blipFill>
            <p:spPr>
              <a:xfrm>
                <a:off x="11030976" y="4034016"/>
                <a:ext cx="386280" cy="25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6">
            <p14:nvContentPartPr>
              <p14:cNvPr id="119" name="Ink 118">
                <a:extLst>
                  <a:ext uri="{FF2B5EF4-FFF2-40B4-BE49-F238E27FC236}">
                    <a16:creationId xmlns:a16="http://schemas.microsoft.com/office/drawing/2014/main" id="{6FEBDE05-C28F-C885-A269-EB7ACC4725B7}"/>
                  </a:ext>
                </a:extLst>
              </p14:cNvPr>
              <p14:cNvContentPartPr/>
              <p14:nvPr/>
            </p14:nvContentPartPr>
            <p14:xfrm>
              <a:off x="10255536" y="4745376"/>
              <a:ext cx="133200" cy="178200"/>
            </p14:xfrm>
          </p:contentPart>
        </mc:Choice>
        <mc:Fallback>
          <p:pic>
            <p:nvPicPr>
              <p:cNvPr id="119" name="Ink 118">
                <a:extLst>
                  <a:ext uri="{FF2B5EF4-FFF2-40B4-BE49-F238E27FC236}">
                    <a16:creationId xmlns:a16="http://schemas.microsoft.com/office/drawing/2014/main" id="{6FEBDE05-C28F-C885-A269-EB7ACC4725B7}"/>
                  </a:ext>
                </a:extLst>
              </p:cNvPr>
              <p:cNvPicPr/>
              <p:nvPr/>
            </p:nvPicPr>
            <p:blipFill>
              <a:blip r:embed="rId97"/>
              <a:stretch>
                <a:fillRect/>
              </a:stretch>
            </p:blipFill>
            <p:spPr>
              <a:xfrm>
                <a:off x="10251216" y="4741056"/>
                <a:ext cx="141840" cy="186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8">
            <p14:nvContentPartPr>
              <p14:cNvPr id="120" name="Ink 119">
                <a:extLst>
                  <a:ext uri="{FF2B5EF4-FFF2-40B4-BE49-F238E27FC236}">
                    <a16:creationId xmlns:a16="http://schemas.microsoft.com/office/drawing/2014/main" id="{04827F15-99A4-ED83-AA9B-DD21869AD84A}"/>
                  </a:ext>
                </a:extLst>
              </p14:cNvPr>
              <p14:cNvContentPartPr/>
              <p14:nvPr/>
            </p14:nvContentPartPr>
            <p14:xfrm>
              <a:off x="10425096" y="4815216"/>
              <a:ext cx="105120" cy="102960"/>
            </p14:xfrm>
          </p:contentPart>
        </mc:Choice>
        <mc:Fallback>
          <p:pic>
            <p:nvPicPr>
              <p:cNvPr id="120" name="Ink 119">
                <a:extLst>
                  <a:ext uri="{FF2B5EF4-FFF2-40B4-BE49-F238E27FC236}">
                    <a16:creationId xmlns:a16="http://schemas.microsoft.com/office/drawing/2014/main" id="{04827F15-99A4-ED83-AA9B-DD21869AD84A}"/>
                  </a:ext>
                </a:extLst>
              </p:cNvPr>
              <p:cNvPicPr/>
              <p:nvPr/>
            </p:nvPicPr>
            <p:blipFill>
              <a:blip r:embed="rId99"/>
              <a:stretch>
                <a:fillRect/>
              </a:stretch>
            </p:blipFill>
            <p:spPr>
              <a:xfrm>
                <a:off x="10420776" y="4810896"/>
                <a:ext cx="113760" cy="111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0">
            <p14:nvContentPartPr>
              <p14:cNvPr id="121" name="Ink 120">
                <a:extLst>
                  <a:ext uri="{FF2B5EF4-FFF2-40B4-BE49-F238E27FC236}">
                    <a16:creationId xmlns:a16="http://schemas.microsoft.com/office/drawing/2014/main" id="{E8D9DE14-474B-8C3F-0F5F-A9702F8ED210}"/>
                  </a:ext>
                </a:extLst>
              </p14:cNvPr>
              <p14:cNvContentPartPr/>
              <p14:nvPr/>
            </p14:nvContentPartPr>
            <p14:xfrm>
              <a:off x="10559736" y="4832496"/>
              <a:ext cx="46080" cy="77040"/>
            </p14:xfrm>
          </p:contentPart>
        </mc:Choice>
        <mc:Fallback>
          <p:pic>
            <p:nvPicPr>
              <p:cNvPr id="121" name="Ink 120">
                <a:extLst>
                  <a:ext uri="{FF2B5EF4-FFF2-40B4-BE49-F238E27FC236}">
                    <a16:creationId xmlns:a16="http://schemas.microsoft.com/office/drawing/2014/main" id="{E8D9DE14-474B-8C3F-0F5F-A9702F8ED210}"/>
                  </a:ext>
                </a:extLst>
              </p:cNvPr>
              <p:cNvPicPr/>
              <p:nvPr/>
            </p:nvPicPr>
            <p:blipFill>
              <a:blip r:embed="rId101"/>
              <a:stretch>
                <a:fillRect/>
              </a:stretch>
            </p:blipFill>
            <p:spPr>
              <a:xfrm>
                <a:off x="10555416" y="4828176"/>
                <a:ext cx="54720" cy="85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2">
            <p14:nvContentPartPr>
              <p14:cNvPr id="122" name="Ink 121">
                <a:extLst>
                  <a:ext uri="{FF2B5EF4-FFF2-40B4-BE49-F238E27FC236}">
                    <a16:creationId xmlns:a16="http://schemas.microsoft.com/office/drawing/2014/main" id="{82BB60F1-5DF5-C7BE-3F0F-00B5C990CAC5}"/>
                  </a:ext>
                </a:extLst>
              </p14:cNvPr>
              <p14:cNvContentPartPr/>
              <p14:nvPr/>
            </p14:nvContentPartPr>
            <p14:xfrm>
              <a:off x="10644336" y="4847616"/>
              <a:ext cx="75960" cy="61200"/>
            </p14:xfrm>
          </p:contentPart>
        </mc:Choice>
        <mc:Fallback>
          <p:pic>
            <p:nvPicPr>
              <p:cNvPr id="122" name="Ink 121">
                <a:extLst>
                  <a:ext uri="{FF2B5EF4-FFF2-40B4-BE49-F238E27FC236}">
                    <a16:creationId xmlns:a16="http://schemas.microsoft.com/office/drawing/2014/main" id="{82BB60F1-5DF5-C7BE-3F0F-00B5C990CAC5}"/>
                  </a:ext>
                </a:extLst>
              </p:cNvPr>
              <p:cNvPicPr/>
              <p:nvPr/>
            </p:nvPicPr>
            <p:blipFill>
              <a:blip r:embed="rId103"/>
              <a:stretch>
                <a:fillRect/>
              </a:stretch>
            </p:blipFill>
            <p:spPr>
              <a:xfrm>
                <a:off x="10640016" y="4843296"/>
                <a:ext cx="84600" cy="69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4">
            <p14:nvContentPartPr>
              <p14:cNvPr id="123" name="Ink 122">
                <a:extLst>
                  <a:ext uri="{FF2B5EF4-FFF2-40B4-BE49-F238E27FC236}">
                    <a16:creationId xmlns:a16="http://schemas.microsoft.com/office/drawing/2014/main" id="{DA0D95F3-696F-0F17-AD8D-EA0284D9B1F4}"/>
                  </a:ext>
                </a:extLst>
              </p14:cNvPr>
              <p14:cNvContentPartPr/>
              <p14:nvPr/>
            </p14:nvContentPartPr>
            <p14:xfrm>
              <a:off x="10751616" y="4848696"/>
              <a:ext cx="90720" cy="48240"/>
            </p14:xfrm>
          </p:contentPart>
        </mc:Choice>
        <mc:Fallback>
          <p:pic>
            <p:nvPicPr>
              <p:cNvPr id="123" name="Ink 122">
                <a:extLst>
                  <a:ext uri="{FF2B5EF4-FFF2-40B4-BE49-F238E27FC236}">
                    <a16:creationId xmlns:a16="http://schemas.microsoft.com/office/drawing/2014/main" id="{DA0D95F3-696F-0F17-AD8D-EA0284D9B1F4}"/>
                  </a:ext>
                </a:extLst>
              </p:cNvPr>
              <p:cNvPicPr/>
              <p:nvPr/>
            </p:nvPicPr>
            <p:blipFill>
              <a:blip r:embed="rId105"/>
              <a:stretch>
                <a:fillRect/>
              </a:stretch>
            </p:blipFill>
            <p:spPr>
              <a:xfrm>
                <a:off x="10747296" y="4844376"/>
                <a:ext cx="99360" cy="56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6">
            <p14:nvContentPartPr>
              <p14:cNvPr id="124" name="Ink 123">
                <a:extLst>
                  <a:ext uri="{FF2B5EF4-FFF2-40B4-BE49-F238E27FC236}">
                    <a16:creationId xmlns:a16="http://schemas.microsoft.com/office/drawing/2014/main" id="{9A5DDB92-55CC-FB7A-55C3-EFE24F6C002B}"/>
                  </a:ext>
                </a:extLst>
              </p14:cNvPr>
              <p14:cNvContentPartPr/>
              <p14:nvPr/>
            </p14:nvContentPartPr>
            <p14:xfrm>
              <a:off x="10915056" y="4829616"/>
              <a:ext cx="24840" cy="85320"/>
            </p14:xfrm>
          </p:contentPart>
        </mc:Choice>
        <mc:Fallback>
          <p:pic>
            <p:nvPicPr>
              <p:cNvPr id="124" name="Ink 123">
                <a:extLst>
                  <a:ext uri="{FF2B5EF4-FFF2-40B4-BE49-F238E27FC236}">
                    <a16:creationId xmlns:a16="http://schemas.microsoft.com/office/drawing/2014/main" id="{9A5DDB92-55CC-FB7A-55C3-EFE24F6C002B}"/>
                  </a:ext>
                </a:extLst>
              </p:cNvPr>
              <p:cNvPicPr/>
              <p:nvPr/>
            </p:nvPicPr>
            <p:blipFill>
              <a:blip r:embed="rId107"/>
              <a:stretch>
                <a:fillRect/>
              </a:stretch>
            </p:blipFill>
            <p:spPr>
              <a:xfrm>
                <a:off x="10910736" y="4825296"/>
                <a:ext cx="33480" cy="93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8">
            <p14:nvContentPartPr>
              <p14:cNvPr id="125" name="Ink 124">
                <a:extLst>
                  <a:ext uri="{FF2B5EF4-FFF2-40B4-BE49-F238E27FC236}">
                    <a16:creationId xmlns:a16="http://schemas.microsoft.com/office/drawing/2014/main" id="{7787A00B-7FA8-C13C-B3CC-ABB0DE87245B}"/>
                  </a:ext>
                </a:extLst>
              </p14:cNvPr>
              <p14:cNvContentPartPr/>
              <p14:nvPr/>
            </p14:nvContentPartPr>
            <p14:xfrm>
              <a:off x="9619416" y="3950856"/>
              <a:ext cx="220320" cy="219240"/>
            </p14:xfrm>
          </p:contentPart>
        </mc:Choice>
        <mc:Fallback>
          <p:pic>
            <p:nvPicPr>
              <p:cNvPr id="125" name="Ink 124">
                <a:extLst>
                  <a:ext uri="{FF2B5EF4-FFF2-40B4-BE49-F238E27FC236}">
                    <a16:creationId xmlns:a16="http://schemas.microsoft.com/office/drawing/2014/main" id="{7787A00B-7FA8-C13C-B3CC-ABB0DE87245B}"/>
                  </a:ext>
                </a:extLst>
              </p:cNvPr>
              <p:cNvPicPr/>
              <p:nvPr/>
            </p:nvPicPr>
            <p:blipFill>
              <a:blip r:embed="rId109"/>
              <a:stretch>
                <a:fillRect/>
              </a:stretch>
            </p:blipFill>
            <p:spPr>
              <a:xfrm>
                <a:off x="9615096" y="3946536"/>
                <a:ext cx="228960" cy="227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0">
            <p14:nvContentPartPr>
              <p14:cNvPr id="126" name="Ink 125">
                <a:extLst>
                  <a:ext uri="{FF2B5EF4-FFF2-40B4-BE49-F238E27FC236}">
                    <a16:creationId xmlns:a16="http://schemas.microsoft.com/office/drawing/2014/main" id="{F2C868CC-1263-E392-615A-31639E3DD273}"/>
                  </a:ext>
                </a:extLst>
              </p14:cNvPr>
              <p14:cNvContentPartPr/>
              <p14:nvPr/>
            </p14:nvContentPartPr>
            <p14:xfrm>
              <a:off x="9561816" y="4169376"/>
              <a:ext cx="183240" cy="517680"/>
            </p14:xfrm>
          </p:contentPart>
        </mc:Choice>
        <mc:Fallback>
          <p:pic>
            <p:nvPicPr>
              <p:cNvPr id="126" name="Ink 125">
                <a:extLst>
                  <a:ext uri="{FF2B5EF4-FFF2-40B4-BE49-F238E27FC236}">
                    <a16:creationId xmlns:a16="http://schemas.microsoft.com/office/drawing/2014/main" id="{F2C868CC-1263-E392-615A-31639E3DD273}"/>
                  </a:ext>
                </a:extLst>
              </p:cNvPr>
              <p:cNvPicPr/>
              <p:nvPr/>
            </p:nvPicPr>
            <p:blipFill>
              <a:blip r:embed="rId111"/>
              <a:stretch>
                <a:fillRect/>
              </a:stretch>
            </p:blipFill>
            <p:spPr>
              <a:xfrm>
                <a:off x="9557496" y="4165056"/>
                <a:ext cx="191880" cy="526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2">
            <p14:nvContentPartPr>
              <p14:cNvPr id="127" name="Ink 126">
                <a:extLst>
                  <a:ext uri="{FF2B5EF4-FFF2-40B4-BE49-F238E27FC236}">
                    <a16:creationId xmlns:a16="http://schemas.microsoft.com/office/drawing/2014/main" id="{178283A0-5EF9-D0F9-BFE4-3B23C65B04E3}"/>
                  </a:ext>
                </a:extLst>
              </p14:cNvPr>
              <p14:cNvContentPartPr/>
              <p14:nvPr/>
            </p14:nvContentPartPr>
            <p14:xfrm>
              <a:off x="9734256" y="4473936"/>
              <a:ext cx="170280" cy="192600"/>
            </p14:xfrm>
          </p:contentPart>
        </mc:Choice>
        <mc:Fallback>
          <p:pic>
            <p:nvPicPr>
              <p:cNvPr id="127" name="Ink 126">
                <a:extLst>
                  <a:ext uri="{FF2B5EF4-FFF2-40B4-BE49-F238E27FC236}">
                    <a16:creationId xmlns:a16="http://schemas.microsoft.com/office/drawing/2014/main" id="{178283A0-5EF9-D0F9-BFE4-3B23C65B04E3}"/>
                  </a:ext>
                </a:extLst>
              </p:cNvPr>
              <p:cNvPicPr/>
              <p:nvPr/>
            </p:nvPicPr>
            <p:blipFill>
              <a:blip r:embed="rId113"/>
              <a:stretch>
                <a:fillRect/>
              </a:stretch>
            </p:blipFill>
            <p:spPr>
              <a:xfrm>
                <a:off x="9729936" y="4469616"/>
                <a:ext cx="178920" cy="201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4">
            <p14:nvContentPartPr>
              <p14:cNvPr id="128" name="Ink 127">
                <a:extLst>
                  <a:ext uri="{FF2B5EF4-FFF2-40B4-BE49-F238E27FC236}">
                    <a16:creationId xmlns:a16="http://schemas.microsoft.com/office/drawing/2014/main" id="{17014816-7DBC-C9F6-C28D-7B2C5C9E96FA}"/>
                  </a:ext>
                </a:extLst>
              </p14:cNvPr>
              <p14:cNvContentPartPr/>
              <p14:nvPr/>
            </p14:nvContentPartPr>
            <p14:xfrm>
              <a:off x="9544536" y="4226976"/>
              <a:ext cx="388440" cy="60120"/>
            </p14:xfrm>
          </p:contentPart>
        </mc:Choice>
        <mc:Fallback>
          <p:pic>
            <p:nvPicPr>
              <p:cNvPr id="128" name="Ink 127">
                <a:extLst>
                  <a:ext uri="{FF2B5EF4-FFF2-40B4-BE49-F238E27FC236}">
                    <a16:creationId xmlns:a16="http://schemas.microsoft.com/office/drawing/2014/main" id="{17014816-7DBC-C9F6-C28D-7B2C5C9E96FA}"/>
                  </a:ext>
                </a:extLst>
              </p:cNvPr>
              <p:cNvPicPr/>
              <p:nvPr/>
            </p:nvPicPr>
            <p:blipFill>
              <a:blip r:embed="rId115"/>
              <a:stretch>
                <a:fillRect/>
              </a:stretch>
            </p:blipFill>
            <p:spPr>
              <a:xfrm>
                <a:off x="9540216" y="4222656"/>
                <a:ext cx="397080" cy="68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6">
            <p14:nvContentPartPr>
              <p14:cNvPr id="132" name="Ink 131">
                <a:extLst>
                  <a:ext uri="{FF2B5EF4-FFF2-40B4-BE49-F238E27FC236}">
                    <a16:creationId xmlns:a16="http://schemas.microsoft.com/office/drawing/2014/main" id="{90103265-D930-3ED5-3E3F-0BFC127B7084}"/>
                  </a:ext>
                </a:extLst>
              </p14:cNvPr>
              <p14:cNvContentPartPr/>
              <p14:nvPr/>
            </p14:nvContentPartPr>
            <p14:xfrm>
              <a:off x="8435376" y="4259376"/>
              <a:ext cx="953280" cy="304920"/>
            </p14:xfrm>
          </p:contentPart>
        </mc:Choice>
        <mc:Fallback>
          <p:pic>
            <p:nvPicPr>
              <p:cNvPr id="132" name="Ink 131">
                <a:extLst>
                  <a:ext uri="{FF2B5EF4-FFF2-40B4-BE49-F238E27FC236}">
                    <a16:creationId xmlns:a16="http://schemas.microsoft.com/office/drawing/2014/main" id="{90103265-D930-3ED5-3E3F-0BFC127B7084}"/>
                  </a:ext>
                </a:extLst>
              </p:cNvPr>
              <p:cNvPicPr/>
              <p:nvPr/>
            </p:nvPicPr>
            <p:blipFill>
              <a:blip r:embed="rId117"/>
              <a:stretch>
                <a:fillRect/>
              </a:stretch>
            </p:blipFill>
            <p:spPr>
              <a:xfrm>
                <a:off x="8431056" y="4255056"/>
                <a:ext cx="961920" cy="313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8">
            <p14:nvContentPartPr>
              <p14:cNvPr id="133" name="Ink 132">
                <a:extLst>
                  <a:ext uri="{FF2B5EF4-FFF2-40B4-BE49-F238E27FC236}">
                    <a16:creationId xmlns:a16="http://schemas.microsoft.com/office/drawing/2014/main" id="{CD3200C0-F058-F37B-2534-966717F8DF12}"/>
                  </a:ext>
                </a:extLst>
              </p14:cNvPr>
              <p14:cNvContentPartPr/>
              <p14:nvPr/>
            </p14:nvContentPartPr>
            <p14:xfrm>
              <a:off x="9341136" y="4196736"/>
              <a:ext cx="112320" cy="156240"/>
            </p14:xfrm>
          </p:contentPart>
        </mc:Choice>
        <mc:Fallback>
          <p:pic>
            <p:nvPicPr>
              <p:cNvPr id="133" name="Ink 132">
                <a:extLst>
                  <a:ext uri="{FF2B5EF4-FFF2-40B4-BE49-F238E27FC236}">
                    <a16:creationId xmlns:a16="http://schemas.microsoft.com/office/drawing/2014/main" id="{CD3200C0-F058-F37B-2534-966717F8DF12}"/>
                  </a:ext>
                </a:extLst>
              </p:cNvPr>
              <p:cNvPicPr/>
              <p:nvPr/>
            </p:nvPicPr>
            <p:blipFill>
              <a:blip r:embed="rId119"/>
              <a:stretch>
                <a:fillRect/>
              </a:stretch>
            </p:blipFill>
            <p:spPr>
              <a:xfrm>
                <a:off x="9336816" y="4192416"/>
                <a:ext cx="120960" cy="164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0">
            <p14:nvContentPartPr>
              <p14:cNvPr id="135" name="Ink 134">
                <a:extLst>
                  <a:ext uri="{FF2B5EF4-FFF2-40B4-BE49-F238E27FC236}">
                    <a16:creationId xmlns:a16="http://schemas.microsoft.com/office/drawing/2014/main" id="{D376B664-3683-F254-CA18-BEF58B312EB8}"/>
                  </a:ext>
                </a:extLst>
              </p14:cNvPr>
              <p14:cNvContentPartPr/>
              <p14:nvPr/>
            </p14:nvContentPartPr>
            <p14:xfrm>
              <a:off x="4073256" y="5010336"/>
              <a:ext cx="5722920" cy="812160"/>
            </p14:xfrm>
          </p:contentPart>
        </mc:Choice>
        <mc:Fallback>
          <p:pic>
            <p:nvPicPr>
              <p:cNvPr id="135" name="Ink 134">
                <a:extLst>
                  <a:ext uri="{FF2B5EF4-FFF2-40B4-BE49-F238E27FC236}">
                    <a16:creationId xmlns:a16="http://schemas.microsoft.com/office/drawing/2014/main" id="{D376B664-3683-F254-CA18-BEF58B312EB8}"/>
                  </a:ext>
                </a:extLst>
              </p:cNvPr>
              <p:cNvPicPr/>
              <p:nvPr/>
            </p:nvPicPr>
            <p:blipFill>
              <a:blip r:embed="rId121"/>
              <a:stretch>
                <a:fillRect/>
              </a:stretch>
            </p:blipFill>
            <p:spPr>
              <a:xfrm>
                <a:off x="4068936" y="5006016"/>
                <a:ext cx="5731560" cy="820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2">
            <p14:nvContentPartPr>
              <p14:cNvPr id="136" name="Ink 135">
                <a:extLst>
                  <a:ext uri="{FF2B5EF4-FFF2-40B4-BE49-F238E27FC236}">
                    <a16:creationId xmlns:a16="http://schemas.microsoft.com/office/drawing/2014/main" id="{589D1FC6-E0D9-0EB0-DB36-DF1CBFB3D1BA}"/>
                  </a:ext>
                </a:extLst>
              </p14:cNvPr>
              <p14:cNvContentPartPr/>
              <p14:nvPr/>
            </p14:nvContentPartPr>
            <p14:xfrm>
              <a:off x="3929256" y="5450616"/>
              <a:ext cx="183240" cy="155520"/>
            </p14:xfrm>
          </p:contentPart>
        </mc:Choice>
        <mc:Fallback>
          <p:pic>
            <p:nvPicPr>
              <p:cNvPr id="136" name="Ink 135">
                <a:extLst>
                  <a:ext uri="{FF2B5EF4-FFF2-40B4-BE49-F238E27FC236}">
                    <a16:creationId xmlns:a16="http://schemas.microsoft.com/office/drawing/2014/main" id="{589D1FC6-E0D9-0EB0-DB36-DF1CBFB3D1BA}"/>
                  </a:ext>
                </a:extLst>
              </p:cNvPr>
              <p:cNvPicPr/>
              <p:nvPr/>
            </p:nvPicPr>
            <p:blipFill>
              <a:blip r:embed="rId123"/>
              <a:stretch>
                <a:fillRect/>
              </a:stretch>
            </p:blipFill>
            <p:spPr>
              <a:xfrm>
                <a:off x="3924936" y="5446296"/>
                <a:ext cx="191880" cy="164160"/>
              </a:xfrm>
              <a:prstGeom prst="rect">
                <a:avLst/>
              </a:prstGeom>
            </p:spPr>
          </p:pic>
        </mc:Fallback>
      </mc:AlternateContent>
      <p:grpSp>
        <p:nvGrpSpPr>
          <p:cNvPr id="151" name="Group 150">
            <a:extLst>
              <a:ext uri="{FF2B5EF4-FFF2-40B4-BE49-F238E27FC236}">
                <a16:creationId xmlns:a16="http://schemas.microsoft.com/office/drawing/2014/main" id="{BD02EE9F-C19C-6C79-0E31-C59D7A8C802B}"/>
              </a:ext>
            </a:extLst>
          </p:cNvPr>
          <p:cNvGrpSpPr/>
          <p:nvPr/>
        </p:nvGrpSpPr>
        <p:grpSpPr>
          <a:xfrm>
            <a:off x="9425376" y="3358656"/>
            <a:ext cx="1297800" cy="348120"/>
            <a:chOff x="9425376" y="3358656"/>
            <a:chExt cx="1297800" cy="348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24">
              <p14:nvContentPartPr>
                <p14:cNvPr id="138" name="Ink 137">
                  <a:extLst>
                    <a:ext uri="{FF2B5EF4-FFF2-40B4-BE49-F238E27FC236}">
                      <a16:creationId xmlns:a16="http://schemas.microsoft.com/office/drawing/2014/main" id="{10D60316-5ACB-0B03-6EE4-B5FEE7F4F5A1}"/>
                    </a:ext>
                  </a:extLst>
                </p14:cNvPr>
                <p14:cNvContentPartPr/>
                <p14:nvPr/>
              </p14:nvContentPartPr>
              <p14:xfrm>
                <a:off x="9425376" y="3524616"/>
                <a:ext cx="110160" cy="110880"/>
              </p14:xfrm>
            </p:contentPart>
          </mc:Choice>
          <mc:Fallback>
            <p:pic>
              <p:nvPicPr>
                <p:cNvPr id="138" name="Ink 137">
                  <a:extLst>
                    <a:ext uri="{FF2B5EF4-FFF2-40B4-BE49-F238E27FC236}">
                      <a16:creationId xmlns:a16="http://schemas.microsoft.com/office/drawing/2014/main" id="{10D60316-5ACB-0B03-6EE4-B5FEE7F4F5A1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9421056" y="3520296"/>
                  <a:ext cx="118800" cy="11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6">
              <p14:nvContentPartPr>
                <p14:cNvPr id="139" name="Ink 138">
                  <a:extLst>
                    <a:ext uri="{FF2B5EF4-FFF2-40B4-BE49-F238E27FC236}">
                      <a16:creationId xmlns:a16="http://schemas.microsoft.com/office/drawing/2014/main" id="{11CA7217-0D6E-A46F-CCD4-1A2F9A864936}"/>
                    </a:ext>
                  </a:extLst>
                </p14:cNvPr>
                <p14:cNvContentPartPr/>
                <p14:nvPr/>
              </p14:nvContentPartPr>
              <p14:xfrm>
                <a:off x="9558936" y="3525336"/>
                <a:ext cx="88200" cy="66240"/>
              </p14:xfrm>
            </p:contentPart>
          </mc:Choice>
          <mc:Fallback>
            <p:pic>
              <p:nvPicPr>
                <p:cNvPr id="139" name="Ink 138">
                  <a:extLst>
                    <a:ext uri="{FF2B5EF4-FFF2-40B4-BE49-F238E27FC236}">
                      <a16:creationId xmlns:a16="http://schemas.microsoft.com/office/drawing/2014/main" id="{11CA7217-0D6E-A46F-CCD4-1A2F9A864936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9554616" y="3521016"/>
                  <a:ext cx="96840" cy="7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8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36784FB8-C100-DA1F-601F-C278329B503E}"/>
                    </a:ext>
                  </a:extLst>
                </p14:cNvPr>
                <p14:cNvContentPartPr/>
                <p14:nvPr/>
              </p14:nvContentPartPr>
              <p14:xfrm>
                <a:off x="9666576" y="3541176"/>
                <a:ext cx="124560" cy="41040"/>
              </p14:xfrm>
            </p:contentPart>
          </mc:Choice>
          <mc:Fallback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36784FB8-C100-DA1F-601F-C278329B503E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9662256" y="3536856"/>
                  <a:ext cx="133200" cy="4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0">
              <p14:nvContentPartPr>
                <p14:cNvPr id="141" name="Ink 140">
                  <a:extLst>
                    <a:ext uri="{FF2B5EF4-FFF2-40B4-BE49-F238E27FC236}">
                      <a16:creationId xmlns:a16="http://schemas.microsoft.com/office/drawing/2014/main" id="{492CA40B-500F-2A63-40D4-7AAE1A2A0B32}"/>
                    </a:ext>
                  </a:extLst>
                </p14:cNvPr>
                <p14:cNvContentPartPr/>
                <p14:nvPr/>
              </p14:nvContentPartPr>
              <p14:xfrm>
                <a:off x="9778896" y="3360456"/>
                <a:ext cx="149040" cy="210960"/>
              </p14:xfrm>
            </p:contentPart>
          </mc:Choice>
          <mc:Fallback>
            <p:pic>
              <p:nvPicPr>
                <p:cNvPr id="141" name="Ink 140">
                  <a:extLst>
                    <a:ext uri="{FF2B5EF4-FFF2-40B4-BE49-F238E27FC236}">
                      <a16:creationId xmlns:a16="http://schemas.microsoft.com/office/drawing/2014/main" id="{492CA40B-500F-2A63-40D4-7AAE1A2A0B32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9774576" y="3356136"/>
                  <a:ext cx="157680" cy="21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2">
              <p14:nvContentPartPr>
                <p14:cNvPr id="142" name="Ink 141">
                  <a:extLst>
                    <a:ext uri="{FF2B5EF4-FFF2-40B4-BE49-F238E27FC236}">
                      <a16:creationId xmlns:a16="http://schemas.microsoft.com/office/drawing/2014/main" id="{9A4E2F7F-71CC-8573-F5AA-E482DA259954}"/>
                    </a:ext>
                  </a:extLst>
                </p14:cNvPr>
                <p14:cNvContentPartPr/>
                <p14:nvPr/>
              </p14:nvContentPartPr>
              <p14:xfrm>
                <a:off x="9927936" y="3461256"/>
                <a:ext cx="36720" cy="88200"/>
              </p14:xfrm>
            </p:contentPart>
          </mc:Choice>
          <mc:Fallback>
            <p:pic>
              <p:nvPicPr>
                <p:cNvPr id="142" name="Ink 141">
                  <a:extLst>
                    <a:ext uri="{FF2B5EF4-FFF2-40B4-BE49-F238E27FC236}">
                      <a16:creationId xmlns:a16="http://schemas.microsoft.com/office/drawing/2014/main" id="{9A4E2F7F-71CC-8573-F5AA-E482DA259954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9923616" y="3456936"/>
                  <a:ext cx="45360" cy="9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4">
              <p14:nvContentPartPr>
                <p14:cNvPr id="143" name="Ink 142">
                  <a:extLst>
                    <a:ext uri="{FF2B5EF4-FFF2-40B4-BE49-F238E27FC236}">
                      <a16:creationId xmlns:a16="http://schemas.microsoft.com/office/drawing/2014/main" id="{F0C14DEC-1D67-2CA6-7F9D-78A9FC801E64}"/>
                    </a:ext>
                  </a:extLst>
                </p14:cNvPr>
                <p14:cNvContentPartPr/>
                <p14:nvPr/>
              </p14:nvContentPartPr>
              <p14:xfrm>
                <a:off x="10025136" y="3484656"/>
                <a:ext cx="122400" cy="61200"/>
              </p14:xfrm>
            </p:contentPart>
          </mc:Choice>
          <mc:Fallback>
            <p:pic>
              <p:nvPicPr>
                <p:cNvPr id="143" name="Ink 142">
                  <a:extLst>
                    <a:ext uri="{FF2B5EF4-FFF2-40B4-BE49-F238E27FC236}">
                      <a16:creationId xmlns:a16="http://schemas.microsoft.com/office/drawing/2014/main" id="{F0C14DEC-1D67-2CA6-7F9D-78A9FC801E64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10020816" y="3480336"/>
                  <a:ext cx="131040" cy="6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6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6662F771-8AF0-A9D7-2FBB-5E862129D1E5}"/>
                    </a:ext>
                  </a:extLst>
                </p14:cNvPr>
                <p14:cNvContentPartPr/>
                <p14:nvPr/>
              </p14:nvContentPartPr>
              <p14:xfrm>
                <a:off x="9444816" y="3561696"/>
                <a:ext cx="734400" cy="145080"/>
              </p14:xfrm>
            </p:contentPart>
          </mc:Choice>
          <mc:Fallback>
            <p:pic>
              <p:nvPicPr>
                <p:cNvPr id="144" name="Ink 143">
                  <a:extLst>
                    <a:ext uri="{FF2B5EF4-FFF2-40B4-BE49-F238E27FC236}">
                      <a16:creationId xmlns:a16="http://schemas.microsoft.com/office/drawing/2014/main" id="{6662F771-8AF0-A9D7-2FBB-5E862129D1E5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9440496" y="3557376"/>
                  <a:ext cx="743040" cy="15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8">
              <p14:nvContentPartPr>
                <p14:cNvPr id="146" name="Ink 145">
                  <a:extLst>
                    <a:ext uri="{FF2B5EF4-FFF2-40B4-BE49-F238E27FC236}">
                      <a16:creationId xmlns:a16="http://schemas.microsoft.com/office/drawing/2014/main" id="{7C1A077D-C80F-B26E-97C1-88BA2745A8C3}"/>
                    </a:ext>
                  </a:extLst>
                </p14:cNvPr>
                <p14:cNvContentPartPr/>
                <p14:nvPr/>
              </p14:nvContentPartPr>
              <p14:xfrm>
                <a:off x="10271376" y="3378096"/>
                <a:ext cx="15120" cy="122760"/>
              </p14:xfrm>
            </p:contentPart>
          </mc:Choice>
          <mc:Fallback>
            <p:pic>
              <p:nvPicPr>
                <p:cNvPr id="146" name="Ink 145">
                  <a:extLst>
                    <a:ext uri="{FF2B5EF4-FFF2-40B4-BE49-F238E27FC236}">
                      <a16:creationId xmlns:a16="http://schemas.microsoft.com/office/drawing/2014/main" id="{7C1A077D-C80F-B26E-97C1-88BA2745A8C3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10267056" y="3373776"/>
                  <a:ext cx="23760" cy="13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0">
              <p14:nvContentPartPr>
                <p14:cNvPr id="147" name="Ink 146">
                  <a:extLst>
                    <a:ext uri="{FF2B5EF4-FFF2-40B4-BE49-F238E27FC236}">
                      <a16:creationId xmlns:a16="http://schemas.microsoft.com/office/drawing/2014/main" id="{D7D2FC9F-CA6B-76F9-D2A4-D5953A3C78A9}"/>
                    </a:ext>
                  </a:extLst>
                </p14:cNvPr>
                <p14:cNvContentPartPr/>
                <p14:nvPr/>
              </p14:nvContentPartPr>
              <p14:xfrm>
                <a:off x="10234656" y="3440736"/>
                <a:ext cx="139680" cy="50760"/>
              </p14:xfrm>
            </p:contentPart>
          </mc:Choice>
          <mc:Fallback>
            <p:pic>
              <p:nvPicPr>
                <p:cNvPr id="147" name="Ink 146">
                  <a:extLst>
                    <a:ext uri="{FF2B5EF4-FFF2-40B4-BE49-F238E27FC236}">
                      <a16:creationId xmlns:a16="http://schemas.microsoft.com/office/drawing/2014/main" id="{D7D2FC9F-CA6B-76F9-D2A4-D5953A3C78A9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10230336" y="3436416"/>
                  <a:ext cx="148320" cy="5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2">
              <p14:nvContentPartPr>
                <p14:cNvPr id="148" name="Ink 147">
                  <a:extLst>
                    <a:ext uri="{FF2B5EF4-FFF2-40B4-BE49-F238E27FC236}">
                      <a16:creationId xmlns:a16="http://schemas.microsoft.com/office/drawing/2014/main" id="{3366419E-281C-0869-AF16-520FCDA821F1}"/>
                    </a:ext>
                  </a:extLst>
                </p14:cNvPr>
                <p14:cNvContentPartPr/>
                <p14:nvPr/>
              </p14:nvContentPartPr>
              <p14:xfrm>
                <a:off x="10412856" y="3358656"/>
                <a:ext cx="12600" cy="46800"/>
              </p14:xfrm>
            </p:contentPart>
          </mc:Choice>
          <mc:Fallback>
            <p:pic>
              <p:nvPicPr>
                <p:cNvPr id="148" name="Ink 147">
                  <a:extLst>
                    <a:ext uri="{FF2B5EF4-FFF2-40B4-BE49-F238E27FC236}">
                      <a16:creationId xmlns:a16="http://schemas.microsoft.com/office/drawing/2014/main" id="{3366419E-281C-0869-AF16-520FCDA821F1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10408536" y="3354336"/>
                  <a:ext cx="21240" cy="5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4">
              <p14:nvContentPartPr>
                <p14:cNvPr id="149" name="Ink 148">
                  <a:extLst>
                    <a:ext uri="{FF2B5EF4-FFF2-40B4-BE49-F238E27FC236}">
                      <a16:creationId xmlns:a16="http://schemas.microsoft.com/office/drawing/2014/main" id="{3B3F02E6-147D-F31B-9969-B272CC7A0C55}"/>
                    </a:ext>
                  </a:extLst>
                </p14:cNvPr>
                <p14:cNvContentPartPr/>
                <p14:nvPr/>
              </p14:nvContentPartPr>
              <p14:xfrm>
                <a:off x="10434096" y="3405096"/>
                <a:ext cx="173880" cy="50040"/>
              </p14:xfrm>
            </p:contentPart>
          </mc:Choice>
          <mc:Fallback>
            <p:pic>
              <p:nvPicPr>
                <p:cNvPr id="149" name="Ink 148">
                  <a:extLst>
                    <a:ext uri="{FF2B5EF4-FFF2-40B4-BE49-F238E27FC236}">
                      <a16:creationId xmlns:a16="http://schemas.microsoft.com/office/drawing/2014/main" id="{3B3F02E6-147D-F31B-9969-B272CC7A0C55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10429776" y="3400776"/>
                  <a:ext cx="182520" cy="5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6">
              <p14:nvContentPartPr>
                <p14:cNvPr id="150" name="Ink 149">
                  <a:extLst>
                    <a:ext uri="{FF2B5EF4-FFF2-40B4-BE49-F238E27FC236}">
                      <a16:creationId xmlns:a16="http://schemas.microsoft.com/office/drawing/2014/main" id="{E62CFD61-63A6-E24C-4661-E3F0A553584B}"/>
                    </a:ext>
                  </a:extLst>
                </p14:cNvPr>
                <p14:cNvContentPartPr/>
                <p14:nvPr/>
              </p14:nvContentPartPr>
              <p14:xfrm>
                <a:off x="10627416" y="3380616"/>
                <a:ext cx="95760" cy="84240"/>
              </p14:xfrm>
            </p:contentPart>
          </mc:Choice>
          <mc:Fallback>
            <p:pic>
              <p:nvPicPr>
                <p:cNvPr id="150" name="Ink 149">
                  <a:extLst>
                    <a:ext uri="{FF2B5EF4-FFF2-40B4-BE49-F238E27FC236}">
                      <a16:creationId xmlns:a16="http://schemas.microsoft.com/office/drawing/2014/main" id="{E62CFD61-63A6-E24C-4661-E3F0A553584B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10623096" y="3376296"/>
                  <a:ext cx="104400" cy="928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48">
            <p14:nvContentPartPr>
              <p14:cNvPr id="168" name="Ink 167">
                <a:extLst>
                  <a:ext uri="{FF2B5EF4-FFF2-40B4-BE49-F238E27FC236}">
                    <a16:creationId xmlns:a16="http://schemas.microsoft.com/office/drawing/2014/main" id="{14A87C2D-276B-D4F7-4AE4-5D291F1A5297}"/>
                  </a:ext>
                </a:extLst>
              </p14:cNvPr>
              <p14:cNvContentPartPr/>
              <p14:nvPr/>
            </p14:nvContentPartPr>
            <p14:xfrm>
              <a:off x="4811976" y="4984056"/>
              <a:ext cx="3235680" cy="144360"/>
            </p14:xfrm>
          </p:contentPart>
        </mc:Choice>
        <mc:Fallback>
          <p:pic>
            <p:nvPicPr>
              <p:cNvPr id="168" name="Ink 167">
                <a:extLst>
                  <a:ext uri="{FF2B5EF4-FFF2-40B4-BE49-F238E27FC236}">
                    <a16:creationId xmlns:a16="http://schemas.microsoft.com/office/drawing/2014/main" id="{14A87C2D-276B-D4F7-4AE4-5D291F1A5297}"/>
                  </a:ext>
                </a:extLst>
              </p:cNvPr>
              <p:cNvPicPr/>
              <p:nvPr/>
            </p:nvPicPr>
            <p:blipFill>
              <a:blip r:embed="rId149"/>
              <a:stretch>
                <a:fillRect/>
              </a:stretch>
            </p:blipFill>
            <p:spPr>
              <a:xfrm>
                <a:off x="4807656" y="4979736"/>
                <a:ext cx="3244320" cy="153000"/>
              </a:xfrm>
              <a:prstGeom prst="rect">
                <a:avLst/>
              </a:prstGeom>
            </p:spPr>
          </p:pic>
        </mc:Fallback>
      </mc:AlternateContent>
      <p:grpSp>
        <p:nvGrpSpPr>
          <p:cNvPr id="172" name="Group 171">
            <a:extLst>
              <a:ext uri="{FF2B5EF4-FFF2-40B4-BE49-F238E27FC236}">
                <a16:creationId xmlns:a16="http://schemas.microsoft.com/office/drawing/2014/main" id="{4BC15F0B-2C8E-166E-46E8-37D98A482D92}"/>
              </a:ext>
            </a:extLst>
          </p:cNvPr>
          <p:cNvGrpSpPr/>
          <p:nvPr/>
        </p:nvGrpSpPr>
        <p:grpSpPr>
          <a:xfrm>
            <a:off x="1732536" y="3610656"/>
            <a:ext cx="6476400" cy="1488960"/>
            <a:chOff x="1732536" y="3610656"/>
            <a:chExt cx="6476400" cy="1488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50">
              <p14:nvContentPartPr>
                <p14:cNvPr id="167" name="Ink 166">
                  <a:extLst>
                    <a:ext uri="{FF2B5EF4-FFF2-40B4-BE49-F238E27FC236}">
                      <a16:creationId xmlns:a16="http://schemas.microsoft.com/office/drawing/2014/main" id="{5E108E2E-0D21-F893-E4BF-B11FEB7EE8C2}"/>
                    </a:ext>
                  </a:extLst>
                </p14:cNvPr>
                <p14:cNvContentPartPr/>
                <p14:nvPr/>
              </p14:nvContentPartPr>
              <p14:xfrm>
                <a:off x="4817016" y="4947696"/>
                <a:ext cx="3265200" cy="138600"/>
              </p14:xfrm>
            </p:contentPart>
          </mc:Choice>
          <mc:Fallback>
            <p:pic>
              <p:nvPicPr>
                <p:cNvPr id="167" name="Ink 166">
                  <a:extLst>
                    <a:ext uri="{FF2B5EF4-FFF2-40B4-BE49-F238E27FC236}">
                      <a16:creationId xmlns:a16="http://schemas.microsoft.com/office/drawing/2014/main" id="{5E108E2E-0D21-F893-E4BF-B11FEB7EE8C2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4812696" y="4943376"/>
                  <a:ext cx="3273840" cy="14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2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9B79F842-7EEB-D300-CF2A-CCB2B5B67BA6}"/>
                    </a:ext>
                  </a:extLst>
                </p14:cNvPr>
                <p14:cNvContentPartPr/>
                <p14:nvPr/>
              </p14:nvContentPartPr>
              <p14:xfrm>
                <a:off x="7045416" y="4589136"/>
                <a:ext cx="44280" cy="1080"/>
              </p14:xfrm>
            </p:contentPart>
          </mc:Choice>
          <mc:Fallback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9B79F842-7EEB-D300-CF2A-CCB2B5B67BA6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7041096" y="4584816"/>
                  <a:ext cx="52920" cy="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4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1D7BAB56-47E5-A0B6-4533-FB12B843B990}"/>
                    </a:ext>
                  </a:extLst>
                </p14:cNvPr>
                <p14:cNvContentPartPr/>
                <p14:nvPr/>
              </p14:nvContentPartPr>
              <p14:xfrm>
                <a:off x="7243056" y="4567176"/>
                <a:ext cx="75960" cy="7560"/>
              </p14:xfrm>
            </p:contentPart>
          </mc:Choice>
          <mc:Fallback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1D7BAB56-47E5-A0B6-4533-FB12B843B990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7238736" y="4562856"/>
                  <a:ext cx="84600" cy="1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6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6E3FAAEC-2384-0DA3-D2B3-B62332AD91EB}"/>
                    </a:ext>
                  </a:extLst>
                </p14:cNvPr>
                <p14:cNvContentPartPr/>
                <p14:nvPr/>
              </p14:nvContentPartPr>
              <p14:xfrm>
                <a:off x="7460136" y="4553496"/>
                <a:ext cx="10080" cy="2880"/>
              </p14:xfrm>
            </p:contentPart>
          </mc:Choice>
          <mc:Fallback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6E3FAAEC-2384-0DA3-D2B3-B62332AD91EB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7455816" y="4549176"/>
                  <a:ext cx="18720" cy="1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8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CDE937D4-25A8-D5C6-8952-5DDDAFAA0A41}"/>
                    </a:ext>
                  </a:extLst>
                </p14:cNvPr>
                <p14:cNvContentPartPr/>
                <p14:nvPr/>
              </p14:nvContentPartPr>
              <p14:xfrm>
                <a:off x="7786296" y="4115736"/>
                <a:ext cx="249480" cy="290520"/>
              </p14:xfrm>
            </p:contentPart>
          </mc:Choice>
          <mc:Fallback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CDE937D4-25A8-D5C6-8952-5DDDAFAA0A41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7781976" y="4111416"/>
                  <a:ext cx="258120" cy="29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0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597CA64E-E83B-2232-0565-9889E49792DB}"/>
                    </a:ext>
                  </a:extLst>
                </p14:cNvPr>
                <p14:cNvContentPartPr/>
                <p14:nvPr/>
              </p14:nvContentPartPr>
              <p14:xfrm>
                <a:off x="7721496" y="4345416"/>
                <a:ext cx="169920" cy="493920"/>
              </p14:xfrm>
            </p:contentPart>
          </mc:Choice>
          <mc:Fallback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597CA64E-E83B-2232-0565-9889E49792DB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7717176" y="4341096"/>
                  <a:ext cx="178560" cy="50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2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64B684ED-3F14-12BB-19A8-654E29EEBF10}"/>
                    </a:ext>
                  </a:extLst>
                </p14:cNvPr>
                <p14:cNvContentPartPr/>
                <p14:nvPr/>
              </p14:nvContentPartPr>
              <p14:xfrm>
                <a:off x="7908696" y="4626576"/>
                <a:ext cx="112680" cy="158760"/>
              </p14:xfrm>
            </p:contentPart>
          </mc:Choice>
          <mc:Fallback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64B684ED-3F14-12BB-19A8-654E29EEBF10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7904376" y="4622256"/>
                  <a:ext cx="121320" cy="16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4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129CFB02-F0E9-1BFE-68F1-80C5FD589054}"/>
                    </a:ext>
                  </a:extLst>
                </p14:cNvPr>
                <p14:cNvContentPartPr/>
                <p14:nvPr/>
              </p14:nvContentPartPr>
              <p14:xfrm>
                <a:off x="7762536" y="4446936"/>
                <a:ext cx="446400" cy="66960"/>
              </p14:xfrm>
            </p:contentPart>
          </mc:Choice>
          <mc:Fallback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129CFB02-F0E9-1BFE-68F1-80C5FD589054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7758216" y="4442616"/>
                  <a:ext cx="455040" cy="7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6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EABE6E20-D138-AFF7-7159-9BD4BD49DEC6}"/>
                    </a:ext>
                  </a:extLst>
                </p14:cNvPr>
                <p14:cNvContentPartPr/>
                <p14:nvPr/>
              </p14:nvContentPartPr>
              <p14:xfrm>
                <a:off x="5489856" y="4237776"/>
                <a:ext cx="153360" cy="16560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EABE6E20-D138-AFF7-7159-9BD4BD49DEC6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5485536" y="4233456"/>
                  <a:ext cx="162000" cy="17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8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385848A5-17FC-53F6-0764-CE99627666D2}"/>
                    </a:ext>
                  </a:extLst>
                </p14:cNvPr>
                <p14:cNvContentPartPr/>
                <p14:nvPr/>
              </p14:nvContentPartPr>
              <p14:xfrm>
                <a:off x="5587416" y="4405536"/>
                <a:ext cx="12600" cy="194400"/>
              </p14:xfrm>
            </p:contentPart>
          </mc:Choice>
          <mc:Fallback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385848A5-17FC-53F6-0764-CE99627666D2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5583096" y="4401216"/>
                  <a:ext cx="21240" cy="20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0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F7970608-FA6D-2C30-91FB-4D00D303C70B}"/>
                    </a:ext>
                  </a:extLst>
                </p14:cNvPr>
                <p14:cNvContentPartPr/>
                <p14:nvPr/>
              </p14:nvContentPartPr>
              <p14:xfrm>
                <a:off x="5417136" y="4613976"/>
                <a:ext cx="171360" cy="270000"/>
              </p14:xfrm>
            </p:contentPart>
          </mc:Choice>
          <mc:Fallback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F7970608-FA6D-2C30-91FB-4D00D303C70B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5412816" y="4609656"/>
                  <a:ext cx="180000" cy="27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2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954D2A50-2F6B-A31F-207C-C53F6D5C1326}"/>
                    </a:ext>
                  </a:extLst>
                </p14:cNvPr>
                <p14:cNvContentPartPr/>
                <p14:nvPr/>
              </p14:nvContentPartPr>
              <p14:xfrm>
                <a:off x="5603256" y="4685976"/>
                <a:ext cx="82800" cy="15840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954D2A50-2F6B-A31F-207C-C53F6D5C1326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5598936" y="4681656"/>
                  <a:ext cx="91440" cy="16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4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162DD7F7-6886-E5A8-700A-791227F558B5}"/>
                    </a:ext>
                  </a:extLst>
                </p14:cNvPr>
                <p14:cNvContentPartPr/>
                <p14:nvPr/>
              </p14:nvContentPartPr>
              <p14:xfrm>
                <a:off x="5421096" y="4495896"/>
                <a:ext cx="438480" cy="93600"/>
              </p14:xfrm>
            </p:contentPart>
          </mc:Choice>
          <mc:Fallback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162DD7F7-6886-E5A8-700A-791227F558B5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5416776" y="4491576"/>
                  <a:ext cx="447120" cy="10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6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6D63B606-0F0A-8CB1-0C80-3063724082F5}"/>
                    </a:ext>
                  </a:extLst>
                </p14:cNvPr>
                <p14:cNvContentPartPr/>
                <p14:nvPr/>
              </p14:nvContentPartPr>
              <p14:xfrm>
                <a:off x="5974056" y="4217256"/>
                <a:ext cx="164880" cy="194760"/>
              </p14:xfrm>
            </p:contentPart>
          </mc:Choice>
          <mc:Fallback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6D63B606-0F0A-8CB1-0C80-3063724082F5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5969736" y="4212936"/>
                  <a:ext cx="173520" cy="20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8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5180F722-58FF-3FAB-3379-DE9DB82F8DB1}"/>
                    </a:ext>
                  </a:extLst>
                </p14:cNvPr>
                <p14:cNvContentPartPr/>
                <p14:nvPr/>
              </p14:nvContentPartPr>
              <p14:xfrm>
                <a:off x="5906736" y="4422816"/>
                <a:ext cx="158760" cy="438840"/>
              </p14:xfrm>
            </p:contentPart>
          </mc:Choice>
          <mc:Fallback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5180F722-58FF-3FAB-3379-DE9DB82F8DB1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5902416" y="4418496"/>
                  <a:ext cx="167400" cy="44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0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1283B420-B8A4-1A20-AE90-FFC4054CF57D}"/>
                    </a:ext>
                  </a:extLst>
                </p14:cNvPr>
                <p14:cNvContentPartPr/>
                <p14:nvPr/>
              </p14:nvContentPartPr>
              <p14:xfrm>
                <a:off x="6043176" y="4704696"/>
                <a:ext cx="107280" cy="137160"/>
              </p14:xfrm>
            </p:contentPart>
          </mc:Choice>
          <mc:Fallback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1283B420-B8A4-1A20-AE90-FFC4054CF57D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6038856" y="4700376"/>
                  <a:ext cx="115920" cy="14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2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85AAA749-74DE-8C84-B01F-29DBED51A7BA}"/>
                    </a:ext>
                  </a:extLst>
                </p14:cNvPr>
                <p14:cNvContentPartPr/>
                <p14:nvPr/>
              </p14:nvContentPartPr>
              <p14:xfrm>
                <a:off x="5950296" y="4479336"/>
                <a:ext cx="359280" cy="59040"/>
              </p14:xfrm>
            </p:contentPart>
          </mc:Choice>
          <mc:Fallback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85AAA749-74DE-8C84-B01F-29DBED51A7BA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5945976" y="4475016"/>
                  <a:ext cx="367920" cy="6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4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FB82F98E-4C25-E3DF-2C03-3CB8E5EFEABC}"/>
                    </a:ext>
                  </a:extLst>
                </p14:cNvPr>
                <p14:cNvContentPartPr/>
                <p14:nvPr/>
              </p14:nvContentPartPr>
              <p14:xfrm>
                <a:off x="6413616" y="4192776"/>
                <a:ext cx="271440" cy="208440"/>
              </p14:xfrm>
            </p:contentPart>
          </mc:Choice>
          <mc:Fallback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FB82F98E-4C25-E3DF-2C03-3CB8E5EFEABC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6409296" y="4188456"/>
                  <a:ext cx="280080" cy="21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6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F4690117-E078-28D7-B65A-30F2D6F73918}"/>
                    </a:ext>
                  </a:extLst>
                </p14:cNvPr>
                <p14:cNvContentPartPr/>
                <p14:nvPr/>
              </p14:nvContentPartPr>
              <p14:xfrm>
                <a:off x="6394536" y="4377096"/>
                <a:ext cx="161280" cy="453960"/>
              </p14:xfrm>
            </p:contentPart>
          </mc:Choice>
          <mc:Fallback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F4690117-E078-28D7-B65A-30F2D6F73918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6390216" y="4372776"/>
                  <a:ext cx="169920" cy="46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8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0782723B-EE4D-9F17-FD9A-61AA1A1467A2}"/>
                    </a:ext>
                  </a:extLst>
                </p14:cNvPr>
                <p14:cNvContentPartPr/>
                <p14:nvPr/>
              </p14:nvContentPartPr>
              <p14:xfrm>
                <a:off x="6531336" y="4693896"/>
                <a:ext cx="87840" cy="113400"/>
              </p14:xfrm>
            </p:contentPart>
          </mc:Choice>
          <mc:Fallback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0782723B-EE4D-9F17-FD9A-61AA1A1467A2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6527016" y="4689576"/>
                  <a:ext cx="96480" cy="12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0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142DF2F1-E855-88DD-6DFA-F3503E640071}"/>
                    </a:ext>
                  </a:extLst>
                </p14:cNvPr>
                <p14:cNvContentPartPr/>
                <p14:nvPr/>
              </p14:nvContentPartPr>
              <p14:xfrm>
                <a:off x="6443136" y="4479696"/>
                <a:ext cx="312480" cy="42480"/>
              </p14:xfrm>
            </p:contentPart>
          </mc:Choice>
          <mc:Fallback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142DF2F1-E855-88DD-6DFA-F3503E640071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6438816" y="4475376"/>
                  <a:ext cx="321120" cy="5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2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519D0352-AF88-ABBB-753C-4E31844E9DFF}"/>
                    </a:ext>
                  </a:extLst>
                </p14:cNvPr>
                <p14:cNvContentPartPr/>
                <p14:nvPr/>
              </p14:nvContentPartPr>
              <p14:xfrm>
                <a:off x="1732536" y="4206456"/>
                <a:ext cx="283320" cy="30276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519D0352-AF88-ABBB-753C-4E31844E9DFF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1728216" y="4202136"/>
                  <a:ext cx="291960" cy="31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4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50D554BB-25C4-B386-A54A-BA6F963416B6}"/>
                    </a:ext>
                  </a:extLst>
                </p14:cNvPr>
                <p14:cNvContentPartPr/>
                <p14:nvPr/>
              </p14:nvContentPartPr>
              <p14:xfrm>
                <a:off x="1917576" y="4409136"/>
                <a:ext cx="114840" cy="9108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50D554BB-25C4-B386-A54A-BA6F963416B6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1913256" y="4404816"/>
                  <a:ext cx="123480" cy="9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6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2C8AB1D0-6B39-BD54-955A-FDDE583F0B90}"/>
                    </a:ext>
                  </a:extLst>
                </p14:cNvPr>
                <p14:cNvContentPartPr/>
                <p14:nvPr/>
              </p14:nvContentPartPr>
              <p14:xfrm>
                <a:off x="2146536" y="4231656"/>
                <a:ext cx="120240" cy="24408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2C8AB1D0-6B39-BD54-955A-FDDE583F0B90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2142216" y="4227336"/>
                  <a:ext cx="128880" cy="25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8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F9DEAAB5-BDBD-5EF9-F4BD-CABA585A4FB9}"/>
                    </a:ext>
                  </a:extLst>
                </p14:cNvPr>
                <p14:cNvContentPartPr/>
                <p14:nvPr/>
              </p14:nvContentPartPr>
              <p14:xfrm>
                <a:off x="2256696" y="4226616"/>
                <a:ext cx="83160" cy="22680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F9DEAAB5-BDBD-5EF9-F4BD-CABA585A4FB9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2252376" y="4222296"/>
                  <a:ext cx="91800" cy="23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0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44ACFE96-5D84-FEA4-519B-A60D63604F0C}"/>
                    </a:ext>
                  </a:extLst>
                </p14:cNvPr>
                <p14:cNvContentPartPr/>
                <p14:nvPr/>
              </p14:nvContentPartPr>
              <p14:xfrm>
                <a:off x="2334816" y="4399056"/>
                <a:ext cx="29520" cy="5328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44ACFE96-5D84-FEA4-519B-A60D63604F0C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2330496" y="4394736"/>
                  <a:ext cx="38160" cy="6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2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27F36C1E-65D6-88D7-D4D6-7B84EF6D73CD}"/>
                    </a:ext>
                  </a:extLst>
                </p14:cNvPr>
                <p14:cNvContentPartPr/>
                <p14:nvPr/>
              </p14:nvContentPartPr>
              <p14:xfrm>
                <a:off x="2420136" y="4237416"/>
                <a:ext cx="7560" cy="7848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27F36C1E-65D6-88D7-D4D6-7B84EF6D73CD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2415816" y="4233096"/>
                  <a:ext cx="16200" cy="8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4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12696376-4AA9-4F3E-99C1-2B8522664279}"/>
                    </a:ext>
                  </a:extLst>
                </p14:cNvPr>
                <p14:cNvContentPartPr/>
                <p14:nvPr/>
              </p14:nvContentPartPr>
              <p14:xfrm>
                <a:off x="2466216" y="4368096"/>
                <a:ext cx="129600" cy="4428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12696376-4AA9-4F3E-99C1-2B8522664279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2461896" y="4363776"/>
                  <a:ext cx="138240" cy="5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6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5DEB501A-D64C-EAEE-0B20-6D7D2568A9D4}"/>
                    </a:ext>
                  </a:extLst>
                </p14:cNvPr>
                <p14:cNvContentPartPr/>
                <p14:nvPr/>
              </p14:nvContentPartPr>
              <p14:xfrm>
                <a:off x="2405376" y="4339296"/>
                <a:ext cx="319320" cy="35640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5DEB501A-D64C-EAEE-0B20-6D7D2568A9D4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2401056" y="4334976"/>
                  <a:ext cx="327960" cy="36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8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09092635-2366-2F71-961E-0D617857FC6B}"/>
                    </a:ext>
                  </a:extLst>
                </p14:cNvPr>
                <p14:cNvContentPartPr/>
                <p14:nvPr/>
              </p14:nvContentPartPr>
              <p14:xfrm>
                <a:off x="1839816" y="4857336"/>
                <a:ext cx="83160" cy="18108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09092635-2366-2F71-961E-0D617857FC6B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1835496" y="4853016"/>
                  <a:ext cx="91800" cy="18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0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3451EFEE-AF41-63B0-72BF-C790FBF88329}"/>
                    </a:ext>
                  </a:extLst>
                </p14:cNvPr>
                <p14:cNvContentPartPr/>
                <p14:nvPr/>
              </p14:nvContentPartPr>
              <p14:xfrm>
                <a:off x="1947096" y="4755096"/>
                <a:ext cx="72360" cy="12384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3451EFEE-AF41-63B0-72BF-C790FBF88329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1942776" y="4750776"/>
                  <a:ext cx="81000" cy="13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2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EF9232F9-2943-2B80-08C1-9FDC3DE23C81}"/>
                    </a:ext>
                  </a:extLst>
                </p14:cNvPr>
                <p14:cNvContentPartPr/>
                <p14:nvPr/>
              </p14:nvContentPartPr>
              <p14:xfrm>
                <a:off x="2068056" y="4774536"/>
                <a:ext cx="57600" cy="10008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EF9232F9-2943-2B80-08C1-9FDC3DE23C81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2063736" y="4770216"/>
                  <a:ext cx="66240" cy="10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4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D3845397-54C7-CFA5-76FB-A0D6AB4AFF8A}"/>
                    </a:ext>
                  </a:extLst>
                </p14:cNvPr>
                <p14:cNvContentPartPr/>
                <p14:nvPr/>
              </p14:nvContentPartPr>
              <p14:xfrm>
                <a:off x="2149416" y="4888296"/>
                <a:ext cx="83160" cy="21132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D3845397-54C7-CFA5-76FB-A0D6AB4AFF8A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2145096" y="4883976"/>
                  <a:ext cx="91800" cy="21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6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BE2E73D8-0E13-F61D-D1B0-45D3696DB053}"/>
                    </a:ext>
                  </a:extLst>
                </p14:cNvPr>
                <p14:cNvContentPartPr/>
                <p14:nvPr/>
              </p14:nvContentPartPr>
              <p14:xfrm>
                <a:off x="2233656" y="4797216"/>
                <a:ext cx="74880" cy="7992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BE2E73D8-0E13-F61D-D1B0-45D3696DB053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2229336" y="4792896"/>
                  <a:ext cx="83520" cy="8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8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86659935-040A-6BAD-6D83-07ECFFC73302}"/>
                    </a:ext>
                  </a:extLst>
                </p14:cNvPr>
                <p14:cNvContentPartPr/>
                <p14:nvPr/>
              </p14:nvContentPartPr>
              <p14:xfrm>
                <a:off x="2366496" y="4806216"/>
                <a:ext cx="183240" cy="5832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86659935-040A-6BAD-6D83-07ECFFC73302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2362176" y="4801896"/>
                  <a:ext cx="191880" cy="6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0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FD924033-EEE9-2AC3-884F-D92B5FD319A8}"/>
                    </a:ext>
                  </a:extLst>
                </p14:cNvPr>
                <p14:cNvContentPartPr/>
                <p14:nvPr/>
              </p14:nvContentPartPr>
              <p14:xfrm>
                <a:off x="2568456" y="4711176"/>
                <a:ext cx="81000" cy="14544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FD924033-EEE9-2AC3-884F-D92B5FD319A8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2564136" y="4706856"/>
                  <a:ext cx="89640" cy="15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2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CE007EDF-BF11-4E62-C0CF-979F0E5565BA}"/>
                    </a:ext>
                  </a:extLst>
                </p14:cNvPr>
                <p14:cNvContentPartPr/>
                <p14:nvPr/>
              </p14:nvContentPartPr>
              <p14:xfrm>
                <a:off x="2641176" y="4774536"/>
                <a:ext cx="154800" cy="6732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CE007EDF-BF11-4E62-C0CF-979F0E5565BA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2636856" y="4770216"/>
                  <a:ext cx="163440" cy="7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4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9037CD5A-669D-9BA2-A497-8831FCB07AFE}"/>
                    </a:ext>
                  </a:extLst>
                </p14:cNvPr>
                <p14:cNvContentPartPr/>
                <p14:nvPr/>
              </p14:nvContentPartPr>
              <p14:xfrm>
                <a:off x="2817576" y="4638096"/>
                <a:ext cx="124560" cy="19692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9037CD5A-669D-9BA2-A497-8831FCB07AFE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2813256" y="4633776"/>
                  <a:ext cx="133200" cy="20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6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F016E7D2-1DFD-4C64-E486-35D0BB61BEDF}"/>
                    </a:ext>
                  </a:extLst>
                </p14:cNvPr>
                <p14:cNvContentPartPr/>
                <p14:nvPr/>
              </p14:nvContentPartPr>
              <p14:xfrm>
                <a:off x="2802816" y="4772736"/>
                <a:ext cx="138960" cy="6120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F016E7D2-1DFD-4C64-E486-35D0BB61BEDF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2798496" y="4768416"/>
                  <a:ext cx="147600" cy="6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8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086A9EB3-2FE3-1E00-8F94-D14E82D79774}"/>
                    </a:ext>
                  </a:extLst>
                </p14:cNvPr>
                <p14:cNvContentPartPr/>
                <p14:nvPr/>
              </p14:nvContentPartPr>
              <p14:xfrm>
                <a:off x="2990736" y="4675176"/>
                <a:ext cx="5400" cy="7596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086A9EB3-2FE3-1E00-8F94-D14E82D79774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2986416" y="4670856"/>
                  <a:ext cx="14040" cy="8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0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3CB54E36-3F48-179D-41D1-E680F44215A6}"/>
                    </a:ext>
                  </a:extLst>
                </p14:cNvPr>
                <p14:cNvContentPartPr/>
                <p14:nvPr/>
              </p14:nvContentPartPr>
              <p14:xfrm>
                <a:off x="2995416" y="4731336"/>
                <a:ext cx="203040" cy="8712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3CB54E36-3F48-179D-41D1-E680F44215A6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2991096" y="4727016"/>
                  <a:ext cx="211680" cy="9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2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8ED94D6F-2DDD-8D51-FC41-8BB62AC43F67}"/>
                    </a:ext>
                  </a:extLst>
                </p14:cNvPr>
                <p14:cNvContentPartPr/>
                <p14:nvPr/>
              </p14:nvContentPartPr>
              <p14:xfrm>
                <a:off x="4936176" y="4318416"/>
                <a:ext cx="179280" cy="16344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8ED94D6F-2DDD-8D51-FC41-8BB62AC43F67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4931856" y="4314096"/>
                  <a:ext cx="187920" cy="17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4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DDA7FA1F-00AF-7D37-ED2C-7E650EDE6AC0}"/>
                    </a:ext>
                  </a:extLst>
                </p14:cNvPr>
                <p14:cNvContentPartPr/>
                <p14:nvPr/>
              </p14:nvContentPartPr>
              <p14:xfrm>
                <a:off x="4792896" y="4490856"/>
                <a:ext cx="241200" cy="45900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DDA7FA1F-00AF-7D37-ED2C-7E650EDE6AC0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4788576" y="4486536"/>
                  <a:ext cx="249840" cy="46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6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F1ACD6A7-C046-3B4A-03DD-95C538C56D0D}"/>
                    </a:ext>
                  </a:extLst>
                </p14:cNvPr>
                <p14:cNvContentPartPr/>
                <p14:nvPr/>
              </p14:nvContentPartPr>
              <p14:xfrm>
                <a:off x="5016816" y="4781736"/>
                <a:ext cx="56160" cy="15156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F1ACD6A7-C046-3B4A-03DD-95C538C56D0D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5012496" y="4777416"/>
                  <a:ext cx="64800" cy="16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8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23F6D468-A3E4-68A4-4D52-B8E5AE801F91}"/>
                    </a:ext>
                  </a:extLst>
                </p14:cNvPr>
                <p14:cNvContentPartPr/>
                <p14:nvPr/>
              </p14:nvContentPartPr>
              <p14:xfrm>
                <a:off x="4795056" y="4586976"/>
                <a:ext cx="409320" cy="9180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23F6D468-A3E4-68A4-4D52-B8E5AE801F91}"/>
                    </a:ext>
                  </a:extLst>
                </p:cNvPr>
                <p:cNvPicPr/>
                <p:nvPr/>
              </p:nvPicPr>
              <p:blipFill>
                <a:blip r:embed="rId239"/>
                <a:stretch>
                  <a:fillRect/>
                </a:stretch>
              </p:blipFill>
              <p:spPr>
                <a:xfrm>
                  <a:off x="4790736" y="4582656"/>
                  <a:ext cx="417960" cy="10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0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2E9FC621-6EFF-B233-4CDF-5BB8547401CD}"/>
                    </a:ext>
                  </a:extLst>
                </p14:cNvPr>
                <p14:cNvContentPartPr/>
                <p14:nvPr/>
              </p14:nvContentPartPr>
              <p14:xfrm>
                <a:off x="3339216" y="3969576"/>
                <a:ext cx="1249200" cy="746640"/>
              </p14:xfrm>
            </p:contentPart>
          </mc:Choice>
          <mc:Fallback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2E9FC621-6EFF-B233-4CDF-5BB8547401CD}"/>
                    </a:ext>
                  </a:extLst>
                </p:cNvPr>
                <p:cNvPicPr/>
                <p:nvPr/>
              </p:nvPicPr>
              <p:blipFill>
                <a:blip r:embed="rId241"/>
                <a:stretch>
                  <a:fillRect/>
                </a:stretch>
              </p:blipFill>
              <p:spPr>
                <a:xfrm>
                  <a:off x="3334896" y="3965256"/>
                  <a:ext cx="1257840" cy="75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2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ABCC08CC-52E2-FFA9-1A11-2746DF012341}"/>
                    </a:ext>
                  </a:extLst>
                </p14:cNvPr>
                <p14:cNvContentPartPr/>
                <p14:nvPr/>
              </p14:nvContentPartPr>
              <p14:xfrm>
                <a:off x="4519296" y="4600656"/>
                <a:ext cx="149040" cy="181440"/>
              </p14:xfrm>
            </p:contentPart>
          </mc:Choice>
          <mc:Fallback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ABCC08CC-52E2-FFA9-1A11-2746DF012341}"/>
                    </a:ext>
                  </a:extLst>
                </p:cNvPr>
                <p:cNvPicPr/>
                <p:nvPr/>
              </p:nvPicPr>
              <p:blipFill>
                <a:blip r:embed="rId243"/>
                <a:stretch>
                  <a:fillRect/>
                </a:stretch>
              </p:blipFill>
              <p:spPr>
                <a:xfrm>
                  <a:off x="4514976" y="4596336"/>
                  <a:ext cx="157680" cy="19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4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230D0516-2E21-7379-C9F8-287EEB1B15D9}"/>
                    </a:ext>
                  </a:extLst>
                </p14:cNvPr>
                <p14:cNvContentPartPr/>
                <p14:nvPr/>
              </p14:nvContentPartPr>
              <p14:xfrm>
                <a:off x="4114656" y="3803976"/>
                <a:ext cx="117360" cy="106200"/>
              </p14:xfrm>
            </p:contentPart>
          </mc:Choice>
          <mc:Fallback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230D0516-2E21-7379-C9F8-287EEB1B15D9}"/>
                    </a:ext>
                  </a:extLst>
                </p:cNvPr>
                <p:cNvPicPr/>
                <p:nvPr/>
              </p:nvPicPr>
              <p:blipFill>
                <a:blip r:embed="rId245"/>
                <a:stretch>
                  <a:fillRect/>
                </a:stretch>
              </p:blipFill>
              <p:spPr>
                <a:xfrm>
                  <a:off x="4110336" y="3799656"/>
                  <a:ext cx="126000" cy="11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6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5CC25CB7-4139-AC9D-6C56-5AABBD084D70}"/>
                    </a:ext>
                  </a:extLst>
                </p14:cNvPr>
                <p14:cNvContentPartPr/>
                <p14:nvPr/>
              </p14:nvContentPartPr>
              <p14:xfrm>
                <a:off x="4238856" y="3818736"/>
                <a:ext cx="73440" cy="88200"/>
              </p14:xfrm>
            </p:contentPart>
          </mc:Choice>
          <mc:Fallback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5CC25CB7-4139-AC9D-6C56-5AABBD084D70}"/>
                    </a:ext>
                  </a:extLst>
                </p:cNvPr>
                <p:cNvPicPr/>
                <p:nvPr/>
              </p:nvPicPr>
              <p:blipFill>
                <a:blip r:embed="rId247"/>
                <a:stretch>
                  <a:fillRect/>
                </a:stretch>
              </p:blipFill>
              <p:spPr>
                <a:xfrm>
                  <a:off x="4234536" y="3814416"/>
                  <a:ext cx="82080" cy="9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8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4EB13931-B11C-BBDD-4A18-EFC732901B4B}"/>
                    </a:ext>
                  </a:extLst>
                </p14:cNvPr>
                <p14:cNvContentPartPr/>
                <p14:nvPr/>
              </p14:nvContentPartPr>
              <p14:xfrm>
                <a:off x="4363416" y="3858696"/>
                <a:ext cx="92880" cy="33120"/>
              </p14:xfrm>
            </p:contentPart>
          </mc:Choice>
          <mc:Fallback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4EB13931-B11C-BBDD-4A18-EFC732901B4B}"/>
                    </a:ext>
                  </a:extLst>
                </p:cNvPr>
                <p:cNvPicPr/>
                <p:nvPr/>
              </p:nvPicPr>
              <p:blipFill>
                <a:blip r:embed="rId249"/>
                <a:stretch>
                  <a:fillRect/>
                </a:stretch>
              </p:blipFill>
              <p:spPr>
                <a:xfrm>
                  <a:off x="4359096" y="3854376"/>
                  <a:ext cx="101520" cy="4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0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5A07ED6C-EDEC-0D8A-80F6-4F3F6571789E}"/>
                    </a:ext>
                  </a:extLst>
                </p14:cNvPr>
                <p14:cNvContentPartPr/>
                <p14:nvPr/>
              </p14:nvContentPartPr>
              <p14:xfrm>
                <a:off x="4499856" y="3704256"/>
                <a:ext cx="141840" cy="172800"/>
              </p14:xfrm>
            </p:contentPart>
          </mc:Choice>
          <mc:Fallback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5A07ED6C-EDEC-0D8A-80F6-4F3F6571789E}"/>
                    </a:ext>
                  </a:extLst>
                </p:cNvPr>
                <p:cNvPicPr/>
                <p:nvPr/>
              </p:nvPicPr>
              <p:blipFill>
                <a:blip r:embed="rId251"/>
                <a:stretch>
                  <a:fillRect/>
                </a:stretch>
              </p:blipFill>
              <p:spPr>
                <a:xfrm>
                  <a:off x="4495536" y="3699936"/>
                  <a:ext cx="150480" cy="18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2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484AC25B-9426-0781-9164-0E3BC7FE2218}"/>
                    </a:ext>
                  </a:extLst>
                </p14:cNvPr>
                <p14:cNvContentPartPr/>
                <p14:nvPr/>
              </p14:nvContentPartPr>
              <p14:xfrm>
                <a:off x="4599936" y="3806496"/>
                <a:ext cx="68760" cy="82440"/>
              </p14:xfrm>
            </p:contentPart>
          </mc:Choice>
          <mc:Fallback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484AC25B-9426-0781-9164-0E3BC7FE2218}"/>
                    </a:ext>
                  </a:extLst>
                </p:cNvPr>
                <p:cNvPicPr/>
                <p:nvPr/>
              </p:nvPicPr>
              <p:blipFill>
                <a:blip r:embed="rId253"/>
                <a:stretch>
                  <a:fillRect/>
                </a:stretch>
              </p:blipFill>
              <p:spPr>
                <a:xfrm>
                  <a:off x="4595616" y="3802176"/>
                  <a:ext cx="77400" cy="9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4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D2245847-F90E-58A0-C3A5-6C48155780DF}"/>
                    </a:ext>
                  </a:extLst>
                </p14:cNvPr>
                <p14:cNvContentPartPr/>
                <p14:nvPr/>
              </p14:nvContentPartPr>
              <p14:xfrm>
                <a:off x="4673016" y="3816216"/>
                <a:ext cx="175680" cy="66240"/>
              </p14:xfrm>
            </p:contentPart>
          </mc:Choice>
          <mc:Fallback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D2245847-F90E-58A0-C3A5-6C48155780DF}"/>
                    </a:ext>
                  </a:extLst>
                </p:cNvPr>
                <p:cNvPicPr/>
                <p:nvPr/>
              </p:nvPicPr>
              <p:blipFill>
                <a:blip r:embed="rId255"/>
                <a:stretch>
                  <a:fillRect/>
                </a:stretch>
              </p:blipFill>
              <p:spPr>
                <a:xfrm>
                  <a:off x="4668696" y="3811896"/>
                  <a:ext cx="184320" cy="7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6">
              <p14:nvContentPartPr>
                <p14:cNvPr id="152" name="Ink 151">
                  <a:extLst>
                    <a:ext uri="{FF2B5EF4-FFF2-40B4-BE49-F238E27FC236}">
                      <a16:creationId xmlns:a16="http://schemas.microsoft.com/office/drawing/2014/main" id="{2E3FFC0A-D3E4-D624-6F60-040FFF62DB72}"/>
                    </a:ext>
                  </a:extLst>
                </p14:cNvPr>
                <p14:cNvContentPartPr/>
                <p14:nvPr/>
              </p14:nvContentPartPr>
              <p14:xfrm>
                <a:off x="4982616" y="3784536"/>
                <a:ext cx="95400" cy="52200"/>
              </p14:xfrm>
            </p:contentPart>
          </mc:Choice>
          <mc:Fallback>
            <p:pic>
              <p:nvPicPr>
                <p:cNvPr id="152" name="Ink 151">
                  <a:extLst>
                    <a:ext uri="{FF2B5EF4-FFF2-40B4-BE49-F238E27FC236}">
                      <a16:creationId xmlns:a16="http://schemas.microsoft.com/office/drawing/2014/main" id="{2E3FFC0A-D3E4-D624-6F60-040FFF62DB72}"/>
                    </a:ext>
                  </a:extLst>
                </p:cNvPr>
                <p:cNvPicPr/>
                <p:nvPr/>
              </p:nvPicPr>
              <p:blipFill>
                <a:blip r:embed="rId257"/>
                <a:stretch>
                  <a:fillRect/>
                </a:stretch>
              </p:blipFill>
              <p:spPr>
                <a:xfrm>
                  <a:off x="4978296" y="3780216"/>
                  <a:ext cx="104040" cy="6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8">
              <p14:nvContentPartPr>
                <p14:cNvPr id="153" name="Ink 152">
                  <a:extLst>
                    <a:ext uri="{FF2B5EF4-FFF2-40B4-BE49-F238E27FC236}">
                      <a16:creationId xmlns:a16="http://schemas.microsoft.com/office/drawing/2014/main" id="{1E496CC7-17A1-C305-0E5E-90B129F9B187}"/>
                    </a:ext>
                  </a:extLst>
                </p14:cNvPr>
                <p14:cNvContentPartPr/>
                <p14:nvPr/>
              </p14:nvContentPartPr>
              <p14:xfrm>
                <a:off x="5070456" y="3784536"/>
                <a:ext cx="360" cy="360"/>
              </p14:xfrm>
            </p:contentPart>
          </mc:Choice>
          <mc:Fallback>
            <p:pic>
              <p:nvPicPr>
                <p:cNvPr id="153" name="Ink 152">
                  <a:extLst>
                    <a:ext uri="{FF2B5EF4-FFF2-40B4-BE49-F238E27FC236}">
                      <a16:creationId xmlns:a16="http://schemas.microsoft.com/office/drawing/2014/main" id="{1E496CC7-17A1-C305-0E5E-90B129F9B187}"/>
                    </a:ext>
                  </a:extLst>
                </p:cNvPr>
                <p:cNvPicPr/>
                <p:nvPr/>
              </p:nvPicPr>
              <p:blipFill>
                <a:blip r:embed="rId259"/>
                <a:stretch>
                  <a:fillRect/>
                </a:stretch>
              </p:blipFill>
              <p:spPr>
                <a:xfrm>
                  <a:off x="5066136" y="3780216"/>
                  <a:ext cx="9000" cy="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0">
              <p14:nvContentPartPr>
                <p14:cNvPr id="154" name="Ink 153">
                  <a:extLst>
                    <a:ext uri="{FF2B5EF4-FFF2-40B4-BE49-F238E27FC236}">
                      <a16:creationId xmlns:a16="http://schemas.microsoft.com/office/drawing/2014/main" id="{F973DA1C-AF96-02B1-1A99-435EEA1EB9A7}"/>
                    </a:ext>
                  </a:extLst>
                </p14:cNvPr>
                <p14:cNvContentPartPr/>
                <p14:nvPr/>
              </p14:nvContentPartPr>
              <p14:xfrm>
                <a:off x="5070456" y="3736656"/>
                <a:ext cx="102600" cy="107280"/>
              </p14:xfrm>
            </p:contentPart>
          </mc:Choice>
          <mc:Fallback>
            <p:pic>
              <p:nvPicPr>
                <p:cNvPr id="154" name="Ink 153">
                  <a:extLst>
                    <a:ext uri="{FF2B5EF4-FFF2-40B4-BE49-F238E27FC236}">
                      <a16:creationId xmlns:a16="http://schemas.microsoft.com/office/drawing/2014/main" id="{F973DA1C-AF96-02B1-1A99-435EEA1EB9A7}"/>
                    </a:ext>
                  </a:extLst>
                </p:cNvPr>
                <p:cNvPicPr/>
                <p:nvPr/>
              </p:nvPicPr>
              <p:blipFill>
                <a:blip r:embed="rId261"/>
                <a:stretch>
                  <a:fillRect/>
                </a:stretch>
              </p:blipFill>
              <p:spPr>
                <a:xfrm>
                  <a:off x="5066136" y="3732336"/>
                  <a:ext cx="111240" cy="11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2">
              <p14:nvContentPartPr>
                <p14:cNvPr id="155" name="Ink 154">
                  <a:extLst>
                    <a:ext uri="{FF2B5EF4-FFF2-40B4-BE49-F238E27FC236}">
                      <a16:creationId xmlns:a16="http://schemas.microsoft.com/office/drawing/2014/main" id="{F5B33EAC-6431-CBFF-08EC-52176547F7C2}"/>
                    </a:ext>
                  </a:extLst>
                </p14:cNvPr>
                <p14:cNvContentPartPr/>
                <p14:nvPr/>
              </p14:nvContentPartPr>
              <p14:xfrm>
                <a:off x="5235336" y="3727656"/>
                <a:ext cx="32760" cy="79560"/>
              </p14:xfrm>
            </p:contentPart>
          </mc:Choice>
          <mc:Fallback>
            <p:pic>
              <p:nvPicPr>
                <p:cNvPr id="155" name="Ink 154">
                  <a:extLst>
                    <a:ext uri="{FF2B5EF4-FFF2-40B4-BE49-F238E27FC236}">
                      <a16:creationId xmlns:a16="http://schemas.microsoft.com/office/drawing/2014/main" id="{F5B33EAC-6431-CBFF-08EC-52176547F7C2}"/>
                    </a:ext>
                  </a:extLst>
                </p:cNvPr>
                <p:cNvPicPr/>
                <p:nvPr/>
              </p:nvPicPr>
              <p:blipFill>
                <a:blip r:embed="rId263"/>
                <a:stretch>
                  <a:fillRect/>
                </a:stretch>
              </p:blipFill>
              <p:spPr>
                <a:xfrm>
                  <a:off x="5231016" y="3723336"/>
                  <a:ext cx="41400" cy="8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4">
              <p14:nvContentPartPr>
                <p14:cNvPr id="156" name="Ink 155">
                  <a:extLst>
                    <a:ext uri="{FF2B5EF4-FFF2-40B4-BE49-F238E27FC236}">
                      <a16:creationId xmlns:a16="http://schemas.microsoft.com/office/drawing/2014/main" id="{1DBA50DD-7826-B70B-51E5-6B89EC71AD47}"/>
                    </a:ext>
                  </a:extLst>
                </p14:cNvPr>
                <p14:cNvContentPartPr/>
                <p14:nvPr/>
              </p14:nvContentPartPr>
              <p14:xfrm>
                <a:off x="5321736" y="3769776"/>
                <a:ext cx="360" cy="18360"/>
              </p14:xfrm>
            </p:contentPart>
          </mc:Choice>
          <mc:Fallback>
            <p:pic>
              <p:nvPicPr>
                <p:cNvPr id="156" name="Ink 155">
                  <a:extLst>
                    <a:ext uri="{FF2B5EF4-FFF2-40B4-BE49-F238E27FC236}">
                      <a16:creationId xmlns:a16="http://schemas.microsoft.com/office/drawing/2014/main" id="{1DBA50DD-7826-B70B-51E5-6B89EC71AD47}"/>
                    </a:ext>
                  </a:extLst>
                </p:cNvPr>
                <p:cNvPicPr/>
                <p:nvPr/>
              </p:nvPicPr>
              <p:blipFill>
                <a:blip r:embed="rId265"/>
                <a:stretch>
                  <a:fillRect/>
                </a:stretch>
              </p:blipFill>
              <p:spPr>
                <a:xfrm>
                  <a:off x="5317416" y="3765456"/>
                  <a:ext cx="9000" cy="2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6">
              <p14:nvContentPartPr>
                <p14:cNvPr id="157" name="Ink 156">
                  <a:extLst>
                    <a:ext uri="{FF2B5EF4-FFF2-40B4-BE49-F238E27FC236}">
                      <a16:creationId xmlns:a16="http://schemas.microsoft.com/office/drawing/2014/main" id="{9407011B-4A0A-FE6A-BB20-E6D5876523EB}"/>
                    </a:ext>
                  </a:extLst>
                </p14:cNvPr>
                <p14:cNvContentPartPr/>
                <p14:nvPr/>
              </p14:nvContentPartPr>
              <p14:xfrm>
                <a:off x="5345856" y="3665016"/>
                <a:ext cx="2880" cy="19080"/>
              </p14:xfrm>
            </p:contentPart>
          </mc:Choice>
          <mc:Fallback>
            <p:pic>
              <p:nvPicPr>
                <p:cNvPr id="157" name="Ink 156">
                  <a:extLst>
                    <a:ext uri="{FF2B5EF4-FFF2-40B4-BE49-F238E27FC236}">
                      <a16:creationId xmlns:a16="http://schemas.microsoft.com/office/drawing/2014/main" id="{9407011B-4A0A-FE6A-BB20-E6D5876523EB}"/>
                    </a:ext>
                  </a:extLst>
                </p:cNvPr>
                <p:cNvPicPr/>
                <p:nvPr/>
              </p:nvPicPr>
              <p:blipFill>
                <a:blip r:embed="rId267"/>
                <a:stretch>
                  <a:fillRect/>
                </a:stretch>
              </p:blipFill>
              <p:spPr>
                <a:xfrm>
                  <a:off x="5341536" y="3660696"/>
                  <a:ext cx="11520" cy="2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8">
              <p14:nvContentPartPr>
                <p14:cNvPr id="158" name="Ink 157">
                  <a:extLst>
                    <a:ext uri="{FF2B5EF4-FFF2-40B4-BE49-F238E27FC236}">
                      <a16:creationId xmlns:a16="http://schemas.microsoft.com/office/drawing/2014/main" id="{5FA35272-B26A-1483-1820-CC25DC625162}"/>
                    </a:ext>
                  </a:extLst>
                </p14:cNvPr>
                <p14:cNvContentPartPr/>
                <p14:nvPr/>
              </p14:nvContentPartPr>
              <p14:xfrm>
                <a:off x="5367816" y="3730176"/>
                <a:ext cx="119880" cy="61200"/>
              </p14:xfrm>
            </p:contentPart>
          </mc:Choice>
          <mc:Fallback>
            <p:pic>
              <p:nvPicPr>
                <p:cNvPr id="158" name="Ink 157">
                  <a:extLst>
                    <a:ext uri="{FF2B5EF4-FFF2-40B4-BE49-F238E27FC236}">
                      <a16:creationId xmlns:a16="http://schemas.microsoft.com/office/drawing/2014/main" id="{5FA35272-B26A-1483-1820-CC25DC625162}"/>
                    </a:ext>
                  </a:extLst>
                </p:cNvPr>
                <p:cNvPicPr/>
                <p:nvPr/>
              </p:nvPicPr>
              <p:blipFill>
                <a:blip r:embed="rId269"/>
                <a:stretch>
                  <a:fillRect/>
                </a:stretch>
              </p:blipFill>
              <p:spPr>
                <a:xfrm>
                  <a:off x="5363496" y="3725856"/>
                  <a:ext cx="128520" cy="6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0">
              <p14:nvContentPartPr>
                <p14:cNvPr id="159" name="Ink 158">
                  <a:extLst>
                    <a:ext uri="{FF2B5EF4-FFF2-40B4-BE49-F238E27FC236}">
                      <a16:creationId xmlns:a16="http://schemas.microsoft.com/office/drawing/2014/main" id="{1457A5C8-F6AB-CD82-67A4-6F28F3D38FD4}"/>
                    </a:ext>
                  </a:extLst>
                </p14:cNvPr>
                <p14:cNvContentPartPr/>
                <p14:nvPr/>
              </p14:nvContentPartPr>
              <p14:xfrm>
                <a:off x="5475096" y="3731616"/>
                <a:ext cx="88200" cy="75960"/>
              </p14:xfrm>
            </p:contentPart>
          </mc:Choice>
          <mc:Fallback>
            <p:pic>
              <p:nvPicPr>
                <p:cNvPr id="159" name="Ink 158">
                  <a:extLst>
                    <a:ext uri="{FF2B5EF4-FFF2-40B4-BE49-F238E27FC236}">
                      <a16:creationId xmlns:a16="http://schemas.microsoft.com/office/drawing/2014/main" id="{1457A5C8-F6AB-CD82-67A4-6F28F3D38FD4}"/>
                    </a:ext>
                  </a:extLst>
                </p:cNvPr>
                <p:cNvPicPr/>
                <p:nvPr/>
              </p:nvPicPr>
              <p:blipFill>
                <a:blip r:embed="rId271"/>
                <a:stretch>
                  <a:fillRect/>
                </a:stretch>
              </p:blipFill>
              <p:spPr>
                <a:xfrm>
                  <a:off x="5470776" y="3727296"/>
                  <a:ext cx="96840" cy="8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2">
              <p14:nvContentPartPr>
                <p14:cNvPr id="160" name="Ink 159">
                  <a:extLst>
                    <a:ext uri="{FF2B5EF4-FFF2-40B4-BE49-F238E27FC236}">
                      <a16:creationId xmlns:a16="http://schemas.microsoft.com/office/drawing/2014/main" id="{3C584BDB-E663-39F3-ECF4-9F7CC7EA57C7}"/>
                    </a:ext>
                  </a:extLst>
                </p14:cNvPr>
                <p14:cNvContentPartPr/>
                <p14:nvPr/>
              </p14:nvContentPartPr>
              <p14:xfrm>
                <a:off x="5655456" y="3622176"/>
                <a:ext cx="46800" cy="205200"/>
              </p14:xfrm>
            </p:contentPart>
          </mc:Choice>
          <mc:Fallback>
            <p:pic>
              <p:nvPicPr>
                <p:cNvPr id="160" name="Ink 159">
                  <a:extLst>
                    <a:ext uri="{FF2B5EF4-FFF2-40B4-BE49-F238E27FC236}">
                      <a16:creationId xmlns:a16="http://schemas.microsoft.com/office/drawing/2014/main" id="{3C584BDB-E663-39F3-ECF4-9F7CC7EA57C7}"/>
                    </a:ext>
                  </a:extLst>
                </p:cNvPr>
                <p:cNvPicPr/>
                <p:nvPr/>
              </p:nvPicPr>
              <p:blipFill>
                <a:blip r:embed="rId273"/>
                <a:stretch>
                  <a:fillRect/>
                </a:stretch>
              </p:blipFill>
              <p:spPr>
                <a:xfrm>
                  <a:off x="5651136" y="3617856"/>
                  <a:ext cx="55440" cy="21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4">
              <p14:nvContentPartPr>
                <p14:cNvPr id="161" name="Ink 160">
                  <a:extLst>
                    <a:ext uri="{FF2B5EF4-FFF2-40B4-BE49-F238E27FC236}">
                      <a16:creationId xmlns:a16="http://schemas.microsoft.com/office/drawing/2014/main" id="{6408C8AF-1D67-D8C5-A85B-D0E4961C40CA}"/>
                    </a:ext>
                  </a:extLst>
                </p14:cNvPr>
                <p14:cNvContentPartPr/>
                <p14:nvPr/>
              </p14:nvContentPartPr>
              <p14:xfrm>
                <a:off x="5845896" y="3610656"/>
                <a:ext cx="56160" cy="189360"/>
              </p14:xfrm>
            </p:contentPart>
          </mc:Choice>
          <mc:Fallback>
            <p:pic>
              <p:nvPicPr>
                <p:cNvPr id="161" name="Ink 160">
                  <a:extLst>
                    <a:ext uri="{FF2B5EF4-FFF2-40B4-BE49-F238E27FC236}">
                      <a16:creationId xmlns:a16="http://schemas.microsoft.com/office/drawing/2014/main" id="{6408C8AF-1D67-D8C5-A85B-D0E4961C40CA}"/>
                    </a:ext>
                  </a:extLst>
                </p:cNvPr>
                <p:cNvPicPr/>
                <p:nvPr/>
              </p:nvPicPr>
              <p:blipFill>
                <a:blip r:embed="rId275"/>
                <a:stretch>
                  <a:fillRect/>
                </a:stretch>
              </p:blipFill>
              <p:spPr>
                <a:xfrm>
                  <a:off x="5841576" y="3606336"/>
                  <a:ext cx="64800" cy="19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6">
              <p14:nvContentPartPr>
                <p14:cNvPr id="162" name="Ink 161">
                  <a:extLst>
                    <a:ext uri="{FF2B5EF4-FFF2-40B4-BE49-F238E27FC236}">
                      <a16:creationId xmlns:a16="http://schemas.microsoft.com/office/drawing/2014/main" id="{7EA3C65F-8B16-5F0B-2695-D3FA9ABECF3A}"/>
                    </a:ext>
                  </a:extLst>
                </p14:cNvPr>
                <p14:cNvContentPartPr/>
                <p14:nvPr/>
              </p14:nvContentPartPr>
              <p14:xfrm>
                <a:off x="5845896" y="3744936"/>
                <a:ext cx="112680" cy="47520"/>
              </p14:xfrm>
            </p:contentPart>
          </mc:Choice>
          <mc:Fallback>
            <p:pic>
              <p:nvPicPr>
                <p:cNvPr id="162" name="Ink 161">
                  <a:extLst>
                    <a:ext uri="{FF2B5EF4-FFF2-40B4-BE49-F238E27FC236}">
                      <a16:creationId xmlns:a16="http://schemas.microsoft.com/office/drawing/2014/main" id="{7EA3C65F-8B16-5F0B-2695-D3FA9ABECF3A}"/>
                    </a:ext>
                  </a:extLst>
                </p:cNvPr>
                <p:cNvPicPr/>
                <p:nvPr/>
              </p:nvPicPr>
              <p:blipFill>
                <a:blip r:embed="rId277"/>
                <a:stretch>
                  <a:fillRect/>
                </a:stretch>
              </p:blipFill>
              <p:spPr>
                <a:xfrm>
                  <a:off x="5841576" y="3740616"/>
                  <a:ext cx="121320" cy="5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8">
              <p14:nvContentPartPr>
                <p14:cNvPr id="163" name="Ink 162">
                  <a:extLst>
                    <a:ext uri="{FF2B5EF4-FFF2-40B4-BE49-F238E27FC236}">
                      <a16:creationId xmlns:a16="http://schemas.microsoft.com/office/drawing/2014/main" id="{EFB16696-E9A9-983E-EEA7-6A5A98FE58D6}"/>
                    </a:ext>
                  </a:extLst>
                </p14:cNvPr>
                <p14:cNvContentPartPr/>
                <p14:nvPr/>
              </p14:nvContentPartPr>
              <p14:xfrm>
                <a:off x="6004296" y="3640896"/>
                <a:ext cx="17280" cy="92160"/>
              </p14:xfrm>
            </p:contentPart>
          </mc:Choice>
          <mc:Fallback>
            <p:pic>
              <p:nvPicPr>
                <p:cNvPr id="163" name="Ink 162">
                  <a:extLst>
                    <a:ext uri="{FF2B5EF4-FFF2-40B4-BE49-F238E27FC236}">
                      <a16:creationId xmlns:a16="http://schemas.microsoft.com/office/drawing/2014/main" id="{EFB16696-E9A9-983E-EEA7-6A5A98FE58D6}"/>
                    </a:ext>
                  </a:extLst>
                </p:cNvPr>
                <p:cNvPicPr/>
                <p:nvPr/>
              </p:nvPicPr>
              <p:blipFill>
                <a:blip r:embed="rId279"/>
                <a:stretch>
                  <a:fillRect/>
                </a:stretch>
              </p:blipFill>
              <p:spPr>
                <a:xfrm>
                  <a:off x="5999976" y="3636576"/>
                  <a:ext cx="25920" cy="10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0">
              <p14:nvContentPartPr>
                <p14:cNvPr id="164" name="Ink 163">
                  <a:extLst>
                    <a:ext uri="{FF2B5EF4-FFF2-40B4-BE49-F238E27FC236}">
                      <a16:creationId xmlns:a16="http://schemas.microsoft.com/office/drawing/2014/main" id="{F811790C-38C3-ECE8-3ABB-936FC2E978E8}"/>
                    </a:ext>
                  </a:extLst>
                </p14:cNvPr>
                <p14:cNvContentPartPr/>
                <p14:nvPr/>
              </p14:nvContentPartPr>
              <p14:xfrm>
                <a:off x="6006816" y="3745656"/>
                <a:ext cx="156600" cy="32760"/>
              </p14:xfrm>
            </p:contentPart>
          </mc:Choice>
          <mc:Fallback>
            <p:pic>
              <p:nvPicPr>
                <p:cNvPr id="164" name="Ink 163">
                  <a:extLst>
                    <a:ext uri="{FF2B5EF4-FFF2-40B4-BE49-F238E27FC236}">
                      <a16:creationId xmlns:a16="http://schemas.microsoft.com/office/drawing/2014/main" id="{F811790C-38C3-ECE8-3ABB-936FC2E978E8}"/>
                    </a:ext>
                  </a:extLst>
                </p:cNvPr>
                <p:cNvPicPr/>
                <p:nvPr/>
              </p:nvPicPr>
              <p:blipFill>
                <a:blip r:embed="rId281"/>
                <a:stretch>
                  <a:fillRect/>
                </a:stretch>
              </p:blipFill>
              <p:spPr>
                <a:xfrm>
                  <a:off x="6002496" y="3741336"/>
                  <a:ext cx="165240" cy="4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2">
              <p14:nvContentPartPr>
                <p14:cNvPr id="165" name="Ink 164">
                  <a:extLst>
                    <a:ext uri="{FF2B5EF4-FFF2-40B4-BE49-F238E27FC236}">
                      <a16:creationId xmlns:a16="http://schemas.microsoft.com/office/drawing/2014/main" id="{B98AC65D-1F0D-8BE5-3A36-12E12F2C3A65}"/>
                    </a:ext>
                  </a:extLst>
                </p14:cNvPr>
                <p14:cNvContentPartPr/>
                <p14:nvPr/>
              </p14:nvContentPartPr>
              <p14:xfrm>
                <a:off x="6196896" y="3696696"/>
                <a:ext cx="78480" cy="86040"/>
              </p14:xfrm>
            </p:contentPart>
          </mc:Choice>
          <mc:Fallback>
            <p:pic>
              <p:nvPicPr>
                <p:cNvPr id="165" name="Ink 164">
                  <a:extLst>
                    <a:ext uri="{FF2B5EF4-FFF2-40B4-BE49-F238E27FC236}">
                      <a16:creationId xmlns:a16="http://schemas.microsoft.com/office/drawing/2014/main" id="{B98AC65D-1F0D-8BE5-3A36-12E12F2C3A65}"/>
                    </a:ext>
                  </a:extLst>
                </p:cNvPr>
                <p:cNvPicPr/>
                <p:nvPr/>
              </p:nvPicPr>
              <p:blipFill>
                <a:blip r:embed="rId283"/>
                <a:stretch>
                  <a:fillRect/>
                </a:stretch>
              </p:blipFill>
              <p:spPr>
                <a:xfrm>
                  <a:off x="6192576" y="3692376"/>
                  <a:ext cx="87120" cy="946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84">
            <p14:nvContentPartPr>
              <p14:cNvPr id="169" name="Ink 168">
                <a:extLst>
                  <a:ext uri="{FF2B5EF4-FFF2-40B4-BE49-F238E27FC236}">
                    <a16:creationId xmlns:a16="http://schemas.microsoft.com/office/drawing/2014/main" id="{AFE9CE5D-2E5C-C3BD-46FD-18AB826D9C68}"/>
                  </a:ext>
                </a:extLst>
              </p14:cNvPr>
              <p14:cNvContentPartPr/>
              <p14:nvPr/>
            </p14:nvContentPartPr>
            <p14:xfrm>
              <a:off x="4853376" y="4975776"/>
              <a:ext cx="3231000" cy="136440"/>
            </p14:xfrm>
          </p:contentPart>
        </mc:Choice>
        <mc:Fallback>
          <p:pic>
            <p:nvPicPr>
              <p:cNvPr id="169" name="Ink 168">
                <a:extLst>
                  <a:ext uri="{FF2B5EF4-FFF2-40B4-BE49-F238E27FC236}">
                    <a16:creationId xmlns:a16="http://schemas.microsoft.com/office/drawing/2014/main" id="{AFE9CE5D-2E5C-C3BD-46FD-18AB826D9C68}"/>
                  </a:ext>
                </a:extLst>
              </p:cNvPr>
              <p:cNvPicPr/>
              <p:nvPr/>
            </p:nvPicPr>
            <p:blipFill>
              <a:blip r:embed="rId285"/>
              <a:stretch>
                <a:fillRect/>
              </a:stretch>
            </p:blipFill>
            <p:spPr>
              <a:xfrm>
                <a:off x="4849056" y="4971456"/>
                <a:ext cx="3239640" cy="1450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7693268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1" name="Group 60">
            <a:extLst>
              <a:ext uri="{FF2B5EF4-FFF2-40B4-BE49-F238E27FC236}">
                <a16:creationId xmlns:a16="http://schemas.microsoft.com/office/drawing/2014/main" id="{CC2CACD1-25AF-6BAA-C17A-2C5A994FDD13}"/>
              </a:ext>
            </a:extLst>
          </p:cNvPr>
          <p:cNvGrpSpPr/>
          <p:nvPr/>
        </p:nvGrpSpPr>
        <p:grpSpPr>
          <a:xfrm>
            <a:off x="1645848" y="636696"/>
            <a:ext cx="952128" cy="3704688"/>
            <a:chOff x="1645848" y="636696"/>
            <a:chExt cx="952128" cy="3704688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D7404F1C-FBAF-1ABF-FDD8-00BD257154CF}"/>
                    </a:ext>
                  </a:extLst>
                </p14:cNvPr>
                <p14:cNvContentPartPr/>
                <p14:nvPr/>
              </p14:nvContentPartPr>
              <p14:xfrm>
                <a:off x="1664136" y="636696"/>
                <a:ext cx="202680" cy="53172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D7404F1C-FBAF-1ABF-FDD8-00BD257154CF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1659816" y="632376"/>
                  <a:ext cx="211320" cy="54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D0771679-39B3-246B-485E-D42CA8BD82DA}"/>
                    </a:ext>
                  </a:extLst>
                </p14:cNvPr>
                <p14:cNvContentPartPr/>
                <p14:nvPr/>
              </p14:nvContentPartPr>
              <p14:xfrm>
                <a:off x="1979136" y="725256"/>
                <a:ext cx="78120" cy="25704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D0771679-39B3-246B-485E-D42CA8BD82DA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1974816" y="720936"/>
                  <a:ext cx="86760" cy="26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AE4C9297-5F53-1486-4A9C-C29EB9B39C50}"/>
                    </a:ext>
                  </a:extLst>
                </p14:cNvPr>
                <p14:cNvContentPartPr/>
                <p14:nvPr/>
              </p14:nvContentPartPr>
              <p14:xfrm>
                <a:off x="2102256" y="876096"/>
                <a:ext cx="103680" cy="8604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AE4C9297-5F53-1486-4A9C-C29EB9B39C50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2097936" y="871776"/>
                  <a:ext cx="112320" cy="9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5CC2341B-9481-81C6-A6F4-0CB6CA261A46}"/>
                    </a:ext>
                  </a:extLst>
                </p14:cNvPr>
                <p14:cNvContentPartPr/>
                <p14:nvPr/>
              </p14:nvContentPartPr>
              <p14:xfrm>
                <a:off x="2223576" y="866736"/>
                <a:ext cx="118800" cy="6516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5CC2341B-9481-81C6-A6F4-0CB6CA261A46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2219256" y="862416"/>
                  <a:ext cx="127440" cy="7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CF8817D4-2CD5-E674-CE58-D2DE2B06909B}"/>
                    </a:ext>
                  </a:extLst>
                </p14:cNvPr>
                <p14:cNvContentPartPr/>
                <p14:nvPr/>
              </p14:nvContentPartPr>
              <p14:xfrm>
                <a:off x="2384136" y="679896"/>
                <a:ext cx="213840" cy="26028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CF8817D4-2CD5-E674-CE58-D2DE2B06909B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2379816" y="675576"/>
                  <a:ext cx="222480" cy="26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DFCF9B6C-DFF9-2EC7-7AC4-47A3F773592A}"/>
                    </a:ext>
                  </a:extLst>
                </p14:cNvPr>
                <p14:cNvContentPartPr/>
                <p14:nvPr/>
              </p14:nvContentPartPr>
              <p14:xfrm>
                <a:off x="1645848" y="3809664"/>
                <a:ext cx="202680" cy="531720"/>
              </p14:xfrm>
            </p:contentPart>
          </mc:Choice>
          <mc:Fallback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DFCF9B6C-DFF9-2EC7-7AC4-47A3F773592A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1641528" y="3805344"/>
                  <a:ext cx="211320" cy="54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0BB69BDD-215A-456D-B007-3A00C9C7AABA}"/>
                    </a:ext>
                  </a:extLst>
                </p14:cNvPr>
                <p14:cNvContentPartPr/>
                <p14:nvPr/>
              </p14:nvContentPartPr>
              <p14:xfrm>
                <a:off x="1960848" y="3898224"/>
                <a:ext cx="78120" cy="257040"/>
              </p14:xfrm>
            </p:contentPart>
          </mc:Choice>
          <mc:Fallback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0BB69BDD-215A-456D-B007-3A00C9C7AABA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1956528" y="3893904"/>
                  <a:ext cx="86760" cy="26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1BA4AB9E-EB87-C1B6-F06D-56F581F3ED6B}"/>
                    </a:ext>
                  </a:extLst>
                </p14:cNvPr>
                <p14:cNvContentPartPr/>
                <p14:nvPr/>
              </p14:nvContentPartPr>
              <p14:xfrm>
                <a:off x="2083968" y="4049064"/>
                <a:ext cx="103680" cy="86040"/>
              </p14:xfrm>
            </p:contentPart>
          </mc:Choice>
          <mc:Fallback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1BA4AB9E-EB87-C1B6-F06D-56F581F3ED6B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2079648" y="4044744"/>
                  <a:ext cx="112320" cy="9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582B4251-62F2-311B-5662-0818277547BD}"/>
                    </a:ext>
                  </a:extLst>
                </p14:cNvPr>
                <p14:cNvContentPartPr/>
                <p14:nvPr/>
              </p14:nvContentPartPr>
              <p14:xfrm>
                <a:off x="2205288" y="4039704"/>
                <a:ext cx="118800" cy="65160"/>
              </p14:xfrm>
            </p:contentPart>
          </mc:Choice>
          <mc:Fallback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582B4251-62F2-311B-5662-0818277547BD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2200968" y="4035384"/>
                  <a:ext cx="127440" cy="7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26039DED-CC6D-CD84-430E-5F1FE394B6C3}"/>
                    </a:ext>
                  </a:extLst>
                </p14:cNvPr>
                <p14:cNvContentPartPr/>
                <p14:nvPr/>
              </p14:nvContentPartPr>
              <p14:xfrm>
                <a:off x="2365848" y="3852864"/>
                <a:ext cx="213840" cy="260280"/>
              </p14:xfrm>
            </p:contentPart>
          </mc:Choice>
          <mc:Fallback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26039DED-CC6D-CD84-430E-5F1FE394B6C3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2361528" y="3848544"/>
                  <a:ext cx="222480" cy="268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0" name="Group 59">
            <a:extLst>
              <a:ext uri="{FF2B5EF4-FFF2-40B4-BE49-F238E27FC236}">
                <a16:creationId xmlns:a16="http://schemas.microsoft.com/office/drawing/2014/main" id="{B9A8FF3D-A317-EADD-2B88-94B177A45AFC}"/>
              </a:ext>
            </a:extLst>
          </p:cNvPr>
          <p:cNvGrpSpPr/>
          <p:nvPr/>
        </p:nvGrpSpPr>
        <p:grpSpPr>
          <a:xfrm>
            <a:off x="1565568" y="2515176"/>
            <a:ext cx="633168" cy="3460248"/>
            <a:chOff x="1565568" y="2515176"/>
            <a:chExt cx="633168" cy="3460248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7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0FEB55C8-B9DC-B172-2B02-081F7492A60B}"/>
                    </a:ext>
                  </a:extLst>
                </p14:cNvPr>
                <p14:cNvContentPartPr/>
                <p14:nvPr/>
              </p14:nvContentPartPr>
              <p14:xfrm>
                <a:off x="1583856" y="2515176"/>
                <a:ext cx="61200" cy="28728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0FEB55C8-B9DC-B172-2B02-081F7492A60B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1579536" y="2510856"/>
                  <a:ext cx="69840" cy="29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BFEFEF7C-8E24-FAE5-3675-892D52CE7EF4}"/>
                    </a:ext>
                  </a:extLst>
                </p14:cNvPr>
                <p14:cNvContentPartPr/>
                <p14:nvPr/>
              </p14:nvContentPartPr>
              <p14:xfrm>
                <a:off x="1788336" y="2516616"/>
                <a:ext cx="56520" cy="236880"/>
              </p14:xfrm>
            </p:contentPart>
          </mc:Choice>
          <mc:Fallback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BFEFEF7C-8E24-FAE5-3675-892D52CE7EF4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1784016" y="2512296"/>
                  <a:ext cx="65160" cy="24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4B0907CF-64BA-D742-FC44-AB9B2A9A117F}"/>
                    </a:ext>
                  </a:extLst>
                </p14:cNvPr>
                <p14:cNvContentPartPr/>
                <p14:nvPr/>
              </p14:nvContentPartPr>
              <p14:xfrm>
                <a:off x="1744776" y="2604456"/>
                <a:ext cx="229680" cy="114840"/>
              </p14:xfrm>
            </p:contentPart>
          </mc:Choice>
          <mc:Fallback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4B0907CF-64BA-D742-FC44-AB9B2A9A117F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1740456" y="2600136"/>
                  <a:ext cx="238320" cy="12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2BE35F4C-9964-734C-73FF-261A11C5588A}"/>
                    </a:ext>
                  </a:extLst>
                </p14:cNvPr>
                <p14:cNvContentPartPr/>
                <p14:nvPr/>
              </p14:nvContentPartPr>
              <p14:xfrm>
                <a:off x="2027376" y="2654136"/>
                <a:ext cx="5400" cy="5076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2BE35F4C-9964-734C-73FF-261A11C5588A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2023056" y="2649816"/>
                  <a:ext cx="14040" cy="5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871E06C3-027F-B6A5-74C4-18753A439831}"/>
                    </a:ext>
                  </a:extLst>
                </p14:cNvPr>
                <p14:cNvContentPartPr/>
                <p14:nvPr/>
              </p14:nvContentPartPr>
              <p14:xfrm>
                <a:off x="2054376" y="2557296"/>
                <a:ext cx="22320" cy="31320"/>
              </p14:xfrm>
            </p:contentPart>
          </mc:Choice>
          <mc:Fallback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871E06C3-027F-B6A5-74C4-18753A439831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2050056" y="2552976"/>
                  <a:ext cx="30960" cy="3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5FBD3C27-29A7-8F61-664E-F48C4308FC46}"/>
                    </a:ext>
                  </a:extLst>
                </p14:cNvPr>
                <p14:cNvContentPartPr/>
                <p14:nvPr/>
              </p14:nvContentPartPr>
              <p14:xfrm>
                <a:off x="2162736" y="2542536"/>
                <a:ext cx="36000" cy="180360"/>
              </p14:xfrm>
            </p:contentPart>
          </mc:Choice>
          <mc:Fallback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5FBD3C27-29A7-8F61-664E-F48C4308FC46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2158416" y="2538216"/>
                  <a:ext cx="44640" cy="18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8CE3254D-EA4E-5BEF-888F-91189121CB6D}"/>
                    </a:ext>
                  </a:extLst>
                </p14:cNvPr>
                <p14:cNvContentPartPr/>
                <p14:nvPr/>
              </p14:nvContentPartPr>
              <p14:xfrm>
                <a:off x="1565568" y="5688144"/>
                <a:ext cx="61200" cy="287280"/>
              </p14:xfrm>
            </p:contentPart>
          </mc:Choice>
          <mc:Fallback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8CE3254D-EA4E-5BEF-888F-91189121CB6D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1561248" y="5683824"/>
                  <a:ext cx="69840" cy="29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6C195ED9-D29B-15AE-BCC0-8FFF25A1CF80}"/>
                    </a:ext>
                  </a:extLst>
                </p14:cNvPr>
                <p14:cNvContentPartPr/>
                <p14:nvPr/>
              </p14:nvContentPartPr>
              <p14:xfrm>
                <a:off x="1770048" y="5689584"/>
                <a:ext cx="56520" cy="236880"/>
              </p14:xfrm>
            </p:contentPart>
          </mc:Choice>
          <mc:Fallback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6C195ED9-D29B-15AE-BCC0-8FFF25A1CF80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1765728" y="5685264"/>
                  <a:ext cx="65160" cy="24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B22070A6-C3EE-E10A-0FF5-380BBB986AAE}"/>
                    </a:ext>
                  </a:extLst>
                </p14:cNvPr>
                <p14:cNvContentPartPr/>
                <p14:nvPr/>
              </p14:nvContentPartPr>
              <p14:xfrm>
                <a:off x="1726488" y="5777424"/>
                <a:ext cx="229680" cy="114840"/>
              </p14:xfrm>
            </p:contentPart>
          </mc:Choice>
          <mc:Fallback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B22070A6-C3EE-E10A-0FF5-380BBB986AAE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1722168" y="5773104"/>
                  <a:ext cx="238320" cy="12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325BC25F-61CE-FCC4-4033-045293FED66B}"/>
                    </a:ext>
                  </a:extLst>
                </p14:cNvPr>
                <p14:cNvContentPartPr/>
                <p14:nvPr/>
              </p14:nvContentPartPr>
              <p14:xfrm>
                <a:off x="2009088" y="5827104"/>
                <a:ext cx="5400" cy="50760"/>
              </p14:xfrm>
            </p:contentPart>
          </mc:Choice>
          <mc:Fallback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325BC25F-61CE-FCC4-4033-045293FED66B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2004768" y="5822784"/>
                  <a:ext cx="14040" cy="5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F5F1DC85-8B5C-BE9C-C765-E52118EFAB92}"/>
                    </a:ext>
                  </a:extLst>
                </p14:cNvPr>
                <p14:cNvContentPartPr/>
                <p14:nvPr/>
              </p14:nvContentPartPr>
              <p14:xfrm>
                <a:off x="2036088" y="5730264"/>
                <a:ext cx="22320" cy="31320"/>
              </p14:xfrm>
            </p:contentPart>
          </mc:Choice>
          <mc:Fallback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F5F1DC85-8B5C-BE9C-C765-E52118EFAB92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2031768" y="5725944"/>
                  <a:ext cx="30960" cy="3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F97CFDD4-1C34-7DE1-D118-11B77BCAB344}"/>
                    </a:ext>
                  </a:extLst>
                </p14:cNvPr>
                <p14:cNvContentPartPr/>
                <p14:nvPr/>
              </p14:nvContentPartPr>
              <p14:xfrm>
                <a:off x="2144448" y="5715504"/>
                <a:ext cx="36000" cy="180360"/>
              </p14:xfrm>
            </p:contentPart>
          </mc:Choice>
          <mc:Fallback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F97CFDD4-1C34-7DE1-D118-11B77BCAB344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2140128" y="5711184"/>
                  <a:ext cx="44640" cy="189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4" name="Group 63">
            <a:extLst>
              <a:ext uri="{FF2B5EF4-FFF2-40B4-BE49-F238E27FC236}">
                <a16:creationId xmlns:a16="http://schemas.microsoft.com/office/drawing/2014/main" id="{7D1F6233-25A8-615F-E3E0-8608348D8D44}"/>
              </a:ext>
            </a:extLst>
          </p:cNvPr>
          <p:cNvGrpSpPr/>
          <p:nvPr/>
        </p:nvGrpSpPr>
        <p:grpSpPr>
          <a:xfrm>
            <a:off x="812088" y="802296"/>
            <a:ext cx="7089768" cy="5689728"/>
            <a:chOff x="812088" y="802296"/>
            <a:chExt cx="7089768" cy="5689728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5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90BA904D-1784-E37B-DAB1-7F9C4CECD975}"/>
                    </a:ext>
                  </a:extLst>
                </p14:cNvPr>
                <p14:cNvContentPartPr/>
                <p14:nvPr/>
              </p14:nvContentPartPr>
              <p14:xfrm>
                <a:off x="2303136" y="1647936"/>
                <a:ext cx="34560" cy="402480"/>
              </p14:xfrm>
            </p:contentPart>
          </mc:Choice>
          <mc:Fallback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90BA904D-1784-E37B-DAB1-7F9C4CECD975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2298816" y="1643616"/>
                  <a:ext cx="43200" cy="41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FC5F1531-623E-B62E-F271-E2FC81845A2A}"/>
                    </a:ext>
                  </a:extLst>
                </p14:cNvPr>
                <p14:cNvContentPartPr/>
                <p14:nvPr/>
              </p14:nvContentPartPr>
              <p14:xfrm>
                <a:off x="2285496" y="1603296"/>
                <a:ext cx="1334520" cy="45720"/>
              </p14:xfrm>
            </p:contentPart>
          </mc:Choice>
          <mc:Fallback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FC5F1531-623E-B62E-F271-E2FC81845A2A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2281176" y="1598976"/>
                  <a:ext cx="1343160" cy="5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36B6B395-3BE7-7535-7C93-B81B973587C1}"/>
                    </a:ext>
                  </a:extLst>
                </p14:cNvPr>
                <p14:cNvContentPartPr/>
                <p14:nvPr/>
              </p14:nvContentPartPr>
              <p14:xfrm>
                <a:off x="2298816" y="2057616"/>
                <a:ext cx="1379520" cy="6444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36B6B395-3BE7-7535-7C93-B81B973587C1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2294496" y="2053296"/>
                  <a:ext cx="1388160" cy="7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28CBD2DB-431B-B88C-C008-E07AD642FEAD}"/>
                    </a:ext>
                  </a:extLst>
                </p14:cNvPr>
                <p14:cNvContentPartPr/>
                <p14:nvPr/>
              </p14:nvContentPartPr>
              <p14:xfrm>
                <a:off x="3631896" y="1600776"/>
                <a:ext cx="17280" cy="48420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28CBD2DB-431B-B88C-C008-E07AD642FEAD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3627576" y="1596456"/>
                  <a:ext cx="25920" cy="49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EDE11F68-875E-F3B7-56B0-8BA68336986D}"/>
                    </a:ext>
                  </a:extLst>
                </p14:cNvPr>
                <p14:cNvContentPartPr/>
                <p14:nvPr/>
              </p14:nvContentPartPr>
              <p14:xfrm>
                <a:off x="3307536" y="1621656"/>
                <a:ext cx="17640" cy="48564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EDE11F68-875E-F3B7-56B0-8BA68336986D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3303216" y="1617336"/>
                  <a:ext cx="26280" cy="49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FDCBF78F-46BE-6D6A-C668-A161141D8121}"/>
                    </a:ext>
                  </a:extLst>
                </p14:cNvPr>
                <p14:cNvContentPartPr/>
                <p14:nvPr/>
              </p14:nvContentPartPr>
              <p14:xfrm>
                <a:off x="2744136" y="1780416"/>
                <a:ext cx="16560" cy="19872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FDCBF78F-46BE-6D6A-C668-A161141D8121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2739816" y="1776096"/>
                  <a:ext cx="25200" cy="20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21246EB3-D0E8-1759-4C22-C1B85FD973FC}"/>
                    </a:ext>
                  </a:extLst>
                </p14:cNvPr>
                <p14:cNvContentPartPr/>
                <p14:nvPr/>
              </p14:nvContentPartPr>
              <p14:xfrm>
                <a:off x="3512376" y="1784736"/>
                <a:ext cx="799560" cy="7488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21246EB3-D0E8-1759-4C22-C1B85FD973FC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3508056" y="1780416"/>
                  <a:ext cx="808200" cy="8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F60FE145-3691-1CDB-DC76-F56EE3F0A498}"/>
                    </a:ext>
                  </a:extLst>
                </p14:cNvPr>
                <p14:cNvContentPartPr/>
                <p14:nvPr/>
              </p14:nvContentPartPr>
              <p14:xfrm>
                <a:off x="4282776" y="1726776"/>
                <a:ext cx="90720" cy="14472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F60FE145-3691-1CDB-DC76-F56EE3F0A498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4278456" y="1722456"/>
                  <a:ext cx="99360" cy="15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B5A5B3A3-55E6-1A2B-8AF6-B69D8EBFB40F}"/>
                    </a:ext>
                  </a:extLst>
                </p14:cNvPr>
                <p14:cNvContentPartPr/>
                <p14:nvPr/>
              </p14:nvContentPartPr>
              <p14:xfrm>
                <a:off x="4436496" y="1556136"/>
                <a:ext cx="17280" cy="54792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B5A5B3A3-55E6-1A2B-8AF6-B69D8EBFB40F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4432176" y="1551816"/>
                  <a:ext cx="25920" cy="55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81ACE259-32E7-30B1-57F2-18D3477C9718}"/>
                    </a:ext>
                  </a:extLst>
                </p14:cNvPr>
                <p14:cNvContentPartPr/>
                <p14:nvPr/>
              </p14:nvContentPartPr>
              <p14:xfrm>
                <a:off x="4285296" y="1420416"/>
                <a:ext cx="1356480" cy="63756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81ACE259-32E7-30B1-57F2-18D3477C9718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4280976" y="1416096"/>
                  <a:ext cx="1365120" cy="64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AFF455AD-7260-32D4-A1E6-B535684EE4CD}"/>
                    </a:ext>
                  </a:extLst>
                </p14:cNvPr>
                <p14:cNvContentPartPr/>
                <p14:nvPr/>
              </p14:nvContentPartPr>
              <p14:xfrm>
                <a:off x="5253336" y="1464696"/>
                <a:ext cx="45720" cy="63612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AFF455AD-7260-32D4-A1E6-B535684EE4CD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5249016" y="1460376"/>
                  <a:ext cx="54360" cy="64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7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9FCAC469-D421-5912-5593-F8D3905BB712}"/>
                    </a:ext>
                  </a:extLst>
                </p14:cNvPr>
                <p14:cNvContentPartPr/>
                <p14:nvPr/>
              </p14:nvContentPartPr>
              <p14:xfrm>
                <a:off x="5446656" y="1700856"/>
                <a:ext cx="921960" cy="8424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9FCAC469-D421-5912-5593-F8D3905BB712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5442336" y="1696536"/>
                  <a:ext cx="930600" cy="9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9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843BB66E-09B7-35E9-95C9-A730A300EC4E}"/>
                    </a:ext>
                  </a:extLst>
                </p14:cNvPr>
                <p14:cNvContentPartPr/>
                <p14:nvPr/>
              </p14:nvContentPartPr>
              <p14:xfrm>
                <a:off x="6379776" y="1631736"/>
                <a:ext cx="164160" cy="19872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843BB66E-09B7-35E9-95C9-A730A300EC4E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6375456" y="1627416"/>
                  <a:ext cx="172800" cy="20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1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C8322F73-A046-7ADD-DC63-3B9DF078CCBB}"/>
                    </a:ext>
                  </a:extLst>
                </p14:cNvPr>
                <p14:cNvContentPartPr/>
                <p14:nvPr/>
              </p14:nvContentPartPr>
              <p14:xfrm>
                <a:off x="6582096" y="1353816"/>
                <a:ext cx="149040" cy="70704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C8322F73-A046-7ADD-DC63-3B9DF078CCBB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6577776" y="1349496"/>
                  <a:ext cx="157680" cy="71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3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5B3855D9-6F05-3915-B1EB-75E6E986DFD6}"/>
                    </a:ext>
                  </a:extLst>
                </p14:cNvPr>
                <p14:cNvContentPartPr/>
                <p14:nvPr/>
              </p14:nvContentPartPr>
              <p14:xfrm>
                <a:off x="6470856" y="1232856"/>
                <a:ext cx="1431000" cy="78156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5B3855D9-6F05-3915-B1EB-75E6E986DFD6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6466536" y="1228536"/>
                  <a:ext cx="1439640" cy="79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5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2B810B4B-DB9F-781F-0F3E-4E3F1C7493B6}"/>
                    </a:ext>
                  </a:extLst>
                </p14:cNvPr>
                <p14:cNvContentPartPr/>
                <p14:nvPr/>
              </p14:nvContentPartPr>
              <p14:xfrm>
                <a:off x="7401456" y="1301616"/>
                <a:ext cx="118440" cy="70992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2B810B4B-DB9F-781F-0F3E-4E3F1C7493B6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7397136" y="1297296"/>
                  <a:ext cx="127080" cy="71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7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86993323-D302-54E6-6380-CE007F11AAD0}"/>
                    </a:ext>
                  </a:extLst>
                </p14:cNvPr>
                <p14:cNvContentPartPr/>
                <p14:nvPr/>
              </p14:nvContentPartPr>
              <p14:xfrm>
                <a:off x="7616016" y="1656576"/>
                <a:ext cx="44640" cy="3960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86993323-D302-54E6-6380-CE007F11AAD0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7611696" y="1652256"/>
                  <a:ext cx="53280" cy="4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9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99DD745B-22EE-9DAE-A03F-B8E68D666B8E}"/>
                    </a:ext>
                  </a:extLst>
                </p14:cNvPr>
                <p14:cNvContentPartPr/>
                <p14:nvPr/>
              </p14:nvContentPartPr>
              <p14:xfrm>
                <a:off x="986256" y="1278216"/>
                <a:ext cx="54000" cy="25956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99DD745B-22EE-9DAE-A03F-B8E68D666B8E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981936" y="1273896"/>
                  <a:ext cx="62640" cy="26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1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C7D6FD89-155B-14DE-D9F8-7B8B342718F3}"/>
                    </a:ext>
                  </a:extLst>
                </p14:cNvPr>
                <p14:cNvContentPartPr/>
                <p14:nvPr/>
              </p14:nvContentPartPr>
              <p14:xfrm>
                <a:off x="927216" y="1228176"/>
                <a:ext cx="606240" cy="34128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C7D6FD89-155B-14DE-D9F8-7B8B342718F3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922896" y="1223856"/>
                  <a:ext cx="614880" cy="34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3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2F1497E1-ED9F-4A58-C569-AB122AC4C482}"/>
                    </a:ext>
                  </a:extLst>
                </p14:cNvPr>
                <p14:cNvContentPartPr/>
                <p14:nvPr/>
              </p14:nvContentPartPr>
              <p14:xfrm>
                <a:off x="903456" y="802296"/>
                <a:ext cx="171720" cy="40788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2F1497E1-ED9F-4A58-C569-AB122AC4C482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899136" y="797976"/>
                  <a:ext cx="180360" cy="41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5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FD20D932-C81A-AA45-AC00-D8616E5A9896}"/>
                    </a:ext>
                  </a:extLst>
                </p14:cNvPr>
                <p14:cNvContentPartPr/>
                <p14:nvPr/>
              </p14:nvContentPartPr>
              <p14:xfrm>
                <a:off x="830376" y="1008216"/>
                <a:ext cx="180720" cy="3276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FD20D932-C81A-AA45-AC00-D8616E5A9896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826056" y="1003896"/>
                  <a:ext cx="189360" cy="4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7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4E4FC49F-83E2-4457-6750-8D8FE4588E54}"/>
                    </a:ext>
                  </a:extLst>
                </p14:cNvPr>
                <p14:cNvContentPartPr/>
                <p14:nvPr/>
              </p14:nvContentPartPr>
              <p14:xfrm>
                <a:off x="1061856" y="986256"/>
                <a:ext cx="88200" cy="10260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4E4FC49F-83E2-4457-6750-8D8FE4588E54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1057536" y="981936"/>
                  <a:ext cx="96840" cy="11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9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0E79FB9A-0D89-0D84-7F2D-CCB0FCCDFC0D}"/>
                    </a:ext>
                  </a:extLst>
                </p14:cNvPr>
                <p14:cNvContentPartPr/>
                <p14:nvPr/>
              </p14:nvContentPartPr>
              <p14:xfrm>
                <a:off x="1170576" y="978336"/>
                <a:ext cx="63720" cy="9648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0E79FB9A-0D89-0D84-7F2D-CCB0FCCDFC0D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1166256" y="974016"/>
                  <a:ext cx="72360" cy="10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1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59C64ED6-4A3B-72C1-0323-6DC4661026B6}"/>
                    </a:ext>
                  </a:extLst>
                </p14:cNvPr>
                <p14:cNvContentPartPr/>
                <p14:nvPr/>
              </p14:nvContentPartPr>
              <p14:xfrm>
                <a:off x="1541376" y="820656"/>
                <a:ext cx="59760" cy="18360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59C64ED6-4A3B-72C1-0323-6DC4661026B6}"/>
                    </a:ext>
                  </a:extLst>
                </p:cNvPr>
                <p:cNvPicPr/>
                <p:nvPr/>
              </p:nvPicPr>
              <p:blipFill>
                <a:blip r:embed="rId82"/>
                <a:stretch>
                  <a:fillRect/>
                </a:stretch>
              </p:blipFill>
              <p:spPr>
                <a:xfrm>
                  <a:off x="1537056" y="816336"/>
                  <a:ext cx="68400" cy="19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3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18E2C939-E9C2-2B32-7841-47A6CB68E175}"/>
                    </a:ext>
                  </a:extLst>
                </p14:cNvPr>
                <p14:cNvContentPartPr/>
                <p14:nvPr/>
              </p14:nvContentPartPr>
              <p14:xfrm>
                <a:off x="1481256" y="902736"/>
                <a:ext cx="134640" cy="1080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18E2C939-E9C2-2B32-7841-47A6CB68E175}"/>
                    </a:ext>
                  </a:extLst>
                </p:cNvPr>
                <p:cNvPicPr/>
                <p:nvPr/>
              </p:nvPicPr>
              <p:blipFill>
                <a:blip r:embed="rId84"/>
                <a:stretch>
                  <a:fillRect/>
                </a:stretch>
              </p:blipFill>
              <p:spPr>
                <a:xfrm>
                  <a:off x="1476936" y="898416"/>
                  <a:ext cx="143280" cy="1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5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F57BB460-BC62-8746-4A88-21E178B484E9}"/>
                    </a:ext>
                  </a:extLst>
                </p14:cNvPr>
                <p14:cNvContentPartPr/>
                <p14:nvPr/>
              </p14:nvContentPartPr>
              <p14:xfrm>
                <a:off x="1348056" y="949176"/>
                <a:ext cx="113760" cy="10584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F57BB460-BC62-8746-4A88-21E178B484E9}"/>
                    </a:ext>
                  </a:extLst>
                </p:cNvPr>
                <p:cNvPicPr/>
                <p:nvPr/>
              </p:nvPicPr>
              <p:blipFill>
                <a:blip r:embed="rId86"/>
                <a:stretch>
                  <a:fillRect/>
                </a:stretch>
              </p:blipFill>
              <p:spPr>
                <a:xfrm>
                  <a:off x="1341936" y="943056"/>
                  <a:ext cx="126000" cy="11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7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AE0E4014-1C8D-175E-6E12-A5DBC9CDCF35}"/>
                    </a:ext>
                  </a:extLst>
                </p14:cNvPr>
                <p14:cNvContentPartPr/>
                <p14:nvPr/>
              </p14:nvContentPartPr>
              <p14:xfrm>
                <a:off x="1291176" y="1388736"/>
                <a:ext cx="912600" cy="54216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AE0E4014-1C8D-175E-6E12-A5DBC9CDCF35}"/>
                    </a:ext>
                  </a:extLst>
                </p:cNvPr>
                <p:cNvPicPr/>
                <p:nvPr/>
              </p:nvPicPr>
              <p:blipFill>
                <a:blip r:embed="rId88"/>
                <a:stretch>
                  <a:fillRect/>
                </a:stretch>
              </p:blipFill>
              <p:spPr>
                <a:xfrm>
                  <a:off x="1285056" y="1382616"/>
                  <a:ext cx="924840" cy="55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9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B7B3BBB1-9C37-4B93-EBA0-7CE188A496C0}"/>
                    </a:ext>
                  </a:extLst>
                </p14:cNvPr>
                <p14:cNvContentPartPr/>
                <p14:nvPr/>
              </p14:nvContentPartPr>
              <p14:xfrm>
                <a:off x="2129256" y="1748736"/>
                <a:ext cx="163080" cy="20052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B7B3BBB1-9C37-4B93-EBA0-7CE188A496C0}"/>
                    </a:ext>
                  </a:extLst>
                </p:cNvPr>
                <p:cNvPicPr/>
                <p:nvPr/>
              </p:nvPicPr>
              <p:blipFill>
                <a:blip r:embed="rId90"/>
                <a:stretch>
                  <a:fillRect/>
                </a:stretch>
              </p:blipFill>
              <p:spPr>
                <a:xfrm>
                  <a:off x="2123136" y="1742616"/>
                  <a:ext cx="175320" cy="21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1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593560EB-2F1B-567E-F53B-8EB9E4DC4A80}"/>
                    </a:ext>
                  </a:extLst>
                </p14:cNvPr>
                <p14:cNvContentPartPr/>
                <p14:nvPr/>
              </p14:nvContentPartPr>
              <p14:xfrm>
                <a:off x="969336" y="2712816"/>
                <a:ext cx="85680" cy="12852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593560EB-2F1B-567E-F53B-8EB9E4DC4A80}"/>
                    </a:ext>
                  </a:extLst>
                </p:cNvPr>
                <p:cNvPicPr/>
                <p:nvPr/>
              </p:nvPicPr>
              <p:blipFill>
                <a:blip r:embed="rId92"/>
                <a:stretch>
                  <a:fillRect/>
                </a:stretch>
              </p:blipFill>
              <p:spPr>
                <a:xfrm>
                  <a:off x="963216" y="2706696"/>
                  <a:ext cx="97920" cy="14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3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57685E69-4F77-B8DB-4B09-70AC553C6D54}"/>
                    </a:ext>
                  </a:extLst>
                </p14:cNvPr>
                <p14:cNvContentPartPr/>
                <p14:nvPr/>
              </p14:nvContentPartPr>
              <p14:xfrm>
                <a:off x="1103256" y="2714256"/>
                <a:ext cx="154080" cy="7128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57685E69-4F77-B8DB-4B09-70AC553C6D54}"/>
                    </a:ext>
                  </a:extLst>
                </p:cNvPr>
                <p:cNvPicPr/>
                <p:nvPr/>
              </p:nvPicPr>
              <p:blipFill>
                <a:blip r:embed="rId94"/>
                <a:stretch>
                  <a:fillRect/>
                </a:stretch>
              </p:blipFill>
              <p:spPr>
                <a:xfrm>
                  <a:off x="1097136" y="2708136"/>
                  <a:ext cx="166320" cy="8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5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307B4C97-78EF-BC61-6F8B-2EA554028527}"/>
                    </a:ext>
                  </a:extLst>
                </p14:cNvPr>
                <p14:cNvContentPartPr/>
                <p14:nvPr/>
              </p14:nvContentPartPr>
              <p14:xfrm>
                <a:off x="1291176" y="2712456"/>
                <a:ext cx="105120" cy="5580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307B4C97-78EF-BC61-6F8B-2EA554028527}"/>
                    </a:ext>
                  </a:extLst>
                </p:cNvPr>
                <p:cNvPicPr/>
                <p:nvPr/>
              </p:nvPicPr>
              <p:blipFill>
                <a:blip r:embed="rId96"/>
                <a:stretch>
                  <a:fillRect/>
                </a:stretch>
              </p:blipFill>
              <p:spPr>
                <a:xfrm>
                  <a:off x="1285056" y="2706336"/>
                  <a:ext cx="117360" cy="6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7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FCEB4C3C-07E0-FB9C-AB25-59B2A0556D10}"/>
                    </a:ext>
                  </a:extLst>
                </p14:cNvPr>
                <p14:cNvContentPartPr/>
                <p14:nvPr/>
              </p14:nvContentPartPr>
              <p14:xfrm>
                <a:off x="1439856" y="2633976"/>
                <a:ext cx="81000" cy="12420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FCEB4C3C-07E0-FB9C-AB25-59B2A0556D10}"/>
                    </a:ext>
                  </a:extLst>
                </p:cNvPr>
                <p:cNvPicPr/>
                <p:nvPr/>
              </p:nvPicPr>
              <p:blipFill>
                <a:blip r:embed="rId98"/>
                <a:stretch>
                  <a:fillRect/>
                </a:stretch>
              </p:blipFill>
              <p:spPr>
                <a:xfrm>
                  <a:off x="1433736" y="2627856"/>
                  <a:ext cx="93240" cy="13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9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4973AE71-8B9F-3216-F362-4955795557C6}"/>
                    </a:ext>
                  </a:extLst>
                </p14:cNvPr>
                <p14:cNvContentPartPr/>
                <p14:nvPr/>
              </p14:nvContentPartPr>
              <p14:xfrm>
                <a:off x="1083816" y="3048336"/>
                <a:ext cx="41760" cy="22284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4973AE71-8B9F-3216-F362-4955795557C6}"/>
                    </a:ext>
                  </a:extLst>
                </p:cNvPr>
                <p:cNvPicPr/>
                <p:nvPr/>
              </p:nvPicPr>
              <p:blipFill>
                <a:blip r:embed="rId100"/>
                <a:stretch>
                  <a:fillRect/>
                </a:stretch>
              </p:blipFill>
              <p:spPr>
                <a:xfrm>
                  <a:off x="1077696" y="3042216"/>
                  <a:ext cx="54000" cy="23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1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278CE80D-696F-ECD7-EB65-503863A7CEF1}"/>
                    </a:ext>
                  </a:extLst>
                </p14:cNvPr>
                <p14:cNvContentPartPr/>
                <p14:nvPr/>
              </p14:nvContentPartPr>
              <p14:xfrm>
                <a:off x="966096" y="2928456"/>
                <a:ext cx="702000" cy="39060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278CE80D-696F-ECD7-EB65-503863A7CEF1}"/>
                    </a:ext>
                  </a:extLst>
                </p:cNvPr>
                <p:cNvPicPr/>
                <p:nvPr/>
              </p:nvPicPr>
              <p:blipFill>
                <a:blip r:embed="rId102"/>
                <a:stretch>
                  <a:fillRect/>
                </a:stretch>
              </p:blipFill>
              <p:spPr>
                <a:xfrm>
                  <a:off x="959976" y="2922336"/>
                  <a:ext cx="714240" cy="40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3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E2DBBCDF-354D-3F24-2255-BB2E37F9DFCB}"/>
                    </a:ext>
                  </a:extLst>
                </p14:cNvPr>
                <p14:cNvContentPartPr/>
                <p14:nvPr/>
              </p14:nvContentPartPr>
              <p14:xfrm>
                <a:off x="1452096" y="1987776"/>
                <a:ext cx="5769360" cy="116676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E2DBBCDF-354D-3F24-2255-BB2E37F9DFCB}"/>
                    </a:ext>
                  </a:extLst>
                </p:cNvPr>
                <p:cNvPicPr/>
                <p:nvPr/>
              </p:nvPicPr>
              <p:blipFill>
                <a:blip r:embed="rId104"/>
                <a:stretch>
                  <a:fillRect/>
                </a:stretch>
              </p:blipFill>
              <p:spPr>
                <a:xfrm>
                  <a:off x="1445976" y="1981656"/>
                  <a:ext cx="5781600" cy="117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5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81B53932-55DE-AAD7-FE9F-FB94784FEE0D}"/>
                    </a:ext>
                  </a:extLst>
                </p14:cNvPr>
                <p14:cNvContentPartPr/>
                <p14:nvPr/>
              </p14:nvContentPartPr>
              <p14:xfrm>
                <a:off x="7055856" y="2005416"/>
                <a:ext cx="104040" cy="13032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81B53932-55DE-AAD7-FE9F-FB94784FEE0D}"/>
                    </a:ext>
                  </a:extLst>
                </p:cNvPr>
                <p:cNvPicPr/>
                <p:nvPr/>
              </p:nvPicPr>
              <p:blipFill>
                <a:blip r:embed="rId106"/>
                <a:stretch>
                  <a:fillRect/>
                </a:stretch>
              </p:blipFill>
              <p:spPr>
                <a:xfrm>
                  <a:off x="7049736" y="1999296"/>
                  <a:ext cx="116280" cy="14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7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6ECAD9BC-7FEF-423C-EBCC-97DDD639F14D}"/>
                    </a:ext>
                  </a:extLst>
                </p14:cNvPr>
                <p14:cNvContentPartPr/>
                <p14:nvPr/>
              </p14:nvContentPartPr>
              <p14:xfrm>
                <a:off x="7130736" y="2011896"/>
                <a:ext cx="84600" cy="12132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6ECAD9BC-7FEF-423C-EBCC-97DDD639F14D}"/>
                    </a:ext>
                  </a:extLst>
                </p:cNvPr>
                <p:cNvPicPr/>
                <p:nvPr/>
              </p:nvPicPr>
              <p:blipFill>
                <a:blip r:embed="rId108"/>
                <a:stretch>
                  <a:fillRect/>
                </a:stretch>
              </p:blipFill>
              <p:spPr>
                <a:xfrm>
                  <a:off x="7124616" y="2005776"/>
                  <a:ext cx="96840" cy="13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9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538C0555-A242-0B1E-CA81-C0E7BC77A7FB}"/>
                    </a:ext>
                  </a:extLst>
                </p14:cNvPr>
                <p14:cNvContentPartPr/>
                <p14:nvPr/>
              </p14:nvContentPartPr>
              <p14:xfrm>
                <a:off x="4807296" y="1737936"/>
                <a:ext cx="249120" cy="187560"/>
              </p14:xfrm>
            </p:contentPart>
          </mc:Choice>
          <mc:Fallback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538C0555-A242-0B1E-CA81-C0E7BC77A7FB}"/>
                    </a:ext>
                  </a:extLst>
                </p:cNvPr>
                <p:cNvPicPr/>
                <p:nvPr/>
              </p:nvPicPr>
              <p:blipFill>
                <a:blip r:embed="rId110"/>
                <a:stretch>
                  <a:fillRect/>
                </a:stretch>
              </p:blipFill>
              <p:spPr>
                <a:xfrm>
                  <a:off x="4801176" y="1731816"/>
                  <a:ext cx="261360" cy="19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1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366A0003-B0C3-9577-DD6E-FC63657DDEFD}"/>
                    </a:ext>
                  </a:extLst>
                </p14:cNvPr>
                <p14:cNvContentPartPr/>
                <p14:nvPr/>
              </p14:nvContentPartPr>
              <p14:xfrm>
                <a:off x="6974856" y="1609776"/>
                <a:ext cx="193680" cy="211680"/>
              </p14:xfrm>
            </p:contentPart>
          </mc:Choice>
          <mc:Fallback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366A0003-B0C3-9577-DD6E-FC63657DDEFD}"/>
                    </a:ext>
                  </a:extLst>
                </p:cNvPr>
                <p:cNvPicPr/>
                <p:nvPr/>
              </p:nvPicPr>
              <p:blipFill>
                <a:blip r:embed="rId112"/>
                <a:stretch>
                  <a:fillRect/>
                </a:stretch>
              </p:blipFill>
              <p:spPr>
                <a:xfrm>
                  <a:off x="6968736" y="1603656"/>
                  <a:ext cx="205920" cy="22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3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5EC65A7D-79F0-1653-8043-E6FDA7AD0B9E}"/>
                    </a:ext>
                  </a:extLst>
                </p14:cNvPr>
                <p14:cNvContentPartPr/>
                <p14:nvPr/>
              </p14:nvContentPartPr>
              <p14:xfrm>
                <a:off x="2284848" y="4820904"/>
                <a:ext cx="34560" cy="402480"/>
              </p14:xfrm>
            </p:contentPart>
          </mc:Choice>
          <mc:Fallback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5EC65A7D-79F0-1653-8043-E6FDA7AD0B9E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2280528" y="4816584"/>
                  <a:ext cx="43200" cy="41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4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64F4DA02-38E0-FB95-B89A-BD56F6F15D68}"/>
                    </a:ext>
                  </a:extLst>
                </p14:cNvPr>
                <p14:cNvContentPartPr/>
                <p14:nvPr/>
              </p14:nvContentPartPr>
              <p14:xfrm>
                <a:off x="2267208" y="4776264"/>
                <a:ext cx="1334520" cy="45720"/>
              </p14:xfrm>
            </p:contentPart>
          </mc:Choice>
          <mc:Fallback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64F4DA02-38E0-FB95-B89A-BD56F6F15D68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2262888" y="4771944"/>
                  <a:ext cx="1343160" cy="5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5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21F6339E-10DC-3225-4A18-051E4189D0F0}"/>
                    </a:ext>
                  </a:extLst>
                </p14:cNvPr>
                <p14:cNvContentPartPr/>
                <p14:nvPr/>
              </p14:nvContentPartPr>
              <p14:xfrm>
                <a:off x="2280528" y="5230584"/>
                <a:ext cx="1379520" cy="64440"/>
              </p14:xfrm>
            </p:contentPart>
          </mc:Choice>
          <mc:Fallback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21F6339E-10DC-3225-4A18-051E4189D0F0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2276208" y="5226264"/>
                  <a:ext cx="1388160" cy="7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6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E3D4FA0B-3984-0AE2-E040-1F99A6D4B68C}"/>
                    </a:ext>
                  </a:extLst>
                </p14:cNvPr>
                <p14:cNvContentPartPr/>
                <p14:nvPr/>
              </p14:nvContentPartPr>
              <p14:xfrm>
                <a:off x="3613608" y="4773744"/>
                <a:ext cx="17280" cy="484200"/>
              </p14:xfrm>
            </p:contentPart>
          </mc:Choice>
          <mc:Fallback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E3D4FA0B-3984-0AE2-E040-1F99A6D4B68C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3609288" y="4769424"/>
                  <a:ext cx="25920" cy="49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7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BEC9D2F6-393D-7974-98AD-584DB1ED0429}"/>
                    </a:ext>
                  </a:extLst>
                </p14:cNvPr>
                <p14:cNvContentPartPr/>
                <p14:nvPr/>
              </p14:nvContentPartPr>
              <p14:xfrm>
                <a:off x="3289248" y="4794624"/>
                <a:ext cx="17640" cy="485640"/>
              </p14:xfrm>
            </p:contentPart>
          </mc:Choice>
          <mc:Fallback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BEC9D2F6-393D-7974-98AD-584DB1ED0429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3284928" y="4790304"/>
                  <a:ext cx="26280" cy="49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8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ED06C13B-E768-632F-E35E-18023D9BD9C2}"/>
                    </a:ext>
                  </a:extLst>
                </p14:cNvPr>
                <p14:cNvContentPartPr/>
                <p14:nvPr/>
              </p14:nvContentPartPr>
              <p14:xfrm>
                <a:off x="3494088" y="4957704"/>
                <a:ext cx="799560" cy="74880"/>
              </p14:xfrm>
            </p:contentPart>
          </mc:Choice>
          <mc:Fallback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ED06C13B-E768-632F-E35E-18023D9BD9C2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3489768" y="4953384"/>
                  <a:ext cx="808200" cy="8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9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CAEE7D24-D2CB-620B-F95E-865825DB608E}"/>
                    </a:ext>
                  </a:extLst>
                </p14:cNvPr>
                <p14:cNvContentPartPr/>
                <p14:nvPr/>
              </p14:nvContentPartPr>
              <p14:xfrm>
                <a:off x="4264488" y="4899744"/>
                <a:ext cx="90720" cy="144720"/>
              </p14:xfrm>
            </p:contentPart>
          </mc:Choice>
          <mc:Fallback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CAEE7D24-D2CB-620B-F95E-865825DB608E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4260168" y="4895424"/>
                  <a:ext cx="99360" cy="15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0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1BE25502-1952-5F9D-1170-5AF682F83B12}"/>
                    </a:ext>
                  </a:extLst>
                </p14:cNvPr>
                <p14:cNvContentPartPr/>
                <p14:nvPr/>
              </p14:nvContentPartPr>
              <p14:xfrm>
                <a:off x="4418208" y="4729104"/>
                <a:ext cx="17280" cy="547920"/>
              </p14:xfrm>
            </p:contentPart>
          </mc:Choice>
          <mc:Fallback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1BE25502-1952-5F9D-1170-5AF682F83B12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4413888" y="4724784"/>
                  <a:ext cx="25920" cy="55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1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68676DA4-4531-D857-33CF-6D04CC9A5102}"/>
                    </a:ext>
                  </a:extLst>
                </p14:cNvPr>
                <p14:cNvContentPartPr/>
                <p14:nvPr/>
              </p14:nvContentPartPr>
              <p14:xfrm>
                <a:off x="4267008" y="4593384"/>
                <a:ext cx="1356480" cy="637560"/>
              </p14:xfrm>
            </p:contentPart>
          </mc:Choice>
          <mc:Fallback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68676DA4-4531-D857-33CF-6D04CC9A5102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4262688" y="4589064"/>
                  <a:ext cx="1365120" cy="64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2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FA353F9E-86E6-4B15-84E4-CE76BC7B46BE}"/>
                    </a:ext>
                  </a:extLst>
                </p14:cNvPr>
                <p14:cNvContentPartPr/>
                <p14:nvPr/>
              </p14:nvContentPartPr>
              <p14:xfrm>
                <a:off x="5235048" y="4637664"/>
                <a:ext cx="45720" cy="636120"/>
              </p14:xfrm>
            </p:contentPart>
          </mc:Choice>
          <mc:Fallback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FA353F9E-86E6-4B15-84E4-CE76BC7B46BE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5230728" y="4633344"/>
                  <a:ext cx="54360" cy="64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3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F86DE96D-2367-C1AA-E7A7-054A5FFB539C}"/>
                    </a:ext>
                  </a:extLst>
                </p14:cNvPr>
                <p14:cNvContentPartPr/>
                <p14:nvPr/>
              </p14:nvContentPartPr>
              <p14:xfrm>
                <a:off x="5428368" y="4873824"/>
                <a:ext cx="921960" cy="84240"/>
              </p14:xfrm>
            </p:contentPart>
          </mc:Choice>
          <mc:Fallback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F86DE96D-2367-C1AA-E7A7-054A5FFB539C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5424048" y="4869504"/>
                  <a:ext cx="930600" cy="9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4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D7B175C0-BE96-D61D-ACDF-2B371171674C}"/>
                    </a:ext>
                  </a:extLst>
                </p14:cNvPr>
                <p14:cNvContentPartPr/>
                <p14:nvPr/>
              </p14:nvContentPartPr>
              <p14:xfrm>
                <a:off x="6361488" y="4804704"/>
                <a:ext cx="164160" cy="198720"/>
              </p14:xfrm>
            </p:contentPart>
          </mc:Choice>
          <mc:Fallback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D7B175C0-BE96-D61D-ACDF-2B371171674C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6357168" y="4800384"/>
                  <a:ext cx="172800" cy="20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5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87CAF62A-9446-9B18-D320-A5307A5CD1CB}"/>
                    </a:ext>
                  </a:extLst>
                </p14:cNvPr>
                <p14:cNvContentPartPr/>
                <p14:nvPr/>
              </p14:nvContentPartPr>
              <p14:xfrm>
                <a:off x="6563808" y="4526784"/>
                <a:ext cx="149040" cy="707040"/>
              </p14:xfrm>
            </p:contentPart>
          </mc:Choice>
          <mc:Fallback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87CAF62A-9446-9B18-D320-A5307A5CD1CB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6559488" y="4522464"/>
                  <a:ext cx="157680" cy="71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6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9D17177B-B9D9-44E7-5ECF-5993C458DDD3}"/>
                    </a:ext>
                  </a:extLst>
                </p14:cNvPr>
                <p14:cNvContentPartPr/>
                <p14:nvPr/>
              </p14:nvContentPartPr>
              <p14:xfrm>
                <a:off x="6452568" y="4405824"/>
                <a:ext cx="1431000" cy="781560"/>
              </p14:xfrm>
            </p:contentPart>
          </mc:Choice>
          <mc:Fallback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9D17177B-B9D9-44E7-5ECF-5993C458DDD3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6448248" y="4401504"/>
                  <a:ext cx="1439640" cy="79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7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AC7C2C75-AD0F-F330-924F-524EA867CC4A}"/>
                    </a:ext>
                  </a:extLst>
                </p14:cNvPr>
                <p14:cNvContentPartPr/>
                <p14:nvPr/>
              </p14:nvContentPartPr>
              <p14:xfrm>
                <a:off x="7383168" y="4474584"/>
                <a:ext cx="118440" cy="709920"/>
              </p14:xfrm>
            </p:contentPart>
          </mc:Choice>
          <mc:Fallback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AC7C2C75-AD0F-F330-924F-524EA867CC4A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7378848" y="4470264"/>
                  <a:ext cx="127080" cy="71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8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05C33B0B-EC73-8FA9-4CD9-1F8EF327E5BE}"/>
                    </a:ext>
                  </a:extLst>
                </p14:cNvPr>
                <p14:cNvContentPartPr/>
                <p14:nvPr/>
              </p14:nvContentPartPr>
              <p14:xfrm>
                <a:off x="7597728" y="4829544"/>
                <a:ext cx="44640" cy="39600"/>
              </p14:xfrm>
            </p:contentPart>
          </mc:Choice>
          <mc:Fallback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05C33B0B-EC73-8FA9-4CD9-1F8EF327E5BE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7593408" y="4825224"/>
                  <a:ext cx="53280" cy="4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9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8EB65B44-0987-B093-579A-590AC8791019}"/>
                    </a:ext>
                  </a:extLst>
                </p14:cNvPr>
                <p14:cNvContentPartPr/>
                <p14:nvPr/>
              </p14:nvContentPartPr>
              <p14:xfrm>
                <a:off x="967968" y="4451184"/>
                <a:ext cx="54000" cy="259560"/>
              </p14:xfrm>
            </p:contentPart>
          </mc:Choice>
          <mc:Fallback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8EB65B44-0987-B093-579A-590AC8791019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963648" y="4446864"/>
                  <a:ext cx="62640" cy="26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0">
              <p14:nvContentPartPr>
                <p14:cNvPr id="135" name="Ink 134">
                  <a:extLst>
                    <a:ext uri="{FF2B5EF4-FFF2-40B4-BE49-F238E27FC236}">
                      <a16:creationId xmlns:a16="http://schemas.microsoft.com/office/drawing/2014/main" id="{F3F04FE1-76EA-A1FE-BC34-119FEF23D3E5}"/>
                    </a:ext>
                  </a:extLst>
                </p14:cNvPr>
                <p14:cNvContentPartPr/>
                <p14:nvPr/>
              </p14:nvContentPartPr>
              <p14:xfrm>
                <a:off x="908928" y="4401144"/>
                <a:ext cx="606240" cy="341280"/>
              </p14:xfrm>
            </p:contentPart>
          </mc:Choice>
          <mc:Fallback>
            <p:pic>
              <p:nvPicPr>
                <p:cNvPr id="135" name="Ink 134">
                  <a:extLst>
                    <a:ext uri="{FF2B5EF4-FFF2-40B4-BE49-F238E27FC236}">
                      <a16:creationId xmlns:a16="http://schemas.microsoft.com/office/drawing/2014/main" id="{F3F04FE1-76EA-A1FE-BC34-119FEF23D3E5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904608" y="4396824"/>
                  <a:ext cx="614880" cy="34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1">
              <p14:nvContentPartPr>
                <p14:cNvPr id="136" name="Ink 135">
                  <a:extLst>
                    <a:ext uri="{FF2B5EF4-FFF2-40B4-BE49-F238E27FC236}">
                      <a16:creationId xmlns:a16="http://schemas.microsoft.com/office/drawing/2014/main" id="{32A478B1-B770-507F-4FA0-CCD039883754}"/>
                    </a:ext>
                  </a:extLst>
                </p14:cNvPr>
                <p14:cNvContentPartPr/>
                <p14:nvPr/>
              </p14:nvContentPartPr>
              <p14:xfrm>
                <a:off x="885168" y="3975264"/>
                <a:ext cx="171720" cy="407880"/>
              </p14:xfrm>
            </p:contentPart>
          </mc:Choice>
          <mc:Fallback>
            <p:pic>
              <p:nvPicPr>
                <p:cNvPr id="136" name="Ink 135">
                  <a:extLst>
                    <a:ext uri="{FF2B5EF4-FFF2-40B4-BE49-F238E27FC236}">
                      <a16:creationId xmlns:a16="http://schemas.microsoft.com/office/drawing/2014/main" id="{32A478B1-B770-507F-4FA0-CCD039883754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880848" y="3970944"/>
                  <a:ext cx="180360" cy="41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2">
              <p14:nvContentPartPr>
                <p14:cNvPr id="137" name="Ink 136">
                  <a:extLst>
                    <a:ext uri="{FF2B5EF4-FFF2-40B4-BE49-F238E27FC236}">
                      <a16:creationId xmlns:a16="http://schemas.microsoft.com/office/drawing/2014/main" id="{B029B0ED-3003-689E-A21D-FC683E0065F8}"/>
                    </a:ext>
                  </a:extLst>
                </p14:cNvPr>
                <p14:cNvContentPartPr/>
                <p14:nvPr/>
              </p14:nvContentPartPr>
              <p14:xfrm>
                <a:off x="812088" y="4181184"/>
                <a:ext cx="180720" cy="32760"/>
              </p14:xfrm>
            </p:contentPart>
          </mc:Choice>
          <mc:Fallback>
            <p:pic>
              <p:nvPicPr>
                <p:cNvPr id="137" name="Ink 136">
                  <a:extLst>
                    <a:ext uri="{FF2B5EF4-FFF2-40B4-BE49-F238E27FC236}">
                      <a16:creationId xmlns:a16="http://schemas.microsoft.com/office/drawing/2014/main" id="{B029B0ED-3003-689E-A21D-FC683E0065F8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807768" y="4176864"/>
                  <a:ext cx="189360" cy="4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3">
              <p14:nvContentPartPr>
                <p14:cNvPr id="138" name="Ink 137">
                  <a:extLst>
                    <a:ext uri="{FF2B5EF4-FFF2-40B4-BE49-F238E27FC236}">
                      <a16:creationId xmlns:a16="http://schemas.microsoft.com/office/drawing/2014/main" id="{61754E0A-90E1-88B1-24C0-133849CF8F3B}"/>
                    </a:ext>
                  </a:extLst>
                </p14:cNvPr>
                <p14:cNvContentPartPr/>
                <p14:nvPr/>
              </p14:nvContentPartPr>
              <p14:xfrm>
                <a:off x="1043568" y="4159224"/>
                <a:ext cx="88200" cy="102600"/>
              </p14:xfrm>
            </p:contentPart>
          </mc:Choice>
          <mc:Fallback>
            <p:pic>
              <p:nvPicPr>
                <p:cNvPr id="138" name="Ink 137">
                  <a:extLst>
                    <a:ext uri="{FF2B5EF4-FFF2-40B4-BE49-F238E27FC236}">
                      <a16:creationId xmlns:a16="http://schemas.microsoft.com/office/drawing/2014/main" id="{61754E0A-90E1-88B1-24C0-133849CF8F3B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1039248" y="4154904"/>
                  <a:ext cx="96840" cy="11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4">
              <p14:nvContentPartPr>
                <p14:cNvPr id="139" name="Ink 138">
                  <a:extLst>
                    <a:ext uri="{FF2B5EF4-FFF2-40B4-BE49-F238E27FC236}">
                      <a16:creationId xmlns:a16="http://schemas.microsoft.com/office/drawing/2014/main" id="{76E98D0D-1752-278F-A1E0-4C5D0162815C}"/>
                    </a:ext>
                  </a:extLst>
                </p14:cNvPr>
                <p14:cNvContentPartPr/>
                <p14:nvPr/>
              </p14:nvContentPartPr>
              <p14:xfrm>
                <a:off x="1152288" y="4151304"/>
                <a:ext cx="63720" cy="96480"/>
              </p14:xfrm>
            </p:contentPart>
          </mc:Choice>
          <mc:Fallback>
            <p:pic>
              <p:nvPicPr>
                <p:cNvPr id="139" name="Ink 138">
                  <a:extLst>
                    <a:ext uri="{FF2B5EF4-FFF2-40B4-BE49-F238E27FC236}">
                      <a16:creationId xmlns:a16="http://schemas.microsoft.com/office/drawing/2014/main" id="{76E98D0D-1752-278F-A1E0-4C5D0162815C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1147968" y="4146984"/>
                  <a:ext cx="72360" cy="10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5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F39C9346-B016-7766-7923-978ED5D283D4}"/>
                    </a:ext>
                  </a:extLst>
                </p14:cNvPr>
                <p14:cNvContentPartPr/>
                <p14:nvPr/>
              </p14:nvContentPartPr>
              <p14:xfrm>
                <a:off x="1523088" y="3993624"/>
                <a:ext cx="59760" cy="183600"/>
              </p14:xfrm>
            </p:contentPart>
          </mc:Choice>
          <mc:Fallback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F39C9346-B016-7766-7923-978ED5D283D4}"/>
                    </a:ext>
                  </a:extLst>
                </p:cNvPr>
                <p:cNvPicPr/>
                <p:nvPr/>
              </p:nvPicPr>
              <p:blipFill>
                <a:blip r:embed="rId82"/>
                <a:stretch>
                  <a:fillRect/>
                </a:stretch>
              </p:blipFill>
              <p:spPr>
                <a:xfrm>
                  <a:off x="1518768" y="3989304"/>
                  <a:ext cx="68400" cy="19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6">
              <p14:nvContentPartPr>
                <p14:cNvPr id="141" name="Ink 140">
                  <a:extLst>
                    <a:ext uri="{FF2B5EF4-FFF2-40B4-BE49-F238E27FC236}">
                      <a16:creationId xmlns:a16="http://schemas.microsoft.com/office/drawing/2014/main" id="{EF3F44E2-A75C-228D-FFF4-AD64102CCE3F}"/>
                    </a:ext>
                  </a:extLst>
                </p14:cNvPr>
                <p14:cNvContentPartPr/>
                <p14:nvPr/>
              </p14:nvContentPartPr>
              <p14:xfrm>
                <a:off x="1462968" y="4075704"/>
                <a:ext cx="134640" cy="10800"/>
              </p14:xfrm>
            </p:contentPart>
          </mc:Choice>
          <mc:Fallback>
            <p:pic>
              <p:nvPicPr>
                <p:cNvPr id="141" name="Ink 140">
                  <a:extLst>
                    <a:ext uri="{FF2B5EF4-FFF2-40B4-BE49-F238E27FC236}">
                      <a16:creationId xmlns:a16="http://schemas.microsoft.com/office/drawing/2014/main" id="{EF3F44E2-A75C-228D-FFF4-AD64102CCE3F}"/>
                    </a:ext>
                  </a:extLst>
                </p:cNvPr>
                <p:cNvPicPr/>
                <p:nvPr/>
              </p:nvPicPr>
              <p:blipFill>
                <a:blip r:embed="rId84"/>
                <a:stretch>
                  <a:fillRect/>
                </a:stretch>
              </p:blipFill>
              <p:spPr>
                <a:xfrm>
                  <a:off x="1458648" y="4071384"/>
                  <a:ext cx="143280" cy="1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7">
              <p14:nvContentPartPr>
                <p14:cNvPr id="142" name="Ink 141">
                  <a:extLst>
                    <a:ext uri="{FF2B5EF4-FFF2-40B4-BE49-F238E27FC236}">
                      <a16:creationId xmlns:a16="http://schemas.microsoft.com/office/drawing/2014/main" id="{CDE9A50B-7767-9584-974E-5A33D52275E8}"/>
                    </a:ext>
                  </a:extLst>
                </p14:cNvPr>
                <p14:cNvContentPartPr/>
                <p14:nvPr/>
              </p14:nvContentPartPr>
              <p14:xfrm>
                <a:off x="1329768" y="4122144"/>
                <a:ext cx="113760" cy="105840"/>
              </p14:xfrm>
            </p:contentPart>
          </mc:Choice>
          <mc:Fallback>
            <p:pic>
              <p:nvPicPr>
                <p:cNvPr id="142" name="Ink 141">
                  <a:extLst>
                    <a:ext uri="{FF2B5EF4-FFF2-40B4-BE49-F238E27FC236}">
                      <a16:creationId xmlns:a16="http://schemas.microsoft.com/office/drawing/2014/main" id="{CDE9A50B-7767-9584-974E-5A33D52275E8}"/>
                    </a:ext>
                  </a:extLst>
                </p:cNvPr>
                <p:cNvPicPr/>
                <p:nvPr/>
              </p:nvPicPr>
              <p:blipFill>
                <a:blip r:embed="rId86"/>
                <a:stretch>
                  <a:fillRect/>
                </a:stretch>
              </p:blipFill>
              <p:spPr>
                <a:xfrm>
                  <a:off x="1323648" y="4116024"/>
                  <a:ext cx="126000" cy="11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8">
              <p14:nvContentPartPr>
                <p14:cNvPr id="143" name="Ink 142">
                  <a:extLst>
                    <a:ext uri="{FF2B5EF4-FFF2-40B4-BE49-F238E27FC236}">
                      <a16:creationId xmlns:a16="http://schemas.microsoft.com/office/drawing/2014/main" id="{A2AC5670-5F12-4755-9FD7-27E391506B1B}"/>
                    </a:ext>
                  </a:extLst>
                </p14:cNvPr>
                <p14:cNvContentPartPr/>
                <p14:nvPr/>
              </p14:nvContentPartPr>
              <p14:xfrm>
                <a:off x="1272888" y="4561704"/>
                <a:ext cx="912600" cy="542160"/>
              </p14:xfrm>
            </p:contentPart>
          </mc:Choice>
          <mc:Fallback>
            <p:pic>
              <p:nvPicPr>
                <p:cNvPr id="143" name="Ink 142">
                  <a:extLst>
                    <a:ext uri="{FF2B5EF4-FFF2-40B4-BE49-F238E27FC236}">
                      <a16:creationId xmlns:a16="http://schemas.microsoft.com/office/drawing/2014/main" id="{A2AC5670-5F12-4755-9FD7-27E391506B1B}"/>
                    </a:ext>
                  </a:extLst>
                </p:cNvPr>
                <p:cNvPicPr/>
                <p:nvPr/>
              </p:nvPicPr>
              <p:blipFill>
                <a:blip r:embed="rId88"/>
                <a:stretch>
                  <a:fillRect/>
                </a:stretch>
              </p:blipFill>
              <p:spPr>
                <a:xfrm>
                  <a:off x="1266768" y="4555584"/>
                  <a:ext cx="924840" cy="55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9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413CBF93-08DA-48AA-CA8C-E0F4E4D2E05E}"/>
                    </a:ext>
                  </a:extLst>
                </p14:cNvPr>
                <p14:cNvContentPartPr/>
                <p14:nvPr/>
              </p14:nvContentPartPr>
              <p14:xfrm>
                <a:off x="2110968" y="4921704"/>
                <a:ext cx="163080" cy="200520"/>
              </p14:xfrm>
            </p:contentPart>
          </mc:Choice>
          <mc:Fallback>
            <p:pic>
              <p:nvPicPr>
                <p:cNvPr id="144" name="Ink 143">
                  <a:extLst>
                    <a:ext uri="{FF2B5EF4-FFF2-40B4-BE49-F238E27FC236}">
                      <a16:creationId xmlns:a16="http://schemas.microsoft.com/office/drawing/2014/main" id="{413CBF93-08DA-48AA-CA8C-E0F4E4D2E05E}"/>
                    </a:ext>
                  </a:extLst>
                </p:cNvPr>
                <p:cNvPicPr/>
                <p:nvPr/>
              </p:nvPicPr>
              <p:blipFill>
                <a:blip r:embed="rId90"/>
                <a:stretch>
                  <a:fillRect/>
                </a:stretch>
              </p:blipFill>
              <p:spPr>
                <a:xfrm>
                  <a:off x="2104848" y="4915584"/>
                  <a:ext cx="175320" cy="21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0">
              <p14:nvContentPartPr>
                <p14:cNvPr id="145" name="Ink 144">
                  <a:extLst>
                    <a:ext uri="{FF2B5EF4-FFF2-40B4-BE49-F238E27FC236}">
                      <a16:creationId xmlns:a16="http://schemas.microsoft.com/office/drawing/2014/main" id="{A41E1CEA-A650-CE96-C35C-FCCBF66B442B}"/>
                    </a:ext>
                  </a:extLst>
                </p14:cNvPr>
                <p14:cNvContentPartPr/>
                <p14:nvPr/>
              </p14:nvContentPartPr>
              <p14:xfrm>
                <a:off x="951048" y="5885784"/>
                <a:ext cx="85680" cy="128520"/>
              </p14:xfrm>
            </p:contentPart>
          </mc:Choice>
          <mc:Fallback>
            <p:pic>
              <p:nvPicPr>
                <p:cNvPr id="145" name="Ink 144">
                  <a:extLst>
                    <a:ext uri="{FF2B5EF4-FFF2-40B4-BE49-F238E27FC236}">
                      <a16:creationId xmlns:a16="http://schemas.microsoft.com/office/drawing/2014/main" id="{A41E1CEA-A650-CE96-C35C-FCCBF66B442B}"/>
                    </a:ext>
                  </a:extLst>
                </p:cNvPr>
                <p:cNvPicPr/>
                <p:nvPr/>
              </p:nvPicPr>
              <p:blipFill>
                <a:blip r:embed="rId92"/>
                <a:stretch>
                  <a:fillRect/>
                </a:stretch>
              </p:blipFill>
              <p:spPr>
                <a:xfrm>
                  <a:off x="944928" y="5879664"/>
                  <a:ext cx="97920" cy="14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1">
              <p14:nvContentPartPr>
                <p14:cNvPr id="146" name="Ink 145">
                  <a:extLst>
                    <a:ext uri="{FF2B5EF4-FFF2-40B4-BE49-F238E27FC236}">
                      <a16:creationId xmlns:a16="http://schemas.microsoft.com/office/drawing/2014/main" id="{49400870-E123-6093-17A8-F32AE8F947DC}"/>
                    </a:ext>
                  </a:extLst>
                </p14:cNvPr>
                <p14:cNvContentPartPr/>
                <p14:nvPr/>
              </p14:nvContentPartPr>
              <p14:xfrm>
                <a:off x="1084968" y="5887224"/>
                <a:ext cx="154080" cy="71280"/>
              </p14:xfrm>
            </p:contentPart>
          </mc:Choice>
          <mc:Fallback>
            <p:pic>
              <p:nvPicPr>
                <p:cNvPr id="146" name="Ink 145">
                  <a:extLst>
                    <a:ext uri="{FF2B5EF4-FFF2-40B4-BE49-F238E27FC236}">
                      <a16:creationId xmlns:a16="http://schemas.microsoft.com/office/drawing/2014/main" id="{49400870-E123-6093-17A8-F32AE8F947DC}"/>
                    </a:ext>
                  </a:extLst>
                </p:cNvPr>
                <p:cNvPicPr/>
                <p:nvPr/>
              </p:nvPicPr>
              <p:blipFill>
                <a:blip r:embed="rId94"/>
                <a:stretch>
                  <a:fillRect/>
                </a:stretch>
              </p:blipFill>
              <p:spPr>
                <a:xfrm>
                  <a:off x="1078848" y="5881104"/>
                  <a:ext cx="166320" cy="8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2">
              <p14:nvContentPartPr>
                <p14:cNvPr id="147" name="Ink 146">
                  <a:extLst>
                    <a:ext uri="{FF2B5EF4-FFF2-40B4-BE49-F238E27FC236}">
                      <a16:creationId xmlns:a16="http://schemas.microsoft.com/office/drawing/2014/main" id="{05224EEC-85DD-F5A9-7E69-D9C5A48694AA}"/>
                    </a:ext>
                  </a:extLst>
                </p14:cNvPr>
                <p14:cNvContentPartPr/>
                <p14:nvPr/>
              </p14:nvContentPartPr>
              <p14:xfrm>
                <a:off x="1272888" y="5885424"/>
                <a:ext cx="105120" cy="55800"/>
              </p14:xfrm>
            </p:contentPart>
          </mc:Choice>
          <mc:Fallback>
            <p:pic>
              <p:nvPicPr>
                <p:cNvPr id="147" name="Ink 146">
                  <a:extLst>
                    <a:ext uri="{FF2B5EF4-FFF2-40B4-BE49-F238E27FC236}">
                      <a16:creationId xmlns:a16="http://schemas.microsoft.com/office/drawing/2014/main" id="{05224EEC-85DD-F5A9-7E69-D9C5A48694AA}"/>
                    </a:ext>
                  </a:extLst>
                </p:cNvPr>
                <p:cNvPicPr/>
                <p:nvPr/>
              </p:nvPicPr>
              <p:blipFill>
                <a:blip r:embed="rId96"/>
                <a:stretch>
                  <a:fillRect/>
                </a:stretch>
              </p:blipFill>
              <p:spPr>
                <a:xfrm>
                  <a:off x="1266768" y="5879304"/>
                  <a:ext cx="117360" cy="6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3">
              <p14:nvContentPartPr>
                <p14:cNvPr id="148" name="Ink 147">
                  <a:extLst>
                    <a:ext uri="{FF2B5EF4-FFF2-40B4-BE49-F238E27FC236}">
                      <a16:creationId xmlns:a16="http://schemas.microsoft.com/office/drawing/2014/main" id="{F45860BA-4083-BE04-BA59-71A91BE7406A}"/>
                    </a:ext>
                  </a:extLst>
                </p14:cNvPr>
                <p14:cNvContentPartPr/>
                <p14:nvPr/>
              </p14:nvContentPartPr>
              <p14:xfrm>
                <a:off x="1421568" y="5806944"/>
                <a:ext cx="81000" cy="124200"/>
              </p14:xfrm>
            </p:contentPart>
          </mc:Choice>
          <mc:Fallback>
            <p:pic>
              <p:nvPicPr>
                <p:cNvPr id="148" name="Ink 147">
                  <a:extLst>
                    <a:ext uri="{FF2B5EF4-FFF2-40B4-BE49-F238E27FC236}">
                      <a16:creationId xmlns:a16="http://schemas.microsoft.com/office/drawing/2014/main" id="{F45860BA-4083-BE04-BA59-71A91BE7406A}"/>
                    </a:ext>
                  </a:extLst>
                </p:cNvPr>
                <p:cNvPicPr/>
                <p:nvPr/>
              </p:nvPicPr>
              <p:blipFill>
                <a:blip r:embed="rId98"/>
                <a:stretch>
                  <a:fillRect/>
                </a:stretch>
              </p:blipFill>
              <p:spPr>
                <a:xfrm>
                  <a:off x="1415448" y="5800824"/>
                  <a:ext cx="93240" cy="13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4">
              <p14:nvContentPartPr>
                <p14:cNvPr id="149" name="Ink 148">
                  <a:extLst>
                    <a:ext uri="{FF2B5EF4-FFF2-40B4-BE49-F238E27FC236}">
                      <a16:creationId xmlns:a16="http://schemas.microsoft.com/office/drawing/2014/main" id="{394F0DA8-0143-5EFD-AF4C-E6FE8D28376C}"/>
                    </a:ext>
                  </a:extLst>
                </p14:cNvPr>
                <p14:cNvContentPartPr/>
                <p14:nvPr/>
              </p14:nvContentPartPr>
              <p14:xfrm>
                <a:off x="1065528" y="6221304"/>
                <a:ext cx="41760" cy="222840"/>
              </p14:xfrm>
            </p:contentPart>
          </mc:Choice>
          <mc:Fallback>
            <p:pic>
              <p:nvPicPr>
                <p:cNvPr id="149" name="Ink 148">
                  <a:extLst>
                    <a:ext uri="{FF2B5EF4-FFF2-40B4-BE49-F238E27FC236}">
                      <a16:creationId xmlns:a16="http://schemas.microsoft.com/office/drawing/2014/main" id="{394F0DA8-0143-5EFD-AF4C-E6FE8D28376C}"/>
                    </a:ext>
                  </a:extLst>
                </p:cNvPr>
                <p:cNvPicPr/>
                <p:nvPr/>
              </p:nvPicPr>
              <p:blipFill>
                <a:blip r:embed="rId100"/>
                <a:stretch>
                  <a:fillRect/>
                </a:stretch>
              </p:blipFill>
              <p:spPr>
                <a:xfrm>
                  <a:off x="1059408" y="6215184"/>
                  <a:ext cx="54000" cy="23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5">
              <p14:nvContentPartPr>
                <p14:cNvPr id="150" name="Ink 149">
                  <a:extLst>
                    <a:ext uri="{FF2B5EF4-FFF2-40B4-BE49-F238E27FC236}">
                      <a16:creationId xmlns:a16="http://schemas.microsoft.com/office/drawing/2014/main" id="{36C4DC07-37EF-C5A9-3D38-56A82ED5F843}"/>
                    </a:ext>
                  </a:extLst>
                </p14:cNvPr>
                <p14:cNvContentPartPr/>
                <p14:nvPr/>
              </p14:nvContentPartPr>
              <p14:xfrm>
                <a:off x="947808" y="6101424"/>
                <a:ext cx="702000" cy="390600"/>
              </p14:xfrm>
            </p:contentPart>
          </mc:Choice>
          <mc:Fallback>
            <p:pic>
              <p:nvPicPr>
                <p:cNvPr id="150" name="Ink 149">
                  <a:extLst>
                    <a:ext uri="{FF2B5EF4-FFF2-40B4-BE49-F238E27FC236}">
                      <a16:creationId xmlns:a16="http://schemas.microsoft.com/office/drawing/2014/main" id="{36C4DC07-37EF-C5A9-3D38-56A82ED5F843}"/>
                    </a:ext>
                  </a:extLst>
                </p:cNvPr>
                <p:cNvPicPr/>
                <p:nvPr/>
              </p:nvPicPr>
              <p:blipFill>
                <a:blip r:embed="rId102"/>
                <a:stretch>
                  <a:fillRect/>
                </a:stretch>
              </p:blipFill>
              <p:spPr>
                <a:xfrm>
                  <a:off x="941688" y="6095304"/>
                  <a:ext cx="714240" cy="40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6">
              <p14:nvContentPartPr>
                <p14:cNvPr id="151" name="Ink 150">
                  <a:extLst>
                    <a:ext uri="{FF2B5EF4-FFF2-40B4-BE49-F238E27FC236}">
                      <a16:creationId xmlns:a16="http://schemas.microsoft.com/office/drawing/2014/main" id="{11142B9A-2932-BBA6-6A45-FB1198AFAE32}"/>
                    </a:ext>
                  </a:extLst>
                </p14:cNvPr>
                <p14:cNvContentPartPr/>
                <p14:nvPr/>
              </p14:nvContentPartPr>
              <p14:xfrm>
                <a:off x="1433808" y="5160744"/>
                <a:ext cx="5769360" cy="1166760"/>
              </p14:xfrm>
            </p:contentPart>
          </mc:Choice>
          <mc:Fallback>
            <p:pic>
              <p:nvPicPr>
                <p:cNvPr id="151" name="Ink 150">
                  <a:extLst>
                    <a:ext uri="{FF2B5EF4-FFF2-40B4-BE49-F238E27FC236}">
                      <a16:creationId xmlns:a16="http://schemas.microsoft.com/office/drawing/2014/main" id="{11142B9A-2932-BBA6-6A45-FB1198AFAE32}"/>
                    </a:ext>
                  </a:extLst>
                </p:cNvPr>
                <p:cNvPicPr/>
                <p:nvPr/>
              </p:nvPicPr>
              <p:blipFill>
                <a:blip r:embed="rId104"/>
                <a:stretch>
                  <a:fillRect/>
                </a:stretch>
              </p:blipFill>
              <p:spPr>
                <a:xfrm>
                  <a:off x="1427688" y="5154624"/>
                  <a:ext cx="5781600" cy="117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7">
              <p14:nvContentPartPr>
                <p14:cNvPr id="152" name="Ink 151">
                  <a:extLst>
                    <a:ext uri="{FF2B5EF4-FFF2-40B4-BE49-F238E27FC236}">
                      <a16:creationId xmlns:a16="http://schemas.microsoft.com/office/drawing/2014/main" id="{CF06B4F7-BAA3-0291-C04A-C682194436E4}"/>
                    </a:ext>
                  </a:extLst>
                </p14:cNvPr>
                <p14:cNvContentPartPr/>
                <p14:nvPr/>
              </p14:nvContentPartPr>
              <p14:xfrm>
                <a:off x="7037568" y="5178384"/>
                <a:ext cx="104040" cy="130320"/>
              </p14:xfrm>
            </p:contentPart>
          </mc:Choice>
          <mc:Fallback>
            <p:pic>
              <p:nvPicPr>
                <p:cNvPr id="152" name="Ink 151">
                  <a:extLst>
                    <a:ext uri="{FF2B5EF4-FFF2-40B4-BE49-F238E27FC236}">
                      <a16:creationId xmlns:a16="http://schemas.microsoft.com/office/drawing/2014/main" id="{CF06B4F7-BAA3-0291-C04A-C682194436E4}"/>
                    </a:ext>
                  </a:extLst>
                </p:cNvPr>
                <p:cNvPicPr/>
                <p:nvPr/>
              </p:nvPicPr>
              <p:blipFill>
                <a:blip r:embed="rId106"/>
                <a:stretch>
                  <a:fillRect/>
                </a:stretch>
              </p:blipFill>
              <p:spPr>
                <a:xfrm>
                  <a:off x="7031448" y="5172264"/>
                  <a:ext cx="116280" cy="14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8">
              <p14:nvContentPartPr>
                <p14:cNvPr id="153" name="Ink 152">
                  <a:extLst>
                    <a:ext uri="{FF2B5EF4-FFF2-40B4-BE49-F238E27FC236}">
                      <a16:creationId xmlns:a16="http://schemas.microsoft.com/office/drawing/2014/main" id="{C61A77BC-9CAF-766E-D8B3-CB3897A3DEC9}"/>
                    </a:ext>
                  </a:extLst>
                </p14:cNvPr>
                <p14:cNvContentPartPr/>
                <p14:nvPr/>
              </p14:nvContentPartPr>
              <p14:xfrm>
                <a:off x="7112448" y="5184864"/>
                <a:ext cx="84600" cy="121320"/>
              </p14:xfrm>
            </p:contentPart>
          </mc:Choice>
          <mc:Fallback>
            <p:pic>
              <p:nvPicPr>
                <p:cNvPr id="153" name="Ink 152">
                  <a:extLst>
                    <a:ext uri="{FF2B5EF4-FFF2-40B4-BE49-F238E27FC236}">
                      <a16:creationId xmlns:a16="http://schemas.microsoft.com/office/drawing/2014/main" id="{C61A77BC-9CAF-766E-D8B3-CB3897A3DEC9}"/>
                    </a:ext>
                  </a:extLst>
                </p:cNvPr>
                <p:cNvPicPr/>
                <p:nvPr/>
              </p:nvPicPr>
              <p:blipFill>
                <a:blip r:embed="rId108"/>
                <a:stretch>
                  <a:fillRect/>
                </a:stretch>
              </p:blipFill>
              <p:spPr>
                <a:xfrm>
                  <a:off x="7106328" y="5178744"/>
                  <a:ext cx="96840" cy="133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7" name="Group 66">
            <a:extLst>
              <a:ext uri="{FF2B5EF4-FFF2-40B4-BE49-F238E27FC236}">
                <a16:creationId xmlns:a16="http://schemas.microsoft.com/office/drawing/2014/main" id="{510D65FA-7F74-35A0-504E-3F46CCD81832}"/>
              </a:ext>
            </a:extLst>
          </p:cNvPr>
          <p:cNvGrpSpPr/>
          <p:nvPr/>
        </p:nvGrpSpPr>
        <p:grpSpPr>
          <a:xfrm>
            <a:off x="9056736" y="1326096"/>
            <a:ext cx="369000" cy="405720"/>
            <a:chOff x="9056736" y="1326096"/>
            <a:chExt cx="369000" cy="405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49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4B21FCEE-95AC-B139-BE37-CBBAF5D8FE10}"/>
                    </a:ext>
                  </a:extLst>
                </p14:cNvPr>
                <p14:cNvContentPartPr/>
                <p14:nvPr/>
              </p14:nvContentPartPr>
              <p14:xfrm>
                <a:off x="9056736" y="1326096"/>
                <a:ext cx="281160" cy="405720"/>
              </p14:xfrm>
            </p:contentPart>
          </mc:Choice>
          <mc:Fallback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4B21FCEE-95AC-B139-BE37-CBBAF5D8FE10}"/>
                    </a:ext>
                  </a:extLst>
                </p:cNvPr>
                <p:cNvPicPr/>
                <p:nvPr/>
              </p:nvPicPr>
              <p:blipFill>
                <a:blip r:embed="rId150"/>
                <a:stretch>
                  <a:fillRect/>
                </a:stretch>
              </p:blipFill>
              <p:spPr>
                <a:xfrm>
                  <a:off x="9050616" y="1319976"/>
                  <a:ext cx="293400" cy="41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1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167D790D-66FE-25EB-2385-50E74978AF4A}"/>
                    </a:ext>
                  </a:extLst>
                </p14:cNvPr>
                <p14:cNvContentPartPr/>
                <p14:nvPr/>
              </p14:nvContentPartPr>
              <p14:xfrm>
                <a:off x="9218016" y="1526616"/>
                <a:ext cx="207720" cy="23760"/>
              </p14:xfrm>
            </p:contentPart>
          </mc:Choice>
          <mc:Fallback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167D790D-66FE-25EB-2385-50E74978AF4A}"/>
                    </a:ext>
                  </a:extLst>
                </p:cNvPr>
                <p:cNvPicPr/>
                <p:nvPr/>
              </p:nvPicPr>
              <p:blipFill>
                <a:blip r:embed="rId152"/>
                <a:stretch>
                  <a:fillRect/>
                </a:stretch>
              </p:blipFill>
              <p:spPr>
                <a:xfrm>
                  <a:off x="9211896" y="1520496"/>
                  <a:ext cx="219960" cy="36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3" name="Group 72">
            <a:extLst>
              <a:ext uri="{FF2B5EF4-FFF2-40B4-BE49-F238E27FC236}">
                <a16:creationId xmlns:a16="http://schemas.microsoft.com/office/drawing/2014/main" id="{87977C64-2598-9A18-0B55-485875347B6C}"/>
              </a:ext>
            </a:extLst>
          </p:cNvPr>
          <p:cNvGrpSpPr/>
          <p:nvPr/>
        </p:nvGrpSpPr>
        <p:grpSpPr>
          <a:xfrm>
            <a:off x="9661896" y="1498176"/>
            <a:ext cx="983160" cy="291240"/>
            <a:chOff x="9661896" y="1498176"/>
            <a:chExt cx="983160" cy="291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53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398D054A-79D2-EE91-44A9-0F55B85B407B}"/>
                    </a:ext>
                  </a:extLst>
                </p14:cNvPr>
                <p14:cNvContentPartPr/>
                <p14:nvPr/>
              </p14:nvContentPartPr>
              <p14:xfrm>
                <a:off x="9661896" y="1505376"/>
                <a:ext cx="215640" cy="284040"/>
              </p14:xfrm>
            </p:contentPart>
          </mc:Choice>
          <mc:Fallback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398D054A-79D2-EE91-44A9-0F55B85B407B}"/>
                    </a:ext>
                  </a:extLst>
                </p:cNvPr>
                <p:cNvPicPr/>
                <p:nvPr/>
              </p:nvPicPr>
              <p:blipFill>
                <a:blip r:embed="rId154"/>
                <a:stretch>
                  <a:fillRect/>
                </a:stretch>
              </p:blipFill>
              <p:spPr>
                <a:xfrm>
                  <a:off x="9655776" y="1499256"/>
                  <a:ext cx="227880" cy="29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5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E658B3F6-F3A1-3BB9-0066-D6285F3345A7}"/>
                    </a:ext>
                  </a:extLst>
                </p14:cNvPr>
                <p14:cNvContentPartPr/>
                <p14:nvPr/>
              </p14:nvContentPartPr>
              <p14:xfrm>
                <a:off x="9941976" y="1547136"/>
                <a:ext cx="139320" cy="60480"/>
              </p14:xfrm>
            </p:contentPart>
          </mc:Choice>
          <mc:Fallback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E658B3F6-F3A1-3BB9-0066-D6285F3345A7}"/>
                    </a:ext>
                  </a:extLst>
                </p:cNvPr>
                <p:cNvPicPr/>
                <p:nvPr/>
              </p:nvPicPr>
              <p:blipFill>
                <a:blip r:embed="rId156"/>
                <a:stretch>
                  <a:fillRect/>
                </a:stretch>
              </p:blipFill>
              <p:spPr>
                <a:xfrm>
                  <a:off x="9935856" y="1541016"/>
                  <a:ext cx="151560" cy="7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7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60BF46CA-08F7-0E64-6811-090ADDF966E9}"/>
                    </a:ext>
                  </a:extLst>
                </p14:cNvPr>
                <p14:cNvContentPartPr/>
                <p14:nvPr/>
              </p14:nvContentPartPr>
              <p14:xfrm>
                <a:off x="10132416" y="1515456"/>
                <a:ext cx="114840" cy="93600"/>
              </p14:xfrm>
            </p:contentPart>
          </mc:Choice>
          <mc:Fallback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60BF46CA-08F7-0E64-6811-090ADDF966E9}"/>
                    </a:ext>
                  </a:extLst>
                </p:cNvPr>
                <p:cNvPicPr/>
                <p:nvPr/>
              </p:nvPicPr>
              <p:blipFill>
                <a:blip r:embed="rId158"/>
                <a:stretch>
                  <a:fillRect/>
                </a:stretch>
              </p:blipFill>
              <p:spPr>
                <a:xfrm>
                  <a:off x="10126296" y="1509336"/>
                  <a:ext cx="127080" cy="10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9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4560C531-7B4B-8528-4C26-E61015400EC2}"/>
                    </a:ext>
                  </a:extLst>
                </p14:cNvPr>
                <p14:cNvContentPartPr/>
                <p14:nvPr/>
              </p14:nvContentPartPr>
              <p14:xfrm>
                <a:off x="10302696" y="1549656"/>
                <a:ext cx="120240" cy="33120"/>
              </p14:xfrm>
            </p:contentPart>
          </mc:Choice>
          <mc:Fallback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4560C531-7B4B-8528-4C26-E61015400EC2}"/>
                    </a:ext>
                  </a:extLst>
                </p:cNvPr>
                <p:cNvPicPr/>
                <p:nvPr/>
              </p:nvPicPr>
              <p:blipFill>
                <a:blip r:embed="rId160"/>
                <a:stretch>
                  <a:fillRect/>
                </a:stretch>
              </p:blipFill>
              <p:spPr>
                <a:xfrm>
                  <a:off x="10296576" y="1543536"/>
                  <a:ext cx="132480" cy="4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1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E9BB37DB-2C2C-2C29-E64E-D11988F9829B}"/>
                    </a:ext>
                  </a:extLst>
                </p14:cNvPr>
                <p14:cNvContentPartPr/>
                <p14:nvPr/>
              </p14:nvContentPartPr>
              <p14:xfrm>
                <a:off x="10478736" y="1498176"/>
                <a:ext cx="166320" cy="107280"/>
              </p14:xfrm>
            </p:contentPart>
          </mc:Choice>
          <mc:Fallback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E9BB37DB-2C2C-2C29-E64E-D11988F9829B}"/>
                    </a:ext>
                  </a:extLst>
                </p:cNvPr>
                <p:cNvPicPr/>
                <p:nvPr/>
              </p:nvPicPr>
              <p:blipFill>
                <a:blip r:embed="rId162"/>
                <a:stretch>
                  <a:fillRect/>
                </a:stretch>
              </p:blipFill>
              <p:spPr>
                <a:xfrm>
                  <a:off x="10472616" y="1492056"/>
                  <a:ext cx="178560" cy="119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7" name="Group 86">
            <a:extLst>
              <a:ext uri="{FF2B5EF4-FFF2-40B4-BE49-F238E27FC236}">
                <a16:creationId xmlns:a16="http://schemas.microsoft.com/office/drawing/2014/main" id="{357DC08D-57EC-2FCB-15E6-62368DD88E31}"/>
              </a:ext>
            </a:extLst>
          </p:cNvPr>
          <p:cNvGrpSpPr/>
          <p:nvPr/>
        </p:nvGrpSpPr>
        <p:grpSpPr>
          <a:xfrm>
            <a:off x="11015136" y="1281816"/>
            <a:ext cx="341640" cy="345600"/>
            <a:chOff x="11015136" y="1281816"/>
            <a:chExt cx="341640" cy="345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63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71980293-FECD-411B-AEE8-507B00F71CC9}"/>
                    </a:ext>
                  </a:extLst>
                </p14:cNvPr>
                <p14:cNvContentPartPr/>
                <p14:nvPr/>
              </p14:nvContentPartPr>
              <p14:xfrm>
                <a:off x="11015136" y="1472976"/>
                <a:ext cx="96480" cy="63360"/>
              </p14:xfrm>
            </p:contentPart>
          </mc:Choice>
          <mc:Fallback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71980293-FECD-411B-AEE8-507B00F71CC9}"/>
                    </a:ext>
                  </a:extLst>
                </p:cNvPr>
                <p:cNvPicPr/>
                <p:nvPr/>
              </p:nvPicPr>
              <p:blipFill>
                <a:blip r:embed="rId164"/>
                <a:stretch>
                  <a:fillRect/>
                </a:stretch>
              </p:blipFill>
              <p:spPr>
                <a:xfrm>
                  <a:off x="11009016" y="1466856"/>
                  <a:ext cx="108720" cy="7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5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D3E58B79-6DE5-ECF0-7AAC-01FF5DE27628}"/>
                    </a:ext>
                  </a:extLst>
                </p14:cNvPr>
                <p14:cNvContentPartPr/>
                <p14:nvPr/>
              </p14:nvContentPartPr>
              <p14:xfrm>
                <a:off x="11161656" y="1281816"/>
                <a:ext cx="195120" cy="345600"/>
              </p14:xfrm>
            </p:contentPart>
          </mc:Choice>
          <mc:Fallback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D3E58B79-6DE5-ECF0-7AAC-01FF5DE27628}"/>
                    </a:ext>
                  </a:extLst>
                </p:cNvPr>
                <p:cNvPicPr/>
                <p:nvPr/>
              </p:nvPicPr>
              <p:blipFill>
                <a:blip r:embed="rId166"/>
                <a:stretch>
                  <a:fillRect/>
                </a:stretch>
              </p:blipFill>
              <p:spPr>
                <a:xfrm>
                  <a:off x="11155536" y="1275696"/>
                  <a:ext cx="207360" cy="35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7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808CD087-A95E-BBE2-2EDC-4B9CB571C3A6}"/>
                    </a:ext>
                  </a:extLst>
                </p14:cNvPr>
                <p14:cNvContentPartPr/>
                <p14:nvPr/>
              </p14:nvContentPartPr>
              <p14:xfrm>
                <a:off x="11139336" y="1439856"/>
                <a:ext cx="183240" cy="30600"/>
              </p14:xfrm>
            </p:contentPart>
          </mc:Choice>
          <mc:Fallback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808CD087-A95E-BBE2-2EDC-4B9CB571C3A6}"/>
                    </a:ext>
                  </a:extLst>
                </p:cNvPr>
                <p:cNvPicPr/>
                <p:nvPr/>
              </p:nvPicPr>
              <p:blipFill>
                <a:blip r:embed="rId168"/>
                <a:stretch>
                  <a:fillRect/>
                </a:stretch>
              </p:blipFill>
              <p:spPr>
                <a:xfrm>
                  <a:off x="11133216" y="1433736"/>
                  <a:ext cx="195480" cy="42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6" name="Group 85">
            <a:extLst>
              <a:ext uri="{FF2B5EF4-FFF2-40B4-BE49-F238E27FC236}">
                <a16:creationId xmlns:a16="http://schemas.microsoft.com/office/drawing/2014/main" id="{D603585D-06B3-57C1-460C-952969E8805D}"/>
              </a:ext>
            </a:extLst>
          </p:cNvPr>
          <p:cNvGrpSpPr/>
          <p:nvPr/>
        </p:nvGrpSpPr>
        <p:grpSpPr>
          <a:xfrm>
            <a:off x="9264096" y="2002896"/>
            <a:ext cx="1314720" cy="404280"/>
            <a:chOff x="9264096" y="2002896"/>
            <a:chExt cx="1314720" cy="404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69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E9F7F69B-76A1-E934-9EE9-BE1063316D39}"/>
                    </a:ext>
                  </a:extLst>
                </p14:cNvPr>
                <p14:cNvContentPartPr/>
                <p14:nvPr/>
              </p14:nvContentPartPr>
              <p14:xfrm>
                <a:off x="9264096" y="2131416"/>
                <a:ext cx="34560" cy="123840"/>
              </p14:xfrm>
            </p:contentPart>
          </mc:Choice>
          <mc:Fallback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E9F7F69B-76A1-E934-9EE9-BE1063316D39}"/>
                    </a:ext>
                  </a:extLst>
                </p:cNvPr>
                <p:cNvPicPr/>
                <p:nvPr/>
              </p:nvPicPr>
              <p:blipFill>
                <a:blip r:embed="rId170"/>
                <a:stretch>
                  <a:fillRect/>
                </a:stretch>
              </p:blipFill>
              <p:spPr>
                <a:xfrm>
                  <a:off x="9257976" y="2125296"/>
                  <a:ext cx="46800" cy="13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1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43005F49-6CF3-09B3-8D7A-D24435412D11}"/>
                    </a:ext>
                  </a:extLst>
                </p14:cNvPr>
                <p14:cNvContentPartPr/>
                <p14:nvPr/>
              </p14:nvContentPartPr>
              <p14:xfrm>
                <a:off x="9381456" y="2003976"/>
                <a:ext cx="24840" cy="65520"/>
              </p14:xfrm>
            </p:contentPart>
          </mc:Choice>
          <mc:Fallback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43005F49-6CF3-09B3-8D7A-D24435412D11}"/>
                    </a:ext>
                  </a:extLst>
                </p:cNvPr>
                <p:cNvPicPr/>
                <p:nvPr/>
              </p:nvPicPr>
              <p:blipFill>
                <a:blip r:embed="rId172"/>
                <a:stretch>
                  <a:fillRect/>
                </a:stretch>
              </p:blipFill>
              <p:spPr>
                <a:xfrm>
                  <a:off x="9375336" y="1997856"/>
                  <a:ext cx="37080" cy="7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3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F94ACFD1-2E97-C5E4-28F9-3BC2710A2DA3}"/>
                    </a:ext>
                  </a:extLst>
                </p14:cNvPr>
                <p14:cNvContentPartPr/>
                <p14:nvPr/>
              </p14:nvContentPartPr>
              <p14:xfrm>
                <a:off x="9403416" y="2141136"/>
                <a:ext cx="146520" cy="51840"/>
              </p14:xfrm>
            </p:contentPart>
          </mc:Choice>
          <mc:Fallback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F94ACFD1-2E97-C5E4-28F9-3BC2710A2DA3}"/>
                    </a:ext>
                  </a:extLst>
                </p:cNvPr>
                <p:cNvPicPr/>
                <p:nvPr/>
              </p:nvPicPr>
              <p:blipFill>
                <a:blip r:embed="rId174"/>
                <a:stretch>
                  <a:fillRect/>
                </a:stretch>
              </p:blipFill>
              <p:spPr>
                <a:xfrm>
                  <a:off x="9397296" y="2135016"/>
                  <a:ext cx="158760" cy="6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5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4C290D5F-F845-DE77-88A4-0C1B5FE47FD3}"/>
                    </a:ext>
                  </a:extLst>
                </p14:cNvPr>
                <p14:cNvContentPartPr/>
                <p14:nvPr/>
              </p14:nvContentPartPr>
              <p14:xfrm>
                <a:off x="9686016" y="2002896"/>
                <a:ext cx="95400" cy="204840"/>
              </p14:xfrm>
            </p:contentPart>
          </mc:Choice>
          <mc:Fallback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4C290D5F-F845-DE77-88A4-0C1B5FE47FD3}"/>
                    </a:ext>
                  </a:extLst>
                </p:cNvPr>
                <p:cNvPicPr/>
                <p:nvPr/>
              </p:nvPicPr>
              <p:blipFill>
                <a:blip r:embed="rId176"/>
                <a:stretch>
                  <a:fillRect/>
                </a:stretch>
              </p:blipFill>
              <p:spPr>
                <a:xfrm>
                  <a:off x="9679896" y="1996776"/>
                  <a:ext cx="107640" cy="21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7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337CAEAB-DEA7-876B-E834-07250BFB901A}"/>
                    </a:ext>
                  </a:extLst>
                </p14:cNvPr>
                <p14:cNvContentPartPr/>
                <p14:nvPr/>
              </p14:nvContentPartPr>
              <p14:xfrm>
                <a:off x="9644616" y="2080296"/>
                <a:ext cx="224640" cy="93240"/>
              </p14:xfrm>
            </p:contentPart>
          </mc:Choice>
          <mc:Fallback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337CAEAB-DEA7-876B-E834-07250BFB901A}"/>
                    </a:ext>
                  </a:extLst>
                </p:cNvPr>
                <p:cNvPicPr/>
                <p:nvPr/>
              </p:nvPicPr>
              <p:blipFill>
                <a:blip r:embed="rId178"/>
                <a:stretch>
                  <a:fillRect/>
                </a:stretch>
              </p:blipFill>
              <p:spPr>
                <a:xfrm>
                  <a:off x="9638496" y="2074176"/>
                  <a:ext cx="236880" cy="10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9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AC2A1A3F-5C77-1CC6-E960-B4F56B1092F5}"/>
                    </a:ext>
                  </a:extLst>
                </p14:cNvPr>
                <p14:cNvContentPartPr/>
                <p14:nvPr/>
              </p14:nvContentPartPr>
              <p14:xfrm>
                <a:off x="9842256" y="2113416"/>
                <a:ext cx="339120" cy="293760"/>
              </p14:xfrm>
            </p:contentPart>
          </mc:Choice>
          <mc:Fallback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AC2A1A3F-5C77-1CC6-E960-B4F56B1092F5}"/>
                    </a:ext>
                  </a:extLst>
                </p:cNvPr>
                <p:cNvPicPr/>
                <p:nvPr/>
              </p:nvPicPr>
              <p:blipFill>
                <a:blip r:embed="rId180"/>
                <a:stretch>
                  <a:fillRect/>
                </a:stretch>
              </p:blipFill>
              <p:spPr>
                <a:xfrm>
                  <a:off x="9836136" y="2107296"/>
                  <a:ext cx="351360" cy="30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1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4AC8BA92-1067-80FB-E1D6-6C873BA54329}"/>
                    </a:ext>
                  </a:extLst>
                </p14:cNvPr>
                <p14:cNvContentPartPr/>
                <p14:nvPr/>
              </p14:nvContentPartPr>
              <p14:xfrm>
                <a:off x="10215216" y="2066616"/>
                <a:ext cx="132120" cy="112320"/>
              </p14:xfrm>
            </p:contentPart>
          </mc:Choice>
          <mc:Fallback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4AC8BA92-1067-80FB-E1D6-6C873BA54329}"/>
                    </a:ext>
                  </a:extLst>
                </p:cNvPr>
                <p:cNvPicPr/>
                <p:nvPr/>
              </p:nvPicPr>
              <p:blipFill>
                <a:blip r:embed="rId182"/>
                <a:stretch>
                  <a:fillRect/>
                </a:stretch>
              </p:blipFill>
              <p:spPr>
                <a:xfrm>
                  <a:off x="10209096" y="2060496"/>
                  <a:ext cx="144360" cy="12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3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CA7ABBAE-CE9D-667C-C830-BD4A679D41D5}"/>
                    </a:ext>
                  </a:extLst>
                </p14:cNvPr>
                <p14:cNvContentPartPr/>
                <p14:nvPr/>
              </p14:nvContentPartPr>
              <p14:xfrm>
                <a:off x="10376136" y="2041416"/>
                <a:ext cx="107640" cy="113040"/>
              </p14:xfrm>
            </p:contentPart>
          </mc:Choice>
          <mc:Fallback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CA7ABBAE-CE9D-667C-C830-BD4A679D41D5}"/>
                    </a:ext>
                  </a:extLst>
                </p:cNvPr>
                <p:cNvPicPr/>
                <p:nvPr/>
              </p:nvPicPr>
              <p:blipFill>
                <a:blip r:embed="rId184"/>
                <a:stretch>
                  <a:fillRect/>
                </a:stretch>
              </p:blipFill>
              <p:spPr>
                <a:xfrm>
                  <a:off x="10370016" y="2035296"/>
                  <a:ext cx="119880" cy="12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5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D0FACA43-AA2E-5F67-A291-44643019065D}"/>
                    </a:ext>
                  </a:extLst>
                </p14:cNvPr>
                <p14:cNvContentPartPr/>
                <p14:nvPr/>
              </p14:nvContentPartPr>
              <p14:xfrm>
                <a:off x="10578456" y="2146176"/>
                <a:ext cx="360" cy="360"/>
              </p14:xfrm>
            </p:contentPart>
          </mc:Choice>
          <mc:Fallback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D0FACA43-AA2E-5F67-A291-44643019065D}"/>
                    </a:ext>
                  </a:extLst>
                </p:cNvPr>
                <p:cNvPicPr/>
                <p:nvPr/>
              </p:nvPicPr>
              <p:blipFill>
                <a:blip r:embed="rId186"/>
                <a:stretch>
                  <a:fillRect/>
                </a:stretch>
              </p:blipFill>
              <p:spPr>
                <a:xfrm>
                  <a:off x="10572336" y="2140056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5" name="Group 104">
            <a:extLst>
              <a:ext uri="{FF2B5EF4-FFF2-40B4-BE49-F238E27FC236}">
                <a16:creationId xmlns:a16="http://schemas.microsoft.com/office/drawing/2014/main" id="{479E1031-A75F-1A0B-FCAB-818DBB5B5081}"/>
              </a:ext>
            </a:extLst>
          </p:cNvPr>
          <p:cNvGrpSpPr/>
          <p:nvPr/>
        </p:nvGrpSpPr>
        <p:grpSpPr>
          <a:xfrm>
            <a:off x="9325296" y="4045896"/>
            <a:ext cx="2163240" cy="1018080"/>
            <a:chOff x="9325296" y="4045896"/>
            <a:chExt cx="2163240" cy="1018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87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C013B6AA-AC4D-07FE-087C-EB93BA6D8AAE}"/>
                    </a:ext>
                  </a:extLst>
                </p14:cNvPr>
                <p14:cNvContentPartPr/>
                <p14:nvPr/>
              </p14:nvContentPartPr>
              <p14:xfrm>
                <a:off x="9325296" y="4214736"/>
                <a:ext cx="266760" cy="449640"/>
              </p14:xfrm>
            </p:contentPart>
          </mc:Choice>
          <mc:Fallback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C013B6AA-AC4D-07FE-087C-EB93BA6D8AAE}"/>
                    </a:ext>
                  </a:extLst>
                </p:cNvPr>
                <p:cNvPicPr/>
                <p:nvPr/>
              </p:nvPicPr>
              <p:blipFill>
                <a:blip r:embed="rId188"/>
                <a:stretch>
                  <a:fillRect/>
                </a:stretch>
              </p:blipFill>
              <p:spPr>
                <a:xfrm>
                  <a:off x="9319176" y="4208616"/>
                  <a:ext cx="279000" cy="46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9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878D6DBE-F57C-F511-F744-B07422E2F13E}"/>
                    </a:ext>
                  </a:extLst>
                </p14:cNvPr>
                <p14:cNvContentPartPr/>
                <p14:nvPr/>
              </p14:nvContentPartPr>
              <p14:xfrm>
                <a:off x="9447336" y="4434696"/>
                <a:ext cx="180720" cy="3600"/>
              </p14:xfrm>
            </p:contentPart>
          </mc:Choice>
          <mc:Fallback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878D6DBE-F57C-F511-F744-B07422E2F13E}"/>
                    </a:ext>
                  </a:extLst>
                </p:cNvPr>
                <p:cNvPicPr/>
                <p:nvPr/>
              </p:nvPicPr>
              <p:blipFill>
                <a:blip r:embed="rId190"/>
                <a:stretch>
                  <a:fillRect/>
                </a:stretch>
              </p:blipFill>
              <p:spPr>
                <a:xfrm>
                  <a:off x="9441216" y="4428576"/>
                  <a:ext cx="192960" cy="1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1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6A441E50-A2DB-ADE4-E16D-20D50E9B195B}"/>
                    </a:ext>
                  </a:extLst>
                </p14:cNvPr>
                <p14:cNvContentPartPr/>
                <p14:nvPr/>
              </p14:nvContentPartPr>
              <p14:xfrm>
                <a:off x="9837216" y="4392936"/>
                <a:ext cx="163800" cy="287640"/>
              </p14:xfrm>
            </p:contentPart>
          </mc:Choice>
          <mc:Fallback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6A441E50-A2DB-ADE4-E16D-20D50E9B195B}"/>
                    </a:ext>
                  </a:extLst>
                </p:cNvPr>
                <p:cNvPicPr/>
                <p:nvPr/>
              </p:nvPicPr>
              <p:blipFill>
                <a:blip r:embed="rId192"/>
                <a:stretch>
                  <a:fillRect/>
                </a:stretch>
              </p:blipFill>
              <p:spPr>
                <a:xfrm>
                  <a:off x="9831096" y="4386816"/>
                  <a:ext cx="176040" cy="29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3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DC5BAC80-B0B8-E911-9088-DAF7C33CD18B}"/>
                    </a:ext>
                  </a:extLst>
                </p14:cNvPr>
                <p14:cNvContentPartPr/>
                <p14:nvPr/>
              </p14:nvContentPartPr>
              <p14:xfrm>
                <a:off x="10091016" y="4419216"/>
                <a:ext cx="185760" cy="82080"/>
              </p14:xfrm>
            </p:contentPart>
          </mc:Choice>
          <mc:Fallback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DC5BAC80-B0B8-E911-9088-DAF7C33CD18B}"/>
                    </a:ext>
                  </a:extLst>
                </p:cNvPr>
                <p:cNvPicPr/>
                <p:nvPr/>
              </p:nvPicPr>
              <p:blipFill>
                <a:blip r:embed="rId194"/>
                <a:stretch>
                  <a:fillRect/>
                </a:stretch>
              </p:blipFill>
              <p:spPr>
                <a:xfrm>
                  <a:off x="10084896" y="4413096"/>
                  <a:ext cx="198000" cy="9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5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A925791C-C4BD-E2C3-BC01-6876E6354E54}"/>
                    </a:ext>
                  </a:extLst>
                </p14:cNvPr>
                <p14:cNvContentPartPr/>
                <p14:nvPr/>
              </p14:nvContentPartPr>
              <p14:xfrm>
                <a:off x="10305576" y="4363056"/>
                <a:ext cx="95400" cy="122040"/>
              </p14:xfrm>
            </p:contentPart>
          </mc:Choice>
          <mc:Fallback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A925791C-C4BD-E2C3-BC01-6876E6354E54}"/>
                    </a:ext>
                  </a:extLst>
                </p:cNvPr>
                <p:cNvPicPr/>
                <p:nvPr/>
              </p:nvPicPr>
              <p:blipFill>
                <a:blip r:embed="rId196"/>
                <a:stretch>
                  <a:fillRect/>
                </a:stretch>
              </p:blipFill>
              <p:spPr>
                <a:xfrm>
                  <a:off x="10299456" y="4356936"/>
                  <a:ext cx="107640" cy="13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7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4B339A64-79C8-D3E4-6FBB-2C1737F079AF}"/>
                    </a:ext>
                  </a:extLst>
                </p14:cNvPr>
                <p14:cNvContentPartPr/>
                <p14:nvPr/>
              </p14:nvContentPartPr>
              <p14:xfrm>
                <a:off x="10454256" y="4406616"/>
                <a:ext cx="144360" cy="45720"/>
              </p14:xfrm>
            </p:contentPart>
          </mc:Choice>
          <mc:Fallback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4B339A64-79C8-D3E4-6FBB-2C1737F079AF}"/>
                    </a:ext>
                  </a:extLst>
                </p:cNvPr>
                <p:cNvPicPr/>
                <p:nvPr/>
              </p:nvPicPr>
              <p:blipFill>
                <a:blip r:embed="rId198"/>
                <a:stretch>
                  <a:fillRect/>
                </a:stretch>
              </p:blipFill>
              <p:spPr>
                <a:xfrm>
                  <a:off x="10448136" y="4400496"/>
                  <a:ext cx="156600" cy="5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9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5C10E29B-AA32-AEB1-4104-E2A090CD1846}"/>
                    </a:ext>
                  </a:extLst>
                </p14:cNvPr>
                <p14:cNvContentPartPr/>
                <p14:nvPr/>
              </p14:nvContentPartPr>
              <p14:xfrm>
                <a:off x="10601856" y="4359816"/>
                <a:ext cx="133200" cy="97920"/>
              </p14:xfrm>
            </p:contentPart>
          </mc:Choice>
          <mc:Fallback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5C10E29B-AA32-AEB1-4104-E2A090CD1846}"/>
                    </a:ext>
                  </a:extLst>
                </p:cNvPr>
                <p:cNvPicPr/>
                <p:nvPr/>
              </p:nvPicPr>
              <p:blipFill>
                <a:blip r:embed="rId200"/>
                <a:stretch>
                  <a:fillRect/>
                </a:stretch>
              </p:blipFill>
              <p:spPr>
                <a:xfrm>
                  <a:off x="10595736" y="4353696"/>
                  <a:ext cx="145440" cy="11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1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991F5EFB-30E2-9A46-9E63-1F9E8613E44F}"/>
                    </a:ext>
                  </a:extLst>
                </p14:cNvPr>
                <p14:cNvContentPartPr/>
                <p14:nvPr/>
              </p14:nvContentPartPr>
              <p14:xfrm>
                <a:off x="11056176" y="4305456"/>
                <a:ext cx="130680" cy="119880"/>
              </p14:xfrm>
            </p:contentPart>
          </mc:Choice>
          <mc:Fallback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991F5EFB-30E2-9A46-9E63-1F9E8613E44F}"/>
                    </a:ext>
                  </a:extLst>
                </p:cNvPr>
                <p:cNvPicPr/>
                <p:nvPr/>
              </p:nvPicPr>
              <p:blipFill>
                <a:blip r:embed="rId202"/>
                <a:stretch>
                  <a:fillRect/>
                </a:stretch>
              </p:blipFill>
              <p:spPr>
                <a:xfrm>
                  <a:off x="11050056" y="4299336"/>
                  <a:ext cx="142920" cy="13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3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2837EF9F-85F1-ADE5-4D42-1B376ACBC0B3}"/>
                    </a:ext>
                  </a:extLst>
                </p14:cNvPr>
                <p14:cNvContentPartPr/>
                <p14:nvPr/>
              </p14:nvContentPartPr>
              <p14:xfrm>
                <a:off x="11302776" y="4045896"/>
                <a:ext cx="185760" cy="467640"/>
              </p14:xfrm>
            </p:contentPart>
          </mc:Choice>
          <mc:Fallback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2837EF9F-85F1-ADE5-4D42-1B376ACBC0B3}"/>
                    </a:ext>
                  </a:extLst>
                </p:cNvPr>
                <p:cNvPicPr/>
                <p:nvPr/>
              </p:nvPicPr>
              <p:blipFill>
                <a:blip r:embed="rId204"/>
                <a:stretch>
                  <a:fillRect/>
                </a:stretch>
              </p:blipFill>
              <p:spPr>
                <a:xfrm>
                  <a:off x="11296656" y="4039776"/>
                  <a:ext cx="198000" cy="47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5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24B81A05-AD3E-51FD-68A0-4D26A140A63D}"/>
                    </a:ext>
                  </a:extLst>
                </p14:cNvPr>
                <p14:cNvContentPartPr/>
                <p14:nvPr/>
              </p14:nvContentPartPr>
              <p14:xfrm>
                <a:off x="11268576" y="4289256"/>
                <a:ext cx="134640" cy="39240"/>
              </p14:xfrm>
            </p:contentPart>
          </mc:Choice>
          <mc:Fallback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24B81A05-AD3E-51FD-68A0-4D26A140A63D}"/>
                    </a:ext>
                  </a:extLst>
                </p:cNvPr>
                <p:cNvPicPr/>
                <p:nvPr/>
              </p:nvPicPr>
              <p:blipFill>
                <a:blip r:embed="rId206"/>
                <a:stretch>
                  <a:fillRect/>
                </a:stretch>
              </p:blipFill>
              <p:spPr>
                <a:xfrm>
                  <a:off x="11262456" y="4283136"/>
                  <a:ext cx="146880" cy="5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7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8565DB65-6CCA-0A16-5F9D-3C95305BBEAF}"/>
                    </a:ext>
                  </a:extLst>
                </p14:cNvPr>
                <p14:cNvContentPartPr/>
                <p14:nvPr/>
              </p14:nvContentPartPr>
              <p14:xfrm>
                <a:off x="9510336" y="4927176"/>
                <a:ext cx="115200" cy="136800"/>
              </p14:xfrm>
            </p:contentPart>
          </mc:Choice>
          <mc:Fallback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8565DB65-6CCA-0A16-5F9D-3C95305BBEAF}"/>
                    </a:ext>
                  </a:extLst>
                </p:cNvPr>
                <p:cNvPicPr/>
                <p:nvPr/>
              </p:nvPicPr>
              <p:blipFill>
                <a:blip r:embed="rId208"/>
                <a:stretch>
                  <a:fillRect/>
                </a:stretch>
              </p:blipFill>
              <p:spPr>
                <a:xfrm>
                  <a:off x="9504216" y="4921056"/>
                  <a:ext cx="127440" cy="14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9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3943E392-1013-3124-1023-C88BAEF753AE}"/>
                    </a:ext>
                  </a:extLst>
                </p14:cNvPr>
                <p14:cNvContentPartPr/>
                <p14:nvPr/>
              </p14:nvContentPartPr>
              <p14:xfrm>
                <a:off x="9717696" y="4788216"/>
                <a:ext cx="107640" cy="239400"/>
              </p14:xfrm>
            </p:contentPart>
          </mc:Choice>
          <mc:Fallback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3943E392-1013-3124-1023-C88BAEF753AE}"/>
                    </a:ext>
                  </a:extLst>
                </p:cNvPr>
                <p:cNvPicPr/>
                <p:nvPr/>
              </p:nvPicPr>
              <p:blipFill>
                <a:blip r:embed="rId210"/>
                <a:stretch>
                  <a:fillRect/>
                </a:stretch>
              </p:blipFill>
              <p:spPr>
                <a:xfrm>
                  <a:off x="9711576" y="4782096"/>
                  <a:ext cx="119880" cy="25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1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492D0A92-9BDE-F06F-929B-ABCA506E2CA2}"/>
                    </a:ext>
                  </a:extLst>
                </p14:cNvPr>
                <p14:cNvContentPartPr/>
                <p14:nvPr/>
              </p14:nvContentPartPr>
              <p14:xfrm>
                <a:off x="9673776" y="4912776"/>
                <a:ext cx="436680" cy="77400"/>
              </p14:xfrm>
            </p:contentPart>
          </mc:Choice>
          <mc:Fallback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492D0A92-9BDE-F06F-929B-ABCA506E2CA2}"/>
                    </a:ext>
                  </a:extLst>
                </p:cNvPr>
                <p:cNvPicPr/>
                <p:nvPr/>
              </p:nvPicPr>
              <p:blipFill>
                <a:blip r:embed="rId212"/>
                <a:stretch>
                  <a:fillRect/>
                </a:stretch>
              </p:blipFill>
              <p:spPr>
                <a:xfrm>
                  <a:off x="9667656" y="4906656"/>
                  <a:ext cx="448920" cy="8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3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98DEEF9E-EDE0-F6F1-C54B-6E1763804679}"/>
                    </a:ext>
                  </a:extLst>
                </p14:cNvPr>
                <p14:cNvContentPartPr/>
                <p14:nvPr/>
              </p14:nvContentPartPr>
              <p14:xfrm>
                <a:off x="10098216" y="4715496"/>
                <a:ext cx="309600" cy="263520"/>
              </p14:xfrm>
            </p:contentPart>
          </mc:Choice>
          <mc:Fallback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98DEEF9E-EDE0-F6F1-C54B-6E1763804679}"/>
                    </a:ext>
                  </a:extLst>
                </p:cNvPr>
                <p:cNvPicPr/>
                <p:nvPr/>
              </p:nvPicPr>
              <p:blipFill>
                <a:blip r:embed="rId214"/>
                <a:stretch>
                  <a:fillRect/>
                </a:stretch>
              </p:blipFill>
              <p:spPr>
                <a:xfrm>
                  <a:off x="10092096" y="4709376"/>
                  <a:ext cx="321840" cy="27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5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EBF197E7-DEC2-CC81-BE62-C5813342961D}"/>
                    </a:ext>
                  </a:extLst>
                </p14:cNvPr>
                <p14:cNvContentPartPr/>
                <p14:nvPr/>
              </p14:nvContentPartPr>
              <p14:xfrm>
                <a:off x="10346976" y="4889016"/>
                <a:ext cx="368640" cy="93960"/>
              </p14:xfrm>
            </p:contentPart>
          </mc:Choice>
          <mc:Fallback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EBF197E7-DEC2-CC81-BE62-C5813342961D}"/>
                    </a:ext>
                  </a:extLst>
                </p:cNvPr>
                <p:cNvPicPr/>
                <p:nvPr/>
              </p:nvPicPr>
              <p:blipFill>
                <a:blip r:embed="rId216"/>
                <a:stretch>
                  <a:fillRect/>
                </a:stretch>
              </p:blipFill>
              <p:spPr>
                <a:xfrm>
                  <a:off x="10340856" y="4882896"/>
                  <a:ext cx="380880" cy="10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7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E2411CD5-651A-625C-F4D5-FBD03F49A8BB}"/>
                    </a:ext>
                  </a:extLst>
                </p14:cNvPr>
                <p14:cNvContentPartPr/>
                <p14:nvPr/>
              </p14:nvContentPartPr>
              <p14:xfrm>
                <a:off x="10762056" y="4779216"/>
                <a:ext cx="55800" cy="195120"/>
              </p14:xfrm>
            </p:contentPart>
          </mc:Choice>
          <mc:Fallback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E2411CD5-651A-625C-F4D5-FBD03F49A8BB}"/>
                    </a:ext>
                  </a:extLst>
                </p:cNvPr>
                <p:cNvPicPr/>
                <p:nvPr/>
              </p:nvPicPr>
              <p:blipFill>
                <a:blip r:embed="rId218"/>
                <a:stretch>
                  <a:fillRect/>
                </a:stretch>
              </p:blipFill>
              <p:spPr>
                <a:xfrm>
                  <a:off x="10755936" y="4773096"/>
                  <a:ext cx="68040" cy="20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9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E7B789B4-FEBF-F178-D593-A006F681227D}"/>
                    </a:ext>
                  </a:extLst>
                </p14:cNvPr>
                <p14:cNvContentPartPr/>
                <p14:nvPr/>
              </p14:nvContentPartPr>
              <p14:xfrm>
                <a:off x="10739376" y="4891536"/>
                <a:ext cx="241920" cy="84960"/>
              </p14:xfrm>
            </p:contentPart>
          </mc:Choice>
          <mc:Fallback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E7B789B4-FEBF-F178-D593-A006F681227D}"/>
                    </a:ext>
                  </a:extLst>
                </p:cNvPr>
                <p:cNvPicPr/>
                <p:nvPr/>
              </p:nvPicPr>
              <p:blipFill>
                <a:blip r:embed="rId220"/>
                <a:stretch>
                  <a:fillRect/>
                </a:stretch>
              </p:blipFill>
              <p:spPr>
                <a:xfrm>
                  <a:off x="10733256" y="4885416"/>
                  <a:ext cx="254160" cy="972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21">
            <p14:nvContentPartPr>
              <p14:cNvPr id="159" name="Ink 158">
                <a:extLst>
                  <a:ext uri="{FF2B5EF4-FFF2-40B4-BE49-F238E27FC236}">
                    <a16:creationId xmlns:a16="http://schemas.microsoft.com/office/drawing/2014/main" id="{9FF77FD6-ABEA-7E8B-B23D-B438E5B1805F}"/>
                  </a:ext>
                </a:extLst>
              </p14:cNvPr>
              <p14:cNvContentPartPr/>
              <p14:nvPr/>
            </p14:nvContentPartPr>
            <p14:xfrm>
              <a:off x="3326976" y="3307536"/>
              <a:ext cx="1112400" cy="64440"/>
            </p14:xfrm>
          </p:contentPart>
        </mc:Choice>
        <mc:Fallback>
          <p:pic>
            <p:nvPicPr>
              <p:cNvPr id="159" name="Ink 158">
                <a:extLst>
                  <a:ext uri="{FF2B5EF4-FFF2-40B4-BE49-F238E27FC236}">
                    <a16:creationId xmlns:a16="http://schemas.microsoft.com/office/drawing/2014/main" id="{9FF77FD6-ABEA-7E8B-B23D-B438E5B1805F}"/>
                  </a:ext>
                </a:extLst>
              </p:cNvPr>
              <p:cNvPicPr/>
              <p:nvPr/>
            </p:nvPicPr>
            <p:blipFill>
              <a:blip r:embed="rId222"/>
              <a:stretch>
                <a:fillRect/>
              </a:stretch>
            </p:blipFill>
            <p:spPr>
              <a:xfrm>
                <a:off x="3320856" y="3301416"/>
                <a:ext cx="1124640" cy="76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3">
            <p14:nvContentPartPr>
              <p14:cNvPr id="156" name="Ink 155">
                <a:extLst>
                  <a:ext uri="{FF2B5EF4-FFF2-40B4-BE49-F238E27FC236}">
                    <a16:creationId xmlns:a16="http://schemas.microsoft.com/office/drawing/2014/main" id="{CB7731EA-2C4D-06A9-56D0-7ACAA62B1DA6}"/>
                  </a:ext>
                </a:extLst>
              </p14:cNvPr>
              <p14:cNvContentPartPr/>
              <p14:nvPr/>
            </p14:nvContentPartPr>
            <p14:xfrm>
              <a:off x="2768616" y="4202496"/>
              <a:ext cx="539280" cy="802440"/>
            </p14:xfrm>
          </p:contentPart>
        </mc:Choice>
        <mc:Fallback>
          <p:pic>
            <p:nvPicPr>
              <p:cNvPr id="156" name="Ink 155">
                <a:extLst>
                  <a:ext uri="{FF2B5EF4-FFF2-40B4-BE49-F238E27FC236}">
                    <a16:creationId xmlns:a16="http://schemas.microsoft.com/office/drawing/2014/main" id="{CB7731EA-2C4D-06A9-56D0-7ACAA62B1DA6}"/>
                  </a:ext>
                </a:extLst>
              </p:cNvPr>
              <p:cNvPicPr/>
              <p:nvPr/>
            </p:nvPicPr>
            <p:blipFill>
              <a:blip r:embed="rId224"/>
              <a:stretch>
                <a:fillRect/>
              </a:stretch>
            </p:blipFill>
            <p:spPr>
              <a:xfrm>
                <a:off x="2762496" y="4196376"/>
                <a:ext cx="551520" cy="814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5">
            <p14:nvContentPartPr>
              <p14:cNvPr id="157" name="Ink 156">
                <a:extLst>
                  <a:ext uri="{FF2B5EF4-FFF2-40B4-BE49-F238E27FC236}">
                    <a16:creationId xmlns:a16="http://schemas.microsoft.com/office/drawing/2014/main" id="{2B7D3CA2-A771-54D5-0C5D-E8B729489728}"/>
                  </a:ext>
                </a:extLst>
              </p14:cNvPr>
              <p14:cNvContentPartPr/>
              <p14:nvPr/>
            </p14:nvContentPartPr>
            <p14:xfrm>
              <a:off x="3312576" y="3392136"/>
              <a:ext cx="20160" cy="835560"/>
            </p14:xfrm>
          </p:contentPart>
        </mc:Choice>
        <mc:Fallback>
          <p:pic>
            <p:nvPicPr>
              <p:cNvPr id="157" name="Ink 156">
                <a:extLst>
                  <a:ext uri="{FF2B5EF4-FFF2-40B4-BE49-F238E27FC236}">
                    <a16:creationId xmlns:a16="http://schemas.microsoft.com/office/drawing/2014/main" id="{2B7D3CA2-A771-54D5-0C5D-E8B729489728}"/>
                  </a:ext>
                </a:extLst>
              </p:cNvPr>
              <p:cNvPicPr/>
              <p:nvPr/>
            </p:nvPicPr>
            <p:blipFill>
              <a:blip r:embed="rId226"/>
              <a:stretch>
                <a:fillRect/>
              </a:stretch>
            </p:blipFill>
            <p:spPr>
              <a:xfrm>
                <a:off x="3306456" y="3386016"/>
                <a:ext cx="32400" cy="847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7">
            <p14:nvContentPartPr>
              <p14:cNvPr id="160" name="Ink 159">
                <a:extLst>
                  <a:ext uri="{FF2B5EF4-FFF2-40B4-BE49-F238E27FC236}">
                    <a16:creationId xmlns:a16="http://schemas.microsoft.com/office/drawing/2014/main" id="{79971F52-2EFE-CCA0-AA63-18CE576F5883}"/>
                  </a:ext>
                </a:extLst>
              </p14:cNvPr>
              <p14:cNvContentPartPr/>
              <p14:nvPr/>
            </p14:nvContentPartPr>
            <p14:xfrm>
              <a:off x="3339576" y="3553056"/>
              <a:ext cx="1068120" cy="65520"/>
            </p14:xfrm>
          </p:contentPart>
        </mc:Choice>
        <mc:Fallback>
          <p:pic>
            <p:nvPicPr>
              <p:cNvPr id="160" name="Ink 159">
                <a:extLst>
                  <a:ext uri="{FF2B5EF4-FFF2-40B4-BE49-F238E27FC236}">
                    <a16:creationId xmlns:a16="http://schemas.microsoft.com/office/drawing/2014/main" id="{79971F52-2EFE-CCA0-AA63-18CE576F5883}"/>
                  </a:ext>
                </a:extLst>
              </p:cNvPr>
              <p:cNvPicPr/>
              <p:nvPr/>
            </p:nvPicPr>
            <p:blipFill>
              <a:blip r:embed="rId228"/>
              <a:stretch>
                <a:fillRect/>
              </a:stretch>
            </p:blipFill>
            <p:spPr>
              <a:xfrm>
                <a:off x="3333456" y="3546936"/>
                <a:ext cx="1080360" cy="77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9">
            <p14:nvContentPartPr>
              <p14:cNvPr id="161" name="Ink 160">
                <a:extLst>
                  <a:ext uri="{FF2B5EF4-FFF2-40B4-BE49-F238E27FC236}">
                    <a16:creationId xmlns:a16="http://schemas.microsoft.com/office/drawing/2014/main" id="{534E5D50-4E5F-FD30-ED13-F4F5D0C8875D}"/>
                  </a:ext>
                </a:extLst>
              </p14:cNvPr>
              <p14:cNvContentPartPr/>
              <p14:nvPr/>
            </p14:nvContentPartPr>
            <p14:xfrm>
              <a:off x="3528936" y="3453696"/>
              <a:ext cx="15480" cy="19800"/>
            </p14:xfrm>
          </p:contentPart>
        </mc:Choice>
        <mc:Fallback>
          <p:pic>
            <p:nvPicPr>
              <p:cNvPr id="161" name="Ink 160">
                <a:extLst>
                  <a:ext uri="{FF2B5EF4-FFF2-40B4-BE49-F238E27FC236}">
                    <a16:creationId xmlns:a16="http://schemas.microsoft.com/office/drawing/2014/main" id="{534E5D50-4E5F-FD30-ED13-F4F5D0C8875D}"/>
                  </a:ext>
                </a:extLst>
              </p:cNvPr>
              <p:cNvPicPr/>
              <p:nvPr/>
            </p:nvPicPr>
            <p:blipFill>
              <a:blip r:embed="rId230"/>
              <a:stretch>
                <a:fillRect/>
              </a:stretch>
            </p:blipFill>
            <p:spPr>
              <a:xfrm>
                <a:off x="3522816" y="3447576"/>
                <a:ext cx="27720" cy="32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31">
            <p14:nvContentPartPr>
              <p14:cNvPr id="162" name="Ink 161">
                <a:extLst>
                  <a:ext uri="{FF2B5EF4-FFF2-40B4-BE49-F238E27FC236}">
                    <a16:creationId xmlns:a16="http://schemas.microsoft.com/office/drawing/2014/main" id="{F87F7084-E9C6-9CA2-25F8-08E3B61AFD66}"/>
                  </a:ext>
                </a:extLst>
              </p14:cNvPr>
              <p14:cNvContentPartPr/>
              <p14:nvPr/>
            </p14:nvContentPartPr>
            <p14:xfrm>
              <a:off x="3524616" y="3535776"/>
              <a:ext cx="10080" cy="19080"/>
            </p14:xfrm>
          </p:contentPart>
        </mc:Choice>
        <mc:Fallback>
          <p:pic>
            <p:nvPicPr>
              <p:cNvPr id="162" name="Ink 161">
                <a:extLst>
                  <a:ext uri="{FF2B5EF4-FFF2-40B4-BE49-F238E27FC236}">
                    <a16:creationId xmlns:a16="http://schemas.microsoft.com/office/drawing/2014/main" id="{F87F7084-E9C6-9CA2-25F8-08E3B61AFD66}"/>
                  </a:ext>
                </a:extLst>
              </p:cNvPr>
              <p:cNvPicPr/>
              <p:nvPr/>
            </p:nvPicPr>
            <p:blipFill>
              <a:blip r:embed="rId232"/>
              <a:stretch>
                <a:fillRect/>
              </a:stretch>
            </p:blipFill>
            <p:spPr>
              <a:xfrm>
                <a:off x="3518496" y="3529656"/>
                <a:ext cx="22320" cy="31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33">
            <p14:nvContentPartPr>
              <p14:cNvPr id="163" name="Ink 162">
                <a:extLst>
                  <a:ext uri="{FF2B5EF4-FFF2-40B4-BE49-F238E27FC236}">
                    <a16:creationId xmlns:a16="http://schemas.microsoft.com/office/drawing/2014/main" id="{46594318-300D-874E-CA73-D5F6AB2E12AC}"/>
                  </a:ext>
                </a:extLst>
              </p14:cNvPr>
              <p14:cNvContentPartPr/>
              <p14:nvPr/>
            </p14:nvContentPartPr>
            <p14:xfrm>
              <a:off x="3580776" y="3451896"/>
              <a:ext cx="81000" cy="83520"/>
            </p14:xfrm>
          </p:contentPart>
        </mc:Choice>
        <mc:Fallback>
          <p:pic>
            <p:nvPicPr>
              <p:cNvPr id="163" name="Ink 162">
                <a:extLst>
                  <a:ext uri="{FF2B5EF4-FFF2-40B4-BE49-F238E27FC236}">
                    <a16:creationId xmlns:a16="http://schemas.microsoft.com/office/drawing/2014/main" id="{46594318-300D-874E-CA73-D5F6AB2E12AC}"/>
                  </a:ext>
                </a:extLst>
              </p:cNvPr>
              <p:cNvPicPr/>
              <p:nvPr/>
            </p:nvPicPr>
            <p:blipFill>
              <a:blip r:embed="rId234"/>
              <a:stretch>
                <a:fillRect/>
              </a:stretch>
            </p:blipFill>
            <p:spPr>
              <a:xfrm>
                <a:off x="3574656" y="3445776"/>
                <a:ext cx="93240" cy="95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35">
            <p14:nvContentPartPr>
              <p14:cNvPr id="164" name="Ink 163">
                <a:extLst>
                  <a:ext uri="{FF2B5EF4-FFF2-40B4-BE49-F238E27FC236}">
                    <a16:creationId xmlns:a16="http://schemas.microsoft.com/office/drawing/2014/main" id="{87126D1C-2FCD-A0E4-98F9-F3561D65526C}"/>
                  </a:ext>
                </a:extLst>
              </p14:cNvPr>
              <p14:cNvContentPartPr/>
              <p14:nvPr/>
            </p14:nvContentPartPr>
            <p14:xfrm>
              <a:off x="3707496" y="3372696"/>
              <a:ext cx="68760" cy="180720"/>
            </p14:xfrm>
          </p:contentPart>
        </mc:Choice>
        <mc:Fallback>
          <p:pic>
            <p:nvPicPr>
              <p:cNvPr id="164" name="Ink 163">
                <a:extLst>
                  <a:ext uri="{FF2B5EF4-FFF2-40B4-BE49-F238E27FC236}">
                    <a16:creationId xmlns:a16="http://schemas.microsoft.com/office/drawing/2014/main" id="{87126D1C-2FCD-A0E4-98F9-F3561D65526C}"/>
                  </a:ext>
                </a:extLst>
              </p:cNvPr>
              <p:cNvPicPr/>
              <p:nvPr/>
            </p:nvPicPr>
            <p:blipFill>
              <a:blip r:embed="rId236"/>
              <a:stretch>
                <a:fillRect/>
              </a:stretch>
            </p:blipFill>
            <p:spPr>
              <a:xfrm>
                <a:off x="3701376" y="3366576"/>
                <a:ext cx="81000" cy="192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37">
            <p14:nvContentPartPr>
              <p14:cNvPr id="165" name="Ink 164">
                <a:extLst>
                  <a:ext uri="{FF2B5EF4-FFF2-40B4-BE49-F238E27FC236}">
                    <a16:creationId xmlns:a16="http://schemas.microsoft.com/office/drawing/2014/main" id="{96B0A178-A105-A20F-315A-67CF6C9654EE}"/>
                  </a:ext>
                </a:extLst>
              </p14:cNvPr>
              <p14:cNvContentPartPr/>
              <p14:nvPr/>
            </p14:nvContentPartPr>
            <p14:xfrm>
              <a:off x="3688056" y="3468456"/>
              <a:ext cx="227160" cy="30600"/>
            </p14:xfrm>
          </p:contentPart>
        </mc:Choice>
        <mc:Fallback>
          <p:pic>
            <p:nvPicPr>
              <p:cNvPr id="165" name="Ink 164">
                <a:extLst>
                  <a:ext uri="{FF2B5EF4-FFF2-40B4-BE49-F238E27FC236}">
                    <a16:creationId xmlns:a16="http://schemas.microsoft.com/office/drawing/2014/main" id="{96B0A178-A105-A20F-315A-67CF6C9654EE}"/>
                  </a:ext>
                </a:extLst>
              </p:cNvPr>
              <p:cNvPicPr/>
              <p:nvPr/>
            </p:nvPicPr>
            <p:blipFill>
              <a:blip r:embed="rId238"/>
              <a:stretch>
                <a:fillRect/>
              </a:stretch>
            </p:blipFill>
            <p:spPr>
              <a:xfrm>
                <a:off x="3681936" y="3462336"/>
                <a:ext cx="239400" cy="42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39">
            <p14:nvContentPartPr>
              <p14:cNvPr id="166" name="Ink 165">
                <a:extLst>
                  <a:ext uri="{FF2B5EF4-FFF2-40B4-BE49-F238E27FC236}">
                    <a16:creationId xmlns:a16="http://schemas.microsoft.com/office/drawing/2014/main" id="{CEA9958A-AD82-ED98-8C9D-98826D2E5EE0}"/>
                  </a:ext>
                </a:extLst>
              </p14:cNvPr>
              <p14:cNvContentPartPr/>
              <p14:nvPr/>
            </p14:nvContentPartPr>
            <p14:xfrm>
              <a:off x="3868416" y="3378096"/>
              <a:ext cx="388080" cy="132840"/>
            </p14:xfrm>
          </p:contentPart>
        </mc:Choice>
        <mc:Fallback>
          <p:pic>
            <p:nvPicPr>
              <p:cNvPr id="166" name="Ink 165">
                <a:extLst>
                  <a:ext uri="{FF2B5EF4-FFF2-40B4-BE49-F238E27FC236}">
                    <a16:creationId xmlns:a16="http://schemas.microsoft.com/office/drawing/2014/main" id="{CEA9958A-AD82-ED98-8C9D-98826D2E5EE0}"/>
                  </a:ext>
                </a:extLst>
              </p:cNvPr>
              <p:cNvPicPr/>
              <p:nvPr/>
            </p:nvPicPr>
            <p:blipFill>
              <a:blip r:embed="rId240"/>
              <a:stretch>
                <a:fillRect/>
              </a:stretch>
            </p:blipFill>
            <p:spPr>
              <a:xfrm>
                <a:off x="3862296" y="3371976"/>
                <a:ext cx="400320" cy="145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41">
            <p14:nvContentPartPr>
              <p14:cNvPr id="167" name="Ink 166">
                <a:extLst>
                  <a:ext uri="{FF2B5EF4-FFF2-40B4-BE49-F238E27FC236}">
                    <a16:creationId xmlns:a16="http://schemas.microsoft.com/office/drawing/2014/main" id="{F683BE5E-B544-646F-30A9-5160BE18E4FB}"/>
                  </a:ext>
                </a:extLst>
              </p14:cNvPr>
              <p14:cNvContentPartPr/>
              <p14:nvPr/>
            </p14:nvContentPartPr>
            <p14:xfrm>
              <a:off x="4264776" y="3407616"/>
              <a:ext cx="45000" cy="100440"/>
            </p14:xfrm>
          </p:contentPart>
        </mc:Choice>
        <mc:Fallback>
          <p:pic>
            <p:nvPicPr>
              <p:cNvPr id="167" name="Ink 166">
                <a:extLst>
                  <a:ext uri="{FF2B5EF4-FFF2-40B4-BE49-F238E27FC236}">
                    <a16:creationId xmlns:a16="http://schemas.microsoft.com/office/drawing/2014/main" id="{F683BE5E-B544-646F-30A9-5160BE18E4FB}"/>
                  </a:ext>
                </a:extLst>
              </p:cNvPr>
              <p:cNvPicPr/>
              <p:nvPr/>
            </p:nvPicPr>
            <p:blipFill>
              <a:blip r:embed="rId242"/>
              <a:stretch>
                <a:fillRect/>
              </a:stretch>
            </p:blipFill>
            <p:spPr>
              <a:xfrm>
                <a:off x="4258656" y="3401496"/>
                <a:ext cx="57240" cy="112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43">
            <p14:nvContentPartPr>
              <p14:cNvPr id="168" name="Ink 167">
                <a:extLst>
                  <a:ext uri="{FF2B5EF4-FFF2-40B4-BE49-F238E27FC236}">
                    <a16:creationId xmlns:a16="http://schemas.microsoft.com/office/drawing/2014/main" id="{BD2B3B07-BBFF-5C6F-7229-E95F028274B6}"/>
                  </a:ext>
                </a:extLst>
              </p14:cNvPr>
              <p14:cNvContentPartPr/>
              <p14:nvPr/>
            </p14:nvContentPartPr>
            <p14:xfrm>
              <a:off x="4246416" y="3452256"/>
              <a:ext cx="70920" cy="360"/>
            </p14:xfrm>
          </p:contentPart>
        </mc:Choice>
        <mc:Fallback>
          <p:pic>
            <p:nvPicPr>
              <p:cNvPr id="168" name="Ink 167">
                <a:extLst>
                  <a:ext uri="{FF2B5EF4-FFF2-40B4-BE49-F238E27FC236}">
                    <a16:creationId xmlns:a16="http://schemas.microsoft.com/office/drawing/2014/main" id="{BD2B3B07-BBFF-5C6F-7229-E95F028274B6}"/>
                  </a:ext>
                </a:extLst>
              </p:cNvPr>
              <p:cNvPicPr/>
              <p:nvPr/>
            </p:nvPicPr>
            <p:blipFill>
              <a:blip r:embed="rId244"/>
              <a:stretch>
                <a:fillRect/>
              </a:stretch>
            </p:blipFill>
            <p:spPr>
              <a:xfrm>
                <a:off x="4240296" y="3446136"/>
                <a:ext cx="8316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45">
            <p14:nvContentPartPr>
              <p14:cNvPr id="171" name="Ink 170">
                <a:extLst>
                  <a:ext uri="{FF2B5EF4-FFF2-40B4-BE49-F238E27FC236}">
                    <a16:creationId xmlns:a16="http://schemas.microsoft.com/office/drawing/2014/main" id="{89BE2F76-E90A-C4C7-13F9-66C951650C87}"/>
                  </a:ext>
                </a:extLst>
              </p14:cNvPr>
              <p14:cNvContentPartPr/>
              <p14:nvPr/>
            </p14:nvContentPartPr>
            <p14:xfrm>
              <a:off x="3497616" y="3713616"/>
              <a:ext cx="108720" cy="141840"/>
            </p14:xfrm>
          </p:contentPart>
        </mc:Choice>
        <mc:Fallback>
          <p:pic>
            <p:nvPicPr>
              <p:cNvPr id="171" name="Ink 170">
                <a:extLst>
                  <a:ext uri="{FF2B5EF4-FFF2-40B4-BE49-F238E27FC236}">
                    <a16:creationId xmlns:a16="http://schemas.microsoft.com/office/drawing/2014/main" id="{89BE2F76-E90A-C4C7-13F9-66C951650C87}"/>
                  </a:ext>
                </a:extLst>
              </p:cNvPr>
              <p:cNvPicPr/>
              <p:nvPr/>
            </p:nvPicPr>
            <p:blipFill>
              <a:blip r:embed="rId246"/>
              <a:stretch>
                <a:fillRect/>
              </a:stretch>
            </p:blipFill>
            <p:spPr>
              <a:xfrm>
                <a:off x="3491496" y="3707496"/>
                <a:ext cx="120960" cy="154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47">
            <p14:nvContentPartPr>
              <p14:cNvPr id="172" name="Ink 171">
                <a:extLst>
                  <a:ext uri="{FF2B5EF4-FFF2-40B4-BE49-F238E27FC236}">
                    <a16:creationId xmlns:a16="http://schemas.microsoft.com/office/drawing/2014/main" id="{616A601A-ABC1-752B-D58F-1F255F552547}"/>
                  </a:ext>
                </a:extLst>
              </p14:cNvPr>
              <p14:cNvContentPartPr/>
              <p14:nvPr/>
            </p14:nvContentPartPr>
            <p14:xfrm>
              <a:off x="3661056" y="3809736"/>
              <a:ext cx="5400" cy="41040"/>
            </p14:xfrm>
          </p:contentPart>
        </mc:Choice>
        <mc:Fallback>
          <p:pic>
            <p:nvPicPr>
              <p:cNvPr id="172" name="Ink 171">
                <a:extLst>
                  <a:ext uri="{FF2B5EF4-FFF2-40B4-BE49-F238E27FC236}">
                    <a16:creationId xmlns:a16="http://schemas.microsoft.com/office/drawing/2014/main" id="{616A601A-ABC1-752B-D58F-1F255F552547}"/>
                  </a:ext>
                </a:extLst>
              </p:cNvPr>
              <p:cNvPicPr/>
              <p:nvPr/>
            </p:nvPicPr>
            <p:blipFill>
              <a:blip r:embed="rId248"/>
              <a:stretch>
                <a:fillRect/>
              </a:stretch>
            </p:blipFill>
            <p:spPr>
              <a:xfrm>
                <a:off x="3654936" y="3803616"/>
                <a:ext cx="17640" cy="53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49">
            <p14:nvContentPartPr>
              <p14:cNvPr id="173" name="Ink 172">
                <a:extLst>
                  <a:ext uri="{FF2B5EF4-FFF2-40B4-BE49-F238E27FC236}">
                    <a16:creationId xmlns:a16="http://schemas.microsoft.com/office/drawing/2014/main" id="{98C08DE2-91B5-799E-4101-C669BCD04495}"/>
                  </a:ext>
                </a:extLst>
              </p14:cNvPr>
              <p14:cNvContentPartPr/>
              <p14:nvPr/>
            </p14:nvContentPartPr>
            <p14:xfrm>
              <a:off x="3721896" y="3698496"/>
              <a:ext cx="5400" cy="79920"/>
            </p14:xfrm>
          </p:contentPart>
        </mc:Choice>
        <mc:Fallback>
          <p:pic>
            <p:nvPicPr>
              <p:cNvPr id="173" name="Ink 172">
                <a:extLst>
                  <a:ext uri="{FF2B5EF4-FFF2-40B4-BE49-F238E27FC236}">
                    <a16:creationId xmlns:a16="http://schemas.microsoft.com/office/drawing/2014/main" id="{98C08DE2-91B5-799E-4101-C669BCD04495}"/>
                  </a:ext>
                </a:extLst>
              </p:cNvPr>
              <p:cNvPicPr/>
              <p:nvPr/>
            </p:nvPicPr>
            <p:blipFill>
              <a:blip r:embed="rId250"/>
              <a:stretch>
                <a:fillRect/>
              </a:stretch>
            </p:blipFill>
            <p:spPr>
              <a:xfrm>
                <a:off x="3715776" y="3692376"/>
                <a:ext cx="17640" cy="92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51">
            <p14:nvContentPartPr>
              <p14:cNvPr id="174" name="Ink 173">
                <a:extLst>
                  <a:ext uri="{FF2B5EF4-FFF2-40B4-BE49-F238E27FC236}">
                    <a16:creationId xmlns:a16="http://schemas.microsoft.com/office/drawing/2014/main" id="{364DD704-F446-4E36-D04C-A1EC94AFE8CF}"/>
                  </a:ext>
                </a:extLst>
              </p14:cNvPr>
              <p14:cNvContentPartPr/>
              <p14:nvPr/>
            </p14:nvContentPartPr>
            <p14:xfrm>
              <a:off x="3736296" y="3794976"/>
              <a:ext cx="98280" cy="23760"/>
            </p14:xfrm>
          </p:contentPart>
        </mc:Choice>
        <mc:Fallback>
          <p:pic>
            <p:nvPicPr>
              <p:cNvPr id="174" name="Ink 173">
                <a:extLst>
                  <a:ext uri="{FF2B5EF4-FFF2-40B4-BE49-F238E27FC236}">
                    <a16:creationId xmlns:a16="http://schemas.microsoft.com/office/drawing/2014/main" id="{364DD704-F446-4E36-D04C-A1EC94AFE8CF}"/>
                  </a:ext>
                </a:extLst>
              </p:cNvPr>
              <p:cNvPicPr/>
              <p:nvPr/>
            </p:nvPicPr>
            <p:blipFill>
              <a:blip r:embed="rId252"/>
              <a:stretch>
                <a:fillRect/>
              </a:stretch>
            </p:blipFill>
            <p:spPr>
              <a:xfrm>
                <a:off x="3730176" y="3788856"/>
                <a:ext cx="11052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53">
            <p14:nvContentPartPr>
              <p14:cNvPr id="175" name="Ink 174">
                <a:extLst>
                  <a:ext uri="{FF2B5EF4-FFF2-40B4-BE49-F238E27FC236}">
                    <a16:creationId xmlns:a16="http://schemas.microsoft.com/office/drawing/2014/main" id="{1659C061-8E1D-866D-EF0C-672CED9BEEF1}"/>
                  </a:ext>
                </a:extLst>
              </p14:cNvPr>
              <p14:cNvContentPartPr/>
              <p14:nvPr/>
            </p14:nvContentPartPr>
            <p14:xfrm>
              <a:off x="3843936" y="3643416"/>
              <a:ext cx="173520" cy="177120"/>
            </p14:xfrm>
          </p:contentPart>
        </mc:Choice>
        <mc:Fallback>
          <p:pic>
            <p:nvPicPr>
              <p:cNvPr id="175" name="Ink 174">
                <a:extLst>
                  <a:ext uri="{FF2B5EF4-FFF2-40B4-BE49-F238E27FC236}">
                    <a16:creationId xmlns:a16="http://schemas.microsoft.com/office/drawing/2014/main" id="{1659C061-8E1D-866D-EF0C-672CED9BEEF1}"/>
                  </a:ext>
                </a:extLst>
              </p:cNvPr>
              <p:cNvPicPr/>
              <p:nvPr/>
            </p:nvPicPr>
            <p:blipFill>
              <a:blip r:embed="rId254"/>
              <a:stretch>
                <a:fillRect/>
              </a:stretch>
            </p:blipFill>
            <p:spPr>
              <a:xfrm>
                <a:off x="3837816" y="3637296"/>
                <a:ext cx="185760" cy="189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55">
            <p14:nvContentPartPr>
              <p14:cNvPr id="176" name="Ink 175">
                <a:extLst>
                  <a:ext uri="{FF2B5EF4-FFF2-40B4-BE49-F238E27FC236}">
                    <a16:creationId xmlns:a16="http://schemas.microsoft.com/office/drawing/2014/main" id="{CEC6746D-D225-FFD0-3E94-1F8DEDE56A5C}"/>
                  </a:ext>
                </a:extLst>
              </p14:cNvPr>
              <p14:cNvContentPartPr/>
              <p14:nvPr/>
            </p14:nvContentPartPr>
            <p14:xfrm>
              <a:off x="4039056" y="3765816"/>
              <a:ext cx="75960" cy="19080"/>
            </p14:xfrm>
          </p:contentPart>
        </mc:Choice>
        <mc:Fallback>
          <p:pic>
            <p:nvPicPr>
              <p:cNvPr id="176" name="Ink 175">
                <a:extLst>
                  <a:ext uri="{FF2B5EF4-FFF2-40B4-BE49-F238E27FC236}">
                    <a16:creationId xmlns:a16="http://schemas.microsoft.com/office/drawing/2014/main" id="{CEC6746D-D225-FFD0-3E94-1F8DEDE56A5C}"/>
                  </a:ext>
                </a:extLst>
              </p:cNvPr>
              <p:cNvPicPr/>
              <p:nvPr/>
            </p:nvPicPr>
            <p:blipFill>
              <a:blip r:embed="rId256"/>
              <a:stretch>
                <a:fillRect/>
              </a:stretch>
            </p:blipFill>
            <p:spPr>
              <a:xfrm>
                <a:off x="4032936" y="3759696"/>
                <a:ext cx="88200" cy="31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57">
            <p14:nvContentPartPr>
              <p14:cNvPr id="177" name="Ink 176">
                <a:extLst>
                  <a:ext uri="{FF2B5EF4-FFF2-40B4-BE49-F238E27FC236}">
                    <a16:creationId xmlns:a16="http://schemas.microsoft.com/office/drawing/2014/main" id="{1D22A3CE-9874-3AAA-B129-46E24A508D76}"/>
                  </a:ext>
                </a:extLst>
              </p14:cNvPr>
              <p14:cNvContentPartPr/>
              <p14:nvPr/>
            </p14:nvContentPartPr>
            <p14:xfrm>
              <a:off x="4021416" y="3743136"/>
              <a:ext cx="103320" cy="210240"/>
            </p14:xfrm>
          </p:contentPart>
        </mc:Choice>
        <mc:Fallback>
          <p:pic>
            <p:nvPicPr>
              <p:cNvPr id="177" name="Ink 176">
                <a:extLst>
                  <a:ext uri="{FF2B5EF4-FFF2-40B4-BE49-F238E27FC236}">
                    <a16:creationId xmlns:a16="http://schemas.microsoft.com/office/drawing/2014/main" id="{1D22A3CE-9874-3AAA-B129-46E24A508D76}"/>
                  </a:ext>
                </a:extLst>
              </p:cNvPr>
              <p:cNvPicPr/>
              <p:nvPr/>
            </p:nvPicPr>
            <p:blipFill>
              <a:blip r:embed="rId258"/>
              <a:stretch>
                <a:fillRect/>
              </a:stretch>
            </p:blipFill>
            <p:spPr>
              <a:xfrm>
                <a:off x="4015296" y="3737016"/>
                <a:ext cx="115560" cy="222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59">
            <p14:nvContentPartPr>
              <p14:cNvPr id="179" name="Ink 178">
                <a:extLst>
                  <a:ext uri="{FF2B5EF4-FFF2-40B4-BE49-F238E27FC236}">
                    <a16:creationId xmlns:a16="http://schemas.microsoft.com/office/drawing/2014/main" id="{CC74AB9C-44C0-F14F-4CD3-44F3F57E1D33}"/>
                  </a:ext>
                </a:extLst>
              </p14:cNvPr>
              <p14:cNvContentPartPr/>
              <p14:nvPr/>
            </p14:nvContentPartPr>
            <p14:xfrm>
              <a:off x="3297816" y="4200696"/>
              <a:ext cx="1060560" cy="131040"/>
            </p14:xfrm>
          </p:contentPart>
        </mc:Choice>
        <mc:Fallback>
          <p:pic>
            <p:nvPicPr>
              <p:cNvPr id="179" name="Ink 178">
                <a:extLst>
                  <a:ext uri="{FF2B5EF4-FFF2-40B4-BE49-F238E27FC236}">
                    <a16:creationId xmlns:a16="http://schemas.microsoft.com/office/drawing/2014/main" id="{CC74AB9C-44C0-F14F-4CD3-44F3F57E1D33}"/>
                  </a:ext>
                </a:extLst>
              </p:cNvPr>
              <p:cNvPicPr/>
              <p:nvPr/>
            </p:nvPicPr>
            <p:blipFill>
              <a:blip r:embed="rId260"/>
              <a:stretch>
                <a:fillRect/>
              </a:stretch>
            </p:blipFill>
            <p:spPr>
              <a:xfrm>
                <a:off x="3291696" y="4194576"/>
                <a:ext cx="1072800" cy="143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61">
            <p14:nvContentPartPr>
              <p14:cNvPr id="180" name="Ink 179">
                <a:extLst>
                  <a:ext uri="{FF2B5EF4-FFF2-40B4-BE49-F238E27FC236}">
                    <a16:creationId xmlns:a16="http://schemas.microsoft.com/office/drawing/2014/main" id="{4C611A81-91A7-74DC-9504-BCA330EFA492}"/>
                  </a:ext>
                </a:extLst>
              </p14:cNvPr>
              <p14:cNvContentPartPr/>
              <p14:nvPr/>
            </p14:nvContentPartPr>
            <p14:xfrm>
              <a:off x="4315896" y="3365136"/>
              <a:ext cx="116280" cy="886320"/>
            </p14:xfrm>
          </p:contentPart>
        </mc:Choice>
        <mc:Fallback>
          <p:pic>
            <p:nvPicPr>
              <p:cNvPr id="180" name="Ink 179">
                <a:extLst>
                  <a:ext uri="{FF2B5EF4-FFF2-40B4-BE49-F238E27FC236}">
                    <a16:creationId xmlns:a16="http://schemas.microsoft.com/office/drawing/2014/main" id="{4C611A81-91A7-74DC-9504-BCA330EFA492}"/>
                  </a:ext>
                </a:extLst>
              </p:cNvPr>
              <p:cNvPicPr/>
              <p:nvPr/>
            </p:nvPicPr>
            <p:blipFill>
              <a:blip r:embed="rId262"/>
              <a:stretch>
                <a:fillRect/>
              </a:stretch>
            </p:blipFill>
            <p:spPr>
              <a:xfrm>
                <a:off x="4309776" y="3359016"/>
                <a:ext cx="128520" cy="898560"/>
              </a:xfrm>
              <a:prstGeom prst="rect">
                <a:avLst/>
              </a:prstGeom>
            </p:spPr>
          </p:pic>
        </mc:Fallback>
      </mc:AlternateContent>
      <p:grpSp>
        <p:nvGrpSpPr>
          <p:cNvPr id="203" name="Group 202">
            <a:extLst>
              <a:ext uri="{FF2B5EF4-FFF2-40B4-BE49-F238E27FC236}">
                <a16:creationId xmlns:a16="http://schemas.microsoft.com/office/drawing/2014/main" id="{79BD59EA-C8E6-A2F7-FE15-0BF85A8EC5C1}"/>
              </a:ext>
            </a:extLst>
          </p:cNvPr>
          <p:cNvGrpSpPr/>
          <p:nvPr/>
        </p:nvGrpSpPr>
        <p:grpSpPr>
          <a:xfrm>
            <a:off x="4804776" y="3136176"/>
            <a:ext cx="1521720" cy="1739520"/>
            <a:chOff x="4804776" y="3136176"/>
            <a:chExt cx="1521720" cy="1739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63">
              <p14:nvContentPartPr>
                <p14:cNvPr id="181" name="Ink 180">
                  <a:extLst>
                    <a:ext uri="{FF2B5EF4-FFF2-40B4-BE49-F238E27FC236}">
                      <a16:creationId xmlns:a16="http://schemas.microsoft.com/office/drawing/2014/main" id="{AF6E5CAB-0936-F8A8-61C4-9562FFFC008E}"/>
                    </a:ext>
                  </a:extLst>
                </p14:cNvPr>
                <p14:cNvContentPartPr/>
                <p14:nvPr/>
              </p14:nvContentPartPr>
              <p14:xfrm>
                <a:off x="4804776" y="4030416"/>
                <a:ext cx="617040" cy="845280"/>
              </p14:xfrm>
            </p:contentPart>
          </mc:Choice>
          <mc:Fallback>
            <p:pic>
              <p:nvPicPr>
                <p:cNvPr id="181" name="Ink 180">
                  <a:extLst>
                    <a:ext uri="{FF2B5EF4-FFF2-40B4-BE49-F238E27FC236}">
                      <a16:creationId xmlns:a16="http://schemas.microsoft.com/office/drawing/2014/main" id="{AF6E5CAB-0936-F8A8-61C4-9562FFFC008E}"/>
                    </a:ext>
                  </a:extLst>
                </p:cNvPr>
                <p:cNvPicPr/>
                <p:nvPr/>
              </p:nvPicPr>
              <p:blipFill>
                <a:blip r:embed="rId264"/>
                <a:stretch>
                  <a:fillRect/>
                </a:stretch>
              </p:blipFill>
              <p:spPr>
                <a:xfrm>
                  <a:off x="4798656" y="4024296"/>
                  <a:ext cx="629280" cy="85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5">
              <p14:nvContentPartPr>
                <p14:cNvPr id="182" name="Ink 181">
                  <a:extLst>
                    <a:ext uri="{FF2B5EF4-FFF2-40B4-BE49-F238E27FC236}">
                      <a16:creationId xmlns:a16="http://schemas.microsoft.com/office/drawing/2014/main" id="{6A3568C3-921F-4665-331F-06C6DF531FAE}"/>
                    </a:ext>
                  </a:extLst>
                </p14:cNvPr>
                <p14:cNvContentPartPr/>
                <p14:nvPr/>
              </p14:nvContentPartPr>
              <p14:xfrm>
                <a:off x="5214456" y="3362256"/>
                <a:ext cx="84240" cy="583560"/>
              </p14:xfrm>
            </p:contentPart>
          </mc:Choice>
          <mc:Fallback>
            <p:pic>
              <p:nvPicPr>
                <p:cNvPr id="182" name="Ink 181">
                  <a:extLst>
                    <a:ext uri="{FF2B5EF4-FFF2-40B4-BE49-F238E27FC236}">
                      <a16:creationId xmlns:a16="http://schemas.microsoft.com/office/drawing/2014/main" id="{6A3568C3-921F-4665-331F-06C6DF531FAE}"/>
                    </a:ext>
                  </a:extLst>
                </p:cNvPr>
                <p:cNvPicPr/>
                <p:nvPr/>
              </p:nvPicPr>
              <p:blipFill>
                <a:blip r:embed="rId266"/>
                <a:stretch>
                  <a:fillRect/>
                </a:stretch>
              </p:blipFill>
              <p:spPr>
                <a:xfrm>
                  <a:off x="5208336" y="3356136"/>
                  <a:ext cx="96480" cy="59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7">
              <p14:nvContentPartPr>
                <p14:cNvPr id="183" name="Ink 182">
                  <a:extLst>
                    <a:ext uri="{FF2B5EF4-FFF2-40B4-BE49-F238E27FC236}">
                      <a16:creationId xmlns:a16="http://schemas.microsoft.com/office/drawing/2014/main" id="{B7C14058-01FA-26A3-A22F-9BB245AC6903}"/>
                    </a:ext>
                  </a:extLst>
                </p14:cNvPr>
                <p14:cNvContentPartPr/>
                <p14:nvPr/>
              </p14:nvContentPartPr>
              <p14:xfrm>
                <a:off x="5270256" y="3136176"/>
                <a:ext cx="1056240" cy="892800"/>
              </p14:xfrm>
            </p:contentPart>
          </mc:Choice>
          <mc:Fallback>
            <p:pic>
              <p:nvPicPr>
                <p:cNvPr id="183" name="Ink 182">
                  <a:extLst>
                    <a:ext uri="{FF2B5EF4-FFF2-40B4-BE49-F238E27FC236}">
                      <a16:creationId xmlns:a16="http://schemas.microsoft.com/office/drawing/2014/main" id="{B7C14058-01FA-26A3-A22F-9BB245AC6903}"/>
                    </a:ext>
                  </a:extLst>
                </p:cNvPr>
                <p:cNvPicPr/>
                <p:nvPr/>
              </p:nvPicPr>
              <p:blipFill>
                <a:blip r:embed="rId268"/>
                <a:stretch>
                  <a:fillRect/>
                </a:stretch>
              </p:blipFill>
              <p:spPr>
                <a:xfrm>
                  <a:off x="5264136" y="3130056"/>
                  <a:ext cx="1068480" cy="90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9">
              <p14:nvContentPartPr>
                <p14:cNvPr id="185" name="Ink 184">
                  <a:extLst>
                    <a:ext uri="{FF2B5EF4-FFF2-40B4-BE49-F238E27FC236}">
                      <a16:creationId xmlns:a16="http://schemas.microsoft.com/office/drawing/2014/main" id="{B98CC1A9-7CCE-5DBF-3F5B-1CBD2F4C6491}"/>
                    </a:ext>
                  </a:extLst>
                </p14:cNvPr>
                <p14:cNvContentPartPr/>
                <p14:nvPr/>
              </p14:nvContentPartPr>
              <p14:xfrm>
                <a:off x="5269896" y="3381336"/>
                <a:ext cx="946800" cy="171720"/>
              </p14:xfrm>
            </p:contentPart>
          </mc:Choice>
          <mc:Fallback>
            <p:pic>
              <p:nvPicPr>
                <p:cNvPr id="185" name="Ink 184">
                  <a:extLst>
                    <a:ext uri="{FF2B5EF4-FFF2-40B4-BE49-F238E27FC236}">
                      <a16:creationId xmlns:a16="http://schemas.microsoft.com/office/drawing/2014/main" id="{B98CC1A9-7CCE-5DBF-3F5B-1CBD2F4C6491}"/>
                    </a:ext>
                  </a:extLst>
                </p:cNvPr>
                <p:cNvPicPr/>
                <p:nvPr/>
              </p:nvPicPr>
              <p:blipFill>
                <a:blip r:embed="rId270"/>
                <a:stretch>
                  <a:fillRect/>
                </a:stretch>
              </p:blipFill>
              <p:spPr>
                <a:xfrm>
                  <a:off x="5263776" y="3375216"/>
                  <a:ext cx="959040" cy="18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1">
              <p14:nvContentPartPr>
                <p14:cNvPr id="186" name="Ink 185">
                  <a:extLst>
                    <a:ext uri="{FF2B5EF4-FFF2-40B4-BE49-F238E27FC236}">
                      <a16:creationId xmlns:a16="http://schemas.microsoft.com/office/drawing/2014/main" id="{AEC5679E-39F2-7573-A938-7744E9EDF459}"/>
                    </a:ext>
                  </a:extLst>
                </p14:cNvPr>
                <p14:cNvContentPartPr/>
                <p14:nvPr/>
              </p14:nvContentPartPr>
              <p14:xfrm>
                <a:off x="5418936" y="3357936"/>
                <a:ext cx="20520" cy="22320"/>
              </p14:xfrm>
            </p:contentPart>
          </mc:Choice>
          <mc:Fallback>
            <p:pic>
              <p:nvPicPr>
                <p:cNvPr id="186" name="Ink 185">
                  <a:extLst>
                    <a:ext uri="{FF2B5EF4-FFF2-40B4-BE49-F238E27FC236}">
                      <a16:creationId xmlns:a16="http://schemas.microsoft.com/office/drawing/2014/main" id="{AEC5679E-39F2-7573-A938-7744E9EDF459}"/>
                    </a:ext>
                  </a:extLst>
                </p:cNvPr>
                <p:cNvPicPr/>
                <p:nvPr/>
              </p:nvPicPr>
              <p:blipFill>
                <a:blip r:embed="rId272"/>
                <a:stretch>
                  <a:fillRect/>
                </a:stretch>
              </p:blipFill>
              <p:spPr>
                <a:xfrm>
                  <a:off x="5412816" y="3351816"/>
                  <a:ext cx="32760" cy="3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3">
              <p14:nvContentPartPr>
                <p14:cNvPr id="187" name="Ink 186">
                  <a:extLst>
                    <a:ext uri="{FF2B5EF4-FFF2-40B4-BE49-F238E27FC236}">
                      <a16:creationId xmlns:a16="http://schemas.microsoft.com/office/drawing/2014/main" id="{6BD3CFDF-327D-61D9-C293-E085EAD300A0}"/>
                    </a:ext>
                  </a:extLst>
                </p14:cNvPr>
                <p14:cNvContentPartPr/>
                <p14:nvPr/>
              </p14:nvContentPartPr>
              <p14:xfrm>
                <a:off x="5416776" y="3446496"/>
                <a:ext cx="24840" cy="7560"/>
              </p14:xfrm>
            </p:contentPart>
          </mc:Choice>
          <mc:Fallback>
            <p:pic>
              <p:nvPicPr>
                <p:cNvPr id="187" name="Ink 186">
                  <a:extLst>
                    <a:ext uri="{FF2B5EF4-FFF2-40B4-BE49-F238E27FC236}">
                      <a16:creationId xmlns:a16="http://schemas.microsoft.com/office/drawing/2014/main" id="{6BD3CFDF-327D-61D9-C293-E085EAD300A0}"/>
                    </a:ext>
                  </a:extLst>
                </p:cNvPr>
                <p:cNvPicPr/>
                <p:nvPr/>
              </p:nvPicPr>
              <p:blipFill>
                <a:blip r:embed="rId274"/>
                <a:stretch>
                  <a:fillRect/>
                </a:stretch>
              </p:blipFill>
              <p:spPr>
                <a:xfrm>
                  <a:off x="5410656" y="3440376"/>
                  <a:ext cx="37080" cy="1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5">
              <p14:nvContentPartPr>
                <p14:cNvPr id="188" name="Ink 187">
                  <a:extLst>
                    <a:ext uri="{FF2B5EF4-FFF2-40B4-BE49-F238E27FC236}">
                      <a16:creationId xmlns:a16="http://schemas.microsoft.com/office/drawing/2014/main" id="{24931656-86F9-E97D-4A36-60ABDF041878}"/>
                    </a:ext>
                  </a:extLst>
                </p14:cNvPr>
                <p14:cNvContentPartPr/>
                <p14:nvPr/>
              </p14:nvContentPartPr>
              <p14:xfrm>
                <a:off x="5516136" y="3272616"/>
                <a:ext cx="103320" cy="160200"/>
              </p14:xfrm>
            </p:contentPart>
          </mc:Choice>
          <mc:Fallback>
            <p:pic>
              <p:nvPicPr>
                <p:cNvPr id="188" name="Ink 187">
                  <a:extLst>
                    <a:ext uri="{FF2B5EF4-FFF2-40B4-BE49-F238E27FC236}">
                      <a16:creationId xmlns:a16="http://schemas.microsoft.com/office/drawing/2014/main" id="{24931656-86F9-E97D-4A36-60ABDF041878}"/>
                    </a:ext>
                  </a:extLst>
                </p:cNvPr>
                <p:cNvPicPr/>
                <p:nvPr/>
              </p:nvPicPr>
              <p:blipFill>
                <a:blip r:embed="rId276"/>
                <a:stretch>
                  <a:fillRect/>
                </a:stretch>
              </p:blipFill>
              <p:spPr>
                <a:xfrm>
                  <a:off x="5510016" y="3266496"/>
                  <a:ext cx="115560" cy="17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7">
              <p14:nvContentPartPr>
                <p14:cNvPr id="189" name="Ink 188">
                  <a:extLst>
                    <a:ext uri="{FF2B5EF4-FFF2-40B4-BE49-F238E27FC236}">
                      <a16:creationId xmlns:a16="http://schemas.microsoft.com/office/drawing/2014/main" id="{39A1F9E9-1465-A6BE-76E5-5423E87875E4}"/>
                    </a:ext>
                  </a:extLst>
                </p14:cNvPr>
                <p14:cNvContentPartPr/>
                <p14:nvPr/>
              </p14:nvContentPartPr>
              <p14:xfrm>
                <a:off x="5616576" y="3275136"/>
                <a:ext cx="68760" cy="166320"/>
              </p14:xfrm>
            </p:contentPart>
          </mc:Choice>
          <mc:Fallback>
            <p:pic>
              <p:nvPicPr>
                <p:cNvPr id="189" name="Ink 188">
                  <a:extLst>
                    <a:ext uri="{FF2B5EF4-FFF2-40B4-BE49-F238E27FC236}">
                      <a16:creationId xmlns:a16="http://schemas.microsoft.com/office/drawing/2014/main" id="{39A1F9E9-1465-A6BE-76E5-5423E87875E4}"/>
                    </a:ext>
                  </a:extLst>
                </p:cNvPr>
                <p:cNvPicPr/>
                <p:nvPr/>
              </p:nvPicPr>
              <p:blipFill>
                <a:blip r:embed="rId278"/>
                <a:stretch>
                  <a:fillRect/>
                </a:stretch>
              </p:blipFill>
              <p:spPr>
                <a:xfrm>
                  <a:off x="5610456" y="3269016"/>
                  <a:ext cx="81000" cy="17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9">
              <p14:nvContentPartPr>
                <p14:cNvPr id="190" name="Ink 189">
                  <a:extLst>
                    <a:ext uri="{FF2B5EF4-FFF2-40B4-BE49-F238E27FC236}">
                      <a16:creationId xmlns:a16="http://schemas.microsoft.com/office/drawing/2014/main" id="{89970E3B-C8A0-2D4C-3E18-743042E2D419}"/>
                    </a:ext>
                  </a:extLst>
                </p14:cNvPr>
                <p14:cNvContentPartPr/>
                <p14:nvPr/>
              </p14:nvContentPartPr>
              <p14:xfrm>
                <a:off x="5604336" y="3361176"/>
                <a:ext cx="207720" cy="57960"/>
              </p14:xfrm>
            </p:contentPart>
          </mc:Choice>
          <mc:Fallback>
            <p:pic>
              <p:nvPicPr>
                <p:cNvPr id="190" name="Ink 189">
                  <a:extLst>
                    <a:ext uri="{FF2B5EF4-FFF2-40B4-BE49-F238E27FC236}">
                      <a16:creationId xmlns:a16="http://schemas.microsoft.com/office/drawing/2014/main" id="{89970E3B-C8A0-2D4C-3E18-743042E2D419}"/>
                    </a:ext>
                  </a:extLst>
                </p:cNvPr>
                <p:cNvPicPr/>
                <p:nvPr/>
              </p:nvPicPr>
              <p:blipFill>
                <a:blip r:embed="rId280"/>
                <a:stretch>
                  <a:fillRect/>
                </a:stretch>
              </p:blipFill>
              <p:spPr>
                <a:xfrm>
                  <a:off x="5598216" y="3355056"/>
                  <a:ext cx="219960" cy="7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1">
              <p14:nvContentPartPr>
                <p14:cNvPr id="191" name="Ink 190">
                  <a:extLst>
                    <a:ext uri="{FF2B5EF4-FFF2-40B4-BE49-F238E27FC236}">
                      <a16:creationId xmlns:a16="http://schemas.microsoft.com/office/drawing/2014/main" id="{693C1C6C-5C10-F091-A075-7C59DC6FE183}"/>
                    </a:ext>
                  </a:extLst>
                </p14:cNvPr>
                <p14:cNvContentPartPr/>
                <p14:nvPr/>
              </p14:nvContentPartPr>
              <p14:xfrm>
                <a:off x="5784696" y="3232656"/>
                <a:ext cx="324720" cy="167040"/>
              </p14:xfrm>
            </p:contentPart>
          </mc:Choice>
          <mc:Fallback>
            <p:pic>
              <p:nvPicPr>
                <p:cNvPr id="191" name="Ink 190">
                  <a:extLst>
                    <a:ext uri="{FF2B5EF4-FFF2-40B4-BE49-F238E27FC236}">
                      <a16:creationId xmlns:a16="http://schemas.microsoft.com/office/drawing/2014/main" id="{693C1C6C-5C10-F091-A075-7C59DC6FE183}"/>
                    </a:ext>
                  </a:extLst>
                </p:cNvPr>
                <p:cNvPicPr/>
                <p:nvPr/>
              </p:nvPicPr>
              <p:blipFill>
                <a:blip r:embed="rId282"/>
                <a:stretch>
                  <a:fillRect/>
                </a:stretch>
              </p:blipFill>
              <p:spPr>
                <a:xfrm>
                  <a:off x="5778576" y="3226536"/>
                  <a:ext cx="336960" cy="17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3">
              <p14:nvContentPartPr>
                <p14:cNvPr id="192" name="Ink 191">
                  <a:extLst>
                    <a:ext uri="{FF2B5EF4-FFF2-40B4-BE49-F238E27FC236}">
                      <a16:creationId xmlns:a16="http://schemas.microsoft.com/office/drawing/2014/main" id="{592CD814-3692-FF91-8090-A4A09D482923}"/>
                    </a:ext>
                  </a:extLst>
                </p14:cNvPr>
                <p14:cNvContentPartPr/>
                <p14:nvPr/>
              </p14:nvContentPartPr>
              <p14:xfrm>
                <a:off x="6131016" y="3230136"/>
                <a:ext cx="41760" cy="112680"/>
              </p14:xfrm>
            </p:contentPart>
          </mc:Choice>
          <mc:Fallback>
            <p:pic>
              <p:nvPicPr>
                <p:cNvPr id="192" name="Ink 191">
                  <a:extLst>
                    <a:ext uri="{FF2B5EF4-FFF2-40B4-BE49-F238E27FC236}">
                      <a16:creationId xmlns:a16="http://schemas.microsoft.com/office/drawing/2014/main" id="{592CD814-3692-FF91-8090-A4A09D482923}"/>
                    </a:ext>
                  </a:extLst>
                </p:cNvPr>
                <p:cNvPicPr/>
                <p:nvPr/>
              </p:nvPicPr>
              <p:blipFill>
                <a:blip r:embed="rId284"/>
                <a:stretch>
                  <a:fillRect/>
                </a:stretch>
              </p:blipFill>
              <p:spPr>
                <a:xfrm>
                  <a:off x="6124896" y="3224016"/>
                  <a:ext cx="54000" cy="12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5">
              <p14:nvContentPartPr>
                <p14:cNvPr id="193" name="Ink 192">
                  <a:extLst>
                    <a:ext uri="{FF2B5EF4-FFF2-40B4-BE49-F238E27FC236}">
                      <a16:creationId xmlns:a16="http://schemas.microsoft.com/office/drawing/2014/main" id="{16ED5D24-CF06-C067-8FE6-BA536A88109A}"/>
                    </a:ext>
                  </a:extLst>
                </p14:cNvPr>
                <p14:cNvContentPartPr/>
                <p14:nvPr/>
              </p14:nvContentPartPr>
              <p14:xfrm>
                <a:off x="6152976" y="3266856"/>
                <a:ext cx="81000" cy="12600"/>
              </p14:xfrm>
            </p:contentPart>
          </mc:Choice>
          <mc:Fallback>
            <p:pic>
              <p:nvPicPr>
                <p:cNvPr id="193" name="Ink 192">
                  <a:extLst>
                    <a:ext uri="{FF2B5EF4-FFF2-40B4-BE49-F238E27FC236}">
                      <a16:creationId xmlns:a16="http://schemas.microsoft.com/office/drawing/2014/main" id="{16ED5D24-CF06-C067-8FE6-BA536A88109A}"/>
                    </a:ext>
                  </a:extLst>
                </p:cNvPr>
                <p:cNvPicPr/>
                <p:nvPr/>
              </p:nvPicPr>
              <p:blipFill>
                <a:blip r:embed="rId286"/>
                <a:stretch>
                  <a:fillRect/>
                </a:stretch>
              </p:blipFill>
              <p:spPr>
                <a:xfrm>
                  <a:off x="6146856" y="3260736"/>
                  <a:ext cx="93240" cy="2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7">
              <p14:nvContentPartPr>
                <p14:cNvPr id="195" name="Ink 194">
                  <a:extLst>
                    <a:ext uri="{FF2B5EF4-FFF2-40B4-BE49-F238E27FC236}">
                      <a16:creationId xmlns:a16="http://schemas.microsoft.com/office/drawing/2014/main" id="{96D9A0BB-DD06-F3EE-8D42-F9239EF53E34}"/>
                    </a:ext>
                  </a:extLst>
                </p14:cNvPr>
                <p14:cNvContentPartPr/>
                <p14:nvPr/>
              </p14:nvContentPartPr>
              <p14:xfrm>
                <a:off x="5489856" y="3663216"/>
                <a:ext cx="53640" cy="123840"/>
              </p14:xfrm>
            </p:contentPart>
          </mc:Choice>
          <mc:Fallback>
            <p:pic>
              <p:nvPicPr>
                <p:cNvPr id="195" name="Ink 194">
                  <a:extLst>
                    <a:ext uri="{FF2B5EF4-FFF2-40B4-BE49-F238E27FC236}">
                      <a16:creationId xmlns:a16="http://schemas.microsoft.com/office/drawing/2014/main" id="{96D9A0BB-DD06-F3EE-8D42-F9239EF53E34}"/>
                    </a:ext>
                  </a:extLst>
                </p:cNvPr>
                <p:cNvPicPr/>
                <p:nvPr/>
              </p:nvPicPr>
              <p:blipFill>
                <a:blip r:embed="rId288"/>
                <a:stretch>
                  <a:fillRect/>
                </a:stretch>
              </p:blipFill>
              <p:spPr>
                <a:xfrm>
                  <a:off x="5483736" y="3657096"/>
                  <a:ext cx="65880" cy="13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9">
              <p14:nvContentPartPr>
                <p14:cNvPr id="196" name="Ink 195">
                  <a:extLst>
                    <a:ext uri="{FF2B5EF4-FFF2-40B4-BE49-F238E27FC236}">
                      <a16:creationId xmlns:a16="http://schemas.microsoft.com/office/drawing/2014/main" id="{9552B437-BF0E-44D4-6953-A7BADD776463}"/>
                    </a:ext>
                  </a:extLst>
                </p14:cNvPr>
                <p14:cNvContentPartPr/>
                <p14:nvPr/>
              </p14:nvContentPartPr>
              <p14:xfrm>
                <a:off x="5399496" y="3525336"/>
                <a:ext cx="358920" cy="257400"/>
              </p14:xfrm>
            </p:contentPart>
          </mc:Choice>
          <mc:Fallback>
            <p:pic>
              <p:nvPicPr>
                <p:cNvPr id="196" name="Ink 195">
                  <a:extLst>
                    <a:ext uri="{FF2B5EF4-FFF2-40B4-BE49-F238E27FC236}">
                      <a16:creationId xmlns:a16="http://schemas.microsoft.com/office/drawing/2014/main" id="{9552B437-BF0E-44D4-6953-A7BADD776463}"/>
                    </a:ext>
                  </a:extLst>
                </p:cNvPr>
                <p:cNvPicPr/>
                <p:nvPr/>
              </p:nvPicPr>
              <p:blipFill>
                <a:blip r:embed="rId290"/>
                <a:stretch>
                  <a:fillRect/>
                </a:stretch>
              </p:blipFill>
              <p:spPr>
                <a:xfrm>
                  <a:off x="5393376" y="3519216"/>
                  <a:ext cx="371160" cy="26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1">
              <p14:nvContentPartPr>
                <p14:cNvPr id="197" name="Ink 196">
                  <a:extLst>
                    <a:ext uri="{FF2B5EF4-FFF2-40B4-BE49-F238E27FC236}">
                      <a16:creationId xmlns:a16="http://schemas.microsoft.com/office/drawing/2014/main" id="{452B587C-EDF7-48BB-34D8-FB8CA31F8F6B}"/>
                    </a:ext>
                  </a:extLst>
                </p14:cNvPr>
                <p14:cNvContentPartPr/>
                <p14:nvPr/>
              </p14:nvContentPartPr>
              <p14:xfrm>
                <a:off x="5738256" y="3701736"/>
                <a:ext cx="86040" cy="67680"/>
              </p14:xfrm>
            </p:contentPart>
          </mc:Choice>
          <mc:Fallback>
            <p:pic>
              <p:nvPicPr>
                <p:cNvPr id="197" name="Ink 196">
                  <a:extLst>
                    <a:ext uri="{FF2B5EF4-FFF2-40B4-BE49-F238E27FC236}">
                      <a16:creationId xmlns:a16="http://schemas.microsoft.com/office/drawing/2014/main" id="{452B587C-EDF7-48BB-34D8-FB8CA31F8F6B}"/>
                    </a:ext>
                  </a:extLst>
                </p:cNvPr>
                <p:cNvPicPr/>
                <p:nvPr/>
              </p:nvPicPr>
              <p:blipFill>
                <a:blip r:embed="rId292"/>
                <a:stretch>
                  <a:fillRect/>
                </a:stretch>
              </p:blipFill>
              <p:spPr>
                <a:xfrm>
                  <a:off x="5732136" y="3695616"/>
                  <a:ext cx="98280" cy="7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3">
              <p14:nvContentPartPr>
                <p14:cNvPr id="198" name="Ink 197">
                  <a:extLst>
                    <a:ext uri="{FF2B5EF4-FFF2-40B4-BE49-F238E27FC236}">
                      <a16:creationId xmlns:a16="http://schemas.microsoft.com/office/drawing/2014/main" id="{BDA3E58E-D077-E7E4-CD99-6B21BE659686}"/>
                    </a:ext>
                  </a:extLst>
                </p14:cNvPr>
                <p14:cNvContentPartPr/>
                <p14:nvPr/>
              </p14:nvContentPartPr>
              <p14:xfrm>
                <a:off x="5836536" y="3564216"/>
                <a:ext cx="102240" cy="220680"/>
              </p14:xfrm>
            </p:contentPart>
          </mc:Choice>
          <mc:Fallback>
            <p:pic>
              <p:nvPicPr>
                <p:cNvPr id="198" name="Ink 197">
                  <a:extLst>
                    <a:ext uri="{FF2B5EF4-FFF2-40B4-BE49-F238E27FC236}">
                      <a16:creationId xmlns:a16="http://schemas.microsoft.com/office/drawing/2014/main" id="{BDA3E58E-D077-E7E4-CD99-6B21BE659686}"/>
                    </a:ext>
                  </a:extLst>
                </p:cNvPr>
                <p:cNvPicPr/>
                <p:nvPr/>
              </p:nvPicPr>
              <p:blipFill>
                <a:blip r:embed="rId294"/>
                <a:stretch>
                  <a:fillRect/>
                </a:stretch>
              </p:blipFill>
              <p:spPr>
                <a:xfrm>
                  <a:off x="5830416" y="3558096"/>
                  <a:ext cx="114480" cy="23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5">
              <p14:nvContentPartPr>
                <p14:cNvPr id="199" name="Ink 198">
                  <a:extLst>
                    <a:ext uri="{FF2B5EF4-FFF2-40B4-BE49-F238E27FC236}">
                      <a16:creationId xmlns:a16="http://schemas.microsoft.com/office/drawing/2014/main" id="{BD7B649F-A3DD-59B7-AE9C-3D8A9584FAAB}"/>
                    </a:ext>
                  </a:extLst>
                </p14:cNvPr>
                <p14:cNvContentPartPr/>
                <p14:nvPr/>
              </p14:nvContentPartPr>
              <p14:xfrm>
                <a:off x="5931216" y="3704976"/>
                <a:ext cx="12600" cy="59040"/>
              </p14:xfrm>
            </p:contentPart>
          </mc:Choice>
          <mc:Fallback>
            <p:pic>
              <p:nvPicPr>
                <p:cNvPr id="199" name="Ink 198">
                  <a:extLst>
                    <a:ext uri="{FF2B5EF4-FFF2-40B4-BE49-F238E27FC236}">
                      <a16:creationId xmlns:a16="http://schemas.microsoft.com/office/drawing/2014/main" id="{BD7B649F-A3DD-59B7-AE9C-3D8A9584FAAB}"/>
                    </a:ext>
                  </a:extLst>
                </p:cNvPr>
                <p:cNvPicPr/>
                <p:nvPr/>
              </p:nvPicPr>
              <p:blipFill>
                <a:blip r:embed="rId296"/>
                <a:stretch>
                  <a:fillRect/>
                </a:stretch>
              </p:blipFill>
              <p:spPr>
                <a:xfrm>
                  <a:off x="5925096" y="3698856"/>
                  <a:ext cx="24840" cy="7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7">
              <p14:nvContentPartPr>
                <p14:cNvPr id="200" name="Ink 199">
                  <a:extLst>
                    <a:ext uri="{FF2B5EF4-FFF2-40B4-BE49-F238E27FC236}">
                      <a16:creationId xmlns:a16="http://schemas.microsoft.com/office/drawing/2014/main" id="{401CD88C-FDB7-57FD-034F-85E7581FA6B7}"/>
                    </a:ext>
                  </a:extLst>
                </p14:cNvPr>
                <p14:cNvContentPartPr/>
                <p14:nvPr/>
              </p14:nvContentPartPr>
              <p14:xfrm>
                <a:off x="6006816" y="3614616"/>
                <a:ext cx="12600" cy="43560"/>
              </p14:xfrm>
            </p:contentPart>
          </mc:Choice>
          <mc:Fallback>
            <p:pic>
              <p:nvPicPr>
                <p:cNvPr id="200" name="Ink 199">
                  <a:extLst>
                    <a:ext uri="{FF2B5EF4-FFF2-40B4-BE49-F238E27FC236}">
                      <a16:creationId xmlns:a16="http://schemas.microsoft.com/office/drawing/2014/main" id="{401CD88C-FDB7-57FD-034F-85E7581FA6B7}"/>
                    </a:ext>
                  </a:extLst>
                </p:cNvPr>
                <p:cNvPicPr/>
                <p:nvPr/>
              </p:nvPicPr>
              <p:blipFill>
                <a:blip r:embed="rId298"/>
                <a:stretch>
                  <a:fillRect/>
                </a:stretch>
              </p:blipFill>
              <p:spPr>
                <a:xfrm>
                  <a:off x="6000696" y="3608496"/>
                  <a:ext cx="24840" cy="5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9">
              <p14:nvContentPartPr>
                <p14:cNvPr id="201" name="Ink 200">
                  <a:extLst>
                    <a:ext uri="{FF2B5EF4-FFF2-40B4-BE49-F238E27FC236}">
                      <a16:creationId xmlns:a16="http://schemas.microsoft.com/office/drawing/2014/main" id="{0F00523D-A620-6908-DD85-53A3717AFEB3}"/>
                    </a:ext>
                  </a:extLst>
                </p14:cNvPr>
                <p14:cNvContentPartPr/>
                <p14:nvPr/>
              </p14:nvContentPartPr>
              <p14:xfrm>
                <a:off x="6000336" y="3614616"/>
                <a:ext cx="35280" cy="149040"/>
              </p14:xfrm>
            </p:contentPart>
          </mc:Choice>
          <mc:Fallback>
            <p:pic>
              <p:nvPicPr>
                <p:cNvPr id="201" name="Ink 200">
                  <a:extLst>
                    <a:ext uri="{FF2B5EF4-FFF2-40B4-BE49-F238E27FC236}">
                      <a16:creationId xmlns:a16="http://schemas.microsoft.com/office/drawing/2014/main" id="{0F00523D-A620-6908-DD85-53A3717AFEB3}"/>
                    </a:ext>
                  </a:extLst>
                </p:cNvPr>
                <p:cNvPicPr/>
                <p:nvPr/>
              </p:nvPicPr>
              <p:blipFill>
                <a:blip r:embed="rId300"/>
                <a:stretch>
                  <a:fillRect/>
                </a:stretch>
              </p:blipFill>
              <p:spPr>
                <a:xfrm>
                  <a:off x="5994216" y="3608496"/>
                  <a:ext cx="47520" cy="16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1">
              <p14:nvContentPartPr>
                <p14:cNvPr id="202" name="Ink 201">
                  <a:extLst>
                    <a:ext uri="{FF2B5EF4-FFF2-40B4-BE49-F238E27FC236}">
                      <a16:creationId xmlns:a16="http://schemas.microsoft.com/office/drawing/2014/main" id="{4C0B7D19-E0FA-5210-E776-42B6668CC2FD}"/>
                    </a:ext>
                  </a:extLst>
                </p14:cNvPr>
                <p14:cNvContentPartPr/>
                <p14:nvPr/>
              </p14:nvContentPartPr>
              <p14:xfrm>
                <a:off x="6090336" y="3641976"/>
                <a:ext cx="68040" cy="95040"/>
              </p14:xfrm>
            </p:contentPart>
          </mc:Choice>
          <mc:Fallback>
            <p:pic>
              <p:nvPicPr>
                <p:cNvPr id="202" name="Ink 201">
                  <a:extLst>
                    <a:ext uri="{FF2B5EF4-FFF2-40B4-BE49-F238E27FC236}">
                      <a16:creationId xmlns:a16="http://schemas.microsoft.com/office/drawing/2014/main" id="{4C0B7D19-E0FA-5210-E776-42B6668CC2FD}"/>
                    </a:ext>
                  </a:extLst>
                </p:cNvPr>
                <p:cNvPicPr/>
                <p:nvPr/>
              </p:nvPicPr>
              <p:blipFill>
                <a:blip r:embed="rId302"/>
                <a:stretch>
                  <a:fillRect/>
                </a:stretch>
              </p:blipFill>
              <p:spPr>
                <a:xfrm>
                  <a:off x="6084216" y="3635856"/>
                  <a:ext cx="80280" cy="107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20" name="Group 219">
            <a:extLst>
              <a:ext uri="{FF2B5EF4-FFF2-40B4-BE49-F238E27FC236}">
                <a16:creationId xmlns:a16="http://schemas.microsoft.com/office/drawing/2014/main" id="{1CEBD0B6-59B3-9941-6C85-5D4C7F1EE375}"/>
              </a:ext>
            </a:extLst>
          </p:cNvPr>
          <p:cNvGrpSpPr/>
          <p:nvPr/>
        </p:nvGrpSpPr>
        <p:grpSpPr>
          <a:xfrm>
            <a:off x="6994296" y="2977416"/>
            <a:ext cx="1573200" cy="1771560"/>
            <a:chOff x="6994296" y="2977416"/>
            <a:chExt cx="1573200" cy="1771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03">
              <p14:nvContentPartPr>
                <p14:cNvPr id="204" name="Ink 203">
                  <a:extLst>
                    <a:ext uri="{FF2B5EF4-FFF2-40B4-BE49-F238E27FC236}">
                      <a16:creationId xmlns:a16="http://schemas.microsoft.com/office/drawing/2014/main" id="{40969594-8EC2-0951-CDBA-58F21BA7FE6D}"/>
                    </a:ext>
                  </a:extLst>
                </p14:cNvPr>
                <p14:cNvContentPartPr/>
                <p14:nvPr/>
              </p14:nvContentPartPr>
              <p14:xfrm>
                <a:off x="6994296" y="4092696"/>
                <a:ext cx="585000" cy="656280"/>
              </p14:xfrm>
            </p:contentPart>
          </mc:Choice>
          <mc:Fallback>
            <p:pic>
              <p:nvPicPr>
                <p:cNvPr id="204" name="Ink 203">
                  <a:extLst>
                    <a:ext uri="{FF2B5EF4-FFF2-40B4-BE49-F238E27FC236}">
                      <a16:creationId xmlns:a16="http://schemas.microsoft.com/office/drawing/2014/main" id="{40969594-8EC2-0951-CDBA-58F21BA7FE6D}"/>
                    </a:ext>
                  </a:extLst>
                </p:cNvPr>
                <p:cNvPicPr/>
                <p:nvPr/>
              </p:nvPicPr>
              <p:blipFill>
                <a:blip r:embed="rId304"/>
                <a:stretch>
                  <a:fillRect/>
                </a:stretch>
              </p:blipFill>
              <p:spPr>
                <a:xfrm>
                  <a:off x="6988176" y="4086576"/>
                  <a:ext cx="597240" cy="66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5">
              <p14:nvContentPartPr>
                <p14:cNvPr id="205" name="Ink 204">
                  <a:extLst>
                    <a:ext uri="{FF2B5EF4-FFF2-40B4-BE49-F238E27FC236}">
                      <a16:creationId xmlns:a16="http://schemas.microsoft.com/office/drawing/2014/main" id="{231A5B5A-B94B-6881-7EE3-1FD8C62E5B13}"/>
                    </a:ext>
                  </a:extLst>
                </p14:cNvPr>
                <p14:cNvContentPartPr/>
                <p14:nvPr/>
              </p14:nvContentPartPr>
              <p14:xfrm>
                <a:off x="7605936" y="3432456"/>
                <a:ext cx="410400" cy="223560"/>
              </p14:xfrm>
            </p:contentPart>
          </mc:Choice>
          <mc:Fallback>
            <p:pic>
              <p:nvPicPr>
                <p:cNvPr id="205" name="Ink 204">
                  <a:extLst>
                    <a:ext uri="{FF2B5EF4-FFF2-40B4-BE49-F238E27FC236}">
                      <a16:creationId xmlns:a16="http://schemas.microsoft.com/office/drawing/2014/main" id="{231A5B5A-B94B-6881-7EE3-1FD8C62E5B13}"/>
                    </a:ext>
                  </a:extLst>
                </p:cNvPr>
                <p:cNvPicPr/>
                <p:nvPr/>
              </p:nvPicPr>
              <p:blipFill>
                <a:blip r:embed="rId306"/>
                <a:stretch>
                  <a:fillRect/>
                </a:stretch>
              </p:blipFill>
              <p:spPr>
                <a:xfrm>
                  <a:off x="7599816" y="3426336"/>
                  <a:ext cx="422640" cy="23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7">
              <p14:nvContentPartPr>
                <p14:cNvPr id="206" name="Ink 205">
                  <a:extLst>
                    <a:ext uri="{FF2B5EF4-FFF2-40B4-BE49-F238E27FC236}">
                      <a16:creationId xmlns:a16="http://schemas.microsoft.com/office/drawing/2014/main" id="{CE4043C8-6F92-292E-2268-6B8B59E63226}"/>
                    </a:ext>
                  </a:extLst>
                </p14:cNvPr>
                <p14:cNvContentPartPr/>
                <p14:nvPr/>
              </p14:nvContentPartPr>
              <p14:xfrm>
                <a:off x="7915536" y="3536856"/>
                <a:ext cx="358920" cy="315000"/>
              </p14:xfrm>
            </p:contentPart>
          </mc:Choice>
          <mc:Fallback>
            <p:pic>
              <p:nvPicPr>
                <p:cNvPr id="206" name="Ink 205">
                  <a:extLst>
                    <a:ext uri="{FF2B5EF4-FFF2-40B4-BE49-F238E27FC236}">
                      <a16:creationId xmlns:a16="http://schemas.microsoft.com/office/drawing/2014/main" id="{CE4043C8-6F92-292E-2268-6B8B59E63226}"/>
                    </a:ext>
                  </a:extLst>
                </p:cNvPr>
                <p:cNvPicPr/>
                <p:nvPr/>
              </p:nvPicPr>
              <p:blipFill>
                <a:blip r:embed="rId308"/>
                <a:stretch>
                  <a:fillRect/>
                </a:stretch>
              </p:blipFill>
              <p:spPr>
                <a:xfrm>
                  <a:off x="7909416" y="3530736"/>
                  <a:ext cx="371160" cy="32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9">
              <p14:nvContentPartPr>
                <p14:cNvPr id="208" name="Ink 207">
                  <a:extLst>
                    <a:ext uri="{FF2B5EF4-FFF2-40B4-BE49-F238E27FC236}">
                      <a16:creationId xmlns:a16="http://schemas.microsoft.com/office/drawing/2014/main" id="{75A5369E-CB8C-E3A4-B594-56B88250A5C4}"/>
                    </a:ext>
                  </a:extLst>
                </p14:cNvPr>
                <p14:cNvContentPartPr/>
                <p14:nvPr/>
              </p14:nvContentPartPr>
              <p14:xfrm>
                <a:off x="7410816" y="3296016"/>
                <a:ext cx="20160" cy="642960"/>
              </p14:xfrm>
            </p:contentPart>
          </mc:Choice>
          <mc:Fallback>
            <p:pic>
              <p:nvPicPr>
                <p:cNvPr id="208" name="Ink 207">
                  <a:extLst>
                    <a:ext uri="{FF2B5EF4-FFF2-40B4-BE49-F238E27FC236}">
                      <a16:creationId xmlns:a16="http://schemas.microsoft.com/office/drawing/2014/main" id="{75A5369E-CB8C-E3A4-B594-56B88250A5C4}"/>
                    </a:ext>
                  </a:extLst>
                </p:cNvPr>
                <p:cNvPicPr/>
                <p:nvPr/>
              </p:nvPicPr>
              <p:blipFill>
                <a:blip r:embed="rId310"/>
                <a:stretch>
                  <a:fillRect/>
                </a:stretch>
              </p:blipFill>
              <p:spPr>
                <a:xfrm>
                  <a:off x="7404696" y="3289896"/>
                  <a:ext cx="32400" cy="65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1">
              <p14:nvContentPartPr>
                <p14:cNvPr id="209" name="Ink 208">
                  <a:extLst>
                    <a:ext uri="{FF2B5EF4-FFF2-40B4-BE49-F238E27FC236}">
                      <a16:creationId xmlns:a16="http://schemas.microsoft.com/office/drawing/2014/main" id="{9600A6B6-CBB9-CD4D-F569-CC17F905273C}"/>
                    </a:ext>
                  </a:extLst>
                </p14:cNvPr>
                <p14:cNvContentPartPr/>
                <p14:nvPr/>
              </p14:nvContentPartPr>
              <p14:xfrm>
                <a:off x="7317936" y="2977416"/>
                <a:ext cx="1249560" cy="1009440"/>
              </p14:xfrm>
            </p:contentPart>
          </mc:Choice>
          <mc:Fallback>
            <p:pic>
              <p:nvPicPr>
                <p:cNvPr id="209" name="Ink 208">
                  <a:extLst>
                    <a:ext uri="{FF2B5EF4-FFF2-40B4-BE49-F238E27FC236}">
                      <a16:creationId xmlns:a16="http://schemas.microsoft.com/office/drawing/2014/main" id="{9600A6B6-CBB9-CD4D-F569-CC17F905273C}"/>
                    </a:ext>
                  </a:extLst>
                </p:cNvPr>
                <p:cNvPicPr/>
                <p:nvPr/>
              </p:nvPicPr>
              <p:blipFill>
                <a:blip r:embed="rId312"/>
                <a:stretch>
                  <a:fillRect/>
                </a:stretch>
              </p:blipFill>
              <p:spPr>
                <a:xfrm>
                  <a:off x="7311816" y="2971296"/>
                  <a:ext cx="1261800" cy="102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3">
              <p14:nvContentPartPr>
                <p14:cNvPr id="210" name="Ink 209">
                  <a:extLst>
                    <a:ext uri="{FF2B5EF4-FFF2-40B4-BE49-F238E27FC236}">
                      <a16:creationId xmlns:a16="http://schemas.microsoft.com/office/drawing/2014/main" id="{9D802473-246F-C166-5C31-D508DFA0E956}"/>
                    </a:ext>
                  </a:extLst>
                </p14:cNvPr>
                <p14:cNvContentPartPr/>
                <p14:nvPr/>
              </p14:nvContentPartPr>
              <p14:xfrm>
                <a:off x="7375536" y="3236616"/>
                <a:ext cx="1118880" cy="148680"/>
              </p14:xfrm>
            </p:contentPart>
          </mc:Choice>
          <mc:Fallback>
            <p:pic>
              <p:nvPicPr>
                <p:cNvPr id="210" name="Ink 209">
                  <a:extLst>
                    <a:ext uri="{FF2B5EF4-FFF2-40B4-BE49-F238E27FC236}">
                      <a16:creationId xmlns:a16="http://schemas.microsoft.com/office/drawing/2014/main" id="{9D802473-246F-C166-5C31-D508DFA0E956}"/>
                    </a:ext>
                  </a:extLst>
                </p:cNvPr>
                <p:cNvPicPr/>
                <p:nvPr/>
              </p:nvPicPr>
              <p:blipFill>
                <a:blip r:embed="rId314"/>
                <a:stretch>
                  <a:fillRect/>
                </a:stretch>
              </p:blipFill>
              <p:spPr>
                <a:xfrm>
                  <a:off x="7369416" y="3230496"/>
                  <a:ext cx="1131120" cy="16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5">
              <p14:nvContentPartPr>
                <p14:cNvPr id="211" name="Ink 210">
                  <a:extLst>
                    <a:ext uri="{FF2B5EF4-FFF2-40B4-BE49-F238E27FC236}">
                      <a16:creationId xmlns:a16="http://schemas.microsoft.com/office/drawing/2014/main" id="{A2ACA342-3DA3-E125-4390-9C00E36F273B}"/>
                    </a:ext>
                  </a:extLst>
                </p14:cNvPr>
                <p14:cNvContentPartPr/>
                <p14:nvPr/>
              </p14:nvContentPartPr>
              <p14:xfrm>
                <a:off x="7684776" y="3215376"/>
                <a:ext cx="10080" cy="13680"/>
              </p14:xfrm>
            </p:contentPart>
          </mc:Choice>
          <mc:Fallback>
            <p:pic>
              <p:nvPicPr>
                <p:cNvPr id="211" name="Ink 210">
                  <a:extLst>
                    <a:ext uri="{FF2B5EF4-FFF2-40B4-BE49-F238E27FC236}">
                      <a16:creationId xmlns:a16="http://schemas.microsoft.com/office/drawing/2014/main" id="{A2ACA342-3DA3-E125-4390-9C00E36F273B}"/>
                    </a:ext>
                  </a:extLst>
                </p:cNvPr>
                <p:cNvPicPr/>
                <p:nvPr/>
              </p:nvPicPr>
              <p:blipFill>
                <a:blip r:embed="rId316"/>
                <a:stretch>
                  <a:fillRect/>
                </a:stretch>
              </p:blipFill>
              <p:spPr>
                <a:xfrm>
                  <a:off x="7678656" y="3209256"/>
                  <a:ext cx="22320" cy="2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7">
              <p14:nvContentPartPr>
                <p14:cNvPr id="212" name="Ink 211">
                  <a:extLst>
                    <a:ext uri="{FF2B5EF4-FFF2-40B4-BE49-F238E27FC236}">
                      <a16:creationId xmlns:a16="http://schemas.microsoft.com/office/drawing/2014/main" id="{049908B2-EB44-C599-777F-4E261A339C40}"/>
                    </a:ext>
                  </a:extLst>
                </p14:cNvPr>
                <p14:cNvContentPartPr/>
                <p14:nvPr/>
              </p14:nvContentPartPr>
              <p14:xfrm>
                <a:off x="7691616" y="3228696"/>
                <a:ext cx="360" cy="360"/>
              </p14:xfrm>
            </p:contentPart>
          </mc:Choice>
          <mc:Fallback>
            <p:pic>
              <p:nvPicPr>
                <p:cNvPr id="212" name="Ink 211">
                  <a:extLst>
                    <a:ext uri="{FF2B5EF4-FFF2-40B4-BE49-F238E27FC236}">
                      <a16:creationId xmlns:a16="http://schemas.microsoft.com/office/drawing/2014/main" id="{049908B2-EB44-C599-777F-4E261A339C40}"/>
                    </a:ext>
                  </a:extLst>
                </p:cNvPr>
                <p:cNvPicPr/>
                <p:nvPr/>
              </p:nvPicPr>
              <p:blipFill>
                <a:blip r:embed="rId186"/>
                <a:stretch>
                  <a:fillRect/>
                </a:stretch>
              </p:blipFill>
              <p:spPr>
                <a:xfrm>
                  <a:off x="7685496" y="3222576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8">
              <p14:nvContentPartPr>
                <p14:cNvPr id="213" name="Ink 212">
                  <a:extLst>
                    <a:ext uri="{FF2B5EF4-FFF2-40B4-BE49-F238E27FC236}">
                      <a16:creationId xmlns:a16="http://schemas.microsoft.com/office/drawing/2014/main" id="{E07557DB-B441-0B9D-E407-29769F389052}"/>
                    </a:ext>
                  </a:extLst>
                </p14:cNvPr>
                <p14:cNvContentPartPr/>
                <p14:nvPr/>
              </p14:nvContentPartPr>
              <p14:xfrm>
                <a:off x="7691616" y="3228696"/>
                <a:ext cx="11880" cy="59760"/>
              </p14:xfrm>
            </p:contentPart>
          </mc:Choice>
          <mc:Fallback>
            <p:pic>
              <p:nvPicPr>
                <p:cNvPr id="213" name="Ink 212">
                  <a:extLst>
                    <a:ext uri="{FF2B5EF4-FFF2-40B4-BE49-F238E27FC236}">
                      <a16:creationId xmlns:a16="http://schemas.microsoft.com/office/drawing/2014/main" id="{E07557DB-B441-0B9D-E407-29769F389052}"/>
                    </a:ext>
                  </a:extLst>
                </p:cNvPr>
                <p:cNvPicPr/>
                <p:nvPr/>
              </p:nvPicPr>
              <p:blipFill>
                <a:blip r:embed="rId319"/>
                <a:stretch>
                  <a:fillRect/>
                </a:stretch>
              </p:blipFill>
              <p:spPr>
                <a:xfrm>
                  <a:off x="7685496" y="3222576"/>
                  <a:ext cx="24120" cy="7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0">
              <p14:nvContentPartPr>
                <p14:cNvPr id="214" name="Ink 213">
                  <a:extLst>
                    <a:ext uri="{FF2B5EF4-FFF2-40B4-BE49-F238E27FC236}">
                      <a16:creationId xmlns:a16="http://schemas.microsoft.com/office/drawing/2014/main" id="{340B6F97-DD80-719B-4672-23D2C4A7D691}"/>
                    </a:ext>
                  </a:extLst>
                </p14:cNvPr>
                <p14:cNvContentPartPr/>
                <p14:nvPr/>
              </p14:nvContentPartPr>
              <p14:xfrm>
                <a:off x="7781976" y="3136896"/>
                <a:ext cx="92880" cy="126360"/>
              </p14:xfrm>
            </p:contentPart>
          </mc:Choice>
          <mc:Fallback>
            <p:pic>
              <p:nvPicPr>
                <p:cNvPr id="214" name="Ink 213">
                  <a:extLst>
                    <a:ext uri="{FF2B5EF4-FFF2-40B4-BE49-F238E27FC236}">
                      <a16:creationId xmlns:a16="http://schemas.microsoft.com/office/drawing/2014/main" id="{340B6F97-DD80-719B-4672-23D2C4A7D691}"/>
                    </a:ext>
                  </a:extLst>
                </p:cNvPr>
                <p:cNvPicPr/>
                <p:nvPr/>
              </p:nvPicPr>
              <p:blipFill>
                <a:blip r:embed="rId321"/>
                <a:stretch>
                  <a:fillRect/>
                </a:stretch>
              </p:blipFill>
              <p:spPr>
                <a:xfrm>
                  <a:off x="7775856" y="3130776"/>
                  <a:ext cx="105120" cy="13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2">
              <p14:nvContentPartPr>
                <p14:cNvPr id="215" name="Ink 214">
                  <a:extLst>
                    <a:ext uri="{FF2B5EF4-FFF2-40B4-BE49-F238E27FC236}">
                      <a16:creationId xmlns:a16="http://schemas.microsoft.com/office/drawing/2014/main" id="{274AFF85-F7FF-D39B-E3A9-B58B358BD98A}"/>
                    </a:ext>
                  </a:extLst>
                </p14:cNvPr>
                <p14:cNvContentPartPr/>
                <p14:nvPr/>
              </p14:nvContentPartPr>
              <p14:xfrm>
                <a:off x="7893936" y="3122856"/>
                <a:ext cx="68760" cy="161280"/>
              </p14:xfrm>
            </p:contentPart>
          </mc:Choice>
          <mc:Fallback>
            <p:pic>
              <p:nvPicPr>
                <p:cNvPr id="215" name="Ink 214">
                  <a:extLst>
                    <a:ext uri="{FF2B5EF4-FFF2-40B4-BE49-F238E27FC236}">
                      <a16:creationId xmlns:a16="http://schemas.microsoft.com/office/drawing/2014/main" id="{274AFF85-F7FF-D39B-E3A9-B58B358BD98A}"/>
                    </a:ext>
                  </a:extLst>
                </p:cNvPr>
                <p:cNvPicPr/>
                <p:nvPr/>
              </p:nvPicPr>
              <p:blipFill>
                <a:blip r:embed="rId323"/>
                <a:stretch>
                  <a:fillRect/>
                </a:stretch>
              </p:blipFill>
              <p:spPr>
                <a:xfrm>
                  <a:off x="7887816" y="3116736"/>
                  <a:ext cx="81000" cy="17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4">
              <p14:nvContentPartPr>
                <p14:cNvPr id="216" name="Ink 215">
                  <a:extLst>
                    <a:ext uri="{FF2B5EF4-FFF2-40B4-BE49-F238E27FC236}">
                      <a16:creationId xmlns:a16="http://schemas.microsoft.com/office/drawing/2014/main" id="{E0DC3504-C7AF-F80E-C3FB-BC420D3896FC}"/>
                    </a:ext>
                  </a:extLst>
                </p14:cNvPr>
                <p14:cNvContentPartPr/>
                <p14:nvPr/>
              </p14:nvContentPartPr>
              <p14:xfrm>
                <a:off x="7901136" y="3220416"/>
                <a:ext cx="183240" cy="45000"/>
              </p14:xfrm>
            </p:contentPart>
          </mc:Choice>
          <mc:Fallback>
            <p:pic>
              <p:nvPicPr>
                <p:cNvPr id="216" name="Ink 215">
                  <a:extLst>
                    <a:ext uri="{FF2B5EF4-FFF2-40B4-BE49-F238E27FC236}">
                      <a16:creationId xmlns:a16="http://schemas.microsoft.com/office/drawing/2014/main" id="{E0DC3504-C7AF-F80E-C3FB-BC420D3896FC}"/>
                    </a:ext>
                  </a:extLst>
                </p:cNvPr>
                <p:cNvPicPr/>
                <p:nvPr/>
              </p:nvPicPr>
              <p:blipFill>
                <a:blip r:embed="rId325"/>
                <a:stretch>
                  <a:fillRect/>
                </a:stretch>
              </p:blipFill>
              <p:spPr>
                <a:xfrm>
                  <a:off x="7895016" y="3214296"/>
                  <a:ext cx="195480" cy="5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6">
              <p14:nvContentPartPr>
                <p14:cNvPr id="217" name="Ink 216">
                  <a:extLst>
                    <a:ext uri="{FF2B5EF4-FFF2-40B4-BE49-F238E27FC236}">
                      <a16:creationId xmlns:a16="http://schemas.microsoft.com/office/drawing/2014/main" id="{516797E0-6992-66A6-1DEC-C51DEE8347BA}"/>
                    </a:ext>
                  </a:extLst>
                </p14:cNvPr>
                <p14:cNvContentPartPr/>
                <p14:nvPr/>
              </p14:nvContentPartPr>
              <p14:xfrm>
                <a:off x="8075736" y="3067056"/>
                <a:ext cx="349920" cy="187560"/>
              </p14:xfrm>
            </p:contentPart>
          </mc:Choice>
          <mc:Fallback>
            <p:pic>
              <p:nvPicPr>
                <p:cNvPr id="217" name="Ink 216">
                  <a:extLst>
                    <a:ext uri="{FF2B5EF4-FFF2-40B4-BE49-F238E27FC236}">
                      <a16:creationId xmlns:a16="http://schemas.microsoft.com/office/drawing/2014/main" id="{516797E0-6992-66A6-1DEC-C51DEE8347BA}"/>
                    </a:ext>
                  </a:extLst>
                </p:cNvPr>
                <p:cNvPicPr/>
                <p:nvPr/>
              </p:nvPicPr>
              <p:blipFill>
                <a:blip r:embed="rId327"/>
                <a:stretch>
                  <a:fillRect/>
                </a:stretch>
              </p:blipFill>
              <p:spPr>
                <a:xfrm>
                  <a:off x="8069616" y="3060936"/>
                  <a:ext cx="362160" cy="19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8">
              <p14:nvContentPartPr>
                <p14:cNvPr id="218" name="Ink 217">
                  <a:extLst>
                    <a:ext uri="{FF2B5EF4-FFF2-40B4-BE49-F238E27FC236}">
                      <a16:creationId xmlns:a16="http://schemas.microsoft.com/office/drawing/2014/main" id="{392EFC73-69B4-8322-9826-EB7EA08EBE84}"/>
                    </a:ext>
                  </a:extLst>
                </p14:cNvPr>
                <p14:cNvContentPartPr/>
                <p14:nvPr/>
              </p14:nvContentPartPr>
              <p14:xfrm>
                <a:off x="8489736" y="3065256"/>
                <a:ext cx="46080" cy="138960"/>
              </p14:xfrm>
            </p:contentPart>
          </mc:Choice>
          <mc:Fallback>
            <p:pic>
              <p:nvPicPr>
                <p:cNvPr id="218" name="Ink 217">
                  <a:extLst>
                    <a:ext uri="{FF2B5EF4-FFF2-40B4-BE49-F238E27FC236}">
                      <a16:creationId xmlns:a16="http://schemas.microsoft.com/office/drawing/2014/main" id="{392EFC73-69B4-8322-9826-EB7EA08EBE84}"/>
                    </a:ext>
                  </a:extLst>
                </p:cNvPr>
                <p:cNvPicPr/>
                <p:nvPr/>
              </p:nvPicPr>
              <p:blipFill>
                <a:blip r:embed="rId329"/>
                <a:stretch>
                  <a:fillRect/>
                </a:stretch>
              </p:blipFill>
              <p:spPr>
                <a:xfrm>
                  <a:off x="8483616" y="3059136"/>
                  <a:ext cx="58320" cy="15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0">
              <p14:nvContentPartPr>
                <p14:cNvPr id="219" name="Ink 218">
                  <a:extLst>
                    <a:ext uri="{FF2B5EF4-FFF2-40B4-BE49-F238E27FC236}">
                      <a16:creationId xmlns:a16="http://schemas.microsoft.com/office/drawing/2014/main" id="{73A7C159-2578-311C-51B2-C4F627AFDECB}"/>
                    </a:ext>
                  </a:extLst>
                </p14:cNvPr>
                <p14:cNvContentPartPr/>
                <p14:nvPr/>
              </p14:nvContentPartPr>
              <p14:xfrm>
                <a:off x="8462016" y="3142656"/>
                <a:ext cx="83160" cy="8640"/>
              </p14:xfrm>
            </p:contentPart>
          </mc:Choice>
          <mc:Fallback>
            <p:pic>
              <p:nvPicPr>
                <p:cNvPr id="219" name="Ink 218">
                  <a:extLst>
                    <a:ext uri="{FF2B5EF4-FFF2-40B4-BE49-F238E27FC236}">
                      <a16:creationId xmlns:a16="http://schemas.microsoft.com/office/drawing/2014/main" id="{73A7C159-2578-311C-51B2-C4F627AFDECB}"/>
                    </a:ext>
                  </a:extLst>
                </p:cNvPr>
                <p:cNvPicPr/>
                <p:nvPr/>
              </p:nvPicPr>
              <p:blipFill>
                <a:blip r:embed="rId331"/>
                <a:stretch>
                  <a:fillRect/>
                </a:stretch>
              </p:blipFill>
              <p:spPr>
                <a:xfrm>
                  <a:off x="8455896" y="3136536"/>
                  <a:ext cx="95400" cy="2088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4871223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Group 14">
            <a:extLst>
              <a:ext uri="{FF2B5EF4-FFF2-40B4-BE49-F238E27FC236}">
                <a16:creationId xmlns:a16="http://schemas.microsoft.com/office/drawing/2014/main" id="{B84E3A0F-9C0E-F2E6-E011-14DD12BF4A7F}"/>
              </a:ext>
            </a:extLst>
          </p:cNvPr>
          <p:cNvGrpSpPr/>
          <p:nvPr/>
        </p:nvGrpSpPr>
        <p:grpSpPr>
          <a:xfrm>
            <a:off x="1161216" y="427896"/>
            <a:ext cx="635040" cy="312480"/>
            <a:chOff x="1161216" y="427896"/>
            <a:chExt cx="635040" cy="312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F8D568A4-DD87-84D1-64D2-104C28366DE2}"/>
                    </a:ext>
                  </a:extLst>
                </p14:cNvPr>
                <p14:cNvContentPartPr/>
                <p14:nvPr/>
              </p14:nvContentPartPr>
              <p14:xfrm>
                <a:off x="1161216" y="589536"/>
                <a:ext cx="144720" cy="150840"/>
              </p14:xfrm>
            </p:contentPart>
          </mc:Choice>
          <mc:Fallback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F8D568A4-DD87-84D1-64D2-104C28366DE2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1155096" y="583416"/>
                  <a:ext cx="156960" cy="16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DD63A020-49AD-4052-00B6-5D9FD6723275}"/>
                    </a:ext>
                  </a:extLst>
                </p14:cNvPr>
                <p14:cNvContentPartPr/>
                <p14:nvPr/>
              </p14:nvContentPartPr>
              <p14:xfrm>
                <a:off x="1408176" y="427896"/>
                <a:ext cx="62280" cy="260280"/>
              </p14:xfrm>
            </p:contentPart>
          </mc:Choice>
          <mc:Fallback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DD63A020-49AD-4052-00B6-5D9FD6723275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1402056" y="421776"/>
                  <a:ext cx="74520" cy="27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C60970FF-AE82-8419-6348-1E8666272A1F}"/>
                    </a:ext>
                  </a:extLst>
                </p14:cNvPr>
                <p14:cNvContentPartPr/>
                <p14:nvPr/>
              </p14:nvContentPartPr>
              <p14:xfrm>
                <a:off x="1493496" y="602856"/>
                <a:ext cx="100440" cy="9036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C60970FF-AE82-8419-6348-1E8666272A1F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487376" y="596736"/>
                  <a:ext cx="112680" cy="10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46454D68-622F-9E30-96F1-8A67C7BF8B28}"/>
                    </a:ext>
                  </a:extLst>
                </p14:cNvPr>
                <p14:cNvContentPartPr/>
                <p14:nvPr/>
              </p14:nvContentPartPr>
              <p14:xfrm>
                <a:off x="1635336" y="586296"/>
                <a:ext cx="60840" cy="12636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46454D68-622F-9E30-96F1-8A67C7BF8B28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629216" y="580176"/>
                  <a:ext cx="73080" cy="13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BC6B3909-9531-4778-8B76-995CECB3B4B2}"/>
                    </a:ext>
                  </a:extLst>
                </p14:cNvPr>
                <p14:cNvContentPartPr/>
                <p14:nvPr/>
              </p14:nvContentPartPr>
              <p14:xfrm>
                <a:off x="1701216" y="592776"/>
                <a:ext cx="95040" cy="12240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BC6B3909-9531-4778-8B76-995CECB3B4B2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1695096" y="586656"/>
                  <a:ext cx="107280" cy="134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39520142-AB1C-0765-2DD1-D182714F37A8}"/>
              </a:ext>
            </a:extLst>
          </p:cNvPr>
          <p:cNvGrpSpPr/>
          <p:nvPr/>
        </p:nvGrpSpPr>
        <p:grpSpPr>
          <a:xfrm>
            <a:off x="2303856" y="373176"/>
            <a:ext cx="1211400" cy="287640"/>
            <a:chOff x="2303856" y="373176"/>
            <a:chExt cx="1211400" cy="287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C415250D-C30F-AE38-B40C-F2A8235524FA}"/>
                    </a:ext>
                  </a:extLst>
                </p14:cNvPr>
                <p14:cNvContentPartPr/>
                <p14:nvPr/>
              </p14:nvContentPartPr>
              <p14:xfrm>
                <a:off x="2303856" y="401616"/>
                <a:ext cx="189720" cy="25920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C415250D-C30F-AE38-B40C-F2A8235524FA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2297736" y="395496"/>
                  <a:ext cx="201960" cy="27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E696CDAD-FC57-733B-D3A8-241ABA9CDC8A}"/>
                    </a:ext>
                  </a:extLst>
                </p14:cNvPr>
                <p14:cNvContentPartPr/>
                <p14:nvPr/>
              </p14:nvContentPartPr>
              <p14:xfrm>
                <a:off x="2505456" y="396216"/>
                <a:ext cx="90720" cy="24264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E696CDAD-FC57-733B-D3A8-241ABA9CDC8A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2499336" y="390096"/>
                  <a:ext cx="102960" cy="25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CCF72279-9B26-FBD7-30A7-E74E31B40615}"/>
                    </a:ext>
                  </a:extLst>
                </p14:cNvPr>
                <p14:cNvContentPartPr/>
                <p14:nvPr/>
              </p14:nvContentPartPr>
              <p14:xfrm>
                <a:off x="2490696" y="548496"/>
                <a:ext cx="317160" cy="4788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CCF72279-9B26-FBD7-30A7-E74E31B40615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2484576" y="542376"/>
                  <a:ext cx="329400" cy="6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F096658C-36AB-31A6-F56B-DF28E682BE06}"/>
                    </a:ext>
                  </a:extLst>
                </p14:cNvPr>
                <p14:cNvContentPartPr/>
                <p14:nvPr/>
              </p14:nvContentPartPr>
              <p14:xfrm>
                <a:off x="2785536" y="373176"/>
                <a:ext cx="603000" cy="23436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F096658C-36AB-31A6-F56B-DF28E682BE06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2779416" y="367056"/>
                  <a:ext cx="615240" cy="24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4B67B01C-7CFE-D8A8-E1C0-0B2736B40C4F}"/>
                    </a:ext>
                  </a:extLst>
                </p14:cNvPr>
                <p14:cNvContentPartPr/>
                <p14:nvPr/>
              </p14:nvContentPartPr>
              <p14:xfrm>
                <a:off x="3388176" y="374256"/>
                <a:ext cx="73440" cy="23256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4B67B01C-7CFE-D8A8-E1C0-0B2736B40C4F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3382056" y="368136"/>
                  <a:ext cx="85680" cy="24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7E127178-4255-4A60-3E0F-01173AAD9DC3}"/>
                    </a:ext>
                  </a:extLst>
                </p14:cNvPr>
                <p14:cNvContentPartPr/>
                <p14:nvPr/>
              </p14:nvContentPartPr>
              <p14:xfrm>
                <a:off x="3317256" y="474336"/>
                <a:ext cx="198000" cy="2952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7E127178-4255-4A60-3E0F-01173AAD9DC3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3311136" y="468216"/>
                  <a:ext cx="210240" cy="417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4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3E4E9F34-3F6B-E56B-F0A0-A530530BF511}"/>
                  </a:ext>
                </a:extLst>
              </p14:cNvPr>
              <p14:cNvContentPartPr/>
              <p14:nvPr/>
            </p14:nvContentPartPr>
            <p14:xfrm>
              <a:off x="3800376" y="341496"/>
              <a:ext cx="160920" cy="375480"/>
            </p14:xfrm>
          </p:contentPart>
        </mc:Choice>
        <mc:Fallback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3E4E9F34-3F6B-E56B-F0A0-A530530BF511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3794256" y="335376"/>
                <a:ext cx="173160" cy="387720"/>
              </a:xfrm>
              <a:prstGeom prst="rect">
                <a:avLst/>
              </a:prstGeom>
            </p:spPr>
          </p:pic>
        </mc:Fallback>
      </mc:AlternateContent>
      <p:grpSp>
        <p:nvGrpSpPr>
          <p:cNvPr id="27" name="Group 26">
            <a:extLst>
              <a:ext uri="{FF2B5EF4-FFF2-40B4-BE49-F238E27FC236}">
                <a16:creationId xmlns:a16="http://schemas.microsoft.com/office/drawing/2014/main" id="{B4CBF409-A40A-60AA-C1F4-B9978F54FC25}"/>
              </a:ext>
            </a:extLst>
          </p:cNvPr>
          <p:cNvGrpSpPr/>
          <p:nvPr/>
        </p:nvGrpSpPr>
        <p:grpSpPr>
          <a:xfrm>
            <a:off x="1722456" y="917136"/>
            <a:ext cx="1041840" cy="548280"/>
            <a:chOff x="1722456" y="917136"/>
            <a:chExt cx="1041840" cy="548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C5E67DA8-ABC3-40BD-3E3A-E504DE58F7DB}"/>
                    </a:ext>
                  </a:extLst>
                </p14:cNvPr>
                <p14:cNvContentPartPr/>
                <p14:nvPr/>
              </p14:nvContentPartPr>
              <p14:xfrm>
                <a:off x="1722456" y="1119456"/>
                <a:ext cx="83520" cy="34596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C5E67DA8-ABC3-40BD-3E3A-E504DE58F7DB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1716336" y="1113336"/>
                  <a:ext cx="95760" cy="35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44428F30-2ACF-4F13-B66F-8F5A844895D9}"/>
                    </a:ext>
                  </a:extLst>
                </p14:cNvPr>
                <p14:cNvContentPartPr/>
                <p14:nvPr/>
              </p14:nvContentPartPr>
              <p14:xfrm>
                <a:off x="1815336" y="1101816"/>
                <a:ext cx="73800" cy="7272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44428F30-2ACF-4F13-B66F-8F5A844895D9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1809216" y="1095696"/>
                  <a:ext cx="86040" cy="8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F1E7A52C-B8A8-9F6D-06E3-325A3C767907}"/>
                    </a:ext>
                  </a:extLst>
                </p14:cNvPr>
                <p14:cNvContentPartPr/>
                <p14:nvPr/>
              </p14:nvContentPartPr>
              <p14:xfrm>
                <a:off x="1959336" y="1037016"/>
                <a:ext cx="95400" cy="9864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F1E7A52C-B8A8-9F6D-06E3-325A3C767907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1953216" y="1030896"/>
                  <a:ext cx="107640" cy="11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D4129F8A-7484-6287-90B3-FAC14BDB999B}"/>
                    </a:ext>
                  </a:extLst>
                </p14:cNvPr>
                <p14:cNvContentPartPr/>
                <p14:nvPr/>
              </p14:nvContentPartPr>
              <p14:xfrm>
                <a:off x="2088576" y="1099296"/>
                <a:ext cx="5400" cy="3780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D4129F8A-7484-6287-90B3-FAC14BDB999B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2082456" y="1093176"/>
                  <a:ext cx="17640" cy="5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FB7207B1-0CFD-DD26-5D43-880D4AB67FE5}"/>
                    </a:ext>
                  </a:extLst>
                </p14:cNvPr>
                <p14:cNvContentPartPr/>
                <p14:nvPr/>
              </p14:nvContentPartPr>
              <p14:xfrm>
                <a:off x="2115216" y="969336"/>
                <a:ext cx="10080" cy="4824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FB7207B1-0CFD-DD26-5D43-880D4AB67FE5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2109096" y="963216"/>
                  <a:ext cx="22320" cy="6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8AB5B505-4D09-6826-C16D-60361FE541BA}"/>
                    </a:ext>
                  </a:extLst>
                </p14:cNvPr>
                <p14:cNvContentPartPr/>
                <p14:nvPr/>
              </p14:nvContentPartPr>
              <p14:xfrm>
                <a:off x="2173896" y="1047456"/>
                <a:ext cx="95400" cy="8460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8AB5B505-4D09-6826-C16D-60361FE541BA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2167776" y="1041336"/>
                  <a:ext cx="107640" cy="9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F74809A3-38C9-10CD-BE24-ACC158F31872}"/>
                    </a:ext>
                  </a:extLst>
                </p14:cNvPr>
                <p14:cNvContentPartPr/>
                <p14:nvPr/>
              </p14:nvContentPartPr>
              <p14:xfrm>
                <a:off x="2308536" y="1052856"/>
                <a:ext cx="131400" cy="7884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F74809A3-38C9-10CD-BE24-ACC158F31872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2302416" y="1046736"/>
                  <a:ext cx="143640" cy="9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644F1F40-287F-66D4-8B1F-1E15337FD171}"/>
                    </a:ext>
                  </a:extLst>
                </p14:cNvPr>
                <p14:cNvContentPartPr/>
                <p14:nvPr/>
              </p14:nvContentPartPr>
              <p14:xfrm>
                <a:off x="2502936" y="917136"/>
                <a:ext cx="59040" cy="20376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644F1F40-287F-66D4-8B1F-1E15337FD171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2496816" y="911016"/>
                  <a:ext cx="71280" cy="21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47EC5021-FECB-5F58-2DDD-FD6E515F1210}"/>
                    </a:ext>
                  </a:extLst>
                </p14:cNvPr>
                <p14:cNvContentPartPr/>
                <p14:nvPr/>
              </p14:nvContentPartPr>
              <p14:xfrm>
                <a:off x="2473776" y="1028736"/>
                <a:ext cx="136800" cy="36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47EC5021-FECB-5F58-2DDD-FD6E515F1210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2467656" y="1022616"/>
                  <a:ext cx="14904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6E2C040C-202B-89A6-F47B-CCC140503CC3}"/>
                    </a:ext>
                  </a:extLst>
                </p14:cNvPr>
                <p14:cNvContentPartPr/>
                <p14:nvPr/>
              </p14:nvContentPartPr>
              <p14:xfrm>
                <a:off x="2607336" y="1031616"/>
                <a:ext cx="156960" cy="9072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6E2C040C-202B-89A6-F47B-CCC140503CC3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2601216" y="1025496"/>
                  <a:ext cx="169200" cy="102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9DF0FD61-4459-8957-944F-C192C5704A5A}"/>
              </a:ext>
            </a:extLst>
          </p:cNvPr>
          <p:cNvGrpSpPr/>
          <p:nvPr/>
        </p:nvGrpSpPr>
        <p:grpSpPr>
          <a:xfrm>
            <a:off x="3036816" y="897696"/>
            <a:ext cx="722520" cy="558000"/>
            <a:chOff x="3036816" y="897696"/>
            <a:chExt cx="722520" cy="558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1AB505AE-1518-8D64-5F4E-787AC2FEF2EB}"/>
                    </a:ext>
                  </a:extLst>
                </p14:cNvPr>
                <p14:cNvContentPartPr/>
                <p14:nvPr/>
              </p14:nvContentPartPr>
              <p14:xfrm>
                <a:off x="3036816" y="904176"/>
                <a:ext cx="170280" cy="23436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1AB505AE-1518-8D64-5F4E-787AC2FEF2EB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3030696" y="898056"/>
                  <a:ext cx="182520" cy="24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98DE4D52-9EFD-D01C-3E65-8935D5B4D698}"/>
                    </a:ext>
                  </a:extLst>
                </p14:cNvPr>
                <p14:cNvContentPartPr/>
                <p14:nvPr/>
              </p14:nvContentPartPr>
              <p14:xfrm>
                <a:off x="3261096" y="899496"/>
                <a:ext cx="88200" cy="20124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98DE4D52-9EFD-D01C-3E65-8935D5B4D698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3254976" y="893376"/>
                  <a:ext cx="100440" cy="21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FAC1E77D-C18D-9FEE-5338-39738600F457}"/>
                    </a:ext>
                  </a:extLst>
                </p14:cNvPr>
                <p14:cNvContentPartPr/>
                <p14:nvPr/>
              </p14:nvContentPartPr>
              <p14:xfrm>
                <a:off x="3288096" y="967896"/>
                <a:ext cx="161280" cy="11304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FAC1E77D-C18D-9FEE-5338-39738600F457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3281976" y="961776"/>
                  <a:ext cx="173520" cy="12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3F5C481F-66B5-DF88-B248-1DCAFE1CD416}"/>
                    </a:ext>
                  </a:extLst>
                </p14:cNvPr>
                <p14:cNvContentPartPr/>
                <p14:nvPr/>
              </p14:nvContentPartPr>
              <p14:xfrm>
                <a:off x="3470976" y="999216"/>
                <a:ext cx="17280" cy="6228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3F5C481F-66B5-DF88-B248-1DCAFE1CD416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3464856" y="993096"/>
                  <a:ext cx="29520" cy="7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09193C19-23AF-3958-3A37-1A7042A3851A}"/>
                    </a:ext>
                  </a:extLst>
                </p14:cNvPr>
                <p14:cNvContentPartPr/>
                <p14:nvPr/>
              </p14:nvContentPartPr>
              <p14:xfrm>
                <a:off x="3519576" y="897696"/>
                <a:ext cx="17280" cy="5472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09193C19-23AF-3958-3A37-1A7042A3851A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3513456" y="891576"/>
                  <a:ext cx="29520" cy="6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7B22503F-7FEC-8588-DBE3-EEEB912BA8B9}"/>
                    </a:ext>
                  </a:extLst>
                </p14:cNvPr>
                <p14:cNvContentPartPr/>
                <p14:nvPr/>
              </p14:nvContentPartPr>
              <p14:xfrm>
                <a:off x="3560616" y="1010736"/>
                <a:ext cx="105840" cy="4752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7B22503F-7FEC-8588-DBE3-EEEB912BA8B9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3554496" y="1004616"/>
                  <a:ext cx="118080" cy="5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CECAAFC6-0B4F-4A30-3E79-63A2ACE33059}"/>
                    </a:ext>
                  </a:extLst>
                </p14:cNvPr>
                <p14:cNvContentPartPr/>
                <p14:nvPr/>
              </p14:nvContentPartPr>
              <p14:xfrm>
                <a:off x="3441816" y="1008216"/>
                <a:ext cx="317520" cy="44748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CECAAFC6-0B4F-4A30-3E79-63A2ACE33059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3435696" y="1002096"/>
                  <a:ext cx="329760" cy="459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1" name="Group 50">
            <a:extLst>
              <a:ext uri="{FF2B5EF4-FFF2-40B4-BE49-F238E27FC236}">
                <a16:creationId xmlns:a16="http://schemas.microsoft.com/office/drawing/2014/main" id="{45490346-10A9-AFE3-879C-A72F8B7F6CFA}"/>
              </a:ext>
            </a:extLst>
          </p:cNvPr>
          <p:cNvGrpSpPr/>
          <p:nvPr/>
        </p:nvGrpSpPr>
        <p:grpSpPr>
          <a:xfrm>
            <a:off x="4165776" y="884016"/>
            <a:ext cx="763560" cy="139680"/>
            <a:chOff x="4165776" y="884016"/>
            <a:chExt cx="763560" cy="139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4380821E-4D81-7137-F7A2-E264DB075DD7}"/>
                    </a:ext>
                  </a:extLst>
                </p14:cNvPr>
                <p14:cNvContentPartPr/>
                <p14:nvPr/>
              </p14:nvContentPartPr>
              <p14:xfrm>
                <a:off x="4165776" y="926496"/>
                <a:ext cx="125280" cy="9720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4380821E-4D81-7137-F7A2-E264DB075DD7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4159656" y="920376"/>
                  <a:ext cx="137520" cy="10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D6DA505B-A11C-4A62-DBCF-BE600896D3B0}"/>
                    </a:ext>
                  </a:extLst>
                </p14:cNvPr>
                <p14:cNvContentPartPr/>
                <p14:nvPr/>
              </p14:nvContentPartPr>
              <p14:xfrm>
                <a:off x="4364856" y="902736"/>
                <a:ext cx="130320" cy="7776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D6DA505B-A11C-4A62-DBCF-BE600896D3B0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4358736" y="896616"/>
                  <a:ext cx="142560" cy="9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E6FB7500-832D-A9BD-DC2A-52B83856D0E7}"/>
                    </a:ext>
                  </a:extLst>
                </p14:cNvPr>
                <p14:cNvContentPartPr/>
                <p14:nvPr/>
              </p14:nvContentPartPr>
              <p14:xfrm>
                <a:off x="4556016" y="926496"/>
                <a:ext cx="176040" cy="5760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E6FB7500-832D-A9BD-DC2A-52B83856D0E7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4549896" y="920376"/>
                  <a:ext cx="188280" cy="6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0C7BE51A-9935-EC6B-94DD-D7C3CB1162D9}"/>
                    </a:ext>
                  </a:extLst>
                </p14:cNvPr>
                <p14:cNvContentPartPr/>
                <p14:nvPr/>
              </p14:nvContentPartPr>
              <p14:xfrm>
                <a:off x="4795776" y="884016"/>
                <a:ext cx="133560" cy="7668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0C7BE51A-9935-EC6B-94DD-D7C3CB1162D9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4789656" y="877896"/>
                  <a:ext cx="145800" cy="88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2" name="Group 61">
            <a:extLst>
              <a:ext uri="{FF2B5EF4-FFF2-40B4-BE49-F238E27FC236}">
                <a16:creationId xmlns:a16="http://schemas.microsoft.com/office/drawing/2014/main" id="{16EB0C65-FE27-330B-0D53-E54A7C66086C}"/>
              </a:ext>
            </a:extLst>
          </p:cNvPr>
          <p:cNvGrpSpPr/>
          <p:nvPr/>
        </p:nvGrpSpPr>
        <p:grpSpPr>
          <a:xfrm>
            <a:off x="1669176" y="1365696"/>
            <a:ext cx="1160640" cy="527400"/>
            <a:chOff x="1669176" y="1365696"/>
            <a:chExt cx="1160640" cy="527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762827BE-E5E0-F7B6-5DE5-11BF3A96E66E}"/>
                    </a:ext>
                  </a:extLst>
                </p14:cNvPr>
                <p14:cNvContentPartPr/>
                <p14:nvPr/>
              </p14:nvContentPartPr>
              <p14:xfrm>
                <a:off x="1669176" y="1619496"/>
                <a:ext cx="82080" cy="27360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762827BE-E5E0-F7B6-5DE5-11BF3A96E66E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1663056" y="1613376"/>
                  <a:ext cx="94320" cy="28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2BC25110-431E-F013-866E-A9E14134CF21}"/>
                    </a:ext>
                  </a:extLst>
                </p14:cNvPr>
                <p14:cNvContentPartPr/>
                <p14:nvPr/>
              </p14:nvContentPartPr>
              <p14:xfrm>
                <a:off x="1756656" y="1594296"/>
                <a:ext cx="98640" cy="8460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2BC25110-431E-F013-866E-A9E14134CF21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1750536" y="1588176"/>
                  <a:ext cx="110880" cy="9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3CB5AAD2-737D-1974-0337-9EAF9D5D6968}"/>
                    </a:ext>
                  </a:extLst>
                </p14:cNvPr>
                <p14:cNvContentPartPr/>
                <p14:nvPr/>
              </p14:nvContentPartPr>
              <p14:xfrm>
                <a:off x="1964016" y="1508256"/>
                <a:ext cx="66240" cy="12924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3CB5AAD2-737D-1974-0337-9EAF9D5D6968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1957896" y="1502136"/>
                  <a:ext cx="78480" cy="14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AEDF7D6F-6F7A-1E4C-58FA-E8F54109460A}"/>
                    </a:ext>
                  </a:extLst>
                </p14:cNvPr>
                <p14:cNvContentPartPr/>
                <p14:nvPr/>
              </p14:nvContentPartPr>
              <p14:xfrm>
                <a:off x="2144376" y="1555416"/>
                <a:ext cx="12600" cy="54000"/>
              </p14:xfrm>
            </p:contentPart>
          </mc:Choice>
          <mc:Fallback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AEDF7D6F-6F7A-1E4C-58FA-E8F54109460A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2138256" y="1549296"/>
                  <a:ext cx="24840" cy="6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9EE15095-DF8B-8E50-CE0C-8299D6055BB3}"/>
                    </a:ext>
                  </a:extLst>
                </p14:cNvPr>
                <p14:cNvContentPartPr/>
                <p14:nvPr/>
              </p14:nvContentPartPr>
              <p14:xfrm>
                <a:off x="2181096" y="1433376"/>
                <a:ext cx="12600" cy="47520"/>
              </p14:xfrm>
            </p:contentPart>
          </mc:Choice>
          <mc:Fallback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9EE15095-DF8B-8E50-CE0C-8299D6055BB3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2174976" y="1427256"/>
                  <a:ext cx="24840" cy="5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A295C220-F735-FF0C-2351-087EF3FD8FAA}"/>
                    </a:ext>
                  </a:extLst>
                </p14:cNvPr>
                <p14:cNvContentPartPr/>
                <p14:nvPr/>
              </p14:nvContentPartPr>
              <p14:xfrm>
                <a:off x="2276136" y="1494216"/>
                <a:ext cx="122400" cy="10584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A295C220-F735-FF0C-2351-087EF3FD8FAA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2270016" y="1488096"/>
                  <a:ext cx="134640" cy="11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EBE50D5C-4824-98BB-F928-D4CFFBD5FAD3}"/>
                    </a:ext>
                  </a:extLst>
                </p14:cNvPr>
                <p14:cNvContentPartPr/>
                <p14:nvPr/>
              </p14:nvContentPartPr>
              <p14:xfrm>
                <a:off x="2416176" y="1496736"/>
                <a:ext cx="94320" cy="81720"/>
              </p14:xfrm>
            </p:contentPart>
          </mc:Choice>
          <mc:Fallback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EBE50D5C-4824-98BB-F928-D4CFFBD5FAD3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2410056" y="1490616"/>
                  <a:ext cx="106560" cy="9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C0A32239-8B0F-7F34-FEC8-FAAAE510611B}"/>
                    </a:ext>
                  </a:extLst>
                </p14:cNvPr>
                <p14:cNvContentPartPr/>
                <p14:nvPr/>
              </p14:nvContentPartPr>
              <p14:xfrm>
                <a:off x="2622456" y="1365696"/>
                <a:ext cx="46800" cy="178200"/>
              </p14:xfrm>
            </p:contentPart>
          </mc:Choice>
          <mc:Fallback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C0A32239-8B0F-7F34-FEC8-FAAAE510611B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2616336" y="1359576"/>
                  <a:ext cx="59040" cy="19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49F736C8-B71F-87A4-BD6A-86B6DF63AB88}"/>
                    </a:ext>
                  </a:extLst>
                </p14:cNvPr>
                <p14:cNvContentPartPr/>
                <p14:nvPr/>
              </p14:nvContentPartPr>
              <p14:xfrm>
                <a:off x="2607696" y="1452816"/>
                <a:ext cx="105120" cy="24840"/>
              </p14:xfrm>
            </p:contentPart>
          </mc:Choice>
          <mc:Fallback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49F736C8-B71F-87A4-BD6A-86B6DF63AB88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2601576" y="1446696"/>
                  <a:ext cx="117360" cy="3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548A0811-347A-DF79-0848-48D2B9E5A2F7}"/>
                    </a:ext>
                  </a:extLst>
                </p14:cNvPr>
                <p14:cNvContentPartPr/>
                <p14:nvPr/>
              </p14:nvContentPartPr>
              <p14:xfrm>
                <a:off x="2708856" y="1496016"/>
                <a:ext cx="120960" cy="97200"/>
              </p14:xfrm>
            </p:contentPart>
          </mc:Choice>
          <mc:Fallback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548A0811-347A-DF79-0848-48D2B9E5A2F7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2702736" y="1489896"/>
                  <a:ext cx="133200" cy="109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0" name="Group 69">
            <a:extLst>
              <a:ext uri="{FF2B5EF4-FFF2-40B4-BE49-F238E27FC236}">
                <a16:creationId xmlns:a16="http://schemas.microsoft.com/office/drawing/2014/main" id="{2511117A-5876-98A5-90DF-10D9866D1707}"/>
              </a:ext>
            </a:extLst>
          </p:cNvPr>
          <p:cNvGrpSpPr/>
          <p:nvPr/>
        </p:nvGrpSpPr>
        <p:grpSpPr>
          <a:xfrm>
            <a:off x="3129696" y="1299096"/>
            <a:ext cx="744120" cy="558000"/>
            <a:chOff x="3129696" y="1299096"/>
            <a:chExt cx="744120" cy="558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412292B5-3D20-91D7-322B-515C2EE11474}"/>
                    </a:ext>
                  </a:extLst>
                </p14:cNvPr>
                <p14:cNvContentPartPr/>
                <p14:nvPr/>
              </p14:nvContentPartPr>
              <p14:xfrm>
                <a:off x="3129696" y="1347336"/>
                <a:ext cx="139320" cy="206640"/>
              </p14:xfrm>
            </p:contentPart>
          </mc:Choice>
          <mc:Fallback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412292B5-3D20-91D7-322B-515C2EE11474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3123576" y="1341216"/>
                  <a:ext cx="151560" cy="21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B36787AD-BF3B-C334-C9AD-379E3C309435}"/>
                    </a:ext>
                  </a:extLst>
                </p14:cNvPr>
                <p14:cNvContentPartPr/>
                <p14:nvPr/>
              </p14:nvContentPartPr>
              <p14:xfrm>
                <a:off x="3300336" y="1299096"/>
                <a:ext cx="70920" cy="184680"/>
              </p14:xfrm>
            </p:contentPart>
          </mc:Choice>
          <mc:Fallback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B36787AD-BF3B-C334-C9AD-379E3C309435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3294216" y="1292976"/>
                  <a:ext cx="83160" cy="19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47B91139-ED9B-7C7F-9FC0-2B886BE5B6E1}"/>
                    </a:ext>
                  </a:extLst>
                </p14:cNvPr>
                <p14:cNvContentPartPr/>
                <p14:nvPr/>
              </p14:nvContentPartPr>
              <p14:xfrm>
                <a:off x="3300336" y="1409256"/>
                <a:ext cx="168480" cy="109800"/>
              </p14:xfrm>
            </p:contentPart>
          </mc:Choice>
          <mc:Fallback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47B91139-ED9B-7C7F-9FC0-2B886BE5B6E1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3294216" y="1403136"/>
                  <a:ext cx="180720" cy="12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24EE7C96-AAB0-7E59-67A1-69234E611A79}"/>
                    </a:ext>
                  </a:extLst>
                </p14:cNvPr>
                <p14:cNvContentPartPr/>
                <p14:nvPr/>
              </p14:nvContentPartPr>
              <p14:xfrm>
                <a:off x="3514896" y="1490256"/>
                <a:ext cx="17280" cy="31320"/>
              </p14:xfrm>
            </p:contentPart>
          </mc:Choice>
          <mc:Fallback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24EE7C96-AAB0-7E59-67A1-69234E611A79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3508776" y="1484136"/>
                  <a:ext cx="29520" cy="4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EBED82D3-4026-1B00-C8AB-9CA9B84D2715}"/>
                    </a:ext>
                  </a:extLst>
                </p14:cNvPr>
                <p14:cNvContentPartPr/>
                <p14:nvPr/>
              </p14:nvContentPartPr>
              <p14:xfrm>
                <a:off x="3549096" y="1348056"/>
                <a:ext cx="19800" cy="70200"/>
              </p14:xfrm>
            </p:contentPart>
          </mc:Choice>
          <mc:Fallback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EBED82D3-4026-1B00-C8AB-9CA9B84D2715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3542976" y="1341936"/>
                  <a:ext cx="32040" cy="8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159FA5EE-83B3-B81A-01C1-2963654434B7}"/>
                    </a:ext>
                  </a:extLst>
                </p14:cNvPr>
                <p14:cNvContentPartPr/>
                <p14:nvPr/>
              </p14:nvContentPartPr>
              <p14:xfrm>
                <a:off x="3629016" y="1465776"/>
                <a:ext cx="151920" cy="44640"/>
              </p14:xfrm>
            </p:contentPart>
          </mc:Choice>
          <mc:Fallback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159FA5EE-83B3-B81A-01C1-2963654434B7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3622896" y="1459656"/>
                  <a:ext cx="164160" cy="5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7EA9EC31-1524-78BE-CB53-C59DDBE563AE}"/>
                    </a:ext>
                  </a:extLst>
                </p14:cNvPr>
                <p14:cNvContentPartPr/>
                <p14:nvPr/>
              </p14:nvContentPartPr>
              <p14:xfrm>
                <a:off x="3544056" y="1455336"/>
                <a:ext cx="329760" cy="401760"/>
              </p14:xfrm>
            </p:contentPart>
          </mc:Choice>
          <mc:Fallback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7EA9EC31-1524-78BE-CB53-C59DDBE563AE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3537936" y="1449216"/>
                  <a:ext cx="342000" cy="414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8" name="Group 77">
            <a:extLst>
              <a:ext uri="{FF2B5EF4-FFF2-40B4-BE49-F238E27FC236}">
                <a16:creationId xmlns:a16="http://schemas.microsoft.com/office/drawing/2014/main" id="{ACFEA6D7-D7E5-FA1A-79E5-D024E828EFA7}"/>
              </a:ext>
            </a:extLst>
          </p:cNvPr>
          <p:cNvGrpSpPr/>
          <p:nvPr/>
        </p:nvGrpSpPr>
        <p:grpSpPr>
          <a:xfrm>
            <a:off x="4226616" y="1198656"/>
            <a:ext cx="507960" cy="407520"/>
            <a:chOff x="4226616" y="1198656"/>
            <a:chExt cx="507960" cy="407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2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E3882BA7-35BB-565A-2BAA-7169FEA031D8}"/>
                    </a:ext>
                  </a:extLst>
                </p14:cNvPr>
                <p14:cNvContentPartPr/>
                <p14:nvPr/>
              </p14:nvContentPartPr>
              <p14:xfrm>
                <a:off x="4226616" y="1401336"/>
                <a:ext cx="146520" cy="77040"/>
              </p14:xfrm>
            </p:contentPart>
          </mc:Choice>
          <mc:Fallback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E3882BA7-35BB-565A-2BAA-7169FEA031D8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4220496" y="1395216"/>
                  <a:ext cx="158760" cy="8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4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190A47DB-0EA5-3A53-4CD0-191FCA3E27A6}"/>
                    </a:ext>
                  </a:extLst>
                </p14:cNvPr>
                <p14:cNvContentPartPr/>
                <p14:nvPr/>
              </p14:nvContentPartPr>
              <p14:xfrm>
                <a:off x="4397616" y="1309896"/>
                <a:ext cx="7560" cy="11880"/>
              </p14:xfrm>
            </p:contentPart>
          </mc:Choice>
          <mc:Fallback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190A47DB-0EA5-3A53-4CD0-191FCA3E27A6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4391496" y="1303776"/>
                  <a:ext cx="19800" cy="2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6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6E3266D6-31DF-E919-F8B3-F7EBF2634FC5}"/>
                    </a:ext>
                  </a:extLst>
                </p14:cNvPr>
                <p14:cNvContentPartPr/>
                <p14:nvPr/>
              </p14:nvContentPartPr>
              <p14:xfrm>
                <a:off x="4460616" y="1198656"/>
                <a:ext cx="198360" cy="236160"/>
              </p14:xfrm>
            </p:contentPart>
          </mc:Choice>
          <mc:Fallback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6E3266D6-31DF-E919-F8B3-F7EBF2634FC5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4454496" y="1192536"/>
                  <a:ext cx="210600" cy="24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8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0097691D-3884-BAC7-B1F0-EC8B41EC41F8}"/>
                    </a:ext>
                  </a:extLst>
                </p14:cNvPr>
                <p14:cNvContentPartPr/>
                <p14:nvPr/>
              </p14:nvContentPartPr>
              <p14:xfrm>
                <a:off x="4731696" y="1340496"/>
                <a:ext cx="2880" cy="29520"/>
              </p14:xfrm>
            </p:contentPart>
          </mc:Choice>
          <mc:Fallback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0097691D-3884-BAC7-B1F0-EC8B41EC41F8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4725576" y="1334376"/>
                  <a:ext cx="15120" cy="4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0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91E503B1-CA51-2676-EC59-56525466ACC8}"/>
                    </a:ext>
                  </a:extLst>
                </p14:cNvPr>
                <p14:cNvContentPartPr/>
                <p14:nvPr/>
              </p14:nvContentPartPr>
              <p14:xfrm>
                <a:off x="4629096" y="1514736"/>
                <a:ext cx="92880" cy="91440"/>
              </p14:xfrm>
            </p:contentPart>
          </mc:Choice>
          <mc:Fallback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91E503B1-CA51-2676-EC59-56525466ACC8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4622976" y="1508616"/>
                  <a:ext cx="105120" cy="1036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12">
            <p14:nvContentPartPr>
              <p14:cNvPr id="76" name="Ink 75">
                <a:extLst>
                  <a:ext uri="{FF2B5EF4-FFF2-40B4-BE49-F238E27FC236}">
                    <a16:creationId xmlns:a16="http://schemas.microsoft.com/office/drawing/2014/main" id="{7824F138-E50F-687B-BFCE-B2C235B46D1B}"/>
                  </a:ext>
                </a:extLst>
              </p14:cNvPr>
              <p14:cNvContentPartPr/>
              <p14:nvPr/>
            </p14:nvContentPartPr>
            <p14:xfrm>
              <a:off x="5041296" y="876456"/>
              <a:ext cx="5400" cy="19080"/>
            </p14:xfrm>
          </p:contentPart>
        </mc:Choice>
        <mc:Fallback>
          <p:pic>
            <p:nvPicPr>
              <p:cNvPr id="76" name="Ink 75">
                <a:extLst>
                  <a:ext uri="{FF2B5EF4-FFF2-40B4-BE49-F238E27FC236}">
                    <a16:creationId xmlns:a16="http://schemas.microsoft.com/office/drawing/2014/main" id="{7824F138-E50F-687B-BFCE-B2C235B46D1B}"/>
                  </a:ext>
                </a:extLst>
              </p:cNvPr>
              <p:cNvPicPr/>
              <p:nvPr/>
            </p:nvPicPr>
            <p:blipFill>
              <a:blip r:embed="rId113"/>
              <a:stretch>
                <a:fillRect/>
              </a:stretch>
            </p:blipFill>
            <p:spPr>
              <a:xfrm>
                <a:off x="5035176" y="870336"/>
                <a:ext cx="17640" cy="31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4">
            <p14:nvContentPartPr>
              <p14:cNvPr id="77" name="Ink 76">
                <a:extLst>
                  <a:ext uri="{FF2B5EF4-FFF2-40B4-BE49-F238E27FC236}">
                    <a16:creationId xmlns:a16="http://schemas.microsoft.com/office/drawing/2014/main" id="{9D972F3D-8B3B-DEB7-32C5-D5BE35BF37E8}"/>
                  </a:ext>
                </a:extLst>
              </p14:cNvPr>
              <p14:cNvContentPartPr/>
              <p14:nvPr/>
            </p14:nvContentPartPr>
            <p14:xfrm>
              <a:off x="4975416" y="1024416"/>
              <a:ext cx="56520" cy="95400"/>
            </p14:xfrm>
          </p:contentPart>
        </mc:Choice>
        <mc:Fallback>
          <p:pic>
            <p:nvPicPr>
              <p:cNvPr id="77" name="Ink 76">
                <a:extLst>
                  <a:ext uri="{FF2B5EF4-FFF2-40B4-BE49-F238E27FC236}">
                    <a16:creationId xmlns:a16="http://schemas.microsoft.com/office/drawing/2014/main" id="{9D972F3D-8B3B-DEB7-32C5-D5BE35BF37E8}"/>
                  </a:ext>
                </a:extLst>
              </p:cNvPr>
              <p:cNvPicPr/>
              <p:nvPr/>
            </p:nvPicPr>
            <p:blipFill>
              <a:blip r:embed="rId115"/>
              <a:stretch>
                <a:fillRect/>
              </a:stretch>
            </p:blipFill>
            <p:spPr>
              <a:xfrm>
                <a:off x="4969296" y="1018296"/>
                <a:ext cx="68760" cy="107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6">
            <p14:nvContentPartPr>
              <p14:cNvPr id="79" name="Ink 78">
                <a:extLst>
                  <a:ext uri="{FF2B5EF4-FFF2-40B4-BE49-F238E27FC236}">
                    <a16:creationId xmlns:a16="http://schemas.microsoft.com/office/drawing/2014/main" id="{6D856744-82A9-4487-759E-7E73932CD178}"/>
                  </a:ext>
                </a:extLst>
              </p14:cNvPr>
              <p14:cNvContentPartPr/>
              <p14:nvPr/>
            </p14:nvContentPartPr>
            <p14:xfrm>
              <a:off x="206136" y="3889296"/>
              <a:ext cx="139320" cy="123120"/>
            </p14:xfrm>
          </p:contentPart>
        </mc:Choice>
        <mc:Fallback>
          <p:pic>
            <p:nvPicPr>
              <p:cNvPr id="79" name="Ink 78">
                <a:extLst>
                  <a:ext uri="{FF2B5EF4-FFF2-40B4-BE49-F238E27FC236}">
                    <a16:creationId xmlns:a16="http://schemas.microsoft.com/office/drawing/2014/main" id="{6D856744-82A9-4487-759E-7E73932CD178}"/>
                  </a:ext>
                </a:extLst>
              </p:cNvPr>
              <p:cNvPicPr/>
              <p:nvPr/>
            </p:nvPicPr>
            <p:blipFill>
              <a:blip r:embed="rId117"/>
              <a:stretch>
                <a:fillRect/>
              </a:stretch>
            </p:blipFill>
            <p:spPr>
              <a:xfrm>
                <a:off x="200016" y="3883176"/>
                <a:ext cx="151560" cy="135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8">
            <p14:nvContentPartPr>
              <p14:cNvPr id="99" name="Ink 98">
                <a:extLst>
                  <a:ext uri="{FF2B5EF4-FFF2-40B4-BE49-F238E27FC236}">
                    <a16:creationId xmlns:a16="http://schemas.microsoft.com/office/drawing/2014/main" id="{1656472F-25AB-9FFE-E76A-9151AEC23553}"/>
                  </a:ext>
                </a:extLst>
              </p14:cNvPr>
              <p14:cNvContentPartPr/>
              <p14:nvPr/>
            </p14:nvContentPartPr>
            <p14:xfrm>
              <a:off x="7551936" y="245016"/>
              <a:ext cx="183960" cy="121320"/>
            </p14:xfrm>
          </p:contentPart>
        </mc:Choice>
        <mc:Fallback>
          <p:pic>
            <p:nvPicPr>
              <p:cNvPr id="99" name="Ink 98">
                <a:extLst>
                  <a:ext uri="{FF2B5EF4-FFF2-40B4-BE49-F238E27FC236}">
                    <a16:creationId xmlns:a16="http://schemas.microsoft.com/office/drawing/2014/main" id="{1656472F-25AB-9FFE-E76A-9151AEC23553}"/>
                  </a:ext>
                </a:extLst>
              </p:cNvPr>
              <p:cNvPicPr/>
              <p:nvPr/>
            </p:nvPicPr>
            <p:blipFill>
              <a:blip r:embed="rId119"/>
              <a:stretch>
                <a:fillRect/>
              </a:stretch>
            </p:blipFill>
            <p:spPr>
              <a:xfrm>
                <a:off x="7545816" y="238896"/>
                <a:ext cx="196200" cy="133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0">
            <p14:nvContentPartPr>
              <p14:cNvPr id="100" name="Ink 99">
                <a:extLst>
                  <a:ext uri="{FF2B5EF4-FFF2-40B4-BE49-F238E27FC236}">
                    <a16:creationId xmlns:a16="http://schemas.microsoft.com/office/drawing/2014/main" id="{A1952FF0-7D66-DBA4-3D26-47654A360B02}"/>
                  </a:ext>
                </a:extLst>
              </p14:cNvPr>
              <p14:cNvContentPartPr/>
              <p14:nvPr/>
            </p14:nvContentPartPr>
            <p14:xfrm>
              <a:off x="7789176" y="180216"/>
              <a:ext cx="251280" cy="169200"/>
            </p14:xfrm>
          </p:contentPart>
        </mc:Choice>
        <mc:Fallback>
          <p:pic>
            <p:nvPicPr>
              <p:cNvPr id="100" name="Ink 99">
                <a:extLst>
                  <a:ext uri="{FF2B5EF4-FFF2-40B4-BE49-F238E27FC236}">
                    <a16:creationId xmlns:a16="http://schemas.microsoft.com/office/drawing/2014/main" id="{A1952FF0-7D66-DBA4-3D26-47654A360B02}"/>
                  </a:ext>
                </a:extLst>
              </p:cNvPr>
              <p:cNvPicPr/>
              <p:nvPr/>
            </p:nvPicPr>
            <p:blipFill>
              <a:blip r:embed="rId121"/>
              <a:stretch>
                <a:fillRect/>
              </a:stretch>
            </p:blipFill>
            <p:spPr>
              <a:xfrm>
                <a:off x="7783056" y="174096"/>
                <a:ext cx="263520" cy="181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2">
            <p14:nvContentPartPr>
              <p14:cNvPr id="101" name="Ink 100">
                <a:extLst>
                  <a:ext uri="{FF2B5EF4-FFF2-40B4-BE49-F238E27FC236}">
                    <a16:creationId xmlns:a16="http://schemas.microsoft.com/office/drawing/2014/main" id="{587E9C0D-43FB-61D2-B9C8-76343BE9F0BE}"/>
                  </a:ext>
                </a:extLst>
              </p14:cNvPr>
              <p14:cNvContentPartPr/>
              <p14:nvPr/>
            </p14:nvContentPartPr>
            <p14:xfrm>
              <a:off x="8105976" y="200376"/>
              <a:ext cx="150480" cy="149760"/>
            </p14:xfrm>
          </p:contentPart>
        </mc:Choice>
        <mc:Fallback>
          <p:pic>
            <p:nvPicPr>
              <p:cNvPr id="101" name="Ink 100">
                <a:extLst>
                  <a:ext uri="{FF2B5EF4-FFF2-40B4-BE49-F238E27FC236}">
                    <a16:creationId xmlns:a16="http://schemas.microsoft.com/office/drawing/2014/main" id="{587E9C0D-43FB-61D2-B9C8-76343BE9F0BE}"/>
                  </a:ext>
                </a:extLst>
              </p:cNvPr>
              <p:cNvPicPr/>
              <p:nvPr/>
            </p:nvPicPr>
            <p:blipFill>
              <a:blip r:embed="rId123"/>
              <a:stretch>
                <a:fillRect/>
              </a:stretch>
            </p:blipFill>
            <p:spPr>
              <a:xfrm>
                <a:off x="8099856" y="194256"/>
                <a:ext cx="162720" cy="162000"/>
              </a:xfrm>
              <a:prstGeom prst="rect">
                <a:avLst/>
              </a:prstGeom>
            </p:spPr>
          </p:pic>
        </mc:Fallback>
      </mc:AlternateContent>
      <p:grpSp>
        <p:nvGrpSpPr>
          <p:cNvPr id="183" name="Group 182">
            <a:extLst>
              <a:ext uri="{FF2B5EF4-FFF2-40B4-BE49-F238E27FC236}">
                <a16:creationId xmlns:a16="http://schemas.microsoft.com/office/drawing/2014/main" id="{C7D6D2FB-32E8-DCFE-5D61-1709682BC69A}"/>
              </a:ext>
            </a:extLst>
          </p:cNvPr>
          <p:cNvGrpSpPr/>
          <p:nvPr/>
        </p:nvGrpSpPr>
        <p:grpSpPr>
          <a:xfrm>
            <a:off x="1622736" y="2227536"/>
            <a:ext cx="968400" cy="543960"/>
            <a:chOff x="1622736" y="2227536"/>
            <a:chExt cx="968400" cy="543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24">
              <p14:nvContentPartPr>
                <p14:cNvPr id="162" name="Ink 161">
                  <a:extLst>
                    <a:ext uri="{FF2B5EF4-FFF2-40B4-BE49-F238E27FC236}">
                      <a16:creationId xmlns:a16="http://schemas.microsoft.com/office/drawing/2014/main" id="{E5C4B35C-7AAD-42EE-2940-5C2DED5C704B}"/>
                    </a:ext>
                  </a:extLst>
                </p14:cNvPr>
                <p14:cNvContentPartPr/>
                <p14:nvPr/>
              </p14:nvContentPartPr>
              <p14:xfrm>
                <a:off x="1622736" y="2431296"/>
                <a:ext cx="105120" cy="340200"/>
              </p14:xfrm>
            </p:contentPart>
          </mc:Choice>
          <mc:Fallback>
            <p:pic>
              <p:nvPicPr>
                <p:cNvPr id="162" name="Ink 161">
                  <a:extLst>
                    <a:ext uri="{FF2B5EF4-FFF2-40B4-BE49-F238E27FC236}">
                      <a16:creationId xmlns:a16="http://schemas.microsoft.com/office/drawing/2014/main" id="{E5C4B35C-7AAD-42EE-2940-5C2DED5C704B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1616616" y="2425176"/>
                  <a:ext cx="117360" cy="35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6">
              <p14:nvContentPartPr>
                <p14:cNvPr id="163" name="Ink 162">
                  <a:extLst>
                    <a:ext uri="{FF2B5EF4-FFF2-40B4-BE49-F238E27FC236}">
                      <a16:creationId xmlns:a16="http://schemas.microsoft.com/office/drawing/2014/main" id="{D6BEC5D1-9D0E-A212-EB8F-85E05AE42712}"/>
                    </a:ext>
                  </a:extLst>
                </p14:cNvPr>
                <p14:cNvContentPartPr/>
                <p14:nvPr/>
              </p14:nvContentPartPr>
              <p14:xfrm>
                <a:off x="1756656" y="2424096"/>
                <a:ext cx="72000" cy="70560"/>
              </p14:xfrm>
            </p:contentPart>
          </mc:Choice>
          <mc:Fallback>
            <p:pic>
              <p:nvPicPr>
                <p:cNvPr id="163" name="Ink 162">
                  <a:extLst>
                    <a:ext uri="{FF2B5EF4-FFF2-40B4-BE49-F238E27FC236}">
                      <a16:creationId xmlns:a16="http://schemas.microsoft.com/office/drawing/2014/main" id="{D6BEC5D1-9D0E-A212-EB8F-85E05AE42712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1750536" y="2417976"/>
                  <a:ext cx="84240" cy="8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8">
              <p14:nvContentPartPr>
                <p14:cNvPr id="164" name="Ink 163">
                  <a:extLst>
                    <a:ext uri="{FF2B5EF4-FFF2-40B4-BE49-F238E27FC236}">
                      <a16:creationId xmlns:a16="http://schemas.microsoft.com/office/drawing/2014/main" id="{604A4BC8-4B01-8BA1-948B-6863AAEAF9A7}"/>
                    </a:ext>
                  </a:extLst>
                </p14:cNvPr>
                <p14:cNvContentPartPr/>
                <p14:nvPr/>
              </p14:nvContentPartPr>
              <p14:xfrm>
                <a:off x="1954296" y="2396016"/>
                <a:ext cx="185760" cy="49680"/>
              </p14:xfrm>
            </p:contentPart>
          </mc:Choice>
          <mc:Fallback>
            <p:pic>
              <p:nvPicPr>
                <p:cNvPr id="164" name="Ink 163">
                  <a:extLst>
                    <a:ext uri="{FF2B5EF4-FFF2-40B4-BE49-F238E27FC236}">
                      <a16:creationId xmlns:a16="http://schemas.microsoft.com/office/drawing/2014/main" id="{604A4BC8-4B01-8BA1-948B-6863AAEAF9A7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1948176" y="2389896"/>
                  <a:ext cx="198000" cy="6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0">
              <p14:nvContentPartPr>
                <p14:cNvPr id="165" name="Ink 164">
                  <a:extLst>
                    <a:ext uri="{FF2B5EF4-FFF2-40B4-BE49-F238E27FC236}">
                      <a16:creationId xmlns:a16="http://schemas.microsoft.com/office/drawing/2014/main" id="{6C29DFFD-ADF0-1608-BACB-D2CE14EA6A78}"/>
                    </a:ext>
                  </a:extLst>
                </p14:cNvPr>
                <p14:cNvContentPartPr/>
                <p14:nvPr/>
              </p14:nvContentPartPr>
              <p14:xfrm>
                <a:off x="2176056" y="2244456"/>
                <a:ext cx="68760" cy="196920"/>
              </p14:xfrm>
            </p:contentPart>
          </mc:Choice>
          <mc:Fallback>
            <p:pic>
              <p:nvPicPr>
                <p:cNvPr id="165" name="Ink 164">
                  <a:extLst>
                    <a:ext uri="{FF2B5EF4-FFF2-40B4-BE49-F238E27FC236}">
                      <a16:creationId xmlns:a16="http://schemas.microsoft.com/office/drawing/2014/main" id="{6C29DFFD-ADF0-1608-BACB-D2CE14EA6A78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2169936" y="2238336"/>
                  <a:ext cx="81000" cy="20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2">
              <p14:nvContentPartPr>
                <p14:cNvPr id="166" name="Ink 165">
                  <a:extLst>
                    <a:ext uri="{FF2B5EF4-FFF2-40B4-BE49-F238E27FC236}">
                      <a16:creationId xmlns:a16="http://schemas.microsoft.com/office/drawing/2014/main" id="{E132CCEF-5040-B13B-14A3-27674732BC1F}"/>
                    </a:ext>
                  </a:extLst>
                </p14:cNvPr>
                <p14:cNvContentPartPr/>
                <p14:nvPr/>
              </p14:nvContentPartPr>
              <p14:xfrm>
                <a:off x="2307816" y="2227536"/>
                <a:ext cx="83160" cy="226440"/>
              </p14:xfrm>
            </p:contentPart>
          </mc:Choice>
          <mc:Fallback>
            <p:pic>
              <p:nvPicPr>
                <p:cNvPr id="166" name="Ink 165">
                  <a:extLst>
                    <a:ext uri="{FF2B5EF4-FFF2-40B4-BE49-F238E27FC236}">
                      <a16:creationId xmlns:a16="http://schemas.microsoft.com/office/drawing/2014/main" id="{E132CCEF-5040-B13B-14A3-27674732BC1F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2301696" y="2221416"/>
                  <a:ext cx="95400" cy="23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4">
              <p14:nvContentPartPr>
                <p14:cNvPr id="167" name="Ink 166">
                  <a:extLst>
                    <a:ext uri="{FF2B5EF4-FFF2-40B4-BE49-F238E27FC236}">
                      <a16:creationId xmlns:a16="http://schemas.microsoft.com/office/drawing/2014/main" id="{CB2A9730-BBA9-BAAE-12B2-F0CBAC30205F}"/>
                    </a:ext>
                  </a:extLst>
                </p14:cNvPr>
                <p14:cNvContentPartPr/>
                <p14:nvPr/>
              </p14:nvContentPartPr>
              <p14:xfrm>
                <a:off x="2412576" y="2366496"/>
                <a:ext cx="27360" cy="45000"/>
              </p14:xfrm>
            </p:contentPart>
          </mc:Choice>
          <mc:Fallback>
            <p:pic>
              <p:nvPicPr>
                <p:cNvPr id="167" name="Ink 166">
                  <a:extLst>
                    <a:ext uri="{FF2B5EF4-FFF2-40B4-BE49-F238E27FC236}">
                      <a16:creationId xmlns:a16="http://schemas.microsoft.com/office/drawing/2014/main" id="{CB2A9730-BBA9-BAAE-12B2-F0CBAC30205F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2406456" y="2360376"/>
                  <a:ext cx="39600" cy="5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6">
              <p14:nvContentPartPr>
                <p14:cNvPr id="168" name="Ink 167">
                  <a:extLst>
                    <a:ext uri="{FF2B5EF4-FFF2-40B4-BE49-F238E27FC236}">
                      <a16:creationId xmlns:a16="http://schemas.microsoft.com/office/drawing/2014/main" id="{F310BA91-F3EE-8F6B-F899-DC88AD004D0A}"/>
                    </a:ext>
                  </a:extLst>
                </p14:cNvPr>
                <p14:cNvContentPartPr/>
                <p14:nvPr/>
              </p14:nvContentPartPr>
              <p14:xfrm>
                <a:off x="2495736" y="2253456"/>
                <a:ext cx="360" cy="79200"/>
              </p14:xfrm>
            </p:contentPart>
          </mc:Choice>
          <mc:Fallback>
            <p:pic>
              <p:nvPicPr>
                <p:cNvPr id="168" name="Ink 167">
                  <a:extLst>
                    <a:ext uri="{FF2B5EF4-FFF2-40B4-BE49-F238E27FC236}">
                      <a16:creationId xmlns:a16="http://schemas.microsoft.com/office/drawing/2014/main" id="{F310BA91-F3EE-8F6B-F899-DC88AD004D0A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2489616" y="2247336"/>
                  <a:ext cx="12600" cy="9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8">
              <p14:nvContentPartPr>
                <p14:cNvPr id="169" name="Ink 168">
                  <a:extLst>
                    <a:ext uri="{FF2B5EF4-FFF2-40B4-BE49-F238E27FC236}">
                      <a16:creationId xmlns:a16="http://schemas.microsoft.com/office/drawing/2014/main" id="{04566BB1-1E31-527E-ADFF-0045F398BE43}"/>
                    </a:ext>
                  </a:extLst>
                </p14:cNvPr>
                <p14:cNvContentPartPr/>
                <p14:nvPr/>
              </p14:nvContentPartPr>
              <p14:xfrm>
                <a:off x="2517696" y="2357496"/>
                <a:ext cx="73440" cy="50040"/>
              </p14:xfrm>
            </p:contentPart>
          </mc:Choice>
          <mc:Fallback>
            <p:pic>
              <p:nvPicPr>
                <p:cNvPr id="169" name="Ink 168">
                  <a:extLst>
                    <a:ext uri="{FF2B5EF4-FFF2-40B4-BE49-F238E27FC236}">
                      <a16:creationId xmlns:a16="http://schemas.microsoft.com/office/drawing/2014/main" id="{04566BB1-1E31-527E-ADFF-0045F398BE43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2511576" y="2351376"/>
                  <a:ext cx="85680" cy="62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2" name="Group 181">
            <a:extLst>
              <a:ext uri="{FF2B5EF4-FFF2-40B4-BE49-F238E27FC236}">
                <a16:creationId xmlns:a16="http://schemas.microsoft.com/office/drawing/2014/main" id="{7EBE12ED-8C3A-BA15-4FF8-E55BDEDC9637}"/>
              </a:ext>
            </a:extLst>
          </p:cNvPr>
          <p:cNvGrpSpPr/>
          <p:nvPr/>
        </p:nvGrpSpPr>
        <p:grpSpPr>
          <a:xfrm>
            <a:off x="2915136" y="2130336"/>
            <a:ext cx="648720" cy="277560"/>
            <a:chOff x="2915136" y="2130336"/>
            <a:chExt cx="648720" cy="277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40">
              <p14:nvContentPartPr>
                <p14:cNvPr id="170" name="Ink 169">
                  <a:extLst>
                    <a:ext uri="{FF2B5EF4-FFF2-40B4-BE49-F238E27FC236}">
                      <a16:creationId xmlns:a16="http://schemas.microsoft.com/office/drawing/2014/main" id="{292889D6-A1C5-0DF7-AE57-A24FFB26EF3E}"/>
                    </a:ext>
                  </a:extLst>
                </p14:cNvPr>
                <p14:cNvContentPartPr/>
                <p14:nvPr/>
              </p14:nvContentPartPr>
              <p14:xfrm>
                <a:off x="2915136" y="2309256"/>
                <a:ext cx="158760" cy="98640"/>
              </p14:xfrm>
            </p:contentPart>
          </mc:Choice>
          <mc:Fallback>
            <p:pic>
              <p:nvPicPr>
                <p:cNvPr id="170" name="Ink 169">
                  <a:extLst>
                    <a:ext uri="{FF2B5EF4-FFF2-40B4-BE49-F238E27FC236}">
                      <a16:creationId xmlns:a16="http://schemas.microsoft.com/office/drawing/2014/main" id="{292889D6-A1C5-0DF7-AE57-A24FFB26EF3E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2909016" y="2303136"/>
                  <a:ext cx="171000" cy="11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2">
              <p14:nvContentPartPr>
                <p14:cNvPr id="171" name="Ink 170">
                  <a:extLst>
                    <a:ext uri="{FF2B5EF4-FFF2-40B4-BE49-F238E27FC236}">
                      <a16:creationId xmlns:a16="http://schemas.microsoft.com/office/drawing/2014/main" id="{A56E2BB2-A277-F505-E956-BD7D485D573D}"/>
                    </a:ext>
                  </a:extLst>
                </p14:cNvPr>
                <p14:cNvContentPartPr/>
                <p14:nvPr/>
              </p14:nvContentPartPr>
              <p14:xfrm>
                <a:off x="3055896" y="2290896"/>
                <a:ext cx="93240" cy="85680"/>
              </p14:xfrm>
            </p:contentPart>
          </mc:Choice>
          <mc:Fallback>
            <p:pic>
              <p:nvPicPr>
                <p:cNvPr id="171" name="Ink 170">
                  <a:extLst>
                    <a:ext uri="{FF2B5EF4-FFF2-40B4-BE49-F238E27FC236}">
                      <a16:creationId xmlns:a16="http://schemas.microsoft.com/office/drawing/2014/main" id="{A56E2BB2-A277-F505-E956-BD7D485D573D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3049776" y="2284776"/>
                  <a:ext cx="105480" cy="9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4">
              <p14:nvContentPartPr>
                <p14:cNvPr id="172" name="Ink 171">
                  <a:extLst>
                    <a:ext uri="{FF2B5EF4-FFF2-40B4-BE49-F238E27FC236}">
                      <a16:creationId xmlns:a16="http://schemas.microsoft.com/office/drawing/2014/main" id="{91EA1C12-B4D3-0379-D271-85C532C8CB7C}"/>
                    </a:ext>
                  </a:extLst>
                </p14:cNvPr>
                <p14:cNvContentPartPr/>
                <p14:nvPr/>
              </p14:nvContentPartPr>
              <p14:xfrm>
                <a:off x="3229416" y="2336256"/>
                <a:ext cx="32040" cy="61200"/>
              </p14:xfrm>
            </p:contentPart>
          </mc:Choice>
          <mc:Fallback>
            <p:pic>
              <p:nvPicPr>
                <p:cNvPr id="172" name="Ink 171">
                  <a:extLst>
                    <a:ext uri="{FF2B5EF4-FFF2-40B4-BE49-F238E27FC236}">
                      <a16:creationId xmlns:a16="http://schemas.microsoft.com/office/drawing/2014/main" id="{91EA1C12-B4D3-0379-D271-85C532C8CB7C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3223296" y="2330136"/>
                  <a:ext cx="44280" cy="7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6">
              <p14:nvContentPartPr>
                <p14:cNvPr id="173" name="Ink 172">
                  <a:extLst>
                    <a:ext uri="{FF2B5EF4-FFF2-40B4-BE49-F238E27FC236}">
                      <a16:creationId xmlns:a16="http://schemas.microsoft.com/office/drawing/2014/main" id="{61D18AE8-9A02-EDF0-BC8C-204E03B1403C}"/>
                    </a:ext>
                  </a:extLst>
                </p14:cNvPr>
                <p14:cNvContentPartPr/>
                <p14:nvPr/>
              </p14:nvContentPartPr>
              <p14:xfrm>
                <a:off x="3292776" y="2232936"/>
                <a:ext cx="12600" cy="43560"/>
              </p14:xfrm>
            </p:contentPart>
          </mc:Choice>
          <mc:Fallback>
            <p:pic>
              <p:nvPicPr>
                <p:cNvPr id="173" name="Ink 172">
                  <a:extLst>
                    <a:ext uri="{FF2B5EF4-FFF2-40B4-BE49-F238E27FC236}">
                      <a16:creationId xmlns:a16="http://schemas.microsoft.com/office/drawing/2014/main" id="{61D18AE8-9A02-EDF0-BC8C-204E03B1403C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3286656" y="2226816"/>
                  <a:ext cx="24840" cy="5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8">
              <p14:nvContentPartPr>
                <p14:cNvPr id="174" name="Ink 173">
                  <a:extLst>
                    <a:ext uri="{FF2B5EF4-FFF2-40B4-BE49-F238E27FC236}">
                      <a16:creationId xmlns:a16="http://schemas.microsoft.com/office/drawing/2014/main" id="{D6BB411D-4038-1E36-4F30-AFD3BFEC126F}"/>
                    </a:ext>
                  </a:extLst>
                </p14:cNvPr>
                <p14:cNvContentPartPr/>
                <p14:nvPr/>
              </p14:nvContentPartPr>
              <p14:xfrm>
                <a:off x="3346416" y="2130336"/>
                <a:ext cx="217440" cy="261000"/>
              </p14:xfrm>
            </p:contentPart>
          </mc:Choice>
          <mc:Fallback>
            <p:pic>
              <p:nvPicPr>
                <p:cNvPr id="174" name="Ink 173">
                  <a:extLst>
                    <a:ext uri="{FF2B5EF4-FFF2-40B4-BE49-F238E27FC236}">
                      <a16:creationId xmlns:a16="http://schemas.microsoft.com/office/drawing/2014/main" id="{D6BB411D-4038-1E36-4F30-AFD3BFEC126F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3340296" y="2124216"/>
                  <a:ext cx="229680" cy="273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98" name="Group 197">
            <a:extLst>
              <a:ext uri="{FF2B5EF4-FFF2-40B4-BE49-F238E27FC236}">
                <a16:creationId xmlns:a16="http://schemas.microsoft.com/office/drawing/2014/main" id="{276F884F-D47E-0E4B-6316-9DDFC623C021}"/>
              </a:ext>
            </a:extLst>
          </p:cNvPr>
          <p:cNvGrpSpPr/>
          <p:nvPr/>
        </p:nvGrpSpPr>
        <p:grpSpPr>
          <a:xfrm>
            <a:off x="3937176" y="1923336"/>
            <a:ext cx="2733120" cy="587160"/>
            <a:chOff x="3937176" y="1923336"/>
            <a:chExt cx="2733120" cy="587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50">
              <p14:nvContentPartPr>
                <p14:cNvPr id="175" name="Ink 174">
                  <a:extLst>
                    <a:ext uri="{FF2B5EF4-FFF2-40B4-BE49-F238E27FC236}">
                      <a16:creationId xmlns:a16="http://schemas.microsoft.com/office/drawing/2014/main" id="{0E46FDB1-E450-5F1B-E8AE-6845EB455CC1}"/>
                    </a:ext>
                  </a:extLst>
                </p14:cNvPr>
                <p14:cNvContentPartPr/>
                <p14:nvPr/>
              </p14:nvContentPartPr>
              <p14:xfrm>
                <a:off x="3937176" y="2213496"/>
                <a:ext cx="95760" cy="97920"/>
              </p14:xfrm>
            </p:contentPart>
          </mc:Choice>
          <mc:Fallback>
            <p:pic>
              <p:nvPicPr>
                <p:cNvPr id="175" name="Ink 174">
                  <a:extLst>
                    <a:ext uri="{FF2B5EF4-FFF2-40B4-BE49-F238E27FC236}">
                      <a16:creationId xmlns:a16="http://schemas.microsoft.com/office/drawing/2014/main" id="{0E46FDB1-E450-5F1B-E8AE-6845EB455CC1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3931056" y="2207376"/>
                  <a:ext cx="108000" cy="11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2">
              <p14:nvContentPartPr>
                <p14:cNvPr id="176" name="Ink 175">
                  <a:extLst>
                    <a:ext uri="{FF2B5EF4-FFF2-40B4-BE49-F238E27FC236}">
                      <a16:creationId xmlns:a16="http://schemas.microsoft.com/office/drawing/2014/main" id="{D9375529-08A2-FEEF-00F3-9D59BA5C9751}"/>
                    </a:ext>
                  </a:extLst>
                </p14:cNvPr>
                <p14:cNvContentPartPr/>
                <p14:nvPr/>
              </p14:nvContentPartPr>
              <p14:xfrm>
                <a:off x="4085136" y="2203416"/>
                <a:ext cx="74520" cy="99720"/>
              </p14:xfrm>
            </p:contentPart>
          </mc:Choice>
          <mc:Fallback>
            <p:pic>
              <p:nvPicPr>
                <p:cNvPr id="176" name="Ink 175">
                  <a:extLst>
                    <a:ext uri="{FF2B5EF4-FFF2-40B4-BE49-F238E27FC236}">
                      <a16:creationId xmlns:a16="http://schemas.microsoft.com/office/drawing/2014/main" id="{D9375529-08A2-FEEF-00F3-9D59BA5C9751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4079016" y="2197296"/>
                  <a:ext cx="86760" cy="11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4">
              <p14:nvContentPartPr>
                <p14:cNvPr id="177" name="Ink 176">
                  <a:extLst>
                    <a:ext uri="{FF2B5EF4-FFF2-40B4-BE49-F238E27FC236}">
                      <a16:creationId xmlns:a16="http://schemas.microsoft.com/office/drawing/2014/main" id="{A89B2035-363D-117D-C755-665A7DDF30A0}"/>
                    </a:ext>
                  </a:extLst>
                </p14:cNvPr>
                <p14:cNvContentPartPr/>
                <p14:nvPr/>
              </p14:nvContentPartPr>
              <p14:xfrm>
                <a:off x="4234176" y="2086776"/>
                <a:ext cx="73440" cy="206640"/>
              </p14:xfrm>
            </p:contentPart>
          </mc:Choice>
          <mc:Fallback>
            <p:pic>
              <p:nvPicPr>
                <p:cNvPr id="177" name="Ink 176">
                  <a:extLst>
                    <a:ext uri="{FF2B5EF4-FFF2-40B4-BE49-F238E27FC236}">
                      <a16:creationId xmlns:a16="http://schemas.microsoft.com/office/drawing/2014/main" id="{A89B2035-363D-117D-C755-665A7DDF30A0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4228056" y="2080656"/>
                  <a:ext cx="85680" cy="21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6">
              <p14:nvContentPartPr>
                <p14:cNvPr id="178" name="Ink 177">
                  <a:extLst>
                    <a:ext uri="{FF2B5EF4-FFF2-40B4-BE49-F238E27FC236}">
                      <a16:creationId xmlns:a16="http://schemas.microsoft.com/office/drawing/2014/main" id="{568DD95B-B672-DB93-CF6E-C5D84D21D69B}"/>
                    </a:ext>
                  </a:extLst>
                </p14:cNvPr>
                <p14:cNvContentPartPr/>
                <p14:nvPr/>
              </p14:nvContentPartPr>
              <p14:xfrm>
                <a:off x="4226616" y="2178576"/>
                <a:ext cx="97920" cy="7560"/>
              </p14:xfrm>
            </p:contentPart>
          </mc:Choice>
          <mc:Fallback>
            <p:pic>
              <p:nvPicPr>
                <p:cNvPr id="178" name="Ink 177">
                  <a:extLst>
                    <a:ext uri="{FF2B5EF4-FFF2-40B4-BE49-F238E27FC236}">
                      <a16:creationId xmlns:a16="http://schemas.microsoft.com/office/drawing/2014/main" id="{568DD95B-B672-DB93-CF6E-C5D84D21D69B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4220496" y="2172456"/>
                  <a:ext cx="110160" cy="1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8">
              <p14:nvContentPartPr>
                <p14:cNvPr id="179" name="Ink 178">
                  <a:extLst>
                    <a:ext uri="{FF2B5EF4-FFF2-40B4-BE49-F238E27FC236}">
                      <a16:creationId xmlns:a16="http://schemas.microsoft.com/office/drawing/2014/main" id="{3B6649B2-4D59-6D6B-619D-72D119DC42E2}"/>
                    </a:ext>
                  </a:extLst>
                </p14:cNvPr>
                <p14:cNvContentPartPr/>
                <p14:nvPr/>
              </p14:nvContentPartPr>
              <p14:xfrm>
                <a:off x="4346856" y="2079936"/>
                <a:ext cx="234000" cy="187560"/>
              </p14:xfrm>
            </p:contentPart>
          </mc:Choice>
          <mc:Fallback>
            <p:pic>
              <p:nvPicPr>
                <p:cNvPr id="179" name="Ink 178">
                  <a:extLst>
                    <a:ext uri="{FF2B5EF4-FFF2-40B4-BE49-F238E27FC236}">
                      <a16:creationId xmlns:a16="http://schemas.microsoft.com/office/drawing/2014/main" id="{3B6649B2-4D59-6D6B-619D-72D119DC42E2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4340736" y="2073816"/>
                  <a:ext cx="246240" cy="19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0">
              <p14:nvContentPartPr>
                <p14:cNvPr id="180" name="Ink 179">
                  <a:extLst>
                    <a:ext uri="{FF2B5EF4-FFF2-40B4-BE49-F238E27FC236}">
                      <a16:creationId xmlns:a16="http://schemas.microsoft.com/office/drawing/2014/main" id="{AAC7EBF3-E737-8438-B7F0-3D2A4D3A445D}"/>
                    </a:ext>
                  </a:extLst>
                </p14:cNvPr>
                <p14:cNvContentPartPr/>
                <p14:nvPr/>
              </p14:nvContentPartPr>
              <p14:xfrm>
                <a:off x="4584096" y="2154096"/>
                <a:ext cx="69840" cy="61200"/>
              </p14:xfrm>
            </p:contentPart>
          </mc:Choice>
          <mc:Fallback>
            <p:pic>
              <p:nvPicPr>
                <p:cNvPr id="180" name="Ink 179">
                  <a:extLst>
                    <a:ext uri="{FF2B5EF4-FFF2-40B4-BE49-F238E27FC236}">
                      <a16:creationId xmlns:a16="http://schemas.microsoft.com/office/drawing/2014/main" id="{AAC7EBF3-E737-8438-B7F0-3D2A4D3A445D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4577976" y="2147976"/>
                  <a:ext cx="82080" cy="7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2">
              <p14:nvContentPartPr>
                <p14:cNvPr id="184" name="Ink 183">
                  <a:extLst>
                    <a:ext uri="{FF2B5EF4-FFF2-40B4-BE49-F238E27FC236}">
                      <a16:creationId xmlns:a16="http://schemas.microsoft.com/office/drawing/2014/main" id="{9494C9DF-EA3E-F945-CB9A-4A91A52AEA82}"/>
                    </a:ext>
                  </a:extLst>
                </p14:cNvPr>
                <p14:cNvContentPartPr/>
                <p14:nvPr/>
              </p14:nvContentPartPr>
              <p14:xfrm>
                <a:off x="4702176" y="2179296"/>
                <a:ext cx="171000" cy="39600"/>
              </p14:xfrm>
            </p:contentPart>
          </mc:Choice>
          <mc:Fallback>
            <p:pic>
              <p:nvPicPr>
                <p:cNvPr id="184" name="Ink 183">
                  <a:extLst>
                    <a:ext uri="{FF2B5EF4-FFF2-40B4-BE49-F238E27FC236}">
                      <a16:creationId xmlns:a16="http://schemas.microsoft.com/office/drawing/2014/main" id="{9494C9DF-EA3E-F945-CB9A-4A91A52AEA82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4696056" y="2173176"/>
                  <a:ext cx="183240" cy="5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4">
              <p14:nvContentPartPr>
                <p14:cNvPr id="185" name="Ink 184">
                  <a:extLst>
                    <a:ext uri="{FF2B5EF4-FFF2-40B4-BE49-F238E27FC236}">
                      <a16:creationId xmlns:a16="http://schemas.microsoft.com/office/drawing/2014/main" id="{99D85C59-5E19-1C82-9817-FAF195BBB7D8}"/>
                    </a:ext>
                  </a:extLst>
                </p14:cNvPr>
                <p14:cNvContentPartPr/>
                <p14:nvPr/>
              </p14:nvContentPartPr>
              <p14:xfrm>
                <a:off x="4916736" y="2155176"/>
                <a:ext cx="61920" cy="51480"/>
              </p14:xfrm>
            </p:contentPart>
          </mc:Choice>
          <mc:Fallback>
            <p:pic>
              <p:nvPicPr>
                <p:cNvPr id="185" name="Ink 184">
                  <a:extLst>
                    <a:ext uri="{FF2B5EF4-FFF2-40B4-BE49-F238E27FC236}">
                      <a16:creationId xmlns:a16="http://schemas.microsoft.com/office/drawing/2014/main" id="{99D85C59-5E19-1C82-9817-FAF195BBB7D8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4910616" y="2149056"/>
                  <a:ext cx="74160" cy="6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6">
              <p14:nvContentPartPr>
                <p14:cNvPr id="186" name="Ink 185">
                  <a:extLst>
                    <a:ext uri="{FF2B5EF4-FFF2-40B4-BE49-F238E27FC236}">
                      <a16:creationId xmlns:a16="http://schemas.microsoft.com/office/drawing/2014/main" id="{86A802C5-2BED-9C7E-73B2-E50883D84489}"/>
                    </a:ext>
                  </a:extLst>
                </p14:cNvPr>
                <p14:cNvContentPartPr/>
                <p14:nvPr/>
              </p14:nvContentPartPr>
              <p14:xfrm>
                <a:off x="5079816" y="2009376"/>
                <a:ext cx="188640" cy="344520"/>
              </p14:xfrm>
            </p:contentPart>
          </mc:Choice>
          <mc:Fallback>
            <p:pic>
              <p:nvPicPr>
                <p:cNvPr id="186" name="Ink 185">
                  <a:extLst>
                    <a:ext uri="{FF2B5EF4-FFF2-40B4-BE49-F238E27FC236}">
                      <a16:creationId xmlns:a16="http://schemas.microsoft.com/office/drawing/2014/main" id="{86A802C5-2BED-9C7E-73B2-E50883D84489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5073696" y="2003256"/>
                  <a:ext cx="200880" cy="35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8">
              <p14:nvContentPartPr>
                <p14:cNvPr id="188" name="Ink 187">
                  <a:extLst>
                    <a:ext uri="{FF2B5EF4-FFF2-40B4-BE49-F238E27FC236}">
                      <a16:creationId xmlns:a16="http://schemas.microsoft.com/office/drawing/2014/main" id="{943C6FB3-715C-2DB3-F9CE-261914E52805}"/>
                    </a:ext>
                  </a:extLst>
                </p14:cNvPr>
                <p14:cNvContentPartPr/>
                <p14:nvPr/>
              </p14:nvContentPartPr>
              <p14:xfrm>
                <a:off x="5242176" y="2095056"/>
                <a:ext cx="133200" cy="171000"/>
              </p14:xfrm>
            </p:contentPart>
          </mc:Choice>
          <mc:Fallback>
            <p:pic>
              <p:nvPicPr>
                <p:cNvPr id="188" name="Ink 187">
                  <a:extLst>
                    <a:ext uri="{FF2B5EF4-FFF2-40B4-BE49-F238E27FC236}">
                      <a16:creationId xmlns:a16="http://schemas.microsoft.com/office/drawing/2014/main" id="{943C6FB3-715C-2DB3-F9CE-261914E52805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5236056" y="2088936"/>
                  <a:ext cx="145440" cy="18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0">
              <p14:nvContentPartPr>
                <p14:cNvPr id="189" name="Ink 188">
                  <a:extLst>
                    <a:ext uri="{FF2B5EF4-FFF2-40B4-BE49-F238E27FC236}">
                      <a16:creationId xmlns:a16="http://schemas.microsoft.com/office/drawing/2014/main" id="{1A494F78-5E6D-0578-69B5-3883A728FB53}"/>
                    </a:ext>
                  </a:extLst>
                </p14:cNvPr>
                <p14:cNvContentPartPr/>
                <p14:nvPr/>
              </p14:nvContentPartPr>
              <p14:xfrm>
                <a:off x="5404536" y="2028096"/>
                <a:ext cx="105120" cy="186480"/>
              </p14:xfrm>
            </p:contentPart>
          </mc:Choice>
          <mc:Fallback>
            <p:pic>
              <p:nvPicPr>
                <p:cNvPr id="189" name="Ink 188">
                  <a:extLst>
                    <a:ext uri="{FF2B5EF4-FFF2-40B4-BE49-F238E27FC236}">
                      <a16:creationId xmlns:a16="http://schemas.microsoft.com/office/drawing/2014/main" id="{1A494F78-5E6D-0578-69B5-3883A728FB53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5398416" y="2021976"/>
                  <a:ext cx="117360" cy="19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2">
              <p14:nvContentPartPr>
                <p14:cNvPr id="190" name="Ink 189">
                  <a:extLst>
                    <a:ext uri="{FF2B5EF4-FFF2-40B4-BE49-F238E27FC236}">
                      <a16:creationId xmlns:a16="http://schemas.microsoft.com/office/drawing/2014/main" id="{7B78A4F7-1360-51D0-2C38-6D7FDF04B595}"/>
                    </a:ext>
                  </a:extLst>
                </p14:cNvPr>
                <p14:cNvContentPartPr/>
                <p14:nvPr/>
              </p14:nvContentPartPr>
              <p14:xfrm>
                <a:off x="5414256" y="2114496"/>
                <a:ext cx="173520" cy="76680"/>
              </p14:xfrm>
            </p:contentPart>
          </mc:Choice>
          <mc:Fallback>
            <p:pic>
              <p:nvPicPr>
                <p:cNvPr id="190" name="Ink 189">
                  <a:extLst>
                    <a:ext uri="{FF2B5EF4-FFF2-40B4-BE49-F238E27FC236}">
                      <a16:creationId xmlns:a16="http://schemas.microsoft.com/office/drawing/2014/main" id="{7B78A4F7-1360-51D0-2C38-6D7FDF04B595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5408136" y="2108376"/>
                  <a:ext cx="185760" cy="8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4">
              <p14:nvContentPartPr>
                <p14:cNvPr id="191" name="Ink 190">
                  <a:extLst>
                    <a:ext uri="{FF2B5EF4-FFF2-40B4-BE49-F238E27FC236}">
                      <a16:creationId xmlns:a16="http://schemas.microsoft.com/office/drawing/2014/main" id="{FF42C2BD-7AB1-355C-F34A-003EA76FEAFD}"/>
                    </a:ext>
                  </a:extLst>
                </p14:cNvPr>
                <p14:cNvContentPartPr/>
                <p14:nvPr/>
              </p14:nvContentPartPr>
              <p14:xfrm>
                <a:off x="5594616" y="2127456"/>
                <a:ext cx="41760" cy="51480"/>
              </p14:xfrm>
            </p:contentPart>
          </mc:Choice>
          <mc:Fallback>
            <p:pic>
              <p:nvPicPr>
                <p:cNvPr id="191" name="Ink 190">
                  <a:extLst>
                    <a:ext uri="{FF2B5EF4-FFF2-40B4-BE49-F238E27FC236}">
                      <a16:creationId xmlns:a16="http://schemas.microsoft.com/office/drawing/2014/main" id="{FF42C2BD-7AB1-355C-F34A-003EA76FEAFD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5588496" y="2121336"/>
                  <a:ext cx="54000" cy="6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6">
              <p14:nvContentPartPr>
                <p14:cNvPr id="192" name="Ink 191">
                  <a:extLst>
                    <a:ext uri="{FF2B5EF4-FFF2-40B4-BE49-F238E27FC236}">
                      <a16:creationId xmlns:a16="http://schemas.microsoft.com/office/drawing/2014/main" id="{846AC61F-D8A5-B18B-295A-636603ED5D9E}"/>
                    </a:ext>
                  </a:extLst>
                </p14:cNvPr>
                <p14:cNvContentPartPr/>
                <p14:nvPr/>
              </p14:nvContentPartPr>
              <p14:xfrm>
                <a:off x="5697216" y="2033856"/>
                <a:ext cx="17280" cy="56520"/>
              </p14:xfrm>
            </p:contentPart>
          </mc:Choice>
          <mc:Fallback>
            <p:pic>
              <p:nvPicPr>
                <p:cNvPr id="192" name="Ink 191">
                  <a:extLst>
                    <a:ext uri="{FF2B5EF4-FFF2-40B4-BE49-F238E27FC236}">
                      <a16:creationId xmlns:a16="http://schemas.microsoft.com/office/drawing/2014/main" id="{846AC61F-D8A5-B18B-295A-636603ED5D9E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5691096" y="2027736"/>
                  <a:ext cx="29520" cy="6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8">
              <p14:nvContentPartPr>
                <p14:cNvPr id="193" name="Ink 192">
                  <a:extLst>
                    <a:ext uri="{FF2B5EF4-FFF2-40B4-BE49-F238E27FC236}">
                      <a16:creationId xmlns:a16="http://schemas.microsoft.com/office/drawing/2014/main" id="{3776C317-EA51-7B15-1965-055D72E39009}"/>
                    </a:ext>
                  </a:extLst>
                </p14:cNvPr>
                <p14:cNvContentPartPr/>
                <p14:nvPr/>
              </p14:nvContentPartPr>
              <p14:xfrm>
                <a:off x="5733576" y="2146176"/>
                <a:ext cx="95400" cy="19800"/>
              </p14:xfrm>
            </p:contentPart>
          </mc:Choice>
          <mc:Fallback>
            <p:pic>
              <p:nvPicPr>
                <p:cNvPr id="193" name="Ink 192">
                  <a:extLst>
                    <a:ext uri="{FF2B5EF4-FFF2-40B4-BE49-F238E27FC236}">
                      <a16:creationId xmlns:a16="http://schemas.microsoft.com/office/drawing/2014/main" id="{3776C317-EA51-7B15-1965-055D72E39009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5727456" y="2140056"/>
                  <a:ext cx="107640" cy="3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0">
              <p14:nvContentPartPr>
                <p14:cNvPr id="194" name="Ink 193">
                  <a:extLst>
                    <a:ext uri="{FF2B5EF4-FFF2-40B4-BE49-F238E27FC236}">
                      <a16:creationId xmlns:a16="http://schemas.microsoft.com/office/drawing/2014/main" id="{B851456C-A0F3-B762-7427-22F081A76C27}"/>
                    </a:ext>
                  </a:extLst>
                </p14:cNvPr>
                <p14:cNvContentPartPr/>
                <p14:nvPr/>
              </p14:nvContentPartPr>
              <p14:xfrm>
                <a:off x="5652936" y="2106936"/>
                <a:ext cx="293040" cy="403560"/>
              </p14:xfrm>
            </p:contentPart>
          </mc:Choice>
          <mc:Fallback>
            <p:pic>
              <p:nvPicPr>
                <p:cNvPr id="194" name="Ink 193">
                  <a:extLst>
                    <a:ext uri="{FF2B5EF4-FFF2-40B4-BE49-F238E27FC236}">
                      <a16:creationId xmlns:a16="http://schemas.microsoft.com/office/drawing/2014/main" id="{B851456C-A0F3-B762-7427-22F081A76C27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5646816" y="2100816"/>
                  <a:ext cx="305280" cy="41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2">
              <p14:nvContentPartPr>
                <p14:cNvPr id="195" name="Ink 194">
                  <a:extLst>
                    <a:ext uri="{FF2B5EF4-FFF2-40B4-BE49-F238E27FC236}">
                      <a16:creationId xmlns:a16="http://schemas.microsoft.com/office/drawing/2014/main" id="{5DFB2A13-E095-ED28-9E03-EC9942D16860}"/>
                    </a:ext>
                  </a:extLst>
                </p14:cNvPr>
                <p14:cNvContentPartPr/>
                <p14:nvPr/>
              </p14:nvContentPartPr>
              <p14:xfrm>
                <a:off x="6167736" y="2127096"/>
                <a:ext cx="119880" cy="38880"/>
              </p14:xfrm>
            </p:contentPart>
          </mc:Choice>
          <mc:Fallback>
            <p:pic>
              <p:nvPicPr>
                <p:cNvPr id="195" name="Ink 194">
                  <a:extLst>
                    <a:ext uri="{FF2B5EF4-FFF2-40B4-BE49-F238E27FC236}">
                      <a16:creationId xmlns:a16="http://schemas.microsoft.com/office/drawing/2014/main" id="{5DFB2A13-E095-ED28-9E03-EC9942D16860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6161616" y="2120976"/>
                  <a:ext cx="132120" cy="5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4">
              <p14:nvContentPartPr>
                <p14:cNvPr id="196" name="Ink 195">
                  <a:extLst>
                    <a:ext uri="{FF2B5EF4-FFF2-40B4-BE49-F238E27FC236}">
                      <a16:creationId xmlns:a16="http://schemas.microsoft.com/office/drawing/2014/main" id="{D1A733AD-93BB-52A3-E4A7-D5C6F44D84A7}"/>
                    </a:ext>
                  </a:extLst>
                </p14:cNvPr>
                <p14:cNvContentPartPr/>
                <p14:nvPr/>
              </p14:nvContentPartPr>
              <p14:xfrm>
                <a:off x="6345576" y="2096136"/>
                <a:ext cx="183240" cy="54360"/>
              </p14:xfrm>
            </p:contentPart>
          </mc:Choice>
          <mc:Fallback>
            <p:pic>
              <p:nvPicPr>
                <p:cNvPr id="196" name="Ink 195">
                  <a:extLst>
                    <a:ext uri="{FF2B5EF4-FFF2-40B4-BE49-F238E27FC236}">
                      <a16:creationId xmlns:a16="http://schemas.microsoft.com/office/drawing/2014/main" id="{D1A733AD-93BB-52A3-E4A7-D5C6F44D84A7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6339456" y="2090016"/>
                  <a:ext cx="195480" cy="6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6">
              <p14:nvContentPartPr>
                <p14:cNvPr id="197" name="Ink 196">
                  <a:extLst>
                    <a:ext uri="{FF2B5EF4-FFF2-40B4-BE49-F238E27FC236}">
                      <a16:creationId xmlns:a16="http://schemas.microsoft.com/office/drawing/2014/main" id="{4A7705BB-B7E4-DE0F-581D-0FAE4FD236AA}"/>
                    </a:ext>
                  </a:extLst>
                </p14:cNvPr>
                <p14:cNvContentPartPr/>
                <p14:nvPr/>
              </p14:nvContentPartPr>
              <p14:xfrm>
                <a:off x="6545736" y="1923336"/>
                <a:ext cx="124560" cy="286920"/>
              </p14:xfrm>
            </p:contentPart>
          </mc:Choice>
          <mc:Fallback>
            <p:pic>
              <p:nvPicPr>
                <p:cNvPr id="197" name="Ink 196">
                  <a:extLst>
                    <a:ext uri="{FF2B5EF4-FFF2-40B4-BE49-F238E27FC236}">
                      <a16:creationId xmlns:a16="http://schemas.microsoft.com/office/drawing/2014/main" id="{4A7705BB-B7E4-DE0F-581D-0FAE4FD236AA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6539616" y="1917216"/>
                  <a:ext cx="136800" cy="2991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88">
            <p14:nvContentPartPr>
              <p14:cNvPr id="199" name="Ink 198">
                <a:extLst>
                  <a:ext uri="{FF2B5EF4-FFF2-40B4-BE49-F238E27FC236}">
                    <a16:creationId xmlns:a16="http://schemas.microsoft.com/office/drawing/2014/main" id="{8473741D-AA72-638C-E22D-AB37BFE05C86}"/>
                  </a:ext>
                </a:extLst>
              </p14:cNvPr>
              <p14:cNvContentPartPr/>
              <p14:nvPr/>
            </p14:nvContentPartPr>
            <p14:xfrm>
              <a:off x="6808896" y="1905696"/>
              <a:ext cx="119880" cy="353160"/>
            </p14:xfrm>
          </p:contentPart>
        </mc:Choice>
        <mc:Fallback>
          <p:pic>
            <p:nvPicPr>
              <p:cNvPr id="199" name="Ink 198">
                <a:extLst>
                  <a:ext uri="{FF2B5EF4-FFF2-40B4-BE49-F238E27FC236}">
                    <a16:creationId xmlns:a16="http://schemas.microsoft.com/office/drawing/2014/main" id="{8473741D-AA72-638C-E22D-AB37BFE05C86}"/>
                  </a:ext>
                </a:extLst>
              </p:cNvPr>
              <p:cNvPicPr/>
              <p:nvPr/>
            </p:nvPicPr>
            <p:blipFill>
              <a:blip r:embed="rId189"/>
              <a:stretch>
                <a:fillRect/>
              </a:stretch>
            </p:blipFill>
            <p:spPr>
              <a:xfrm>
                <a:off x="6802776" y="1899576"/>
                <a:ext cx="132120" cy="365400"/>
              </a:xfrm>
              <a:prstGeom prst="rect">
                <a:avLst/>
              </a:prstGeom>
            </p:spPr>
          </p:pic>
        </mc:Fallback>
      </mc:AlternateContent>
      <p:grpSp>
        <p:nvGrpSpPr>
          <p:cNvPr id="208" name="Group 207">
            <a:extLst>
              <a:ext uri="{FF2B5EF4-FFF2-40B4-BE49-F238E27FC236}">
                <a16:creationId xmlns:a16="http://schemas.microsoft.com/office/drawing/2014/main" id="{748AA8B7-C4D6-D4FB-E131-6D3948468120}"/>
              </a:ext>
            </a:extLst>
          </p:cNvPr>
          <p:cNvGrpSpPr/>
          <p:nvPr/>
        </p:nvGrpSpPr>
        <p:grpSpPr>
          <a:xfrm>
            <a:off x="2336976" y="2711736"/>
            <a:ext cx="801360" cy="163800"/>
            <a:chOff x="2336976" y="2711736"/>
            <a:chExt cx="801360" cy="163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90">
              <p14:nvContentPartPr>
                <p14:cNvPr id="200" name="Ink 199">
                  <a:extLst>
                    <a:ext uri="{FF2B5EF4-FFF2-40B4-BE49-F238E27FC236}">
                      <a16:creationId xmlns:a16="http://schemas.microsoft.com/office/drawing/2014/main" id="{B72A383E-C2BD-4C41-BE2D-895AD358B627}"/>
                    </a:ext>
                  </a:extLst>
                </p14:cNvPr>
                <p14:cNvContentPartPr/>
                <p14:nvPr/>
              </p14:nvContentPartPr>
              <p14:xfrm>
                <a:off x="2336976" y="2768976"/>
                <a:ext cx="190440" cy="106560"/>
              </p14:xfrm>
            </p:contentPart>
          </mc:Choice>
          <mc:Fallback>
            <p:pic>
              <p:nvPicPr>
                <p:cNvPr id="200" name="Ink 199">
                  <a:extLst>
                    <a:ext uri="{FF2B5EF4-FFF2-40B4-BE49-F238E27FC236}">
                      <a16:creationId xmlns:a16="http://schemas.microsoft.com/office/drawing/2014/main" id="{B72A383E-C2BD-4C41-BE2D-895AD358B627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2330856" y="2762856"/>
                  <a:ext cx="202680" cy="11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2">
              <p14:nvContentPartPr>
                <p14:cNvPr id="201" name="Ink 200">
                  <a:extLst>
                    <a:ext uri="{FF2B5EF4-FFF2-40B4-BE49-F238E27FC236}">
                      <a16:creationId xmlns:a16="http://schemas.microsoft.com/office/drawing/2014/main" id="{FECD4C85-07CF-0667-A453-821BC0455EBD}"/>
                    </a:ext>
                  </a:extLst>
                </p14:cNvPr>
                <p14:cNvContentPartPr/>
                <p14:nvPr/>
              </p14:nvContentPartPr>
              <p14:xfrm>
                <a:off x="2559456" y="2738736"/>
                <a:ext cx="131400" cy="82800"/>
              </p14:xfrm>
            </p:contentPart>
          </mc:Choice>
          <mc:Fallback>
            <p:pic>
              <p:nvPicPr>
                <p:cNvPr id="201" name="Ink 200">
                  <a:extLst>
                    <a:ext uri="{FF2B5EF4-FFF2-40B4-BE49-F238E27FC236}">
                      <a16:creationId xmlns:a16="http://schemas.microsoft.com/office/drawing/2014/main" id="{FECD4C85-07CF-0667-A453-821BC0455EBD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2553336" y="2732616"/>
                  <a:ext cx="143640" cy="9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4">
              <p14:nvContentPartPr>
                <p14:cNvPr id="202" name="Ink 201">
                  <a:extLst>
                    <a:ext uri="{FF2B5EF4-FFF2-40B4-BE49-F238E27FC236}">
                      <a16:creationId xmlns:a16="http://schemas.microsoft.com/office/drawing/2014/main" id="{2CEC684C-9520-56A9-D8B2-7957B684E250}"/>
                    </a:ext>
                  </a:extLst>
                </p14:cNvPr>
                <p14:cNvContentPartPr/>
                <p14:nvPr/>
              </p14:nvContentPartPr>
              <p14:xfrm>
                <a:off x="2746656" y="2735496"/>
                <a:ext cx="229680" cy="76680"/>
              </p14:xfrm>
            </p:contentPart>
          </mc:Choice>
          <mc:Fallback>
            <p:pic>
              <p:nvPicPr>
                <p:cNvPr id="202" name="Ink 201">
                  <a:extLst>
                    <a:ext uri="{FF2B5EF4-FFF2-40B4-BE49-F238E27FC236}">
                      <a16:creationId xmlns:a16="http://schemas.microsoft.com/office/drawing/2014/main" id="{2CEC684C-9520-56A9-D8B2-7957B684E250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2740536" y="2729376"/>
                  <a:ext cx="241920" cy="8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6">
              <p14:nvContentPartPr>
                <p14:cNvPr id="203" name="Ink 202">
                  <a:extLst>
                    <a:ext uri="{FF2B5EF4-FFF2-40B4-BE49-F238E27FC236}">
                      <a16:creationId xmlns:a16="http://schemas.microsoft.com/office/drawing/2014/main" id="{9628BA63-B2BE-C283-DA7C-A7EB32CF7204}"/>
                    </a:ext>
                  </a:extLst>
                </p14:cNvPr>
                <p14:cNvContentPartPr/>
                <p14:nvPr/>
              </p14:nvContentPartPr>
              <p14:xfrm>
                <a:off x="3029616" y="2711736"/>
                <a:ext cx="108720" cy="66240"/>
              </p14:xfrm>
            </p:contentPart>
          </mc:Choice>
          <mc:Fallback>
            <p:pic>
              <p:nvPicPr>
                <p:cNvPr id="203" name="Ink 202">
                  <a:extLst>
                    <a:ext uri="{FF2B5EF4-FFF2-40B4-BE49-F238E27FC236}">
                      <a16:creationId xmlns:a16="http://schemas.microsoft.com/office/drawing/2014/main" id="{9628BA63-B2BE-C283-DA7C-A7EB32CF7204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3023496" y="2705616"/>
                  <a:ext cx="120960" cy="78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07" name="Group 206">
            <a:extLst>
              <a:ext uri="{FF2B5EF4-FFF2-40B4-BE49-F238E27FC236}">
                <a16:creationId xmlns:a16="http://schemas.microsoft.com/office/drawing/2014/main" id="{7DFCE7E9-9D11-2A3F-2395-7A9E8E8B7D8C}"/>
              </a:ext>
            </a:extLst>
          </p:cNvPr>
          <p:cNvGrpSpPr/>
          <p:nvPr/>
        </p:nvGrpSpPr>
        <p:grpSpPr>
          <a:xfrm>
            <a:off x="3341736" y="2686536"/>
            <a:ext cx="119880" cy="61560"/>
            <a:chOff x="3341736" y="2686536"/>
            <a:chExt cx="119880" cy="61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98">
              <p14:nvContentPartPr>
                <p14:cNvPr id="204" name="Ink 203">
                  <a:extLst>
                    <a:ext uri="{FF2B5EF4-FFF2-40B4-BE49-F238E27FC236}">
                      <a16:creationId xmlns:a16="http://schemas.microsoft.com/office/drawing/2014/main" id="{6FFA21E4-9B1E-5240-EFE1-D194A60DA4D3}"/>
                    </a:ext>
                  </a:extLst>
                </p14:cNvPr>
                <p14:cNvContentPartPr/>
                <p14:nvPr/>
              </p14:nvContentPartPr>
              <p14:xfrm>
                <a:off x="3344256" y="2686536"/>
                <a:ext cx="117360" cy="1080"/>
              </p14:xfrm>
            </p:contentPart>
          </mc:Choice>
          <mc:Fallback>
            <p:pic>
              <p:nvPicPr>
                <p:cNvPr id="204" name="Ink 203">
                  <a:extLst>
                    <a:ext uri="{FF2B5EF4-FFF2-40B4-BE49-F238E27FC236}">
                      <a16:creationId xmlns:a16="http://schemas.microsoft.com/office/drawing/2014/main" id="{6FFA21E4-9B1E-5240-EFE1-D194A60DA4D3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3338136" y="2680416"/>
                  <a:ext cx="129600" cy="1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0">
              <p14:nvContentPartPr>
                <p14:cNvPr id="205" name="Ink 204">
                  <a:extLst>
                    <a:ext uri="{FF2B5EF4-FFF2-40B4-BE49-F238E27FC236}">
                      <a16:creationId xmlns:a16="http://schemas.microsoft.com/office/drawing/2014/main" id="{BA715A2F-CC50-3C92-B2B4-92FD80BFA2EB}"/>
                    </a:ext>
                  </a:extLst>
                </p14:cNvPr>
                <p14:cNvContentPartPr/>
                <p14:nvPr/>
              </p14:nvContentPartPr>
              <p14:xfrm>
                <a:off x="3341736" y="2726496"/>
                <a:ext cx="117360" cy="21600"/>
              </p14:xfrm>
            </p:contentPart>
          </mc:Choice>
          <mc:Fallback>
            <p:pic>
              <p:nvPicPr>
                <p:cNvPr id="205" name="Ink 204">
                  <a:extLst>
                    <a:ext uri="{FF2B5EF4-FFF2-40B4-BE49-F238E27FC236}">
                      <a16:creationId xmlns:a16="http://schemas.microsoft.com/office/drawing/2014/main" id="{BA715A2F-CC50-3C92-B2B4-92FD80BFA2EB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3335616" y="2720376"/>
                  <a:ext cx="129600" cy="33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13" name="Group 212">
            <a:extLst>
              <a:ext uri="{FF2B5EF4-FFF2-40B4-BE49-F238E27FC236}">
                <a16:creationId xmlns:a16="http://schemas.microsoft.com/office/drawing/2014/main" id="{C5E0AB1D-B225-82FB-9616-CF33522F9651}"/>
              </a:ext>
            </a:extLst>
          </p:cNvPr>
          <p:cNvGrpSpPr/>
          <p:nvPr/>
        </p:nvGrpSpPr>
        <p:grpSpPr>
          <a:xfrm>
            <a:off x="3646656" y="2596176"/>
            <a:ext cx="631800" cy="271440"/>
            <a:chOff x="3646656" y="2596176"/>
            <a:chExt cx="631800" cy="271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02">
              <p14:nvContentPartPr>
                <p14:cNvPr id="206" name="Ink 205">
                  <a:extLst>
                    <a:ext uri="{FF2B5EF4-FFF2-40B4-BE49-F238E27FC236}">
                      <a16:creationId xmlns:a16="http://schemas.microsoft.com/office/drawing/2014/main" id="{4F23F446-6899-6B31-5F1B-6D1011EBF5A2}"/>
                    </a:ext>
                  </a:extLst>
                </p14:cNvPr>
                <p14:cNvContentPartPr/>
                <p14:nvPr/>
              </p14:nvContentPartPr>
              <p14:xfrm>
                <a:off x="3646656" y="2666376"/>
                <a:ext cx="195480" cy="73080"/>
              </p14:xfrm>
            </p:contentPart>
          </mc:Choice>
          <mc:Fallback>
            <p:pic>
              <p:nvPicPr>
                <p:cNvPr id="206" name="Ink 205">
                  <a:extLst>
                    <a:ext uri="{FF2B5EF4-FFF2-40B4-BE49-F238E27FC236}">
                      <a16:creationId xmlns:a16="http://schemas.microsoft.com/office/drawing/2014/main" id="{4F23F446-6899-6B31-5F1B-6D1011EBF5A2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3640536" y="2660256"/>
                  <a:ext cx="207720" cy="8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4">
              <p14:nvContentPartPr>
                <p14:cNvPr id="209" name="Ink 208">
                  <a:extLst>
                    <a:ext uri="{FF2B5EF4-FFF2-40B4-BE49-F238E27FC236}">
                      <a16:creationId xmlns:a16="http://schemas.microsoft.com/office/drawing/2014/main" id="{81886CB7-9DFD-B2B8-B31E-7EE88C7A4B1E}"/>
                    </a:ext>
                  </a:extLst>
                </p14:cNvPr>
                <p14:cNvContentPartPr/>
                <p14:nvPr/>
              </p14:nvContentPartPr>
              <p14:xfrm>
                <a:off x="3892896" y="2609496"/>
                <a:ext cx="268560" cy="93600"/>
              </p14:xfrm>
            </p:contentPart>
          </mc:Choice>
          <mc:Fallback>
            <p:pic>
              <p:nvPicPr>
                <p:cNvPr id="209" name="Ink 208">
                  <a:extLst>
                    <a:ext uri="{FF2B5EF4-FFF2-40B4-BE49-F238E27FC236}">
                      <a16:creationId xmlns:a16="http://schemas.microsoft.com/office/drawing/2014/main" id="{81886CB7-9DFD-B2B8-B31E-7EE88C7A4B1E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3886776" y="2603376"/>
                  <a:ext cx="280800" cy="10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6">
              <p14:nvContentPartPr>
                <p14:cNvPr id="210" name="Ink 209">
                  <a:extLst>
                    <a:ext uri="{FF2B5EF4-FFF2-40B4-BE49-F238E27FC236}">
                      <a16:creationId xmlns:a16="http://schemas.microsoft.com/office/drawing/2014/main" id="{F551C5A3-30C6-BB8A-151F-AAC03A5E5FCB}"/>
                    </a:ext>
                  </a:extLst>
                </p14:cNvPr>
                <p14:cNvContentPartPr/>
                <p14:nvPr/>
              </p14:nvContentPartPr>
              <p14:xfrm>
                <a:off x="4263336" y="2596176"/>
                <a:ext cx="15120" cy="57240"/>
              </p14:xfrm>
            </p:contentPart>
          </mc:Choice>
          <mc:Fallback>
            <p:pic>
              <p:nvPicPr>
                <p:cNvPr id="210" name="Ink 209">
                  <a:extLst>
                    <a:ext uri="{FF2B5EF4-FFF2-40B4-BE49-F238E27FC236}">
                      <a16:creationId xmlns:a16="http://schemas.microsoft.com/office/drawing/2014/main" id="{F551C5A3-30C6-BB8A-151F-AAC03A5E5FCB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4257216" y="2590056"/>
                  <a:ext cx="27360" cy="6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8">
              <p14:nvContentPartPr>
                <p14:cNvPr id="211" name="Ink 210">
                  <a:extLst>
                    <a:ext uri="{FF2B5EF4-FFF2-40B4-BE49-F238E27FC236}">
                      <a16:creationId xmlns:a16="http://schemas.microsoft.com/office/drawing/2014/main" id="{7A01C5DF-8E72-32AF-7B0F-9AC0ADB46D28}"/>
                    </a:ext>
                  </a:extLst>
                </p14:cNvPr>
                <p14:cNvContentPartPr/>
                <p14:nvPr/>
              </p14:nvContentPartPr>
              <p14:xfrm>
                <a:off x="4092696" y="2704536"/>
                <a:ext cx="185760" cy="163080"/>
              </p14:xfrm>
            </p:contentPart>
          </mc:Choice>
          <mc:Fallback>
            <p:pic>
              <p:nvPicPr>
                <p:cNvPr id="211" name="Ink 210">
                  <a:extLst>
                    <a:ext uri="{FF2B5EF4-FFF2-40B4-BE49-F238E27FC236}">
                      <a16:creationId xmlns:a16="http://schemas.microsoft.com/office/drawing/2014/main" id="{7A01C5DF-8E72-32AF-7B0F-9AC0ADB46D28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4086576" y="2698416"/>
                  <a:ext cx="198000" cy="1753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10">
            <p14:nvContentPartPr>
              <p14:cNvPr id="212" name="Ink 211">
                <a:extLst>
                  <a:ext uri="{FF2B5EF4-FFF2-40B4-BE49-F238E27FC236}">
                    <a16:creationId xmlns:a16="http://schemas.microsoft.com/office/drawing/2014/main" id="{D474CBF6-A459-7A41-FF86-0D9227A7733F}"/>
                  </a:ext>
                </a:extLst>
              </p14:cNvPr>
              <p14:cNvContentPartPr/>
              <p14:nvPr/>
            </p14:nvContentPartPr>
            <p14:xfrm>
              <a:off x="1691136" y="3065976"/>
              <a:ext cx="119880" cy="344160"/>
            </p14:xfrm>
          </p:contentPart>
        </mc:Choice>
        <mc:Fallback>
          <p:pic>
            <p:nvPicPr>
              <p:cNvPr id="212" name="Ink 211">
                <a:extLst>
                  <a:ext uri="{FF2B5EF4-FFF2-40B4-BE49-F238E27FC236}">
                    <a16:creationId xmlns:a16="http://schemas.microsoft.com/office/drawing/2014/main" id="{D474CBF6-A459-7A41-FF86-0D9227A7733F}"/>
                  </a:ext>
                </a:extLst>
              </p:cNvPr>
              <p:cNvPicPr/>
              <p:nvPr/>
            </p:nvPicPr>
            <p:blipFill>
              <a:blip r:embed="rId211"/>
              <a:stretch>
                <a:fillRect/>
              </a:stretch>
            </p:blipFill>
            <p:spPr>
              <a:xfrm>
                <a:off x="1685016" y="3059856"/>
                <a:ext cx="132120" cy="356400"/>
              </a:xfrm>
              <a:prstGeom prst="rect">
                <a:avLst/>
              </a:prstGeom>
            </p:spPr>
          </p:pic>
        </mc:Fallback>
      </mc:AlternateContent>
      <p:grpSp>
        <p:nvGrpSpPr>
          <p:cNvPr id="253" name="Group 252">
            <a:extLst>
              <a:ext uri="{FF2B5EF4-FFF2-40B4-BE49-F238E27FC236}">
                <a16:creationId xmlns:a16="http://schemas.microsoft.com/office/drawing/2014/main" id="{B75E129A-0E60-E61C-A7A6-27A7DBC96EC9}"/>
              </a:ext>
            </a:extLst>
          </p:cNvPr>
          <p:cNvGrpSpPr/>
          <p:nvPr/>
        </p:nvGrpSpPr>
        <p:grpSpPr>
          <a:xfrm>
            <a:off x="1676376" y="3592656"/>
            <a:ext cx="863280" cy="615600"/>
            <a:chOff x="1676376" y="3592656"/>
            <a:chExt cx="863280" cy="615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12">
              <p14:nvContentPartPr>
                <p14:cNvPr id="214" name="Ink 213">
                  <a:extLst>
                    <a:ext uri="{FF2B5EF4-FFF2-40B4-BE49-F238E27FC236}">
                      <a16:creationId xmlns:a16="http://schemas.microsoft.com/office/drawing/2014/main" id="{3F7BF5B6-9B98-88A7-DC49-5F6B6195C133}"/>
                    </a:ext>
                  </a:extLst>
                </p14:cNvPr>
                <p14:cNvContentPartPr/>
                <p14:nvPr/>
              </p14:nvContentPartPr>
              <p14:xfrm>
                <a:off x="1676376" y="3933216"/>
                <a:ext cx="56520" cy="275040"/>
              </p14:xfrm>
            </p:contentPart>
          </mc:Choice>
          <mc:Fallback>
            <p:pic>
              <p:nvPicPr>
                <p:cNvPr id="214" name="Ink 213">
                  <a:extLst>
                    <a:ext uri="{FF2B5EF4-FFF2-40B4-BE49-F238E27FC236}">
                      <a16:creationId xmlns:a16="http://schemas.microsoft.com/office/drawing/2014/main" id="{3F7BF5B6-9B98-88A7-DC49-5F6B6195C133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1670256" y="3927096"/>
                  <a:ext cx="68760" cy="28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4">
              <p14:nvContentPartPr>
                <p14:cNvPr id="215" name="Ink 214">
                  <a:extLst>
                    <a:ext uri="{FF2B5EF4-FFF2-40B4-BE49-F238E27FC236}">
                      <a16:creationId xmlns:a16="http://schemas.microsoft.com/office/drawing/2014/main" id="{57E98596-AFE7-5305-DBB7-187E1C7B91CC}"/>
                    </a:ext>
                  </a:extLst>
                </p14:cNvPr>
                <p14:cNvContentPartPr/>
                <p14:nvPr/>
              </p14:nvContentPartPr>
              <p14:xfrm>
                <a:off x="1720656" y="3865536"/>
                <a:ext cx="91440" cy="66600"/>
              </p14:xfrm>
            </p:contentPart>
          </mc:Choice>
          <mc:Fallback>
            <p:pic>
              <p:nvPicPr>
                <p:cNvPr id="215" name="Ink 214">
                  <a:extLst>
                    <a:ext uri="{FF2B5EF4-FFF2-40B4-BE49-F238E27FC236}">
                      <a16:creationId xmlns:a16="http://schemas.microsoft.com/office/drawing/2014/main" id="{57E98596-AFE7-5305-DBB7-187E1C7B91CC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1714536" y="3859416"/>
                  <a:ext cx="103680" cy="7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6">
              <p14:nvContentPartPr>
                <p14:cNvPr id="216" name="Ink 215">
                  <a:extLst>
                    <a:ext uri="{FF2B5EF4-FFF2-40B4-BE49-F238E27FC236}">
                      <a16:creationId xmlns:a16="http://schemas.microsoft.com/office/drawing/2014/main" id="{45B2A3B9-76A2-63A6-E7A2-7741424E5AB9}"/>
                    </a:ext>
                  </a:extLst>
                </p14:cNvPr>
                <p14:cNvContentPartPr/>
                <p14:nvPr/>
              </p14:nvContentPartPr>
              <p14:xfrm>
                <a:off x="1866456" y="3860856"/>
                <a:ext cx="171000" cy="51480"/>
              </p14:xfrm>
            </p:contentPart>
          </mc:Choice>
          <mc:Fallback>
            <p:pic>
              <p:nvPicPr>
                <p:cNvPr id="216" name="Ink 215">
                  <a:extLst>
                    <a:ext uri="{FF2B5EF4-FFF2-40B4-BE49-F238E27FC236}">
                      <a16:creationId xmlns:a16="http://schemas.microsoft.com/office/drawing/2014/main" id="{45B2A3B9-76A2-63A6-E7A2-7741424E5AB9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1860336" y="3854736"/>
                  <a:ext cx="183240" cy="6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8">
              <p14:nvContentPartPr>
                <p14:cNvPr id="217" name="Ink 216">
                  <a:extLst>
                    <a:ext uri="{FF2B5EF4-FFF2-40B4-BE49-F238E27FC236}">
                      <a16:creationId xmlns:a16="http://schemas.microsoft.com/office/drawing/2014/main" id="{733083BB-212E-09D0-9491-D44BB4C7C9AC}"/>
                    </a:ext>
                  </a:extLst>
                </p14:cNvPr>
                <p14:cNvContentPartPr/>
                <p14:nvPr/>
              </p14:nvContentPartPr>
              <p14:xfrm>
                <a:off x="2076336" y="3647376"/>
                <a:ext cx="46800" cy="232920"/>
              </p14:xfrm>
            </p:contentPart>
          </mc:Choice>
          <mc:Fallback>
            <p:pic>
              <p:nvPicPr>
                <p:cNvPr id="217" name="Ink 216">
                  <a:extLst>
                    <a:ext uri="{FF2B5EF4-FFF2-40B4-BE49-F238E27FC236}">
                      <a16:creationId xmlns:a16="http://schemas.microsoft.com/office/drawing/2014/main" id="{733083BB-212E-09D0-9491-D44BB4C7C9AC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2070216" y="3641256"/>
                  <a:ext cx="59040" cy="24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0">
              <p14:nvContentPartPr>
                <p14:cNvPr id="218" name="Ink 217">
                  <a:extLst>
                    <a:ext uri="{FF2B5EF4-FFF2-40B4-BE49-F238E27FC236}">
                      <a16:creationId xmlns:a16="http://schemas.microsoft.com/office/drawing/2014/main" id="{15DB8055-40AA-CA65-E93B-D034546A34D8}"/>
                    </a:ext>
                  </a:extLst>
                </p14:cNvPr>
                <p14:cNvContentPartPr/>
                <p14:nvPr/>
              </p14:nvContentPartPr>
              <p14:xfrm>
                <a:off x="2229696" y="3592656"/>
                <a:ext cx="24840" cy="251640"/>
              </p14:xfrm>
            </p:contentPart>
          </mc:Choice>
          <mc:Fallback>
            <p:pic>
              <p:nvPicPr>
                <p:cNvPr id="218" name="Ink 217">
                  <a:extLst>
                    <a:ext uri="{FF2B5EF4-FFF2-40B4-BE49-F238E27FC236}">
                      <a16:creationId xmlns:a16="http://schemas.microsoft.com/office/drawing/2014/main" id="{15DB8055-40AA-CA65-E93B-D034546A34D8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2223576" y="3586536"/>
                  <a:ext cx="37080" cy="26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2">
              <p14:nvContentPartPr>
                <p14:cNvPr id="219" name="Ink 218">
                  <a:extLst>
                    <a:ext uri="{FF2B5EF4-FFF2-40B4-BE49-F238E27FC236}">
                      <a16:creationId xmlns:a16="http://schemas.microsoft.com/office/drawing/2014/main" id="{B946FD93-933D-5E46-087E-52B174A5D025}"/>
                    </a:ext>
                  </a:extLst>
                </p14:cNvPr>
                <p14:cNvContentPartPr/>
                <p14:nvPr/>
              </p14:nvContentPartPr>
              <p14:xfrm>
                <a:off x="2325096" y="3800016"/>
                <a:ext cx="22320" cy="38520"/>
              </p14:xfrm>
            </p:contentPart>
          </mc:Choice>
          <mc:Fallback>
            <p:pic>
              <p:nvPicPr>
                <p:cNvPr id="219" name="Ink 218">
                  <a:extLst>
                    <a:ext uri="{FF2B5EF4-FFF2-40B4-BE49-F238E27FC236}">
                      <a16:creationId xmlns:a16="http://schemas.microsoft.com/office/drawing/2014/main" id="{B946FD93-933D-5E46-087E-52B174A5D025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2318976" y="3793896"/>
                  <a:ext cx="34560" cy="5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4">
              <p14:nvContentPartPr>
                <p14:cNvPr id="220" name="Ink 219">
                  <a:extLst>
                    <a:ext uri="{FF2B5EF4-FFF2-40B4-BE49-F238E27FC236}">
                      <a16:creationId xmlns:a16="http://schemas.microsoft.com/office/drawing/2014/main" id="{4CD809DF-FFB2-838C-0E22-F56375007339}"/>
                    </a:ext>
                  </a:extLst>
                </p14:cNvPr>
                <p14:cNvContentPartPr/>
                <p14:nvPr/>
              </p14:nvContentPartPr>
              <p14:xfrm>
                <a:off x="2376216" y="3657096"/>
                <a:ext cx="7560" cy="57960"/>
              </p14:xfrm>
            </p:contentPart>
          </mc:Choice>
          <mc:Fallback>
            <p:pic>
              <p:nvPicPr>
                <p:cNvPr id="220" name="Ink 219">
                  <a:extLst>
                    <a:ext uri="{FF2B5EF4-FFF2-40B4-BE49-F238E27FC236}">
                      <a16:creationId xmlns:a16="http://schemas.microsoft.com/office/drawing/2014/main" id="{4CD809DF-FFB2-838C-0E22-F56375007339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2370096" y="3650976"/>
                  <a:ext cx="19800" cy="7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6">
              <p14:nvContentPartPr>
                <p14:cNvPr id="221" name="Ink 220">
                  <a:extLst>
                    <a:ext uri="{FF2B5EF4-FFF2-40B4-BE49-F238E27FC236}">
                      <a16:creationId xmlns:a16="http://schemas.microsoft.com/office/drawing/2014/main" id="{6B00434F-6FA0-B935-8FC1-49A53540A154}"/>
                    </a:ext>
                  </a:extLst>
                </p14:cNvPr>
                <p14:cNvContentPartPr/>
                <p14:nvPr/>
              </p14:nvContentPartPr>
              <p14:xfrm>
                <a:off x="2456496" y="3757896"/>
                <a:ext cx="83160" cy="81000"/>
              </p14:xfrm>
            </p:contentPart>
          </mc:Choice>
          <mc:Fallback>
            <p:pic>
              <p:nvPicPr>
                <p:cNvPr id="221" name="Ink 220">
                  <a:extLst>
                    <a:ext uri="{FF2B5EF4-FFF2-40B4-BE49-F238E27FC236}">
                      <a16:creationId xmlns:a16="http://schemas.microsoft.com/office/drawing/2014/main" id="{6B00434F-6FA0-B935-8FC1-49A53540A154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2450376" y="3751776"/>
                  <a:ext cx="95400" cy="93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52" name="Group 251">
            <a:extLst>
              <a:ext uri="{FF2B5EF4-FFF2-40B4-BE49-F238E27FC236}">
                <a16:creationId xmlns:a16="http://schemas.microsoft.com/office/drawing/2014/main" id="{2D4D1AB5-142A-5636-83AA-41F0D3FA8039}"/>
              </a:ext>
            </a:extLst>
          </p:cNvPr>
          <p:cNvGrpSpPr/>
          <p:nvPr/>
        </p:nvGrpSpPr>
        <p:grpSpPr>
          <a:xfrm>
            <a:off x="2739456" y="3467016"/>
            <a:ext cx="648720" cy="327600"/>
            <a:chOff x="2739456" y="3467016"/>
            <a:chExt cx="648720" cy="327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28">
              <p14:nvContentPartPr>
                <p14:cNvPr id="222" name="Ink 221">
                  <a:extLst>
                    <a:ext uri="{FF2B5EF4-FFF2-40B4-BE49-F238E27FC236}">
                      <a16:creationId xmlns:a16="http://schemas.microsoft.com/office/drawing/2014/main" id="{93BA5DED-3D64-B81D-5450-F464287AAAC1}"/>
                    </a:ext>
                  </a:extLst>
                </p14:cNvPr>
                <p14:cNvContentPartPr/>
                <p14:nvPr/>
              </p14:nvContentPartPr>
              <p14:xfrm>
                <a:off x="2739456" y="3671136"/>
                <a:ext cx="158760" cy="123480"/>
              </p14:xfrm>
            </p:contentPart>
          </mc:Choice>
          <mc:Fallback>
            <p:pic>
              <p:nvPicPr>
                <p:cNvPr id="222" name="Ink 221">
                  <a:extLst>
                    <a:ext uri="{FF2B5EF4-FFF2-40B4-BE49-F238E27FC236}">
                      <a16:creationId xmlns:a16="http://schemas.microsoft.com/office/drawing/2014/main" id="{93BA5DED-3D64-B81D-5450-F464287AAAC1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2733336" y="3665016"/>
                  <a:ext cx="171000" cy="13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0">
              <p14:nvContentPartPr>
                <p14:cNvPr id="223" name="Ink 222">
                  <a:extLst>
                    <a:ext uri="{FF2B5EF4-FFF2-40B4-BE49-F238E27FC236}">
                      <a16:creationId xmlns:a16="http://schemas.microsoft.com/office/drawing/2014/main" id="{C50B2BA9-C006-D8A6-23E3-6CCAEB8A4EEA}"/>
                    </a:ext>
                  </a:extLst>
                </p14:cNvPr>
                <p14:cNvContentPartPr/>
                <p14:nvPr/>
              </p14:nvContentPartPr>
              <p14:xfrm>
                <a:off x="2940336" y="3677976"/>
                <a:ext cx="59040" cy="83520"/>
              </p14:xfrm>
            </p:contentPart>
          </mc:Choice>
          <mc:Fallback>
            <p:pic>
              <p:nvPicPr>
                <p:cNvPr id="223" name="Ink 222">
                  <a:extLst>
                    <a:ext uri="{FF2B5EF4-FFF2-40B4-BE49-F238E27FC236}">
                      <a16:creationId xmlns:a16="http://schemas.microsoft.com/office/drawing/2014/main" id="{C50B2BA9-C006-D8A6-23E3-6CCAEB8A4EEA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2934216" y="3671856"/>
                  <a:ext cx="71280" cy="9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2">
              <p14:nvContentPartPr>
                <p14:cNvPr id="224" name="Ink 223">
                  <a:extLst>
                    <a:ext uri="{FF2B5EF4-FFF2-40B4-BE49-F238E27FC236}">
                      <a16:creationId xmlns:a16="http://schemas.microsoft.com/office/drawing/2014/main" id="{726D2C4B-9F93-5203-2757-140D49CE0822}"/>
                    </a:ext>
                  </a:extLst>
                </p14:cNvPr>
                <p14:cNvContentPartPr/>
                <p14:nvPr/>
              </p14:nvContentPartPr>
              <p14:xfrm>
                <a:off x="3080736" y="3690216"/>
                <a:ext cx="22320" cy="63000"/>
              </p14:xfrm>
            </p:contentPart>
          </mc:Choice>
          <mc:Fallback>
            <p:pic>
              <p:nvPicPr>
                <p:cNvPr id="224" name="Ink 223">
                  <a:extLst>
                    <a:ext uri="{FF2B5EF4-FFF2-40B4-BE49-F238E27FC236}">
                      <a16:creationId xmlns:a16="http://schemas.microsoft.com/office/drawing/2014/main" id="{726D2C4B-9F93-5203-2757-140D49CE0822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3074616" y="3684096"/>
                  <a:ext cx="34560" cy="7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4">
              <p14:nvContentPartPr>
                <p14:cNvPr id="225" name="Ink 224">
                  <a:extLst>
                    <a:ext uri="{FF2B5EF4-FFF2-40B4-BE49-F238E27FC236}">
                      <a16:creationId xmlns:a16="http://schemas.microsoft.com/office/drawing/2014/main" id="{8506D1E4-321E-73E0-A3F6-3D008059A9D0}"/>
                    </a:ext>
                  </a:extLst>
                </p14:cNvPr>
                <p14:cNvContentPartPr/>
                <p14:nvPr/>
              </p14:nvContentPartPr>
              <p14:xfrm>
                <a:off x="3129696" y="3582936"/>
                <a:ext cx="17280" cy="59760"/>
              </p14:xfrm>
            </p:contentPart>
          </mc:Choice>
          <mc:Fallback>
            <p:pic>
              <p:nvPicPr>
                <p:cNvPr id="225" name="Ink 224">
                  <a:extLst>
                    <a:ext uri="{FF2B5EF4-FFF2-40B4-BE49-F238E27FC236}">
                      <a16:creationId xmlns:a16="http://schemas.microsoft.com/office/drawing/2014/main" id="{8506D1E4-321E-73E0-A3F6-3D008059A9D0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3123576" y="3576816"/>
                  <a:ext cx="29520" cy="7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6">
              <p14:nvContentPartPr>
                <p14:cNvPr id="226" name="Ink 225">
                  <a:extLst>
                    <a:ext uri="{FF2B5EF4-FFF2-40B4-BE49-F238E27FC236}">
                      <a16:creationId xmlns:a16="http://schemas.microsoft.com/office/drawing/2014/main" id="{718ED5C0-691C-3E55-2343-A977518F6C6B}"/>
                    </a:ext>
                  </a:extLst>
                </p14:cNvPr>
                <p14:cNvContentPartPr/>
                <p14:nvPr/>
              </p14:nvContentPartPr>
              <p14:xfrm>
                <a:off x="3234096" y="3467016"/>
                <a:ext cx="154080" cy="275400"/>
              </p14:xfrm>
            </p:contentPart>
          </mc:Choice>
          <mc:Fallback>
            <p:pic>
              <p:nvPicPr>
                <p:cNvPr id="226" name="Ink 225">
                  <a:extLst>
                    <a:ext uri="{FF2B5EF4-FFF2-40B4-BE49-F238E27FC236}">
                      <a16:creationId xmlns:a16="http://schemas.microsoft.com/office/drawing/2014/main" id="{718ED5C0-691C-3E55-2343-A977518F6C6B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3227976" y="3460896"/>
                  <a:ext cx="166320" cy="287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51" name="Group 250">
            <a:extLst>
              <a:ext uri="{FF2B5EF4-FFF2-40B4-BE49-F238E27FC236}">
                <a16:creationId xmlns:a16="http://schemas.microsoft.com/office/drawing/2014/main" id="{C4A3AE43-4552-409B-E8D9-C8F0C23D67BB}"/>
              </a:ext>
            </a:extLst>
          </p:cNvPr>
          <p:cNvGrpSpPr/>
          <p:nvPr/>
        </p:nvGrpSpPr>
        <p:grpSpPr>
          <a:xfrm>
            <a:off x="3773016" y="3288096"/>
            <a:ext cx="1951560" cy="492480"/>
            <a:chOff x="3773016" y="3288096"/>
            <a:chExt cx="1951560" cy="492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38">
              <p14:nvContentPartPr>
                <p14:cNvPr id="227" name="Ink 226">
                  <a:extLst>
                    <a:ext uri="{FF2B5EF4-FFF2-40B4-BE49-F238E27FC236}">
                      <a16:creationId xmlns:a16="http://schemas.microsoft.com/office/drawing/2014/main" id="{97F64E8D-0525-2702-C0FC-C5C49C4FB8B3}"/>
                    </a:ext>
                  </a:extLst>
                </p14:cNvPr>
                <p14:cNvContentPartPr/>
                <p14:nvPr/>
              </p14:nvContentPartPr>
              <p14:xfrm>
                <a:off x="3773016" y="3643056"/>
                <a:ext cx="102960" cy="96840"/>
              </p14:xfrm>
            </p:contentPart>
          </mc:Choice>
          <mc:Fallback>
            <p:pic>
              <p:nvPicPr>
                <p:cNvPr id="227" name="Ink 226">
                  <a:extLst>
                    <a:ext uri="{FF2B5EF4-FFF2-40B4-BE49-F238E27FC236}">
                      <a16:creationId xmlns:a16="http://schemas.microsoft.com/office/drawing/2014/main" id="{97F64E8D-0525-2702-C0FC-C5C49C4FB8B3}"/>
                    </a:ext>
                  </a:extLst>
                </p:cNvPr>
                <p:cNvPicPr/>
                <p:nvPr/>
              </p:nvPicPr>
              <p:blipFill>
                <a:blip r:embed="rId239"/>
                <a:stretch>
                  <a:fillRect/>
                </a:stretch>
              </p:blipFill>
              <p:spPr>
                <a:xfrm>
                  <a:off x="3766896" y="3636936"/>
                  <a:ext cx="115200" cy="10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0">
              <p14:nvContentPartPr>
                <p14:cNvPr id="228" name="Ink 227">
                  <a:extLst>
                    <a:ext uri="{FF2B5EF4-FFF2-40B4-BE49-F238E27FC236}">
                      <a16:creationId xmlns:a16="http://schemas.microsoft.com/office/drawing/2014/main" id="{A49F3D47-B60A-008E-B539-24F97F9456AB}"/>
                    </a:ext>
                  </a:extLst>
                </p14:cNvPr>
                <p14:cNvContentPartPr/>
                <p14:nvPr/>
              </p14:nvContentPartPr>
              <p14:xfrm>
                <a:off x="3960936" y="3581496"/>
                <a:ext cx="102600" cy="89280"/>
              </p14:xfrm>
            </p:contentPart>
          </mc:Choice>
          <mc:Fallback>
            <p:pic>
              <p:nvPicPr>
                <p:cNvPr id="228" name="Ink 227">
                  <a:extLst>
                    <a:ext uri="{FF2B5EF4-FFF2-40B4-BE49-F238E27FC236}">
                      <a16:creationId xmlns:a16="http://schemas.microsoft.com/office/drawing/2014/main" id="{A49F3D47-B60A-008E-B539-24F97F9456AB}"/>
                    </a:ext>
                  </a:extLst>
                </p:cNvPr>
                <p:cNvPicPr/>
                <p:nvPr/>
              </p:nvPicPr>
              <p:blipFill>
                <a:blip r:embed="rId241"/>
                <a:stretch>
                  <a:fillRect/>
                </a:stretch>
              </p:blipFill>
              <p:spPr>
                <a:xfrm>
                  <a:off x="3954816" y="3575376"/>
                  <a:ext cx="114840" cy="10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2">
              <p14:nvContentPartPr>
                <p14:cNvPr id="229" name="Ink 228">
                  <a:extLst>
                    <a:ext uri="{FF2B5EF4-FFF2-40B4-BE49-F238E27FC236}">
                      <a16:creationId xmlns:a16="http://schemas.microsoft.com/office/drawing/2014/main" id="{3A1CFE60-8D70-68B0-7EFB-FF63CE0C8C19}"/>
                    </a:ext>
                  </a:extLst>
                </p14:cNvPr>
                <p14:cNvContentPartPr/>
                <p14:nvPr/>
              </p14:nvContentPartPr>
              <p14:xfrm>
                <a:off x="4154976" y="3464496"/>
                <a:ext cx="45360" cy="205560"/>
              </p14:xfrm>
            </p:contentPart>
          </mc:Choice>
          <mc:Fallback>
            <p:pic>
              <p:nvPicPr>
                <p:cNvPr id="229" name="Ink 228">
                  <a:extLst>
                    <a:ext uri="{FF2B5EF4-FFF2-40B4-BE49-F238E27FC236}">
                      <a16:creationId xmlns:a16="http://schemas.microsoft.com/office/drawing/2014/main" id="{3A1CFE60-8D70-68B0-7EFB-FF63CE0C8C19}"/>
                    </a:ext>
                  </a:extLst>
                </p:cNvPr>
                <p:cNvPicPr/>
                <p:nvPr/>
              </p:nvPicPr>
              <p:blipFill>
                <a:blip r:embed="rId243"/>
                <a:stretch>
                  <a:fillRect/>
                </a:stretch>
              </p:blipFill>
              <p:spPr>
                <a:xfrm>
                  <a:off x="4148856" y="3458376"/>
                  <a:ext cx="57600" cy="21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4">
              <p14:nvContentPartPr>
                <p14:cNvPr id="230" name="Ink 229">
                  <a:extLst>
                    <a:ext uri="{FF2B5EF4-FFF2-40B4-BE49-F238E27FC236}">
                      <a16:creationId xmlns:a16="http://schemas.microsoft.com/office/drawing/2014/main" id="{0A710BC8-5ABD-3194-CA90-ACDF79AEB69A}"/>
                    </a:ext>
                  </a:extLst>
                </p14:cNvPr>
                <p14:cNvContentPartPr/>
                <p14:nvPr/>
              </p14:nvContentPartPr>
              <p14:xfrm>
                <a:off x="4102416" y="3593736"/>
                <a:ext cx="134640" cy="18360"/>
              </p14:xfrm>
            </p:contentPart>
          </mc:Choice>
          <mc:Fallback>
            <p:pic>
              <p:nvPicPr>
                <p:cNvPr id="230" name="Ink 229">
                  <a:extLst>
                    <a:ext uri="{FF2B5EF4-FFF2-40B4-BE49-F238E27FC236}">
                      <a16:creationId xmlns:a16="http://schemas.microsoft.com/office/drawing/2014/main" id="{0A710BC8-5ABD-3194-CA90-ACDF79AEB69A}"/>
                    </a:ext>
                  </a:extLst>
                </p:cNvPr>
                <p:cNvPicPr/>
                <p:nvPr/>
              </p:nvPicPr>
              <p:blipFill>
                <a:blip r:embed="rId245"/>
                <a:stretch>
                  <a:fillRect/>
                </a:stretch>
              </p:blipFill>
              <p:spPr>
                <a:xfrm>
                  <a:off x="4096296" y="3587616"/>
                  <a:ext cx="146880" cy="3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6">
              <p14:nvContentPartPr>
                <p14:cNvPr id="231" name="Ink 230">
                  <a:extLst>
                    <a:ext uri="{FF2B5EF4-FFF2-40B4-BE49-F238E27FC236}">
                      <a16:creationId xmlns:a16="http://schemas.microsoft.com/office/drawing/2014/main" id="{3730CA16-DCED-50CF-7E03-48C908411B83}"/>
                    </a:ext>
                  </a:extLst>
                </p14:cNvPr>
                <p14:cNvContentPartPr/>
                <p14:nvPr/>
              </p14:nvContentPartPr>
              <p14:xfrm>
                <a:off x="4329216" y="3459096"/>
                <a:ext cx="79560" cy="160560"/>
              </p14:xfrm>
            </p:contentPart>
          </mc:Choice>
          <mc:Fallback>
            <p:pic>
              <p:nvPicPr>
                <p:cNvPr id="231" name="Ink 230">
                  <a:extLst>
                    <a:ext uri="{FF2B5EF4-FFF2-40B4-BE49-F238E27FC236}">
                      <a16:creationId xmlns:a16="http://schemas.microsoft.com/office/drawing/2014/main" id="{3730CA16-DCED-50CF-7E03-48C908411B83}"/>
                    </a:ext>
                  </a:extLst>
                </p:cNvPr>
                <p:cNvPicPr/>
                <p:nvPr/>
              </p:nvPicPr>
              <p:blipFill>
                <a:blip r:embed="rId247"/>
                <a:stretch>
                  <a:fillRect/>
                </a:stretch>
              </p:blipFill>
              <p:spPr>
                <a:xfrm>
                  <a:off x="4323096" y="3452976"/>
                  <a:ext cx="91800" cy="17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8">
              <p14:nvContentPartPr>
                <p14:cNvPr id="232" name="Ink 231">
                  <a:extLst>
                    <a:ext uri="{FF2B5EF4-FFF2-40B4-BE49-F238E27FC236}">
                      <a16:creationId xmlns:a16="http://schemas.microsoft.com/office/drawing/2014/main" id="{9070E91E-4F57-2C16-CEFC-20016F7741BC}"/>
                    </a:ext>
                  </a:extLst>
                </p14:cNvPr>
                <p14:cNvContentPartPr/>
                <p14:nvPr/>
              </p14:nvContentPartPr>
              <p14:xfrm>
                <a:off x="4470696" y="3356496"/>
                <a:ext cx="190440" cy="243360"/>
              </p14:xfrm>
            </p:contentPart>
          </mc:Choice>
          <mc:Fallback>
            <p:pic>
              <p:nvPicPr>
                <p:cNvPr id="232" name="Ink 231">
                  <a:extLst>
                    <a:ext uri="{FF2B5EF4-FFF2-40B4-BE49-F238E27FC236}">
                      <a16:creationId xmlns:a16="http://schemas.microsoft.com/office/drawing/2014/main" id="{9070E91E-4F57-2C16-CEFC-20016F7741BC}"/>
                    </a:ext>
                  </a:extLst>
                </p:cNvPr>
                <p:cNvPicPr/>
                <p:nvPr/>
              </p:nvPicPr>
              <p:blipFill>
                <a:blip r:embed="rId249"/>
                <a:stretch>
                  <a:fillRect/>
                </a:stretch>
              </p:blipFill>
              <p:spPr>
                <a:xfrm>
                  <a:off x="4464576" y="3350376"/>
                  <a:ext cx="202680" cy="25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0">
              <p14:nvContentPartPr>
                <p14:cNvPr id="233" name="Ink 232">
                  <a:extLst>
                    <a:ext uri="{FF2B5EF4-FFF2-40B4-BE49-F238E27FC236}">
                      <a16:creationId xmlns:a16="http://schemas.microsoft.com/office/drawing/2014/main" id="{7D7EC2E5-5E4C-AA24-C25C-170FDC371BFF}"/>
                    </a:ext>
                  </a:extLst>
                </p14:cNvPr>
                <p14:cNvContentPartPr/>
                <p14:nvPr/>
              </p14:nvContentPartPr>
              <p14:xfrm>
                <a:off x="4297536" y="3423816"/>
                <a:ext cx="246600" cy="81000"/>
              </p14:xfrm>
            </p:contentPart>
          </mc:Choice>
          <mc:Fallback>
            <p:pic>
              <p:nvPicPr>
                <p:cNvPr id="233" name="Ink 232">
                  <a:extLst>
                    <a:ext uri="{FF2B5EF4-FFF2-40B4-BE49-F238E27FC236}">
                      <a16:creationId xmlns:a16="http://schemas.microsoft.com/office/drawing/2014/main" id="{7D7EC2E5-5E4C-AA24-C25C-170FDC371BFF}"/>
                    </a:ext>
                  </a:extLst>
                </p:cNvPr>
                <p:cNvPicPr/>
                <p:nvPr/>
              </p:nvPicPr>
              <p:blipFill>
                <a:blip r:embed="rId251"/>
                <a:stretch>
                  <a:fillRect/>
                </a:stretch>
              </p:blipFill>
              <p:spPr>
                <a:xfrm>
                  <a:off x="4291416" y="3417696"/>
                  <a:ext cx="258840" cy="9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2">
              <p14:nvContentPartPr>
                <p14:cNvPr id="234" name="Ink 233">
                  <a:extLst>
                    <a:ext uri="{FF2B5EF4-FFF2-40B4-BE49-F238E27FC236}">
                      <a16:creationId xmlns:a16="http://schemas.microsoft.com/office/drawing/2014/main" id="{17CD1713-1B25-6F62-00C0-BFB0DE7F53E0}"/>
                    </a:ext>
                  </a:extLst>
                </p14:cNvPr>
                <p14:cNvContentPartPr/>
                <p14:nvPr/>
              </p14:nvContentPartPr>
              <p14:xfrm>
                <a:off x="4292496" y="3600216"/>
                <a:ext cx="212400" cy="51480"/>
              </p14:xfrm>
            </p:contentPart>
          </mc:Choice>
          <mc:Fallback>
            <p:pic>
              <p:nvPicPr>
                <p:cNvPr id="234" name="Ink 233">
                  <a:extLst>
                    <a:ext uri="{FF2B5EF4-FFF2-40B4-BE49-F238E27FC236}">
                      <a16:creationId xmlns:a16="http://schemas.microsoft.com/office/drawing/2014/main" id="{17CD1713-1B25-6F62-00C0-BFB0DE7F53E0}"/>
                    </a:ext>
                  </a:extLst>
                </p:cNvPr>
                <p:cNvPicPr/>
                <p:nvPr/>
              </p:nvPicPr>
              <p:blipFill>
                <a:blip r:embed="rId253"/>
                <a:stretch>
                  <a:fillRect/>
                </a:stretch>
              </p:blipFill>
              <p:spPr>
                <a:xfrm>
                  <a:off x="4286376" y="3594096"/>
                  <a:ext cx="224640" cy="6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4">
              <p14:nvContentPartPr>
                <p14:cNvPr id="235" name="Ink 234">
                  <a:extLst>
                    <a:ext uri="{FF2B5EF4-FFF2-40B4-BE49-F238E27FC236}">
                      <a16:creationId xmlns:a16="http://schemas.microsoft.com/office/drawing/2014/main" id="{63D1F035-1784-D2F1-08BA-209FA81DB942}"/>
                    </a:ext>
                  </a:extLst>
                </p14:cNvPr>
                <p14:cNvContentPartPr/>
                <p14:nvPr/>
              </p14:nvContentPartPr>
              <p14:xfrm>
                <a:off x="4736016" y="3288096"/>
                <a:ext cx="215280" cy="353520"/>
              </p14:xfrm>
            </p:contentPart>
          </mc:Choice>
          <mc:Fallback>
            <p:pic>
              <p:nvPicPr>
                <p:cNvPr id="235" name="Ink 234">
                  <a:extLst>
                    <a:ext uri="{FF2B5EF4-FFF2-40B4-BE49-F238E27FC236}">
                      <a16:creationId xmlns:a16="http://schemas.microsoft.com/office/drawing/2014/main" id="{63D1F035-1784-D2F1-08BA-209FA81DB942}"/>
                    </a:ext>
                  </a:extLst>
                </p:cNvPr>
                <p:cNvPicPr/>
                <p:nvPr/>
              </p:nvPicPr>
              <p:blipFill>
                <a:blip r:embed="rId255"/>
                <a:stretch>
                  <a:fillRect/>
                </a:stretch>
              </p:blipFill>
              <p:spPr>
                <a:xfrm>
                  <a:off x="4729896" y="3281976"/>
                  <a:ext cx="227520" cy="36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6">
              <p14:nvContentPartPr>
                <p14:cNvPr id="236" name="Ink 235">
                  <a:extLst>
                    <a:ext uri="{FF2B5EF4-FFF2-40B4-BE49-F238E27FC236}">
                      <a16:creationId xmlns:a16="http://schemas.microsoft.com/office/drawing/2014/main" id="{C5B0209E-0631-4B3B-E952-C4A9458A721D}"/>
                    </a:ext>
                  </a:extLst>
                </p14:cNvPr>
                <p14:cNvContentPartPr/>
                <p14:nvPr/>
              </p14:nvContentPartPr>
              <p14:xfrm>
                <a:off x="4994856" y="3347496"/>
                <a:ext cx="119880" cy="199440"/>
              </p14:xfrm>
            </p:contentPart>
          </mc:Choice>
          <mc:Fallback>
            <p:pic>
              <p:nvPicPr>
                <p:cNvPr id="236" name="Ink 235">
                  <a:extLst>
                    <a:ext uri="{FF2B5EF4-FFF2-40B4-BE49-F238E27FC236}">
                      <a16:creationId xmlns:a16="http://schemas.microsoft.com/office/drawing/2014/main" id="{C5B0209E-0631-4B3B-E952-C4A9458A721D}"/>
                    </a:ext>
                  </a:extLst>
                </p:cNvPr>
                <p:cNvPicPr/>
                <p:nvPr/>
              </p:nvPicPr>
              <p:blipFill>
                <a:blip r:embed="rId257"/>
                <a:stretch>
                  <a:fillRect/>
                </a:stretch>
              </p:blipFill>
              <p:spPr>
                <a:xfrm>
                  <a:off x="4988736" y="3341376"/>
                  <a:ext cx="132120" cy="21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8">
              <p14:nvContentPartPr>
                <p14:cNvPr id="237" name="Ink 236">
                  <a:extLst>
                    <a:ext uri="{FF2B5EF4-FFF2-40B4-BE49-F238E27FC236}">
                      <a16:creationId xmlns:a16="http://schemas.microsoft.com/office/drawing/2014/main" id="{EC372CB2-BAC7-715B-D065-AB2ADC269D94}"/>
                    </a:ext>
                  </a:extLst>
                </p14:cNvPr>
                <p14:cNvContentPartPr/>
                <p14:nvPr/>
              </p14:nvContentPartPr>
              <p14:xfrm>
                <a:off x="5187456" y="3307536"/>
                <a:ext cx="75960" cy="209160"/>
              </p14:xfrm>
            </p:contentPart>
          </mc:Choice>
          <mc:Fallback>
            <p:pic>
              <p:nvPicPr>
                <p:cNvPr id="237" name="Ink 236">
                  <a:extLst>
                    <a:ext uri="{FF2B5EF4-FFF2-40B4-BE49-F238E27FC236}">
                      <a16:creationId xmlns:a16="http://schemas.microsoft.com/office/drawing/2014/main" id="{EC372CB2-BAC7-715B-D065-AB2ADC269D94}"/>
                    </a:ext>
                  </a:extLst>
                </p:cNvPr>
                <p:cNvPicPr/>
                <p:nvPr/>
              </p:nvPicPr>
              <p:blipFill>
                <a:blip r:embed="rId259"/>
                <a:stretch>
                  <a:fillRect/>
                </a:stretch>
              </p:blipFill>
              <p:spPr>
                <a:xfrm>
                  <a:off x="5181336" y="3301416"/>
                  <a:ext cx="88200" cy="22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0">
              <p14:nvContentPartPr>
                <p14:cNvPr id="238" name="Ink 237">
                  <a:extLst>
                    <a:ext uri="{FF2B5EF4-FFF2-40B4-BE49-F238E27FC236}">
                      <a16:creationId xmlns:a16="http://schemas.microsoft.com/office/drawing/2014/main" id="{B2EA54AB-4A53-FF0C-AE43-864C74DD8E83}"/>
                    </a:ext>
                  </a:extLst>
                </p14:cNvPr>
                <p14:cNvContentPartPr/>
                <p14:nvPr/>
              </p14:nvContentPartPr>
              <p14:xfrm>
                <a:off x="5255856" y="3374136"/>
                <a:ext cx="122400" cy="122400"/>
              </p14:xfrm>
            </p:contentPart>
          </mc:Choice>
          <mc:Fallback>
            <p:pic>
              <p:nvPicPr>
                <p:cNvPr id="238" name="Ink 237">
                  <a:extLst>
                    <a:ext uri="{FF2B5EF4-FFF2-40B4-BE49-F238E27FC236}">
                      <a16:creationId xmlns:a16="http://schemas.microsoft.com/office/drawing/2014/main" id="{B2EA54AB-4A53-FF0C-AE43-864C74DD8E83}"/>
                    </a:ext>
                  </a:extLst>
                </p:cNvPr>
                <p:cNvPicPr/>
                <p:nvPr/>
              </p:nvPicPr>
              <p:blipFill>
                <a:blip r:embed="rId261"/>
                <a:stretch>
                  <a:fillRect/>
                </a:stretch>
              </p:blipFill>
              <p:spPr>
                <a:xfrm>
                  <a:off x="5249736" y="3368016"/>
                  <a:ext cx="134640" cy="13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2">
              <p14:nvContentPartPr>
                <p14:cNvPr id="239" name="Ink 238">
                  <a:extLst>
                    <a:ext uri="{FF2B5EF4-FFF2-40B4-BE49-F238E27FC236}">
                      <a16:creationId xmlns:a16="http://schemas.microsoft.com/office/drawing/2014/main" id="{32C3EF79-1A21-251A-D3A5-5C0C18E849BE}"/>
                    </a:ext>
                  </a:extLst>
                </p14:cNvPr>
                <p14:cNvContentPartPr/>
                <p14:nvPr/>
              </p14:nvContentPartPr>
              <p14:xfrm>
                <a:off x="5387256" y="3414096"/>
                <a:ext cx="10080" cy="46800"/>
              </p14:xfrm>
            </p:contentPart>
          </mc:Choice>
          <mc:Fallback>
            <p:pic>
              <p:nvPicPr>
                <p:cNvPr id="239" name="Ink 238">
                  <a:extLst>
                    <a:ext uri="{FF2B5EF4-FFF2-40B4-BE49-F238E27FC236}">
                      <a16:creationId xmlns:a16="http://schemas.microsoft.com/office/drawing/2014/main" id="{32C3EF79-1A21-251A-D3A5-5C0C18E849BE}"/>
                    </a:ext>
                  </a:extLst>
                </p:cNvPr>
                <p:cNvPicPr/>
                <p:nvPr/>
              </p:nvPicPr>
              <p:blipFill>
                <a:blip r:embed="rId263"/>
                <a:stretch>
                  <a:fillRect/>
                </a:stretch>
              </p:blipFill>
              <p:spPr>
                <a:xfrm>
                  <a:off x="5381136" y="3407976"/>
                  <a:ext cx="22320" cy="5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4">
              <p14:nvContentPartPr>
                <p14:cNvPr id="240" name="Ink 239">
                  <a:extLst>
                    <a:ext uri="{FF2B5EF4-FFF2-40B4-BE49-F238E27FC236}">
                      <a16:creationId xmlns:a16="http://schemas.microsoft.com/office/drawing/2014/main" id="{7478F610-1F97-0B44-5233-7B4F7ABDB70A}"/>
                    </a:ext>
                  </a:extLst>
                </p14:cNvPr>
                <p14:cNvContentPartPr/>
                <p14:nvPr/>
              </p14:nvContentPartPr>
              <p14:xfrm>
                <a:off x="5453136" y="3290256"/>
                <a:ext cx="2880" cy="63000"/>
              </p14:xfrm>
            </p:contentPart>
          </mc:Choice>
          <mc:Fallback>
            <p:pic>
              <p:nvPicPr>
                <p:cNvPr id="240" name="Ink 239">
                  <a:extLst>
                    <a:ext uri="{FF2B5EF4-FFF2-40B4-BE49-F238E27FC236}">
                      <a16:creationId xmlns:a16="http://schemas.microsoft.com/office/drawing/2014/main" id="{7478F610-1F97-0B44-5233-7B4F7ABDB70A}"/>
                    </a:ext>
                  </a:extLst>
                </p:cNvPr>
                <p:cNvPicPr/>
                <p:nvPr/>
              </p:nvPicPr>
              <p:blipFill>
                <a:blip r:embed="rId265"/>
                <a:stretch>
                  <a:fillRect/>
                </a:stretch>
              </p:blipFill>
              <p:spPr>
                <a:xfrm>
                  <a:off x="5447016" y="3284136"/>
                  <a:ext cx="15120" cy="7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6">
              <p14:nvContentPartPr>
                <p14:cNvPr id="241" name="Ink 240">
                  <a:extLst>
                    <a:ext uri="{FF2B5EF4-FFF2-40B4-BE49-F238E27FC236}">
                      <a16:creationId xmlns:a16="http://schemas.microsoft.com/office/drawing/2014/main" id="{0DC2AE13-F31E-F721-EB5F-E0041FE05CE4}"/>
                    </a:ext>
                  </a:extLst>
                </p14:cNvPr>
                <p14:cNvContentPartPr/>
                <p14:nvPr/>
              </p14:nvContentPartPr>
              <p14:xfrm>
                <a:off x="5477616" y="3410856"/>
                <a:ext cx="112680" cy="17640"/>
              </p14:xfrm>
            </p:contentPart>
          </mc:Choice>
          <mc:Fallback>
            <p:pic>
              <p:nvPicPr>
                <p:cNvPr id="241" name="Ink 240">
                  <a:extLst>
                    <a:ext uri="{FF2B5EF4-FFF2-40B4-BE49-F238E27FC236}">
                      <a16:creationId xmlns:a16="http://schemas.microsoft.com/office/drawing/2014/main" id="{0DC2AE13-F31E-F721-EB5F-E0041FE05CE4}"/>
                    </a:ext>
                  </a:extLst>
                </p:cNvPr>
                <p:cNvPicPr/>
                <p:nvPr/>
              </p:nvPicPr>
              <p:blipFill>
                <a:blip r:embed="rId267"/>
                <a:stretch>
                  <a:fillRect/>
                </a:stretch>
              </p:blipFill>
              <p:spPr>
                <a:xfrm>
                  <a:off x="5471496" y="3404736"/>
                  <a:ext cx="124920" cy="2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8">
              <p14:nvContentPartPr>
                <p14:cNvPr id="244" name="Ink 243">
                  <a:extLst>
                    <a:ext uri="{FF2B5EF4-FFF2-40B4-BE49-F238E27FC236}">
                      <a16:creationId xmlns:a16="http://schemas.microsoft.com/office/drawing/2014/main" id="{BBD508E5-F43B-4FE9-502A-47A68DB94A93}"/>
                    </a:ext>
                  </a:extLst>
                </p14:cNvPr>
                <p14:cNvContentPartPr/>
                <p14:nvPr/>
              </p14:nvContentPartPr>
              <p14:xfrm>
                <a:off x="5362056" y="3405816"/>
                <a:ext cx="362520" cy="374760"/>
              </p14:xfrm>
            </p:contentPart>
          </mc:Choice>
          <mc:Fallback>
            <p:pic>
              <p:nvPicPr>
                <p:cNvPr id="244" name="Ink 243">
                  <a:extLst>
                    <a:ext uri="{FF2B5EF4-FFF2-40B4-BE49-F238E27FC236}">
                      <a16:creationId xmlns:a16="http://schemas.microsoft.com/office/drawing/2014/main" id="{BBD508E5-F43B-4FE9-502A-47A68DB94A93}"/>
                    </a:ext>
                  </a:extLst>
                </p:cNvPr>
                <p:cNvPicPr/>
                <p:nvPr/>
              </p:nvPicPr>
              <p:blipFill>
                <a:blip r:embed="rId269"/>
                <a:stretch>
                  <a:fillRect/>
                </a:stretch>
              </p:blipFill>
              <p:spPr>
                <a:xfrm>
                  <a:off x="5355936" y="3399696"/>
                  <a:ext cx="374760" cy="387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50" name="Group 249">
            <a:extLst>
              <a:ext uri="{FF2B5EF4-FFF2-40B4-BE49-F238E27FC236}">
                <a16:creationId xmlns:a16="http://schemas.microsoft.com/office/drawing/2014/main" id="{E1F2BF5F-A587-CBCE-6F49-FF01C2127DE3}"/>
              </a:ext>
            </a:extLst>
          </p:cNvPr>
          <p:cNvGrpSpPr/>
          <p:nvPr/>
        </p:nvGrpSpPr>
        <p:grpSpPr>
          <a:xfrm>
            <a:off x="6057216" y="3172536"/>
            <a:ext cx="749520" cy="397800"/>
            <a:chOff x="6057216" y="3172536"/>
            <a:chExt cx="749520" cy="397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70">
              <p14:nvContentPartPr>
                <p14:cNvPr id="245" name="Ink 244">
                  <a:extLst>
                    <a:ext uri="{FF2B5EF4-FFF2-40B4-BE49-F238E27FC236}">
                      <a16:creationId xmlns:a16="http://schemas.microsoft.com/office/drawing/2014/main" id="{3C954614-671B-6817-3C2B-1AE0C4C546EE}"/>
                    </a:ext>
                  </a:extLst>
                </p14:cNvPr>
                <p14:cNvContentPartPr/>
                <p14:nvPr/>
              </p14:nvContentPartPr>
              <p14:xfrm>
                <a:off x="6057216" y="3362616"/>
                <a:ext cx="79200" cy="63360"/>
              </p14:xfrm>
            </p:contentPart>
          </mc:Choice>
          <mc:Fallback>
            <p:pic>
              <p:nvPicPr>
                <p:cNvPr id="245" name="Ink 244">
                  <a:extLst>
                    <a:ext uri="{FF2B5EF4-FFF2-40B4-BE49-F238E27FC236}">
                      <a16:creationId xmlns:a16="http://schemas.microsoft.com/office/drawing/2014/main" id="{3C954614-671B-6817-3C2B-1AE0C4C546EE}"/>
                    </a:ext>
                  </a:extLst>
                </p:cNvPr>
                <p:cNvPicPr/>
                <p:nvPr/>
              </p:nvPicPr>
              <p:blipFill>
                <a:blip r:embed="rId271"/>
                <a:stretch>
                  <a:fillRect/>
                </a:stretch>
              </p:blipFill>
              <p:spPr>
                <a:xfrm>
                  <a:off x="6051096" y="3356496"/>
                  <a:ext cx="91440" cy="7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2">
              <p14:nvContentPartPr>
                <p14:cNvPr id="246" name="Ink 245">
                  <a:extLst>
                    <a:ext uri="{FF2B5EF4-FFF2-40B4-BE49-F238E27FC236}">
                      <a16:creationId xmlns:a16="http://schemas.microsoft.com/office/drawing/2014/main" id="{AF2951B4-1525-2F95-C867-F2A8B7EE81F9}"/>
                    </a:ext>
                  </a:extLst>
                </p14:cNvPr>
                <p14:cNvContentPartPr/>
                <p14:nvPr/>
              </p14:nvContentPartPr>
              <p14:xfrm>
                <a:off x="6155496" y="3257136"/>
                <a:ext cx="17280" cy="51480"/>
              </p14:xfrm>
            </p:contentPart>
          </mc:Choice>
          <mc:Fallback>
            <p:pic>
              <p:nvPicPr>
                <p:cNvPr id="246" name="Ink 245">
                  <a:extLst>
                    <a:ext uri="{FF2B5EF4-FFF2-40B4-BE49-F238E27FC236}">
                      <a16:creationId xmlns:a16="http://schemas.microsoft.com/office/drawing/2014/main" id="{AF2951B4-1525-2F95-C867-F2A8B7EE81F9}"/>
                    </a:ext>
                  </a:extLst>
                </p:cNvPr>
                <p:cNvPicPr/>
                <p:nvPr/>
              </p:nvPicPr>
              <p:blipFill>
                <a:blip r:embed="rId273"/>
                <a:stretch>
                  <a:fillRect/>
                </a:stretch>
              </p:blipFill>
              <p:spPr>
                <a:xfrm>
                  <a:off x="6149376" y="3251016"/>
                  <a:ext cx="29520" cy="6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4">
              <p14:nvContentPartPr>
                <p14:cNvPr id="247" name="Ink 246">
                  <a:extLst>
                    <a:ext uri="{FF2B5EF4-FFF2-40B4-BE49-F238E27FC236}">
                      <a16:creationId xmlns:a16="http://schemas.microsoft.com/office/drawing/2014/main" id="{2C57D9D4-0D93-5265-A61A-ABBBE5D09158}"/>
                    </a:ext>
                  </a:extLst>
                </p14:cNvPr>
                <p14:cNvContentPartPr/>
                <p14:nvPr/>
              </p14:nvContentPartPr>
              <p14:xfrm>
                <a:off x="6198336" y="3181896"/>
                <a:ext cx="216000" cy="213840"/>
              </p14:xfrm>
            </p:contentPart>
          </mc:Choice>
          <mc:Fallback>
            <p:pic>
              <p:nvPicPr>
                <p:cNvPr id="247" name="Ink 246">
                  <a:extLst>
                    <a:ext uri="{FF2B5EF4-FFF2-40B4-BE49-F238E27FC236}">
                      <a16:creationId xmlns:a16="http://schemas.microsoft.com/office/drawing/2014/main" id="{2C57D9D4-0D93-5265-A61A-ABBBE5D09158}"/>
                    </a:ext>
                  </a:extLst>
                </p:cNvPr>
                <p:cNvPicPr/>
                <p:nvPr/>
              </p:nvPicPr>
              <p:blipFill>
                <a:blip r:embed="rId275"/>
                <a:stretch>
                  <a:fillRect/>
                </a:stretch>
              </p:blipFill>
              <p:spPr>
                <a:xfrm>
                  <a:off x="6192216" y="3175776"/>
                  <a:ext cx="228240" cy="22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6">
              <p14:nvContentPartPr>
                <p14:cNvPr id="248" name="Ink 247">
                  <a:extLst>
                    <a:ext uri="{FF2B5EF4-FFF2-40B4-BE49-F238E27FC236}">
                      <a16:creationId xmlns:a16="http://schemas.microsoft.com/office/drawing/2014/main" id="{B9AE91A8-E020-4D69-E450-4B1AE5FA2A07}"/>
                    </a:ext>
                  </a:extLst>
                </p14:cNvPr>
                <p14:cNvContentPartPr/>
                <p14:nvPr/>
              </p14:nvContentPartPr>
              <p14:xfrm>
                <a:off x="6428016" y="3179016"/>
                <a:ext cx="129960" cy="302400"/>
              </p14:xfrm>
            </p:contentPart>
          </mc:Choice>
          <mc:Fallback>
            <p:pic>
              <p:nvPicPr>
                <p:cNvPr id="248" name="Ink 247">
                  <a:extLst>
                    <a:ext uri="{FF2B5EF4-FFF2-40B4-BE49-F238E27FC236}">
                      <a16:creationId xmlns:a16="http://schemas.microsoft.com/office/drawing/2014/main" id="{B9AE91A8-E020-4D69-E450-4B1AE5FA2A07}"/>
                    </a:ext>
                  </a:extLst>
                </p:cNvPr>
                <p:cNvPicPr/>
                <p:nvPr/>
              </p:nvPicPr>
              <p:blipFill>
                <a:blip r:embed="rId277"/>
                <a:stretch>
                  <a:fillRect/>
                </a:stretch>
              </p:blipFill>
              <p:spPr>
                <a:xfrm>
                  <a:off x="6421896" y="3172896"/>
                  <a:ext cx="142200" cy="31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8">
              <p14:nvContentPartPr>
                <p14:cNvPr id="249" name="Ink 248">
                  <a:extLst>
                    <a:ext uri="{FF2B5EF4-FFF2-40B4-BE49-F238E27FC236}">
                      <a16:creationId xmlns:a16="http://schemas.microsoft.com/office/drawing/2014/main" id="{DC0422E1-6DC6-B4BC-454C-CBE87786B45D}"/>
                    </a:ext>
                  </a:extLst>
                </p14:cNvPr>
                <p14:cNvContentPartPr/>
                <p14:nvPr/>
              </p14:nvContentPartPr>
              <p14:xfrm>
                <a:off x="6689376" y="3172536"/>
                <a:ext cx="117360" cy="397800"/>
              </p14:xfrm>
            </p:contentPart>
          </mc:Choice>
          <mc:Fallback>
            <p:pic>
              <p:nvPicPr>
                <p:cNvPr id="249" name="Ink 248">
                  <a:extLst>
                    <a:ext uri="{FF2B5EF4-FFF2-40B4-BE49-F238E27FC236}">
                      <a16:creationId xmlns:a16="http://schemas.microsoft.com/office/drawing/2014/main" id="{DC0422E1-6DC6-B4BC-454C-CBE87786B45D}"/>
                    </a:ext>
                  </a:extLst>
                </p:cNvPr>
                <p:cNvPicPr/>
                <p:nvPr/>
              </p:nvPicPr>
              <p:blipFill>
                <a:blip r:embed="rId279"/>
                <a:stretch>
                  <a:fillRect/>
                </a:stretch>
              </p:blipFill>
              <p:spPr>
                <a:xfrm>
                  <a:off x="6683256" y="3166416"/>
                  <a:ext cx="129600" cy="410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73" name="Group 272">
            <a:extLst>
              <a:ext uri="{FF2B5EF4-FFF2-40B4-BE49-F238E27FC236}">
                <a16:creationId xmlns:a16="http://schemas.microsoft.com/office/drawing/2014/main" id="{06F04E98-5634-57D6-E55F-47397A696442}"/>
              </a:ext>
            </a:extLst>
          </p:cNvPr>
          <p:cNvGrpSpPr/>
          <p:nvPr/>
        </p:nvGrpSpPr>
        <p:grpSpPr>
          <a:xfrm>
            <a:off x="2217816" y="3976056"/>
            <a:ext cx="1165680" cy="338040"/>
            <a:chOff x="2217816" y="3976056"/>
            <a:chExt cx="1165680" cy="338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80">
              <p14:nvContentPartPr>
                <p14:cNvPr id="254" name="Ink 253">
                  <a:extLst>
                    <a:ext uri="{FF2B5EF4-FFF2-40B4-BE49-F238E27FC236}">
                      <a16:creationId xmlns:a16="http://schemas.microsoft.com/office/drawing/2014/main" id="{B62A1129-4D91-D169-BBEB-486380C7CBC6}"/>
                    </a:ext>
                  </a:extLst>
                </p14:cNvPr>
                <p14:cNvContentPartPr/>
                <p14:nvPr/>
              </p14:nvContentPartPr>
              <p14:xfrm>
                <a:off x="2246976" y="4047336"/>
                <a:ext cx="76320" cy="266760"/>
              </p14:xfrm>
            </p:contentPart>
          </mc:Choice>
          <mc:Fallback>
            <p:pic>
              <p:nvPicPr>
                <p:cNvPr id="254" name="Ink 253">
                  <a:extLst>
                    <a:ext uri="{FF2B5EF4-FFF2-40B4-BE49-F238E27FC236}">
                      <a16:creationId xmlns:a16="http://schemas.microsoft.com/office/drawing/2014/main" id="{B62A1129-4D91-D169-BBEB-486380C7CBC6}"/>
                    </a:ext>
                  </a:extLst>
                </p:cNvPr>
                <p:cNvPicPr/>
                <p:nvPr/>
              </p:nvPicPr>
              <p:blipFill>
                <a:blip r:embed="rId281"/>
                <a:stretch>
                  <a:fillRect/>
                </a:stretch>
              </p:blipFill>
              <p:spPr>
                <a:xfrm>
                  <a:off x="2240856" y="4041216"/>
                  <a:ext cx="88560" cy="27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2">
              <p14:nvContentPartPr>
                <p14:cNvPr id="255" name="Ink 254">
                  <a:extLst>
                    <a:ext uri="{FF2B5EF4-FFF2-40B4-BE49-F238E27FC236}">
                      <a16:creationId xmlns:a16="http://schemas.microsoft.com/office/drawing/2014/main" id="{C3642230-8241-AE9C-2D16-0C33438320D7}"/>
                    </a:ext>
                  </a:extLst>
                </p14:cNvPr>
                <p14:cNvContentPartPr/>
                <p14:nvPr/>
              </p14:nvContentPartPr>
              <p14:xfrm>
                <a:off x="2217816" y="4009176"/>
                <a:ext cx="380880" cy="257040"/>
              </p14:xfrm>
            </p:contentPart>
          </mc:Choice>
          <mc:Fallback>
            <p:pic>
              <p:nvPicPr>
                <p:cNvPr id="255" name="Ink 254">
                  <a:extLst>
                    <a:ext uri="{FF2B5EF4-FFF2-40B4-BE49-F238E27FC236}">
                      <a16:creationId xmlns:a16="http://schemas.microsoft.com/office/drawing/2014/main" id="{C3642230-8241-AE9C-2D16-0C33438320D7}"/>
                    </a:ext>
                  </a:extLst>
                </p:cNvPr>
                <p:cNvPicPr/>
                <p:nvPr/>
              </p:nvPicPr>
              <p:blipFill>
                <a:blip r:embed="rId283"/>
                <a:stretch>
                  <a:fillRect/>
                </a:stretch>
              </p:blipFill>
              <p:spPr>
                <a:xfrm>
                  <a:off x="2211696" y="4003056"/>
                  <a:ext cx="393120" cy="26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4">
              <p14:nvContentPartPr>
                <p14:cNvPr id="256" name="Ink 255">
                  <a:extLst>
                    <a:ext uri="{FF2B5EF4-FFF2-40B4-BE49-F238E27FC236}">
                      <a16:creationId xmlns:a16="http://schemas.microsoft.com/office/drawing/2014/main" id="{9FD9DE00-6E2C-DC79-CD2E-0C48A3D65EF6}"/>
                    </a:ext>
                  </a:extLst>
                </p14:cNvPr>
                <p14:cNvContentPartPr/>
                <p14:nvPr/>
              </p14:nvContentPartPr>
              <p14:xfrm>
                <a:off x="2607696" y="4218696"/>
                <a:ext cx="10080" cy="26280"/>
              </p14:xfrm>
            </p:contentPart>
          </mc:Choice>
          <mc:Fallback>
            <p:pic>
              <p:nvPicPr>
                <p:cNvPr id="256" name="Ink 255">
                  <a:extLst>
                    <a:ext uri="{FF2B5EF4-FFF2-40B4-BE49-F238E27FC236}">
                      <a16:creationId xmlns:a16="http://schemas.microsoft.com/office/drawing/2014/main" id="{9FD9DE00-6E2C-DC79-CD2E-0C48A3D65EF6}"/>
                    </a:ext>
                  </a:extLst>
                </p:cNvPr>
                <p:cNvPicPr/>
                <p:nvPr/>
              </p:nvPicPr>
              <p:blipFill>
                <a:blip r:embed="rId285"/>
                <a:stretch>
                  <a:fillRect/>
                </a:stretch>
              </p:blipFill>
              <p:spPr>
                <a:xfrm>
                  <a:off x="2601576" y="4212576"/>
                  <a:ext cx="22320" cy="3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6">
              <p14:nvContentPartPr>
                <p14:cNvPr id="257" name="Ink 256">
                  <a:extLst>
                    <a:ext uri="{FF2B5EF4-FFF2-40B4-BE49-F238E27FC236}">
                      <a16:creationId xmlns:a16="http://schemas.microsoft.com/office/drawing/2014/main" id="{379E6D59-A975-90D4-BA40-436CC8B92DD7}"/>
                    </a:ext>
                  </a:extLst>
                </p14:cNvPr>
                <p14:cNvContentPartPr/>
                <p14:nvPr/>
              </p14:nvContentPartPr>
              <p14:xfrm>
                <a:off x="2654136" y="4110336"/>
                <a:ext cx="22320" cy="19080"/>
              </p14:xfrm>
            </p:contentPart>
          </mc:Choice>
          <mc:Fallback>
            <p:pic>
              <p:nvPicPr>
                <p:cNvPr id="257" name="Ink 256">
                  <a:extLst>
                    <a:ext uri="{FF2B5EF4-FFF2-40B4-BE49-F238E27FC236}">
                      <a16:creationId xmlns:a16="http://schemas.microsoft.com/office/drawing/2014/main" id="{379E6D59-A975-90D4-BA40-436CC8B92DD7}"/>
                    </a:ext>
                  </a:extLst>
                </p:cNvPr>
                <p:cNvPicPr/>
                <p:nvPr/>
              </p:nvPicPr>
              <p:blipFill>
                <a:blip r:embed="rId287"/>
                <a:stretch>
                  <a:fillRect/>
                </a:stretch>
              </p:blipFill>
              <p:spPr>
                <a:xfrm>
                  <a:off x="2648016" y="4104216"/>
                  <a:ext cx="34560" cy="3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8">
              <p14:nvContentPartPr>
                <p14:cNvPr id="258" name="Ink 257">
                  <a:extLst>
                    <a:ext uri="{FF2B5EF4-FFF2-40B4-BE49-F238E27FC236}">
                      <a16:creationId xmlns:a16="http://schemas.microsoft.com/office/drawing/2014/main" id="{2603DB10-FFA6-4504-7185-E21FBFDE9210}"/>
                    </a:ext>
                  </a:extLst>
                </p14:cNvPr>
                <p14:cNvContentPartPr/>
                <p14:nvPr/>
              </p14:nvContentPartPr>
              <p14:xfrm>
                <a:off x="2704536" y="4156056"/>
                <a:ext cx="40320" cy="91080"/>
              </p14:xfrm>
            </p:contentPart>
          </mc:Choice>
          <mc:Fallback>
            <p:pic>
              <p:nvPicPr>
                <p:cNvPr id="258" name="Ink 257">
                  <a:extLst>
                    <a:ext uri="{FF2B5EF4-FFF2-40B4-BE49-F238E27FC236}">
                      <a16:creationId xmlns:a16="http://schemas.microsoft.com/office/drawing/2014/main" id="{2603DB10-FFA6-4504-7185-E21FBFDE9210}"/>
                    </a:ext>
                  </a:extLst>
                </p:cNvPr>
                <p:cNvPicPr/>
                <p:nvPr/>
              </p:nvPicPr>
              <p:blipFill>
                <a:blip r:embed="rId289"/>
                <a:stretch>
                  <a:fillRect/>
                </a:stretch>
              </p:blipFill>
              <p:spPr>
                <a:xfrm>
                  <a:off x="2698416" y="4149936"/>
                  <a:ext cx="52560" cy="10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0">
              <p14:nvContentPartPr>
                <p14:cNvPr id="259" name="Ink 258">
                  <a:extLst>
                    <a:ext uri="{FF2B5EF4-FFF2-40B4-BE49-F238E27FC236}">
                      <a16:creationId xmlns:a16="http://schemas.microsoft.com/office/drawing/2014/main" id="{005B49C8-0693-33E7-9837-03DC2A4A702A}"/>
                    </a:ext>
                  </a:extLst>
                </p14:cNvPr>
                <p14:cNvContentPartPr/>
                <p14:nvPr/>
              </p14:nvContentPartPr>
              <p14:xfrm>
                <a:off x="2853936" y="4220136"/>
                <a:ext cx="17280" cy="3600"/>
              </p14:xfrm>
            </p:contentPart>
          </mc:Choice>
          <mc:Fallback>
            <p:pic>
              <p:nvPicPr>
                <p:cNvPr id="259" name="Ink 258">
                  <a:extLst>
                    <a:ext uri="{FF2B5EF4-FFF2-40B4-BE49-F238E27FC236}">
                      <a16:creationId xmlns:a16="http://schemas.microsoft.com/office/drawing/2014/main" id="{005B49C8-0693-33E7-9837-03DC2A4A702A}"/>
                    </a:ext>
                  </a:extLst>
                </p:cNvPr>
                <p:cNvPicPr/>
                <p:nvPr/>
              </p:nvPicPr>
              <p:blipFill>
                <a:blip r:embed="rId291"/>
                <a:stretch>
                  <a:fillRect/>
                </a:stretch>
              </p:blipFill>
              <p:spPr>
                <a:xfrm>
                  <a:off x="2847816" y="4214016"/>
                  <a:ext cx="29520" cy="1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2">
              <p14:nvContentPartPr>
                <p14:cNvPr id="260" name="Ink 259">
                  <a:extLst>
                    <a:ext uri="{FF2B5EF4-FFF2-40B4-BE49-F238E27FC236}">
                      <a16:creationId xmlns:a16="http://schemas.microsoft.com/office/drawing/2014/main" id="{7CA56AFD-EBEB-1C20-76C0-BB3B2552C563}"/>
                    </a:ext>
                  </a:extLst>
                </p14:cNvPr>
                <p14:cNvContentPartPr/>
                <p14:nvPr/>
              </p14:nvContentPartPr>
              <p14:xfrm>
                <a:off x="2961216" y="4167936"/>
                <a:ext cx="119880" cy="62640"/>
              </p14:xfrm>
            </p:contentPart>
          </mc:Choice>
          <mc:Fallback>
            <p:pic>
              <p:nvPicPr>
                <p:cNvPr id="260" name="Ink 259">
                  <a:extLst>
                    <a:ext uri="{FF2B5EF4-FFF2-40B4-BE49-F238E27FC236}">
                      <a16:creationId xmlns:a16="http://schemas.microsoft.com/office/drawing/2014/main" id="{7CA56AFD-EBEB-1C20-76C0-BB3B2552C563}"/>
                    </a:ext>
                  </a:extLst>
                </p:cNvPr>
                <p:cNvPicPr/>
                <p:nvPr/>
              </p:nvPicPr>
              <p:blipFill>
                <a:blip r:embed="rId293"/>
                <a:stretch>
                  <a:fillRect/>
                </a:stretch>
              </p:blipFill>
              <p:spPr>
                <a:xfrm>
                  <a:off x="2955096" y="4161816"/>
                  <a:ext cx="132120" cy="7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4">
              <p14:nvContentPartPr>
                <p14:cNvPr id="261" name="Ink 260">
                  <a:extLst>
                    <a:ext uri="{FF2B5EF4-FFF2-40B4-BE49-F238E27FC236}">
                      <a16:creationId xmlns:a16="http://schemas.microsoft.com/office/drawing/2014/main" id="{C21B5DC7-D78C-37E6-2AC2-785A343A3149}"/>
                    </a:ext>
                  </a:extLst>
                </p14:cNvPr>
                <p14:cNvContentPartPr/>
                <p14:nvPr/>
              </p14:nvContentPartPr>
              <p14:xfrm>
                <a:off x="3092976" y="4096656"/>
                <a:ext cx="39240" cy="27360"/>
              </p14:xfrm>
            </p:contentPart>
          </mc:Choice>
          <mc:Fallback>
            <p:pic>
              <p:nvPicPr>
                <p:cNvPr id="261" name="Ink 260">
                  <a:extLst>
                    <a:ext uri="{FF2B5EF4-FFF2-40B4-BE49-F238E27FC236}">
                      <a16:creationId xmlns:a16="http://schemas.microsoft.com/office/drawing/2014/main" id="{C21B5DC7-D78C-37E6-2AC2-785A343A3149}"/>
                    </a:ext>
                  </a:extLst>
                </p:cNvPr>
                <p:cNvPicPr/>
                <p:nvPr/>
              </p:nvPicPr>
              <p:blipFill>
                <a:blip r:embed="rId295"/>
                <a:stretch>
                  <a:fillRect/>
                </a:stretch>
              </p:blipFill>
              <p:spPr>
                <a:xfrm>
                  <a:off x="3086856" y="4090536"/>
                  <a:ext cx="51480" cy="3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6">
              <p14:nvContentPartPr>
                <p14:cNvPr id="262" name="Ink 261">
                  <a:extLst>
                    <a:ext uri="{FF2B5EF4-FFF2-40B4-BE49-F238E27FC236}">
                      <a16:creationId xmlns:a16="http://schemas.microsoft.com/office/drawing/2014/main" id="{B4712990-00CF-06AC-D5BC-05DF04C732DE}"/>
                    </a:ext>
                  </a:extLst>
                </p14:cNvPr>
                <p14:cNvContentPartPr/>
                <p14:nvPr/>
              </p14:nvContentPartPr>
              <p14:xfrm>
                <a:off x="3176856" y="3976056"/>
                <a:ext cx="206640" cy="212760"/>
              </p14:xfrm>
            </p:contentPart>
          </mc:Choice>
          <mc:Fallback>
            <p:pic>
              <p:nvPicPr>
                <p:cNvPr id="262" name="Ink 261">
                  <a:extLst>
                    <a:ext uri="{FF2B5EF4-FFF2-40B4-BE49-F238E27FC236}">
                      <a16:creationId xmlns:a16="http://schemas.microsoft.com/office/drawing/2014/main" id="{B4712990-00CF-06AC-D5BC-05DF04C732DE}"/>
                    </a:ext>
                  </a:extLst>
                </p:cNvPr>
                <p:cNvPicPr/>
                <p:nvPr/>
              </p:nvPicPr>
              <p:blipFill>
                <a:blip r:embed="rId297"/>
                <a:stretch>
                  <a:fillRect/>
                </a:stretch>
              </p:blipFill>
              <p:spPr>
                <a:xfrm>
                  <a:off x="3170736" y="3969936"/>
                  <a:ext cx="218880" cy="225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72" name="Group 271">
            <a:extLst>
              <a:ext uri="{FF2B5EF4-FFF2-40B4-BE49-F238E27FC236}">
                <a16:creationId xmlns:a16="http://schemas.microsoft.com/office/drawing/2014/main" id="{DB9BB0DF-8DE9-240B-B866-DCC994D8B67C}"/>
              </a:ext>
            </a:extLst>
          </p:cNvPr>
          <p:cNvGrpSpPr/>
          <p:nvPr/>
        </p:nvGrpSpPr>
        <p:grpSpPr>
          <a:xfrm>
            <a:off x="3566016" y="4085136"/>
            <a:ext cx="83160" cy="54000"/>
            <a:chOff x="3566016" y="4085136"/>
            <a:chExt cx="83160" cy="54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98">
              <p14:nvContentPartPr>
                <p14:cNvPr id="263" name="Ink 262">
                  <a:extLst>
                    <a:ext uri="{FF2B5EF4-FFF2-40B4-BE49-F238E27FC236}">
                      <a16:creationId xmlns:a16="http://schemas.microsoft.com/office/drawing/2014/main" id="{943C4B50-421D-1038-3011-DD1D97853905}"/>
                    </a:ext>
                  </a:extLst>
                </p14:cNvPr>
                <p14:cNvContentPartPr/>
                <p14:nvPr/>
              </p14:nvContentPartPr>
              <p14:xfrm>
                <a:off x="3571056" y="4085136"/>
                <a:ext cx="66240" cy="10080"/>
              </p14:xfrm>
            </p:contentPart>
          </mc:Choice>
          <mc:Fallback>
            <p:pic>
              <p:nvPicPr>
                <p:cNvPr id="263" name="Ink 262">
                  <a:extLst>
                    <a:ext uri="{FF2B5EF4-FFF2-40B4-BE49-F238E27FC236}">
                      <a16:creationId xmlns:a16="http://schemas.microsoft.com/office/drawing/2014/main" id="{943C4B50-421D-1038-3011-DD1D97853905}"/>
                    </a:ext>
                  </a:extLst>
                </p:cNvPr>
                <p:cNvPicPr/>
                <p:nvPr/>
              </p:nvPicPr>
              <p:blipFill>
                <a:blip r:embed="rId299"/>
                <a:stretch>
                  <a:fillRect/>
                </a:stretch>
              </p:blipFill>
              <p:spPr>
                <a:xfrm>
                  <a:off x="3564936" y="4079016"/>
                  <a:ext cx="78480" cy="2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0">
              <p14:nvContentPartPr>
                <p14:cNvPr id="264" name="Ink 263">
                  <a:extLst>
                    <a:ext uri="{FF2B5EF4-FFF2-40B4-BE49-F238E27FC236}">
                      <a16:creationId xmlns:a16="http://schemas.microsoft.com/office/drawing/2014/main" id="{AD6F4787-870F-D9E6-9154-63916B2BFE7F}"/>
                    </a:ext>
                  </a:extLst>
                </p14:cNvPr>
                <p14:cNvContentPartPr/>
                <p14:nvPr/>
              </p14:nvContentPartPr>
              <p14:xfrm>
                <a:off x="3566016" y="4087656"/>
                <a:ext cx="83160" cy="51480"/>
              </p14:xfrm>
            </p:contentPart>
          </mc:Choice>
          <mc:Fallback>
            <p:pic>
              <p:nvPicPr>
                <p:cNvPr id="264" name="Ink 263">
                  <a:extLst>
                    <a:ext uri="{FF2B5EF4-FFF2-40B4-BE49-F238E27FC236}">
                      <a16:creationId xmlns:a16="http://schemas.microsoft.com/office/drawing/2014/main" id="{AD6F4787-870F-D9E6-9154-63916B2BFE7F}"/>
                    </a:ext>
                  </a:extLst>
                </p:cNvPr>
                <p:cNvPicPr/>
                <p:nvPr/>
              </p:nvPicPr>
              <p:blipFill>
                <a:blip r:embed="rId301"/>
                <a:stretch>
                  <a:fillRect/>
                </a:stretch>
              </p:blipFill>
              <p:spPr>
                <a:xfrm>
                  <a:off x="3559896" y="4081536"/>
                  <a:ext cx="95400" cy="63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71" name="Group 270">
            <a:extLst>
              <a:ext uri="{FF2B5EF4-FFF2-40B4-BE49-F238E27FC236}">
                <a16:creationId xmlns:a16="http://schemas.microsoft.com/office/drawing/2014/main" id="{D2921936-6E0C-E52E-202C-69F54D07418E}"/>
              </a:ext>
            </a:extLst>
          </p:cNvPr>
          <p:cNvGrpSpPr/>
          <p:nvPr/>
        </p:nvGrpSpPr>
        <p:grpSpPr>
          <a:xfrm>
            <a:off x="3839256" y="3851856"/>
            <a:ext cx="529200" cy="329040"/>
            <a:chOff x="3839256" y="3851856"/>
            <a:chExt cx="529200" cy="329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02">
              <p14:nvContentPartPr>
                <p14:cNvPr id="265" name="Ink 264">
                  <a:extLst>
                    <a:ext uri="{FF2B5EF4-FFF2-40B4-BE49-F238E27FC236}">
                      <a16:creationId xmlns:a16="http://schemas.microsoft.com/office/drawing/2014/main" id="{6531F103-EE97-CA88-65A3-11D26BCD4BC0}"/>
                    </a:ext>
                  </a:extLst>
                </p14:cNvPr>
                <p14:cNvContentPartPr/>
                <p14:nvPr/>
              </p14:nvContentPartPr>
              <p14:xfrm>
                <a:off x="3839256" y="4033656"/>
                <a:ext cx="158760" cy="103680"/>
              </p14:xfrm>
            </p:contentPart>
          </mc:Choice>
          <mc:Fallback>
            <p:pic>
              <p:nvPicPr>
                <p:cNvPr id="265" name="Ink 264">
                  <a:extLst>
                    <a:ext uri="{FF2B5EF4-FFF2-40B4-BE49-F238E27FC236}">
                      <a16:creationId xmlns:a16="http://schemas.microsoft.com/office/drawing/2014/main" id="{6531F103-EE97-CA88-65A3-11D26BCD4BC0}"/>
                    </a:ext>
                  </a:extLst>
                </p:cNvPr>
                <p:cNvPicPr/>
                <p:nvPr/>
              </p:nvPicPr>
              <p:blipFill>
                <a:blip r:embed="rId303"/>
                <a:stretch>
                  <a:fillRect/>
                </a:stretch>
              </p:blipFill>
              <p:spPr>
                <a:xfrm>
                  <a:off x="3833136" y="4027536"/>
                  <a:ext cx="171000" cy="11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4">
              <p14:nvContentPartPr>
                <p14:cNvPr id="266" name="Ink 265">
                  <a:extLst>
                    <a:ext uri="{FF2B5EF4-FFF2-40B4-BE49-F238E27FC236}">
                      <a16:creationId xmlns:a16="http://schemas.microsoft.com/office/drawing/2014/main" id="{7F4BF2A1-6FA7-18E1-8173-4DD0BE12C609}"/>
                    </a:ext>
                  </a:extLst>
                </p14:cNvPr>
                <p14:cNvContentPartPr/>
                <p14:nvPr/>
              </p14:nvContentPartPr>
              <p14:xfrm>
                <a:off x="4002336" y="3979656"/>
                <a:ext cx="39240" cy="24840"/>
              </p14:xfrm>
            </p:contentPart>
          </mc:Choice>
          <mc:Fallback>
            <p:pic>
              <p:nvPicPr>
                <p:cNvPr id="266" name="Ink 265">
                  <a:extLst>
                    <a:ext uri="{FF2B5EF4-FFF2-40B4-BE49-F238E27FC236}">
                      <a16:creationId xmlns:a16="http://schemas.microsoft.com/office/drawing/2014/main" id="{7F4BF2A1-6FA7-18E1-8173-4DD0BE12C609}"/>
                    </a:ext>
                  </a:extLst>
                </p:cNvPr>
                <p:cNvPicPr/>
                <p:nvPr/>
              </p:nvPicPr>
              <p:blipFill>
                <a:blip r:embed="rId305"/>
                <a:stretch>
                  <a:fillRect/>
                </a:stretch>
              </p:blipFill>
              <p:spPr>
                <a:xfrm>
                  <a:off x="3996216" y="3973536"/>
                  <a:ext cx="51480" cy="3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6">
              <p14:nvContentPartPr>
                <p14:cNvPr id="267" name="Ink 266">
                  <a:extLst>
                    <a:ext uri="{FF2B5EF4-FFF2-40B4-BE49-F238E27FC236}">
                      <a16:creationId xmlns:a16="http://schemas.microsoft.com/office/drawing/2014/main" id="{8A482E68-A804-7030-A444-1663B3BA2C9F}"/>
                    </a:ext>
                  </a:extLst>
                </p14:cNvPr>
                <p14:cNvContentPartPr/>
                <p14:nvPr/>
              </p14:nvContentPartPr>
              <p14:xfrm>
                <a:off x="4074336" y="3851856"/>
                <a:ext cx="194400" cy="213480"/>
              </p14:xfrm>
            </p:contentPart>
          </mc:Choice>
          <mc:Fallback>
            <p:pic>
              <p:nvPicPr>
                <p:cNvPr id="267" name="Ink 266">
                  <a:extLst>
                    <a:ext uri="{FF2B5EF4-FFF2-40B4-BE49-F238E27FC236}">
                      <a16:creationId xmlns:a16="http://schemas.microsoft.com/office/drawing/2014/main" id="{8A482E68-A804-7030-A444-1663B3BA2C9F}"/>
                    </a:ext>
                  </a:extLst>
                </p:cNvPr>
                <p:cNvPicPr/>
                <p:nvPr/>
              </p:nvPicPr>
              <p:blipFill>
                <a:blip r:embed="rId307"/>
                <a:stretch>
                  <a:fillRect/>
                </a:stretch>
              </p:blipFill>
              <p:spPr>
                <a:xfrm>
                  <a:off x="4068216" y="3845736"/>
                  <a:ext cx="206640" cy="22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8">
              <p14:nvContentPartPr>
                <p14:cNvPr id="268" name="Ink 267">
                  <a:extLst>
                    <a:ext uri="{FF2B5EF4-FFF2-40B4-BE49-F238E27FC236}">
                      <a16:creationId xmlns:a16="http://schemas.microsoft.com/office/drawing/2014/main" id="{2EAFB911-F802-6F32-A5FE-08B19AA84A28}"/>
                    </a:ext>
                  </a:extLst>
                </p14:cNvPr>
                <p14:cNvContentPartPr/>
                <p14:nvPr/>
              </p14:nvContentPartPr>
              <p14:xfrm>
                <a:off x="4358376" y="3977136"/>
                <a:ext cx="10080" cy="37080"/>
              </p14:xfrm>
            </p:contentPart>
          </mc:Choice>
          <mc:Fallback>
            <p:pic>
              <p:nvPicPr>
                <p:cNvPr id="268" name="Ink 267">
                  <a:extLst>
                    <a:ext uri="{FF2B5EF4-FFF2-40B4-BE49-F238E27FC236}">
                      <a16:creationId xmlns:a16="http://schemas.microsoft.com/office/drawing/2014/main" id="{2EAFB911-F802-6F32-A5FE-08B19AA84A28}"/>
                    </a:ext>
                  </a:extLst>
                </p:cNvPr>
                <p:cNvPicPr/>
                <p:nvPr/>
              </p:nvPicPr>
              <p:blipFill>
                <a:blip r:embed="rId309"/>
                <a:stretch>
                  <a:fillRect/>
                </a:stretch>
              </p:blipFill>
              <p:spPr>
                <a:xfrm>
                  <a:off x="4352256" y="3971016"/>
                  <a:ext cx="22320" cy="4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0">
              <p14:nvContentPartPr>
                <p14:cNvPr id="269" name="Ink 268">
                  <a:extLst>
                    <a:ext uri="{FF2B5EF4-FFF2-40B4-BE49-F238E27FC236}">
                      <a16:creationId xmlns:a16="http://schemas.microsoft.com/office/drawing/2014/main" id="{7E3FF5DE-C4F6-FF79-A2F8-7009650F8808}"/>
                    </a:ext>
                  </a:extLst>
                </p14:cNvPr>
                <p14:cNvContentPartPr/>
                <p14:nvPr/>
              </p14:nvContentPartPr>
              <p14:xfrm>
                <a:off x="4265856" y="4079736"/>
                <a:ext cx="95400" cy="101160"/>
              </p14:xfrm>
            </p:contentPart>
          </mc:Choice>
          <mc:Fallback>
            <p:pic>
              <p:nvPicPr>
                <p:cNvPr id="269" name="Ink 268">
                  <a:extLst>
                    <a:ext uri="{FF2B5EF4-FFF2-40B4-BE49-F238E27FC236}">
                      <a16:creationId xmlns:a16="http://schemas.microsoft.com/office/drawing/2014/main" id="{7E3FF5DE-C4F6-FF79-A2F8-7009650F8808}"/>
                    </a:ext>
                  </a:extLst>
                </p:cNvPr>
                <p:cNvPicPr/>
                <p:nvPr/>
              </p:nvPicPr>
              <p:blipFill>
                <a:blip r:embed="rId311"/>
                <a:stretch>
                  <a:fillRect/>
                </a:stretch>
              </p:blipFill>
              <p:spPr>
                <a:xfrm>
                  <a:off x="4259736" y="4073616"/>
                  <a:ext cx="107640" cy="1134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12">
            <p14:nvContentPartPr>
              <p14:cNvPr id="270" name="Ink 269">
                <a:extLst>
                  <a:ext uri="{FF2B5EF4-FFF2-40B4-BE49-F238E27FC236}">
                    <a16:creationId xmlns:a16="http://schemas.microsoft.com/office/drawing/2014/main" id="{EB5759FB-4FBD-49F8-148C-4F3C6DC55118}"/>
                  </a:ext>
                </a:extLst>
              </p14:cNvPr>
              <p14:cNvContentPartPr/>
              <p14:nvPr/>
            </p14:nvContentPartPr>
            <p14:xfrm>
              <a:off x="1717776" y="4510296"/>
              <a:ext cx="154080" cy="385560"/>
            </p14:xfrm>
          </p:contentPart>
        </mc:Choice>
        <mc:Fallback>
          <p:pic>
            <p:nvPicPr>
              <p:cNvPr id="270" name="Ink 269">
                <a:extLst>
                  <a:ext uri="{FF2B5EF4-FFF2-40B4-BE49-F238E27FC236}">
                    <a16:creationId xmlns:a16="http://schemas.microsoft.com/office/drawing/2014/main" id="{EB5759FB-4FBD-49F8-148C-4F3C6DC55118}"/>
                  </a:ext>
                </a:extLst>
              </p:cNvPr>
              <p:cNvPicPr/>
              <p:nvPr/>
            </p:nvPicPr>
            <p:blipFill>
              <a:blip r:embed="rId313"/>
              <a:stretch>
                <a:fillRect/>
              </a:stretch>
            </p:blipFill>
            <p:spPr>
              <a:xfrm>
                <a:off x="1711656" y="4504176"/>
                <a:ext cx="166320" cy="397800"/>
              </a:xfrm>
              <a:prstGeom prst="rect">
                <a:avLst/>
              </a:prstGeom>
            </p:spPr>
          </p:pic>
        </mc:Fallback>
      </mc:AlternateContent>
      <p:grpSp>
        <p:nvGrpSpPr>
          <p:cNvPr id="355" name="Group 354">
            <a:extLst>
              <a:ext uri="{FF2B5EF4-FFF2-40B4-BE49-F238E27FC236}">
                <a16:creationId xmlns:a16="http://schemas.microsoft.com/office/drawing/2014/main" id="{1AD7AE4D-A0D9-6A83-505E-F604D2A7BCF8}"/>
              </a:ext>
            </a:extLst>
          </p:cNvPr>
          <p:cNvGrpSpPr/>
          <p:nvPr/>
        </p:nvGrpSpPr>
        <p:grpSpPr>
          <a:xfrm>
            <a:off x="7089336" y="489816"/>
            <a:ext cx="3682440" cy="3896280"/>
            <a:chOff x="7089336" y="489816"/>
            <a:chExt cx="3682440" cy="3896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14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8B705E92-0B7F-759A-FEBA-60307F3B0543}"/>
                    </a:ext>
                  </a:extLst>
                </p14:cNvPr>
                <p14:cNvContentPartPr/>
                <p14:nvPr/>
              </p14:nvContentPartPr>
              <p14:xfrm>
                <a:off x="7089336" y="760896"/>
                <a:ext cx="437400" cy="3611520"/>
              </p14:xfrm>
            </p:contentPart>
          </mc:Choice>
          <mc:Fallback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8B705E92-0B7F-759A-FEBA-60307F3B0543}"/>
                    </a:ext>
                  </a:extLst>
                </p:cNvPr>
                <p:cNvPicPr/>
                <p:nvPr/>
              </p:nvPicPr>
              <p:blipFill>
                <a:blip r:embed="rId315"/>
                <a:stretch>
                  <a:fillRect/>
                </a:stretch>
              </p:blipFill>
              <p:spPr>
                <a:xfrm>
                  <a:off x="7083216" y="754776"/>
                  <a:ext cx="449640" cy="362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6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3C19371B-ADCD-7936-7549-A16383616FFF}"/>
                    </a:ext>
                  </a:extLst>
                </p14:cNvPr>
                <p14:cNvContentPartPr/>
                <p14:nvPr/>
              </p14:nvContentPartPr>
              <p14:xfrm>
                <a:off x="7829856" y="827136"/>
                <a:ext cx="142560" cy="184320"/>
              </p14:xfrm>
            </p:contentPart>
          </mc:Choice>
          <mc:Fallback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3C19371B-ADCD-7936-7549-A16383616FFF}"/>
                    </a:ext>
                  </a:extLst>
                </p:cNvPr>
                <p:cNvPicPr/>
                <p:nvPr/>
              </p:nvPicPr>
              <p:blipFill>
                <a:blip r:embed="rId317"/>
                <a:stretch>
                  <a:fillRect/>
                </a:stretch>
              </p:blipFill>
              <p:spPr>
                <a:xfrm>
                  <a:off x="7823736" y="821016"/>
                  <a:ext cx="154800" cy="19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8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AC8EF249-76C7-B3A1-AAAF-6E4CD24AC1D8}"/>
                    </a:ext>
                  </a:extLst>
                </p14:cNvPr>
                <p14:cNvContentPartPr/>
                <p14:nvPr/>
              </p14:nvContentPartPr>
              <p14:xfrm>
                <a:off x="8089056" y="749016"/>
                <a:ext cx="56520" cy="213840"/>
              </p14:xfrm>
            </p:contentPart>
          </mc:Choice>
          <mc:Fallback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AC8EF249-76C7-B3A1-AAAF-6E4CD24AC1D8}"/>
                    </a:ext>
                  </a:extLst>
                </p:cNvPr>
                <p:cNvPicPr/>
                <p:nvPr/>
              </p:nvPicPr>
              <p:blipFill>
                <a:blip r:embed="rId319"/>
                <a:stretch>
                  <a:fillRect/>
                </a:stretch>
              </p:blipFill>
              <p:spPr>
                <a:xfrm>
                  <a:off x="8082936" y="742896"/>
                  <a:ext cx="68760" cy="22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0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07FCE643-4797-8D92-0D67-D643FEDFF31F}"/>
                    </a:ext>
                  </a:extLst>
                </p14:cNvPr>
                <p14:cNvContentPartPr/>
                <p14:nvPr/>
              </p14:nvContentPartPr>
              <p14:xfrm>
                <a:off x="8047656" y="858816"/>
                <a:ext cx="388080" cy="35280"/>
              </p14:xfrm>
            </p:contentPart>
          </mc:Choice>
          <mc:Fallback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07FCE643-4797-8D92-0D67-D643FEDFF31F}"/>
                    </a:ext>
                  </a:extLst>
                </p:cNvPr>
                <p:cNvPicPr/>
                <p:nvPr/>
              </p:nvPicPr>
              <p:blipFill>
                <a:blip r:embed="rId321"/>
                <a:stretch>
                  <a:fillRect/>
                </a:stretch>
              </p:blipFill>
              <p:spPr>
                <a:xfrm>
                  <a:off x="8041536" y="852696"/>
                  <a:ext cx="400320" cy="4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2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DB81676E-A069-F33F-70A3-B3A5E9A0C013}"/>
                    </a:ext>
                  </a:extLst>
                </p14:cNvPr>
                <p14:cNvContentPartPr/>
                <p14:nvPr/>
              </p14:nvContentPartPr>
              <p14:xfrm>
                <a:off x="8395776" y="680616"/>
                <a:ext cx="542160" cy="225000"/>
              </p14:xfrm>
            </p:contentPart>
          </mc:Choice>
          <mc:Fallback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DB81676E-A069-F33F-70A3-B3A5E9A0C013}"/>
                    </a:ext>
                  </a:extLst>
                </p:cNvPr>
                <p:cNvPicPr/>
                <p:nvPr/>
              </p:nvPicPr>
              <p:blipFill>
                <a:blip r:embed="rId323"/>
                <a:stretch>
                  <a:fillRect/>
                </a:stretch>
              </p:blipFill>
              <p:spPr>
                <a:xfrm>
                  <a:off x="8389656" y="674496"/>
                  <a:ext cx="554400" cy="23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4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6E5397A5-3B36-C39A-2E39-2EFAE5CB50A3}"/>
                    </a:ext>
                  </a:extLst>
                </p14:cNvPr>
                <p14:cNvContentPartPr/>
                <p14:nvPr/>
              </p14:nvContentPartPr>
              <p14:xfrm>
                <a:off x="8976456" y="714816"/>
                <a:ext cx="56520" cy="226440"/>
              </p14:xfrm>
            </p:contentPart>
          </mc:Choice>
          <mc:Fallback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6E5397A5-3B36-C39A-2E39-2EFAE5CB50A3}"/>
                    </a:ext>
                  </a:extLst>
                </p:cNvPr>
                <p:cNvPicPr/>
                <p:nvPr/>
              </p:nvPicPr>
              <p:blipFill>
                <a:blip r:embed="rId325"/>
                <a:stretch>
                  <a:fillRect/>
                </a:stretch>
              </p:blipFill>
              <p:spPr>
                <a:xfrm>
                  <a:off x="8970336" y="708696"/>
                  <a:ext cx="68760" cy="23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6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A70AC3B3-7392-A6B5-D912-AE2ADC854471}"/>
                    </a:ext>
                  </a:extLst>
                </p14:cNvPr>
                <p14:cNvContentPartPr/>
                <p14:nvPr/>
              </p14:nvContentPartPr>
              <p14:xfrm>
                <a:off x="9022896" y="793656"/>
                <a:ext cx="185760" cy="21600"/>
              </p14:xfrm>
            </p:contentPart>
          </mc:Choice>
          <mc:Fallback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A70AC3B3-7392-A6B5-D912-AE2ADC854471}"/>
                    </a:ext>
                  </a:extLst>
                </p:cNvPr>
                <p:cNvPicPr/>
                <p:nvPr/>
              </p:nvPicPr>
              <p:blipFill>
                <a:blip r:embed="rId327"/>
                <a:stretch>
                  <a:fillRect/>
                </a:stretch>
              </p:blipFill>
              <p:spPr>
                <a:xfrm>
                  <a:off x="9016776" y="787536"/>
                  <a:ext cx="198000" cy="3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8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536B055D-BA6B-549D-F04B-8729805B9603}"/>
                    </a:ext>
                  </a:extLst>
                </p14:cNvPr>
                <p14:cNvContentPartPr/>
                <p14:nvPr/>
              </p14:nvContentPartPr>
              <p14:xfrm>
                <a:off x="7496496" y="554616"/>
                <a:ext cx="2331360" cy="214200"/>
              </p14:xfrm>
            </p:contentPart>
          </mc:Choice>
          <mc:Fallback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536B055D-BA6B-549D-F04B-8729805B9603}"/>
                    </a:ext>
                  </a:extLst>
                </p:cNvPr>
                <p:cNvPicPr/>
                <p:nvPr/>
              </p:nvPicPr>
              <p:blipFill>
                <a:blip r:embed="rId329"/>
                <a:stretch>
                  <a:fillRect/>
                </a:stretch>
              </p:blipFill>
              <p:spPr>
                <a:xfrm>
                  <a:off x="7490376" y="548496"/>
                  <a:ext cx="2343600" cy="22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0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52A2904A-F247-1F05-83AD-EF34652B6951}"/>
                    </a:ext>
                  </a:extLst>
                </p14:cNvPr>
                <p14:cNvContentPartPr/>
                <p14:nvPr/>
              </p14:nvContentPartPr>
              <p14:xfrm>
                <a:off x="7496496" y="1053936"/>
                <a:ext cx="2609280" cy="239760"/>
              </p14:xfrm>
            </p:contentPart>
          </mc:Choice>
          <mc:Fallback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52A2904A-F247-1F05-83AD-EF34652B6951}"/>
                    </a:ext>
                  </a:extLst>
                </p:cNvPr>
                <p:cNvPicPr/>
                <p:nvPr/>
              </p:nvPicPr>
              <p:blipFill>
                <a:blip r:embed="rId331"/>
                <a:stretch>
                  <a:fillRect/>
                </a:stretch>
              </p:blipFill>
              <p:spPr>
                <a:xfrm>
                  <a:off x="7490376" y="1047816"/>
                  <a:ext cx="2621520" cy="25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2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44031B7A-8A58-529E-CD93-5B4C01A70BDB}"/>
                    </a:ext>
                  </a:extLst>
                </p14:cNvPr>
                <p14:cNvContentPartPr/>
                <p14:nvPr/>
              </p14:nvContentPartPr>
              <p14:xfrm>
                <a:off x="7642656" y="1569816"/>
                <a:ext cx="166320" cy="23040"/>
              </p14:xfrm>
            </p:contentPart>
          </mc:Choice>
          <mc:Fallback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44031B7A-8A58-529E-CD93-5B4C01A70BDB}"/>
                    </a:ext>
                  </a:extLst>
                </p:cNvPr>
                <p:cNvPicPr/>
                <p:nvPr/>
              </p:nvPicPr>
              <p:blipFill>
                <a:blip r:embed="rId333"/>
                <a:stretch>
                  <a:fillRect/>
                </a:stretch>
              </p:blipFill>
              <p:spPr>
                <a:xfrm>
                  <a:off x="7636536" y="1563696"/>
                  <a:ext cx="178560" cy="3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4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0F3C932B-8053-1B62-D02C-AEE1FF2F83DA}"/>
                    </a:ext>
                  </a:extLst>
                </p14:cNvPr>
                <p14:cNvContentPartPr/>
                <p14:nvPr/>
              </p14:nvContentPartPr>
              <p14:xfrm>
                <a:off x="7967016" y="1488816"/>
                <a:ext cx="198000" cy="90360"/>
              </p14:xfrm>
            </p:contentPart>
          </mc:Choice>
          <mc:Fallback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0F3C932B-8053-1B62-D02C-AEE1FF2F83DA}"/>
                    </a:ext>
                  </a:extLst>
                </p:cNvPr>
                <p:cNvPicPr/>
                <p:nvPr/>
              </p:nvPicPr>
              <p:blipFill>
                <a:blip r:embed="rId335"/>
                <a:stretch>
                  <a:fillRect/>
                </a:stretch>
              </p:blipFill>
              <p:spPr>
                <a:xfrm>
                  <a:off x="7960896" y="1482696"/>
                  <a:ext cx="210240" cy="10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6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761B8088-2955-04EB-A9C4-225CB301DAB5}"/>
                    </a:ext>
                  </a:extLst>
                </p14:cNvPr>
                <p14:cNvContentPartPr/>
                <p14:nvPr/>
              </p14:nvContentPartPr>
              <p14:xfrm>
                <a:off x="8196336" y="1466496"/>
                <a:ext cx="127080" cy="83160"/>
              </p14:xfrm>
            </p:contentPart>
          </mc:Choice>
          <mc:Fallback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761B8088-2955-04EB-A9C4-225CB301DAB5}"/>
                    </a:ext>
                  </a:extLst>
                </p:cNvPr>
                <p:cNvPicPr/>
                <p:nvPr/>
              </p:nvPicPr>
              <p:blipFill>
                <a:blip r:embed="rId337"/>
                <a:stretch>
                  <a:fillRect/>
                </a:stretch>
              </p:blipFill>
              <p:spPr>
                <a:xfrm>
                  <a:off x="8190216" y="1460376"/>
                  <a:ext cx="139320" cy="9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8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30CFB4A3-4D4A-6BF8-9CF0-5814CACB675D}"/>
                    </a:ext>
                  </a:extLst>
                </p14:cNvPr>
                <p14:cNvContentPartPr/>
                <p14:nvPr/>
              </p14:nvContentPartPr>
              <p14:xfrm>
                <a:off x="8359776" y="1488456"/>
                <a:ext cx="202680" cy="66600"/>
              </p14:xfrm>
            </p:contentPart>
          </mc:Choice>
          <mc:Fallback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30CFB4A3-4D4A-6BF8-9CF0-5814CACB675D}"/>
                    </a:ext>
                  </a:extLst>
                </p:cNvPr>
                <p:cNvPicPr/>
                <p:nvPr/>
              </p:nvPicPr>
              <p:blipFill>
                <a:blip r:embed="rId339"/>
                <a:stretch>
                  <a:fillRect/>
                </a:stretch>
              </p:blipFill>
              <p:spPr>
                <a:xfrm>
                  <a:off x="8353656" y="1482336"/>
                  <a:ext cx="214920" cy="7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0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D2D8B8B4-AE46-BE00-F3F9-E0D6781351A1}"/>
                    </a:ext>
                  </a:extLst>
                </p14:cNvPr>
                <p14:cNvContentPartPr/>
                <p14:nvPr/>
              </p14:nvContentPartPr>
              <p14:xfrm>
                <a:off x="8614656" y="1455696"/>
                <a:ext cx="101520" cy="95040"/>
              </p14:xfrm>
            </p:contentPart>
          </mc:Choice>
          <mc:Fallback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D2D8B8B4-AE46-BE00-F3F9-E0D6781351A1}"/>
                    </a:ext>
                  </a:extLst>
                </p:cNvPr>
                <p:cNvPicPr/>
                <p:nvPr/>
              </p:nvPicPr>
              <p:blipFill>
                <a:blip r:embed="rId341"/>
                <a:stretch>
                  <a:fillRect/>
                </a:stretch>
              </p:blipFill>
              <p:spPr>
                <a:xfrm>
                  <a:off x="8608536" y="1449576"/>
                  <a:ext cx="113760" cy="10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2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CD6EABBF-B3D8-7B12-06B7-F360770C6CDB}"/>
                    </a:ext>
                  </a:extLst>
                </p14:cNvPr>
                <p14:cNvContentPartPr/>
                <p14:nvPr/>
              </p14:nvContentPartPr>
              <p14:xfrm>
                <a:off x="8867016" y="1451376"/>
                <a:ext cx="15120" cy="57960"/>
              </p14:xfrm>
            </p:contentPart>
          </mc:Choice>
          <mc:Fallback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CD6EABBF-B3D8-7B12-06B7-F360770C6CDB}"/>
                    </a:ext>
                  </a:extLst>
                </p:cNvPr>
                <p:cNvPicPr/>
                <p:nvPr/>
              </p:nvPicPr>
              <p:blipFill>
                <a:blip r:embed="rId343"/>
                <a:stretch>
                  <a:fillRect/>
                </a:stretch>
              </p:blipFill>
              <p:spPr>
                <a:xfrm>
                  <a:off x="8860896" y="1445256"/>
                  <a:ext cx="27360" cy="7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4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88541603-9B9C-536D-9F81-FB94EC191E9B}"/>
                    </a:ext>
                  </a:extLst>
                </p14:cNvPr>
                <p14:cNvContentPartPr/>
                <p14:nvPr/>
              </p14:nvContentPartPr>
              <p14:xfrm>
                <a:off x="8835336" y="1556856"/>
                <a:ext cx="39240" cy="11880"/>
              </p14:xfrm>
            </p:contentPart>
          </mc:Choice>
          <mc:Fallback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88541603-9B9C-536D-9F81-FB94EC191E9B}"/>
                    </a:ext>
                  </a:extLst>
                </p:cNvPr>
                <p:cNvPicPr/>
                <p:nvPr/>
              </p:nvPicPr>
              <p:blipFill>
                <a:blip r:embed="rId345"/>
                <a:stretch>
                  <a:fillRect/>
                </a:stretch>
              </p:blipFill>
              <p:spPr>
                <a:xfrm>
                  <a:off x="8829216" y="1550736"/>
                  <a:ext cx="51480" cy="2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6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4AD996FF-436F-AB5A-8389-74B796B86105}"/>
                    </a:ext>
                  </a:extLst>
                </p14:cNvPr>
                <p14:cNvContentPartPr/>
                <p14:nvPr/>
              </p14:nvContentPartPr>
              <p14:xfrm>
                <a:off x="9050616" y="1368216"/>
                <a:ext cx="127440" cy="166680"/>
              </p14:xfrm>
            </p:contentPart>
          </mc:Choice>
          <mc:Fallback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4AD996FF-436F-AB5A-8389-74B796B86105}"/>
                    </a:ext>
                  </a:extLst>
                </p:cNvPr>
                <p:cNvPicPr/>
                <p:nvPr/>
              </p:nvPicPr>
              <p:blipFill>
                <a:blip r:embed="rId347"/>
                <a:stretch>
                  <a:fillRect/>
                </a:stretch>
              </p:blipFill>
              <p:spPr>
                <a:xfrm>
                  <a:off x="9044496" y="1362096"/>
                  <a:ext cx="139680" cy="17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8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BEC1FEE0-2A92-2D81-676F-2168FDA84E45}"/>
                    </a:ext>
                  </a:extLst>
                </p14:cNvPr>
                <p14:cNvContentPartPr/>
                <p14:nvPr/>
              </p14:nvContentPartPr>
              <p14:xfrm>
                <a:off x="9227736" y="1311336"/>
                <a:ext cx="129600" cy="236880"/>
              </p14:xfrm>
            </p:contentPart>
          </mc:Choice>
          <mc:Fallback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BEC1FEE0-2A92-2D81-676F-2168FDA84E45}"/>
                    </a:ext>
                  </a:extLst>
                </p:cNvPr>
                <p:cNvPicPr/>
                <p:nvPr/>
              </p:nvPicPr>
              <p:blipFill>
                <a:blip r:embed="rId349"/>
                <a:stretch>
                  <a:fillRect/>
                </a:stretch>
              </p:blipFill>
              <p:spPr>
                <a:xfrm>
                  <a:off x="9221616" y="1305216"/>
                  <a:ext cx="141840" cy="24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0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CEEA6F06-17AB-E009-8E56-92E4684BCD4F}"/>
                    </a:ext>
                  </a:extLst>
                </p14:cNvPr>
                <p14:cNvContentPartPr/>
                <p14:nvPr/>
              </p14:nvContentPartPr>
              <p14:xfrm>
                <a:off x="9308016" y="1386216"/>
                <a:ext cx="168120" cy="99000"/>
              </p14:xfrm>
            </p:contentPart>
          </mc:Choice>
          <mc:Fallback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CEEA6F06-17AB-E009-8E56-92E4684BCD4F}"/>
                    </a:ext>
                  </a:extLst>
                </p:cNvPr>
                <p:cNvPicPr/>
                <p:nvPr/>
              </p:nvPicPr>
              <p:blipFill>
                <a:blip r:embed="rId351"/>
                <a:stretch>
                  <a:fillRect/>
                </a:stretch>
              </p:blipFill>
              <p:spPr>
                <a:xfrm>
                  <a:off x="9301896" y="1380096"/>
                  <a:ext cx="180360" cy="11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2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5A0A3403-10B0-C000-E6CA-9A4ABCA4089C}"/>
                    </a:ext>
                  </a:extLst>
                </p14:cNvPr>
                <p14:cNvContentPartPr/>
                <p14:nvPr/>
              </p14:nvContentPartPr>
              <p14:xfrm>
                <a:off x="9461736" y="1421856"/>
                <a:ext cx="32040" cy="67680"/>
              </p14:xfrm>
            </p:contentPart>
          </mc:Choice>
          <mc:Fallback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5A0A3403-10B0-C000-E6CA-9A4ABCA4089C}"/>
                    </a:ext>
                  </a:extLst>
                </p:cNvPr>
                <p:cNvPicPr/>
                <p:nvPr/>
              </p:nvPicPr>
              <p:blipFill>
                <a:blip r:embed="rId353"/>
                <a:stretch>
                  <a:fillRect/>
                </a:stretch>
              </p:blipFill>
              <p:spPr>
                <a:xfrm>
                  <a:off x="9455616" y="1415736"/>
                  <a:ext cx="44280" cy="7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4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D9DB85F0-2C49-4509-4E34-9447461E6F06}"/>
                    </a:ext>
                  </a:extLst>
                </p14:cNvPr>
                <p14:cNvContentPartPr/>
                <p14:nvPr/>
              </p14:nvContentPartPr>
              <p14:xfrm>
                <a:off x="9581256" y="1306656"/>
                <a:ext cx="15120" cy="104400"/>
              </p14:xfrm>
            </p:contentPart>
          </mc:Choice>
          <mc:Fallback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D9DB85F0-2C49-4509-4E34-9447461E6F06}"/>
                    </a:ext>
                  </a:extLst>
                </p:cNvPr>
                <p:cNvPicPr/>
                <p:nvPr/>
              </p:nvPicPr>
              <p:blipFill>
                <a:blip r:embed="rId355"/>
                <a:stretch>
                  <a:fillRect/>
                </a:stretch>
              </p:blipFill>
              <p:spPr>
                <a:xfrm>
                  <a:off x="9575136" y="1300536"/>
                  <a:ext cx="27360" cy="11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6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12B1CE7D-DA5D-F2BC-0DDE-9E72B0886C23}"/>
                    </a:ext>
                  </a:extLst>
                </p14:cNvPr>
                <p14:cNvContentPartPr/>
                <p14:nvPr/>
              </p14:nvContentPartPr>
              <p14:xfrm>
                <a:off x="9624456" y="1439136"/>
                <a:ext cx="137880" cy="21960"/>
              </p14:xfrm>
            </p:contentPart>
          </mc:Choice>
          <mc:Fallback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12B1CE7D-DA5D-F2BC-0DDE-9E72B0886C23}"/>
                    </a:ext>
                  </a:extLst>
                </p:cNvPr>
                <p:cNvPicPr/>
                <p:nvPr/>
              </p:nvPicPr>
              <p:blipFill>
                <a:blip r:embed="rId357"/>
                <a:stretch>
                  <a:fillRect/>
                </a:stretch>
              </p:blipFill>
              <p:spPr>
                <a:xfrm>
                  <a:off x="9618336" y="1433016"/>
                  <a:ext cx="150120" cy="3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8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7E6B275B-C76E-CA33-C21D-7B414B79F0A4}"/>
                    </a:ext>
                  </a:extLst>
                </p14:cNvPr>
                <p14:cNvContentPartPr/>
                <p14:nvPr/>
              </p14:nvContentPartPr>
              <p14:xfrm>
                <a:off x="9578736" y="1377216"/>
                <a:ext cx="394920" cy="372600"/>
              </p14:xfrm>
            </p:contentPart>
          </mc:Choice>
          <mc:Fallback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7E6B275B-C76E-CA33-C21D-7B414B79F0A4}"/>
                    </a:ext>
                  </a:extLst>
                </p:cNvPr>
                <p:cNvPicPr/>
                <p:nvPr/>
              </p:nvPicPr>
              <p:blipFill>
                <a:blip r:embed="rId359"/>
                <a:stretch>
                  <a:fillRect/>
                </a:stretch>
              </p:blipFill>
              <p:spPr>
                <a:xfrm>
                  <a:off x="9572616" y="1371096"/>
                  <a:ext cx="407160" cy="38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0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61F869B3-4161-45BE-CB44-422CDF09ADD6}"/>
                    </a:ext>
                  </a:extLst>
                </p14:cNvPr>
                <p14:cNvContentPartPr/>
                <p14:nvPr/>
              </p14:nvContentPartPr>
              <p14:xfrm>
                <a:off x="7640856" y="1952136"/>
                <a:ext cx="170640" cy="18720"/>
              </p14:xfrm>
            </p:contentPart>
          </mc:Choice>
          <mc:Fallback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61F869B3-4161-45BE-CB44-422CDF09ADD6}"/>
                    </a:ext>
                  </a:extLst>
                </p:cNvPr>
                <p:cNvPicPr/>
                <p:nvPr/>
              </p:nvPicPr>
              <p:blipFill>
                <a:blip r:embed="rId361"/>
                <a:stretch>
                  <a:fillRect/>
                </a:stretch>
              </p:blipFill>
              <p:spPr>
                <a:xfrm>
                  <a:off x="7634736" y="1946016"/>
                  <a:ext cx="182880" cy="3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2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85B52793-A2CA-9655-C136-E75978B89650}"/>
                    </a:ext>
                  </a:extLst>
                </p14:cNvPr>
                <p14:cNvContentPartPr/>
                <p14:nvPr/>
              </p14:nvContentPartPr>
              <p14:xfrm>
                <a:off x="8045136" y="1859976"/>
                <a:ext cx="202680" cy="92160"/>
              </p14:xfrm>
            </p:contentPart>
          </mc:Choice>
          <mc:Fallback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85B52793-A2CA-9655-C136-E75978B89650}"/>
                    </a:ext>
                  </a:extLst>
                </p:cNvPr>
                <p:cNvPicPr/>
                <p:nvPr/>
              </p:nvPicPr>
              <p:blipFill>
                <a:blip r:embed="rId363"/>
                <a:stretch>
                  <a:fillRect/>
                </a:stretch>
              </p:blipFill>
              <p:spPr>
                <a:xfrm>
                  <a:off x="8039016" y="1853856"/>
                  <a:ext cx="214920" cy="10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4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43ED6E6C-2134-784A-C253-F7B2EC5F0EC8}"/>
                    </a:ext>
                  </a:extLst>
                </p14:cNvPr>
                <p14:cNvContentPartPr/>
                <p14:nvPr/>
              </p14:nvContentPartPr>
              <p14:xfrm>
                <a:off x="8255016" y="1777896"/>
                <a:ext cx="15120" cy="53280"/>
              </p14:xfrm>
            </p:contentPart>
          </mc:Choice>
          <mc:Fallback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43ED6E6C-2134-784A-C253-F7B2EC5F0EC8}"/>
                    </a:ext>
                  </a:extLst>
                </p:cNvPr>
                <p:cNvPicPr/>
                <p:nvPr/>
              </p:nvPicPr>
              <p:blipFill>
                <a:blip r:embed="rId365"/>
                <a:stretch>
                  <a:fillRect/>
                </a:stretch>
              </p:blipFill>
              <p:spPr>
                <a:xfrm>
                  <a:off x="8248896" y="1771776"/>
                  <a:ext cx="27360" cy="6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6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39013CA4-E240-F6A3-28C0-B8F368092883}"/>
                    </a:ext>
                  </a:extLst>
                </p14:cNvPr>
                <p14:cNvContentPartPr/>
                <p14:nvPr/>
              </p14:nvContentPartPr>
              <p14:xfrm>
                <a:off x="8330976" y="1699776"/>
                <a:ext cx="243720" cy="224280"/>
              </p14:xfrm>
            </p:contentPart>
          </mc:Choice>
          <mc:Fallback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39013CA4-E240-F6A3-28C0-B8F368092883}"/>
                    </a:ext>
                  </a:extLst>
                </p:cNvPr>
                <p:cNvPicPr/>
                <p:nvPr/>
              </p:nvPicPr>
              <p:blipFill>
                <a:blip r:embed="rId367"/>
                <a:stretch>
                  <a:fillRect/>
                </a:stretch>
              </p:blipFill>
              <p:spPr>
                <a:xfrm>
                  <a:off x="8324856" y="1693656"/>
                  <a:ext cx="255960" cy="23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8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F99289CE-E83E-451F-5A3A-36EFA93951A2}"/>
                    </a:ext>
                  </a:extLst>
                </p14:cNvPr>
                <p14:cNvContentPartPr/>
                <p14:nvPr/>
              </p14:nvContentPartPr>
              <p14:xfrm>
                <a:off x="8803296" y="1811376"/>
                <a:ext cx="7560" cy="45000"/>
              </p14:xfrm>
            </p:contentPart>
          </mc:Choice>
          <mc:Fallback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F99289CE-E83E-451F-5A3A-36EFA93951A2}"/>
                    </a:ext>
                  </a:extLst>
                </p:cNvPr>
                <p:cNvPicPr/>
                <p:nvPr/>
              </p:nvPicPr>
              <p:blipFill>
                <a:blip r:embed="rId369"/>
                <a:stretch>
                  <a:fillRect/>
                </a:stretch>
              </p:blipFill>
              <p:spPr>
                <a:xfrm>
                  <a:off x="8797176" y="1805256"/>
                  <a:ext cx="19800" cy="5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0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F9E0AEA8-347A-5BCB-2ECF-BE77FF9DB0D4}"/>
                    </a:ext>
                  </a:extLst>
                </p14:cNvPr>
                <p14:cNvContentPartPr/>
                <p14:nvPr/>
              </p14:nvContentPartPr>
              <p14:xfrm>
                <a:off x="8793576" y="1908936"/>
                <a:ext cx="5400" cy="4320"/>
              </p14:xfrm>
            </p:contentPart>
          </mc:Choice>
          <mc:Fallback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F9E0AEA8-347A-5BCB-2ECF-BE77FF9DB0D4}"/>
                    </a:ext>
                  </a:extLst>
                </p:cNvPr>
                <p:cNvPicPr/>
                <p:nvPr/>
              </p:nvPicPr>
              <p:blipFill>
                <a:blip r:embed="rId371"/>
                <a:stretch>
                  <a:fillRect/>
                </a:stretch>
              </p:blipFill>
              <p:spPr>
                <a:xfrm>
                  <a:off x="8787456" y="1902816"/>
                  <a:ext cx="17640" cy="1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2">
              <p14:nvContentPartPr>
                <p14:cNvPr id="136" name="Ink 135">
                  <a:extLst>
                    <a:ext uri="{FF2B5EF4-FFF2-40B4-BE49-F238E27FC236}">
                      <a16:creationId xmlns:a16="http://schemas.microsoft.com/office/drawing/2014/main" id="{F4D003A3-3BB8-3072-7EFB-D0B15B86C90C}"/>
                    </a:ext>
                  </a:extLst>
                </p14:cNvPr>
                <p14:cNvContentPartPr/>
                <p14:nvPr/>
              </p14:nvContentPartPr>
              <p14:xfrm>
                <a:off x="9061776" y="1685376"/>
                <a:ext cx="161280" cy="193680"/>
              </p14:xfrm>
            </p:contentPart>
          </mc:Choice>
          <mc:Fallback>
            <p:pic>
              <p:nvPicPr>
                <p:cNvPr id="136" name="Ink 135">
                  <a:extLst>
                    <a:ext uri="{FF2B5EF4-FFF2-40B4-BE49-F238E27FC236}">
                      <a16:creationId xmlns:a16="http://schemas.microsoft.com/office/drawing/2014/main" id="{F4D003A3-3BB8-3072-7EFB-D0B15B86C90C}"/>
                    </a:ext>
                  </a:extLst>
                </p:cNvPr>
                <p:cNvPicPr/>
                <p:nvPr/>
              </p:nvPicPr>
              <p:blipFill>
                <a:blip r:embed="rId373"/>
                <a:stretch>
                  <a:fillRect/>
                </a:stretch>
              </p:blipFill>
              <p:spPr>
                <a:xfrm>
                  <a:off x="9055656" y="1679256"/>
                  <a:ext cx="173520" cy="20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4">
              <p14:nvContentPartPr>
                <p14:cNvPr id="137" name="Ink 136">
                  <a:extLst>
                    <a:ext uri="{FF2B5EF4-FFF2-40B4-BE49-F238E27FC236}">
                      <a16:creationId xmlns:a16="http://schemas.microsoft.com/office/drawing/2014/main" id="{CE5442D4-61F9-756E-A6D0-60F3EF74B119}"/>
                    </a:ext>
                  </a:extLst>
                </p14:cNvPr>
                <p14:cNvContentPartPr/>
                <p14:nvPr/>
              </p14:nvContentPartPr>
              <p14:xfrm>
                <a:off x="9305856" y="1645416"/>
                <a:ext cx="83160" cy="232200"/>
              </p14:xfrm>
            </p:contentPart>
          </mc:Choice>
          <mc:Fallback>
            <p:pic>
              <p:nvPicPr>
                <p:cNvPr id="137" name="Ink 136">
                  <a:extLst>
                    <a:ext uri="{FF2B5EF4-FFF2-40B4-BE49-F238E27FC236}">
                      <a16:creationId xmlns:a16="http://schemas.microsoft.com/office/drawing/2014/main" id="{CE5442D4-61F9-756E-A6D0-60F3EF74B119}"/>
                    </a:ext>
                  </a:extLst>
                </p:cNvPr>
                <p:cNvPicPr/>
                <p:nvPr/>
              </p:nvPicPr>
              <p:blipFill>
                <a:blip r:embed="rId375"/>
                <a:stretch>
                  <a:fillRect/>
                </a:stretch>
              </p:blipFill>
              <p:spPr>
                <a:xfrm>
                  <a:off x="9299736" y="1639296"/>
                  <a:ext cx="95400" cy="24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6">
              <p14:nvContentPartPr>
                <p14:cNvPr id="138" name="Ink 137">
                  <a:extLst>
                    <a:ext uri="{FF2B5EF4-FFF2-40B4-BE49-F238E27FC236}">
                      <a16:creationId xmlns:a16="http://schemas.microsoft.com/office/drawing/2014/main" id="{4BF8468B-3E85-C233-4C51-3939E0346593}"/>
                    </a:ext>
                  </a:extLst>
                </p14:cNvPr>
                <p14:cNvContentPartPr/>
                <p14:nvPr/>
              </p14:nvContentPartPr>
              <p14:xfrm>
                <a:off x="9315576" y="1729296"/>
                <a:ext cx="198000" cy="80640"/>
              </p14:xfrm>
            </p:contentPart>
          </mc:Choice>
          <mc:Fallback>
            <p:pic>
              <p:nvPicPr>
                <p:cNvPr id="138" name="Ink 137">
                  <a:extLst>
                    <a:ext uri="{FF2B5EF4-FFF2-40B4-BE49-F238E27FC236}">
                      <a16:creationId xmlns:a16="http://schemas.microsoft.com/office/drawing/2014/main" id="{4BF8468B-3E85-C233-4C51-3939E0346593}"/>
                    </a:ext>
                  </a:extLst>
                </p:cNvPr>
                <p:cNvPicPr/>
                <p:nvPr/>
              </p:nvPicPr>
              <p:blipFill>
                <a:blip r:embed="rId377"/>
                <a:stretch>
                  <a:fillRect/>
                </a:stretch>
              </p:blipFill>
              <p:spPr>
                <a:xfrm>
                  <a:off x="9309456" y="1723176"/>
                  <a:ext cx="210240" cy="9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8">
              <p14:nvContentPartPr>
                <p14:cNvPr id="139" name="Ink 138">
                  <a:extLst>
                    <a:ext uri="{FF2B5EF4-FFF2-40B4-BE49-F238E27FC236}">
                      <a16:creationId xmlns:a16="http://schemas.microsoft.com/office/drawing/2014/main" id="{424B277F-C2A6-F8E1-EF7A-86A93000BBAC}"/>
                    </a:ext>
                  </a:extLst>
                </p14:cNvPr>
                <p14:cNvContentPartPr/>
                <p14:nvPr/>
              </p14:nvContentPartPr>
              <p14:xfrm>
                <a:off x="9515376" y="1762416"/>
                <a:ext cx="24840" cy="57960"/>
              </p14:xfrm>
            </p:contentPart>
          </mc:Choice>
          <mc:Fallback>
            <p:pic>
              <p:nvPicPr>
                <p:cNvPr id="139" name="Ink 138">
                  <a:extLst>
                    <a:ext uri="{FF2B5EF4-FFF2-40B4-BE49-F238E27FC236}">
                      <a16:creationId xmlns:a16="http://schemas.microsoft.com/office/drawing/2014/main" id="{424B277F-C2A6-F8E1-EF7A-86A93000BBAC}"/>
                    </a:ext>
                  </a:extLst>
                </p:cNvPr>
                <p:cNvPicPr/>
                <p:nvPr/>
              </p:nvPicPr>
              <p:blipFill>
                <a:blip r:embed="rId379"/>
                <a:stretch>
                  <a:fillRect/>
                </a:stretch>
              </p:blipFill>
              <p:spPr>
                <a:xfrm>
                  <a:off x="9509256" y="1756296"/>
                  <a:ext cx="37080" cy="7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0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501B4A95-D9BB-94EC-4C43-9DE9AD872D64}"/>
                    </a:ext>
                  </a:extLst>
                </p14:cNvPr>
                <p14:cNvContentPartPr/>
                <p14:nvPr/>
              </p14:nvContentPartPr>
              <p14:xfrm>
                <a:off x="9625176" y="1620936"/>
                <a:ext cx="5400" cy="89640"/>
              </p14:xfrm>
            </p:contentPart>
          </mc:Choice>
          <mc:Fallback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501B4A95-D9BB-94EC-4C43-9DE9AD872D64}"/>
                    </a:ext>
                  </a:extLst>
                </p:cNvPr>
                <p:cNvPicPr/>
                <p:nvPr/>
              </p:nvPicPr>
              <p:blipFill>
                <a:blip r:embed="rId381"/>
                <a:stretch>
                  <a:fillRect/>
                </a:stretch>
              </p:blipFill>
              <p:spPr>
                <a:xfrm>
                  <a:off x="9619056" y="1614816"/>
                  <a:ext cx="17640" cy="10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2">
              <p14:nvContentPartPr>
                <p14:cNvPr id="141" name="Ink 140">
                  <a:extLst>
                    <a:ext uri="{FF2B5EF4-FFF2-40B4-BE49-F238E27FC236}">
                      <a16:creationId xmlns:a16="http://schemas.microsoft.com/office/drawing/2014/main" id="{351A1CCB-BBDC-605B-8BF7-CA1DEA3A7D96}"/>
                    </a:ext>
                  </a:extLst>
                </p14:cNvPr>
                <p14:cNvContentPartPr/>
                <p14:nvPr/>
              </p14:nvContentPartPr>
              <p14:xfrm>
                <a:off x="9652896" y="1753416"/>
                <a:ext cx="174960" cy="103680"/>
              </p14:xfrm>
            </p:contentPart>
          </mc:Choice>
          <mc:Fallback>
            <p:pic>
              <p:nvPicPr>
                <p:cNvPr id="141" name="Ink 140">
                  <a:extLst>
                    <a:ext uri="{FF2B5EF4-FFF2-40B4-BE49-F238E27FC236}">
                      <a16:creationId xmlns:a16="http://schemas.microsoft.com/office/drawing/2014/main" id="{351A1CCB-BBDC-605B-8BF7-CA1DEA3A7D96}"/>
                    </a:ext>
                  </a:extLst>
                </p:cNvPr>
                <p:cNvPicPr/>
                <p:nvPr/>
              </p:nvPicPr>
              <p:blipFill>
                <a:blip r:embed="rId383"/>
                <a:stretch>
                  <a:fillRect/>
                </a:stretch>
              </p:blipFill>
              <p:spPr>
                <a:xfrm>
                  <a:off x="9646776" y="1747296"/>
                  <a:ext cx="187200" cy="11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4">
              <p14:nvContentPartPr>
                <p14:cNvPr id="142" name="Ink 141">
                  <a:extLst>
                    <a:ext uri="{FF2B5EF4-FFF2-40B4-BE49-F238E27FC236}">
                      <a16:creationId xmlns:a16="http://schemas.microsoft.com/office/drawing/2014/main" id="{0FFB8AA2-59A7-C0D1-F552-1D404FCB4CBB}"/>
                    </a:ext>
                  </a:extLst>
                </p14:cNvPr>
                <p14:cNvContentPartPr/>
                <p14:nvPr/>
              </p14:nvContentPartPr>
              <p14:xfrm>
                <a:off x="9705456" y="1797336"/>
                <a:ext cx="241200" cy="359280"/>
              </p14:xfrm>
            </p:contentPart>
          </mc:Choice>
          <mc:Fallback>
            <p:pic>
              <p:nvPicPr>
                <p:cNvPr id="142" name="Ink 141">
                  <a:extLst>
                    <a:ext uri="{FF2B5EF4-FFF2-40B4-BE49-F238E27FC236}">
                      <a16:creationId xmlns:a16="http://schemas.microsoft.com/office/drawing/2014/main" id="{0FFB8AA2-59A7-C0D1-F552-1D404FCB4CBB}"/>
                    </a:ext>
                  </a:extLst>
                </p:cNvPr>
                <p:cNvPicPr/>
                <p:nvPr/>
              </p:nvPicPr>
              <p:blipFill>
                <a:blip r:embed="rId385"/>
                <a:stretch>
                  <a:fillRect/>
                </a:stretch>
              </p:blipFill>
              <p:spPr>
                <a:xfrm>
                  <a:off x="9699336" y="1791216"/>
                  <a:ext cx="253440" cy="37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6">
              <p14:nvContentPartPr>
                <p14:cNvPr id="143" name="Ink 142">
                  <a:extLst>
                    <a:ext uri="{FF2B5EF4-FFF2-40B4-BE49-F238E27FC236}">
                      <a16:creationId xmlns:a16="http://schemas.microsoft.com/office/drawing/2014/main" id="{D566723E-4017-18B6-222C-227663E1E033}"/>
                    </a:ext>
                  </a:extLst>
                </p14:cNvPr>
                <p14:cNvContentPartPr/>
                <p14:nvPr/>
              </p14:nvContentPartPr>
              <p14:xfrm>
                <a:off x="7379496" y="2167056"/>
                <a:ext cx="2799360" cy="202680"/>
              </p14:xfrm>
            </p:contentPart>
          </mc:Choice>
          <mc:Fallback>
            <p:pic>
              <p:nvPicPr>
                <p:cNvPr id="143" name="Ink 142">
                  <a:extLst>
                    <a:ext uri="{FF2B5EF4-FFF2-40B4-BE49-F238E27FC236}">
                      <a16:creationId xmlns:a16="http://schemas.microsoft.com/office/drawing/2014/main" id="{D566723E-4017-18B6-222C-227663E1E033}"/>
                    </a:ext>
                  </a:extLst>
                </p:cNvPr>
                <p:cNvPicPr/>
                <p:nvPr/>
              </p:nvPicPr>
              <p:blipFill>
                <a:blip r:embed="rId387"/>
                <a:stretch>
                  <a:fillRect/>
                </a:stretch>
              </p:blipFill>
              <p:spPr>
                <a:xfrm>
                  <a:off x="7373376" y="2160936"/>
                  <a:ext cx="2811600" cy="21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8">
              <p14:nvContentPartPr>
                <p14:cNvPr id="145" name="Ink 144">
                  <a:extLst>
                    <a:ext uri="{FF2B5EF4-FFF2-40B4-BE49-F238E27FC236}">
                      <a16:creationId xmlns:a16="http://schemas.microsoft.com/office/drawing/2014/main" id="{014C033F-7073-6FF9-4098-90F728772BF1}"/>
                    </a:ext>
                  </a:extLst>
                </p14:cNvPr>
                <p14:cNvContentPartPr/>
                <p14:nvPr/>
              </p14:nvContentPartPr>
              <p14:xfrm>
                <a:off x="7106616" y="3848256"/>
                <a:ext cx="3665160" cy="537840"/>
              </p14:xfrm>
            </p:contentPart>
          </mc:Choice>
          <mc:Fallback>
            <p:pic>
              <p:nvPicPr>
                <p:cNvPr id="145" name="Ink 144">
                  <a:extLst>
                    <a:ext uri="{FF2B5EF4-FFF2-40B4-BE49-F238E27FC236}">
                      <a16:creationId xmlns:a16="http://schemas.microsoft.com/office/drawing/2014/main" id="{014C033F-7073-6FF9-4098-90F728772BF1}"/>
                    </a:ext>
                  </a:extLst>
                </p:cNvPr>
                <p:cNvPicPr/>
                <p:nvPr/>
              </p:nvPicPr>
              <p:blipFill>
                <a:blip r:embed="rId389"/>
                <a:stretch>
                  <a:fillRect/>
                </a:stretch>
              </p:blipFill>
              <p:spPr>
                <a:xfrm>
                  <a:off x="7100496" y="3842136"/>
                  <a:ext cx="3677400" cy="55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0">
              <p14:nvContentPartPr>
                <p14:cNvPr id="146" name="Ink 145">
                  <a:extLst>
                    <a:ext uri="{FF2B5EF4-FFF2-40B4-BE49-F238E27FC236}">
                      <a16:creationId xmlns:a16="http://schemas.microsoft.com/office/drawing/2014/main" id="{166C9922-C377-DF8C-13C3-6F1EB506EE12}"/>
                    </a:ext>
                  </a:extLst>
                </p14:cNvPr>
                <p14:cNvContentPartPr/>
                <p14:nvPr/>
              </p14:nvContentPartPr>
              <p14:xfrm>
                <a:off x="9785376" y="489816"/>
                <a:ext cx="883080" cy="3368880"/>
              </p14:xfrm>
            </p:contentPart>
          </mc:Choice>
          <mc:Fallback>
            <p:pic>
              <p:nvPicPr>
                <p:cNvPr id="146" name="Ink 145">
                  <a:extLst>
                    <a:ext uri="{FF2B5EF4-FFF2-40B4-BE49-F238E27FC236}">
                      <a16:creationId xmlns:a16="http://schemas.microsoft.com/office/drawing/2014/main" id="{166C9922-C377-DF8C-13C3-6F1EB506EE12}"/>
                    </a:ext>
                  </a:extLst>
                </p:cNvPr>
                <p:cNvPicPr/>
                <p:nvPr/>
              </p:nvPicPr>
              <p:blipFill>
                <a:blip r:embed="rId391"/>
                <a:stretch>
                  <a:fillRect/>
                </a:stretch>
              </p:blipFill>
              <p:spPr>
                <a:xfrm>
                  <a:off x="9779256" y="483696"/>
                  <a:ext cx="895320" cy="338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2">
              <p14:nvContentPartPr>
                <p14:cNvPr id="148" name="Ink 147">
                  <a:extLst>
                    <a:ext uri="{FF2B5EF4-FFF2-40B4-BE49-F238E27FC236}">
                      <a16:creationId xmlns:a16="http://schemas.microsoft.com/office/drawing/2014/main" id="{09986286-82F3-7D11-4589-44A584092BF0}"/>
                    </a:ext>
                  </a:extLst>
                </p14:cNvPr>
                <p14:cNvContentPartPr/>
                <p14:nvPr/>
              </p14:nvContentPartPr>
              <p14:xfrm>
                <a:off x="10156536" y="2064096"/>
                <a:ext cx="572760" cy="108360"/>
              </p14:xfrm>
            </p:contentPart>
          </mc:Choice>
          <mc:Fallback>
            <p:pic>
              <p:nvPicPr>
                <p:cNvPr id="148" name="Ink 147">
                  <a:extLst>
                    <a:ext uri="{FF2B5EF4-FFF2-40B4-BE49-F238E27FC236}">
                      <a16:creationId xmlns:a16="http://schemas.microsoft.com/office/drawing/2014/main" id="{09986286-82F3-7D11-4589-44A584092BF0}"/>
                    </a:ext>
                  </a:extLst>
                </p:cNvPr>
                <p:cNvPicPr/>
                <p:nvPr/>
              </p:nvPicPr>
              <p:blipFill>
                <a:blip r:embed="rId393"/>
                <a:stretch>
                  <a:fillRect/>
                </a:stretch>
              </p:blipFill>
              <p:spPr>
                <a:xfrm>
                  <a:off x="10150416" y="2057976"/>
                  <a:ext cx="585000" cy="12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4">
              <p14:nvContentPartPr>
                <p14:cNvPr id="150" name="Ink 149">
                  <a:extLst>
                    <a:ext uri="{FF2B5EF4-FFF2-40B4-BE49-F238E27FC236}">
                      <a16:creationId xmlns:a16="http://schemas.microsoft.com/office/drawing/2014/main" id="{93F9A473-F9A0-1D92-AF54-690BB003C5AD}"/>
                    </a:ext>
                  </a:extLst>
                </p14:cNvPr>
                <p14:cNvContentPartPr/>
                <p14:nvPr/>
              </p14:nvContentPartPr>
              <p14:xfrm>
                <a:off x="10022616" y="1035216"/>
                <a:ext cx="612000" cy="28800"/>
              </p14:xfrm>
            </p:contentPart>
          </mc:Choice>
          <mc:Fallback>
            <p:pic>
              <p:nvPicPr>
                <p:cNvPr id="150" name="Ink 149">
                  <a:extLst>
                    <a:ext uri="{FF2B5EF4-FFF2-40B4-BE49-F238E27FC236}">
                      <a16:creationId xmlns:a16="http://schemas.microsoft.com/office/drawing/2014/main" id="{93F9A473-F9A0-1D92-AF54-690BB003C5AD}"/>
                    </a:ext>
                  </a:extLst>
                </p:cNvPr>
                <p:cNvPicPr/>
                <p:nvPr/>
              </p:nvPicPr>
              <p:blipFill>
                <a:blip r:embed="rId395"/>
                <a:stretch>
                  <a:fillRect/>
                </a:stretch>
              </p:blipFill>
              <p:spPr>
                <a:xfrm>
                  <a:off x="10016496" y="1029096"/>
                  <a:ext cx="624240" cy="4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6">
              <p14:nvContentPartPr>
                <p14:cNvPr id="275" name="Ink 274">
                  <a:extLst>
                    <a:ext uri="{FF2B5EF4-FFF2-40B4-BE49-F238E27FC236}">
                      <a16:creationId xmlns:a16="http://schemas.microsoft.com/office/drawing/2014/main" id="{6A3538F9-2948-296A-F2DD-568F819AAB88}"/>
                    </a:ext>
                  </a:extLst>
                </p14:cNvPr>
                <p14:cNvContentPartPr/>
                <p14:nvPr/>
              </p14:nvContentPartPr>
              <p14:xfrm>
                <a:off x="7547616" y="2631456"/>
                <a:ext cx="15120" cy="157320"/>
              </p14:xfrm>
            </p:contentPart>
          </mc:Choice>
          <mc:Fallback>
            <p:pic>
              <p:nvPicPr>
                <p:cNvPr id="275" name="Ink 274">
                  <a:extLst>
                    <a:ext uri="{FF2B5EF4-FFF2-40B4-BE49-F238E27FC236}">
                      <a16:creationId xmlns:a16="http://schemas.microsoft.com/office/drawing/2014/main" id="{6A3538F9-2948-296A-F2DD-568F819AAB88}"/>
                    </a:ext>
                  </a:extLst>
                </p:cNvPr>
                <p:cNvPicPr/>
                <p:nvPr/>
              </p:nvPicPr>
              <p:blipFill>
                <a:blip r:embed="rId397"/>
                <a:stretch>
                  <a:fillRect/>
                </a:stretch>
              </p:blipFill>
              <p:spPr>
                <a:xfrm>
                  <a:off x="7541496" y="2625336"/>
                  <a:ext cx="27360" cy="16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8">
              <p14:nvContentPartPr>
                <p14:cNvPr id="276" name="Ink 275">
                  <a:extLst>
                    <a:ext uri="{FF2B5EF4-FFF2-40B4-BE49-F238E27FC236}">
                      <a16:creationId xmlns:a16="http://schemas.microsoft.com/office/drawing/2014/main" id="{FCDD4775-64D0-40B7-36FC-9F861B1C9085}"/>
                    </a:ext>
                  </a:extLst>
                </p14:cNvPr>
                <p14:cNvContentPartPr/>
                <p14:nvPr/>
              </p14:nvContentPartPr>
              <p14:xfrm>
                <a:off x="7474536" y="2687256"/>
                <a:ext cx="195120" cy="50040"/>
              </p14:xfrm>
            </p:contentPart>
          </mc:Choice>
          <mc:Fallback>
            <p:pic>
              <p:nvPicPr>
                <p:cNvPr id="276" name="Ink 275">
                  <a:extLst>
                    <a:ext uri="{FF2B5EF4-FFF2-40B4-BE49-F238E27FC236}">
                      <a16:creationId xmlns:a16="http://schemas.microsoft.com/office/drawing/2014/main" id="{FCDD4775-64D0-40B7-36FC-9F861B1C9085}"/>
                    </a:ext>
                  </a:extLst>
                </p:cNvPr>
                <p:cNvPicPr/>
                <p:nvPr/>
              </p:nvPicPr>
              <p:blipFill>
                <a:blip r:embed="rId399"/>
                <a:stretch>
                  <a:fillRect/>
                </a:stretch>
              </p:blipFill>
              <p:spPr>
                <a:xfrm>
                  <a:off x="7468416" y="2681136"/>
                  <a:ext cx="207360" cy="6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0">
              <p14:nvContentPartPr>
                <p14:cNvPr id="278" name="Ink 277">
                  <a:extLst>
                    <a:ext uri="{FF2B5EF4-FFF2-40B4-BE49-F238E27FC236}">
                      <a16:creationId xmlns:a16="http://schemas.microsoft.com/office/drawing/2014/main" id="{A20E98B1-D46C-6709-81CC-CE54253414A6}"/>
                    </a:ext>
                  </a:extLst>
                </p14:cNvPr>
                <p14:cNvContentPartPr/>
                <p14:nvPr/>
              </p14:nvContentPartPr>
              <p14:xfrm>
                <a:off x="7877016" y="2610936"/>
                <a:ext cx="360" cy="1080"/>
              </p14:xfrm>
            </p:contentPart>
          </mc:Choice>
          <mc:Fallback>
            <p:pic>
              <p:nvPicPr>
                <p:cNvPr id="278" name="Ink 277">
                  <a:extLst>
                    <a:ext uri="{FF2B5EF4-FFF2-40B4-BE49-F238E27FC236}">
                      <a16:creationId xmlns:a16="http://schemas.microsoft.com/office/drawing/2014/main" id="{A20E98B1-D46C-6709-81CC-CE54253414A6}"/>
                    </a:ext>
                  </a:extLst>
                </p:cNvPr>
                <p:cNvPicPr/>
                <p:nvPr/>
              </p:nvPicPr>
              <p:blipFill>
                <a:blip r:embed="rId401"/>
                <a:stretch>
                  <a:fillRect/>
                </a:stretch>
              </p:blipFill>
              <p:spPr>
                <a:xfrm>
                  <a:off x="7870896" y="2604816"/>
                  <a:ext cx="12600" cy="1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2">
              <p14:nvContentPartPr>
                <p14:cNvPr id="279" name="Ink 278">
                  <a:extLst>
                    <a:ext uri="{FF2B5EF4-FFF2-40B4-BE49-F238E27FC236}">
                      <a16:creationId xmlns:a16="http://schemas.microsoft.com/office/drawing/2014/main" id="{B6C11E5B-790E-8723-DA69-18D0C0FAE113}"/>
                    </a:ext>
                  </a:extLst>
                </p14:cNvPr>
                <p14:cNvContentPartPr/>
                <p14:nvPr/>
              </p14:nvContentPartPr>
              <p14:xfrm>
                <a:off x="7807176" y="2607696"/>
                <a:ext cx="79920" cy="132840"/>
              </p14:xfrm>
            </p:contentPart>
          </mc:Choice>
          <mc:Fallback>
            <p:pic>
              <p:nvPicPr>
                <p:cNvPr id="279" name="Ink 278">
                  <a:extLst>
                    <a:ext uri="{FF2B5EF4-FFF2-40B4-BE49-F238E27FC236}">
                      <a16:creationId xmlns:a16="http://schemas.microsoft.com/office/drawing/2014/main" id="{B6C11E5B-790E-8723-DA69-18D0C0FAE113}"/>
                    </a:ext>
                  </a:extLst>
                </p:cNvPr>
                <p:cNvPicPr/>
                <p:nvPr/>
              </p:nvPicPr>
              <p:blipFill>
                <a:blip r:embed="rId403"/>
                <a:stretch>
                  <a:fillRect/>
                </a:stretch>
              </p:blipFill>
              <p:spPr>
                <a:xfrm>
                  <a:off x="7801056" y="2601576"/>
                  <a:ext cx="92160" cy="14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4">
              <p14:nvContentPartPr>
                <p14:cNvPr id="280" name="Ink 279">
                  <a:extLst>
                    <a:ext uri="{FF2B5EF4-FFF2-40B4-BE49-F238E27FC236}">
                      <a16:creationId xmlns:a16="http://schemas.microsoft.com/office/drawing/2014/main" id="{CE8E95B5-8E72-303C-60EC-011508ABA5E8}"/>
                    </a:ext>
                  </a:extLst>
                </p14:cNvPr>
                <p14:cNvContentPartPr/>
                <p14:nvPr/>
              </p14:nvContentPartPr>
              <p14:xfrm>
                <a:off x="7918056" y="2634696"/>
                <a:ext cx="110520" cy="73440"/>
              </p14:xfrm>
            </p:contentPart>
          </mc:Choice>
          <mc:Fallback>
            <p:pic>
              <p:nvPicPr>
                <p:cNvPr id="280" name="Ink 279">
                  <a:extLst>
                    <a:ext uri="{FF2B5EF4-FFF2-40B4-BE49-F238E27FC236}">
                      <a16:creationId xmlns:a16="http://schemas.microsoft.com/office/drawing/2014/main" id="{CE8E95B5-8E72-303C-60EC-011508ABA5E8}"/>
                    </a:ext>
                  </a:extLst>
                </p:cNvPr>
                <p:cNvPicPr/>
                <p:nvPr/>
              </p:nvPicPr>
              <p:blipFill>
                <a:blip r:embed="rId405"/>
                <a:stretch>
                  <a:fillRect/>
                </a:stretch>
              </p:blipFill>
              <p:spPr>
                <a:xfrm>
                  <a:off x="7911936" y="2628576"/>
                  <a:ext cx="122760" cy="8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6">
              <p14:nvContentPartPr>
                <p14:cNvPr id="281" name="Ink 280">
                  <a:extLst>
                    <a:ext uri="{FF2B5EF4-FFF2-40B4-BE49-F238E27FC236}">
                      <a16:creationId xmlns:a16="http://schemas.microsoft.com/office/drawing/2014/main" id="{40DE9C1C-99D5-25DF-C2B2-854AAD7BB4E9}"/>
                    </a:ext>
                  </a:extLst>
                </p14:cNvPr>
                <p14:cNvContentPartPr/>
                <p14:nvPr/>
              </p14:nvContentPartPr>
              <p14:xfrm>
                <a:off x="8076096" y="2526336"/>
                <a:ext cx="66960" cy="181800"/>
              </p14:xfrm>
            </p:contentPart>
          </mc:Choice>
          <mc:Fallback>
            <p:pic>
              <p:nvPicPr>
                <p:cNvPr id="281" name="Ink 280">
                  <a:extLst>
                    <a:ext uri="{FF2B5EF4-FFF2-40B4-BE49-F238E27FC236}">
                      <a16:creationId xmlns:a16="http://schemas.microsoft.com/office/drawing/2014/main" id="{40DE9C1C-99D5-25DF-C2B2-854AAD7BB4E9}"/>
                    </a:ext>
                  </a:extLst>
                </p:cNvPr>
                <p:cNvPicPr/>
                <p:nvPr/>
              </p:nvPicPr>
              <p:blipFill>
                <a:blip r:embed="rId407"/>
                <a:stretch>
                  <a:fillRect/>
                </a:stretch>
              </p:blipFill>
              <p:spPr>
                <a:xfrm>
                  <a:off x="8069976" y="2520216"/>
                  <a:ext cx="79200" cy="19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8">
              <p14:nvContentPartPr>
                <p14:cNvPr id="282" name="Ink 281">
                  <a:extLst>
                    <a:ext uri="{FF2B5EF4-FFF2-40B4-BE49-F238E27FC236}">
                      <a16:creationId xmlns:a16="http://schemas.microsoft.com/office/drawing/2014/main" id="{3F601FCB-7574-A74A-9F73-FFA5F69FCA60}"/>
                    </a:ext>
                  </a:extLst>
                </p14:cNvPr>
                <p14:cNvContentPartPr/>
                <p14:nvPr/>
              </p14:nvContentPartPr>
              <p14:xfrm>
                <a:off x="8064576" y="2610216"/>
                <a:ext cx="105120" cy="5400"/>
              </p14:xfrm>
            </p:contentPart>
          </mc:Choice>
          <mc:Fallback>
            <p:pic>
              <p:nvPicPr>
                <p:cNvPr id="282" name="Ink 281">
                  <a:extLst>
                    <a:ext uri="{FF2B5EF4-FFF2-40B4-BE49-F238E27FC236}">
                      <a16:creationId xmlns:a16="http://schemas.microsoft.com/office/drawing/2014/main" id="{3F601FCB-7574-A74A-9F73-FFA5F69FCA60}"/>
                    </a:ext>
                  </a:extLst>
                </p:cNvPr>
                <p:cNvPicPr/>
                <p:nvPr/>
              </p:nvPicPr>
              <p:blipFill>
                <a:blip r:embed="rId409"/>
                <a:stretch>
                  <a:fillRect/>
                </a:stretch>
              </p:blipFill>
              <p:spPr>
                <a:xfrm>
                  <a:off x="8058456" y="2604096"/>
                  <a:ext cx="117360" cy="1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0">
              <p14:nvContentPartPr>
                <p14:cNvPr id="283" name="Ink 282">
                  <a:extLst>
                    <a:ext uri="{FF2B5EF4-FFF2-40B4-BE49-F238E27FC236}">
                      <a16:creationId xmlns:a16="http://schemas.microsoft.com/office/drawing/2014/main" id="{F1EA7535-E6C7-F142-8CD2-CFE066D4295D}"/>
                    </a:ext>
                  </a:extLst>
                </p14:cNvPr>
                <p14:cNvContentPartPr/>
                <p14:nvPr/>
              </p14:nvContentPartPr>
              <p14:xfrm>
                <a:off x="8191296" y="2516616"/>
                <a:ext cx="166320" cy="187200"/>
              </p14:xfrm>
            </p:contentPart>
          </mc:Choice>
          <mc:Fallback>
            <p:pic>
              <p:nvPicPr>
                <p:cNvPr id="283" name="Ink 282">
                  <a:extLst>
                    <a:ext uri="{FF2B5EF4-FFF2-40B4-BE49-F238E27FC236}">
                      <a16:creationId xmlns:a16="http://schemas.microsoft.com/office/drawing/2014/main" id="{F1EA7535-E6C7-F142-8CD2-CFE066D4295D}"/>
                    </a:ext>
                  </a:extLst>
                </p:cNvPr>
                <p:cNvPicPr/>
                <p:nvPr/>
              </p:nvPicPr>
              <p:blipFill>
                <a:blip r:embed="rId411"/>
                <a:stretch>
                  <a:fillRect/>
                </a:stretch>
              </p:blipFill>
              <p:spPr>
                <a:xfrm>
                  <a:off x="8185176" y="2510496"/>
                  <a:ext cx="178560" cy="19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2">
              <p14:nvContentPartPr>
                <p14:cNvPr id="284" name="Ink 283">
                  <a:extLst>
                    <a:ext uri="{FF2B5EF4-FFF2-40B4-BE49-F238E27FC236}">
                      <a16:creationId xmlns:a16="http://schemas.microsoft.com/office/drawing/2014/main" id="{21658FEC-2678-98A8-40A2-4D7311216F4E}"/>
                    </a:ext>
                  </a:extLst>
                </p14:cNvPr>
                <p14:cNvContentPartPr/>
                <p14:nvPr/>
              </p14:nvContentPartPr>
              <p14:xfrm>
                <a:off x="8369136" y="2600496"/>
                <a:ext cx="100440" cy="70200"/>
              </p14:xfrm>
            </p:contentPart>
          </mc:Choice>
          <mc:Fallback>
            <p:pic>
              <p:nvPicPr>
                <p:cNvPr id="284" name="Ink 283">
                  <a:extLst>
                    <a:ext uri="{FF2B5EF4-FFF2-40B4-BE49-F238E27FC236}">
                      <a16:creationId xmlns:a16="http://schemas.microsoft.com/office/drawing/2014/main" id="{21658FEC-2678-98A8-40A2-4D7311216F4E}"/>
                    </a:ext>
                  </a:extLst>
                </p:cNvPr>
                <p:cNvPicPr/>
                <p:nvPr/>
              </p:nvPicPr>
              <p:blipFill>
                <a:blip r:embed="rId413"/>
                <a:stretch>
                  <a:fillRect/>
                </a:stretch>
              </p:blipFill>
              <p:spPr>
                <a:xfrm>
                  <a:off x="8363016" y="2594376"/>
                  <a:ext cx="112680" cy="8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4">
              <p14:nvContentPartPr>
                <p14:cNvPr id="285" name="Ink 284">
                  <a:extLst>
                    <a:ext uri="{FF2B5EF4-FFF2-40B4-BE49-F238E27FC236}">
                      <a16:creationId xmlns:a16="http://schemas.microsoft.com/office/drawing/2014/main" id="{A4579D6F-628D-0BE7-26F0-23F48847969F}"/>
                    </a:ext>
                  </a:extLst>
                </p14:cNvPr>
                <p14:cNvContentPartPr/>
                <p14:nvPr/>
              </p14:nvContentPartPr>
              <p14:xfrm>
                <a:off x="8515656" y="2608416"/>
                <a:ext cx="171000" cy="57240"/>
              </p14:xfrm>
            </p:contentPart>
          </mc:Choice>
          <mc:Fallback>
            <p:pic>
              <p:nvPicPr>
                <p:cNvPr id="285" name="Ink 284">
                  <a:extLst>
                    <a:ext uri="{FF2B5EF4-FFF2-40B4-BE49-F238E27FC236}">
                      <a16:creationId xmlns:a16="http://schemas.microsoft.com/office/drawing/2014/main" id="{A4579D6F-628D-0BE7-26F0-23F48847969F}"/>
                    </a:ext>
                  </a:extLst>
                </p:cNvPr>
                <p:cNvPicPr/>
                <p:nvPr/>
              </p:nvPicPr>
              <p:blipFill>
                <a:blip r:embed="rId415"/>
                <a:stretch>
                  <a:fillRect/>
                </a:stretch>
              </p:blipFill>
              <p:spPr>
                <a:xfrm>
                  <a:off x="8509536" y="2602296"/>
                  <a:ext cx="183240" cy="6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6">
              <p14:nvContentPartPr>
                <p14:cNvPr id="286" name="Ink 285">
                  <a:extLst>
                    <a:ext uri="{FF2B5EF4-FFF2-40B4-BE49-F238E27FC236}">
                      <a16:creationId xmlns:a16="http://schemas.microsoft.com/office/drawing/2014/main" id="{4A68D2F9-436A-0130-93B9-8A8677086C1C}"/>
                    </a:ext>
                  </a:extLst>
                </p14:cNvPr>
                <p14:cNvContentPartPr/>
                <p14:nvPr/>
              </p14:nvContentPartPr>
              <p14:xfrm>
                <a:off x="8730216" y="2569176"/>
                <a:ext cx="141840" cy="77040"/>
              </p14:xfrm>
            </p:contentPart>
          </mc:Choice>
          <mc:Fallback>
            <p:pic>
              <p:nvPicPr>
                <p:cNvPr id="286" name="Ink 285">
                  <a:extLst>
                    <a:ext uri="{FF2B5EF4-FFF2-40B4-BE49-F238E27FC236}">
                      <a16:creationId xmlns:a16="http://schemas.microsoft.com/office/drawing/2014/main" id="{4A68D2F9-436A-0130-93B9-8A8677086C1C}"/>
                    </a:ext>
                  </a:extLst>
                </p:cNvPr>
                <p:cNvPicPr/>
                <p:nvPr/>
              </p:nvPicPr>
              <p:blipFill>
                <a:blip r:embed="rId417"/>
                <a:stretch>
                  <a:fillRect/>
                </a:stretch>
              </p:blipFill>
              <p:spPr>
                <a:xfrm>
                  <a:off x="8724096" y="2563056"/>
                  <a:ext cx="154080" cy="8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8">
              <p14:nvContentPartPr>
                <p14:cNvPr id="287" name="Ink 286">
                  <a:extLst>
                    <a:ext uri="{FF2B5EF4-FFF2-40B4-BE49-F238E27FC236}">
                      <a16:creationId xmlns:a16="http://schemas.microsoft.com/office/drawing/2014/main" id="{A1CBC7EB-0382-9BB5-AB9A-F2E0A35C707F}"/>
                    </a:ext>
                  </a:extLst>
                </p14:cNvPr>
                <p14:cNvContentPartPr/>
                <p14:nvPr/>
              </p14:nvContentPartPr>
              <p14:xfrm>
                <a:off x="8958816" y="2375136"/>
                <a:ext cx="191160" cy="317880"/>
              </p14:xfrm>
            </p:contentPart>
          </mc:Choice>
          <mc:Fallback>
            <p:pic>
              <p:nvPicPr>
                <p:cNvPr id="287" name="Ink 286">
                  <a:extLst>
                    <a:ext uri="{FF2B5EF4-FFF2-40B4-BE49-F238E27FC236}">
                      <a16:creationId xmlns:a16="http://schemas.microsoft.com/office/drawing/2014/main" id="{A1CBC7EB-0382-9BB5-AB9A-F2E0A35C707F}"/>
                    </a:ext>
                  </a:extLst>
                </p:cNvPr>
                <p:cNvPicPr/>
                <p:nvPr/>
              </p:nvPicPr>
              <p:blipFill>
                <a:blip r:embed="rId419"/>
                <a:stretch>
                  <a:fillRect/>
                </a:stretch>
              </p:blipFill>
              <p:spPr>
                <a:xfrm>
                  <a:off x="8952696" y="2369016"/>
                  <a:ext cx="203400" cy="33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0">
              <p14:nvContentPartPr>
                <p14:cNvPr id="288" name="Ink 287">
                  <a:extLst>
                    <a:ext uri="{FF2B5EF4-FFF2-40B4-BE49-F238E27FC236}">
                      <a16:creationId xmlns:a16="http://schemas.microsoft.com/office/drawing/2014/main" id="{B431939D-B853-D2C5-56CB-D15F219D7B08}"/>
                    </a:ext>
                  </a:extLst>
                </p14:cNvPr>
                <p14:cNvContentPartPr/>
                <p14:nvPr/>
              </p14:nvContentPartPr>
              <p14:xfrm>
                <a:off x="9144936" y="2450736"/>
                <a:ext cx="127080" cy="181800"/>
              </p14:xfrm>
            </p:contentPart>
          </mc:Choice>
          <mc:Fallback>
            <p:pic>
              <p:nvPicPr>
                <p:cNvPr id="288" name="Ink 287">
                  <a:extLst>
                    <a:ext uri="{FF2B5EF4-FFF2-40B4-BE49-F238E27FC236}">
                      <a16:creationId xmlns:a16="http://schemas.microsoft.com/office/drawing/2014/main" id="{B431939D-B853-D2C5-56CB-D15F219D7B08}"/>
                    </a:ext>
                  </a:extLst>
                </p:cNvPr>
                <p:cNvPicPr/>
                <p:nvPr/>
              </p:nvPicPr>
              <p:blipFill>
                <a:blip r:embed="rId421"/>
                <a:stretch>
                  <a:fillRect/>
                </a:stretch>
              </p:blipFill>
              <p:spPr>
                <a:xfrm>
                  <a:off x="9138816" y="2444616"/>
                  <a:ext cx="139320" cy="19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2">
              <p14:nvContentPartPr>
                <p14:cNvPr id="289" name="Ink 288">
                  <a:extLst>
                    <a:ext uri="{FF2B5EF4-FFF2-40B4-BE49-F238E27FC236}">
                      <a16:creationId xmlns:a16="http://schemas.microsoft.com/office/drawing/2014/main" id="{84F5CCCF-D295-8E75-AB20-87207237A685}"/>
                    </a:ext>
                  </a:extLst>
                </p14:cNvPr>
                <p14:cNvContentPartPr/>
                <p14:nvPr/>
              </p14:nvContentPartPr>
              <p14:xfrm>
                <a:off x="9315576" y="2480976"/>
                <a:ext cx="95400" cy="138600"/>
              </p14:xfrm>
            </p:contentPart>
          </mc:Choice>
          <mc:Fallback>
            <p:pic>
              <p:nvPicPr>
                <p:cNvPr id="289" name="Ink 288">
                  <a:extLst>
                    <a:ext uri="{FF2B5EF4-FFF2-40B4-BE49-F238E27FC236}">
                      <a16:creationId xmlns:a16="http://schemas.microsoft.com/office/drawing/2014/main" id="{84F5CCCF-D295-8E75-AB20-87207237A685}"/>
                    </a:ext>
                  </a:extLst>
                </p:cNvPr>
                <p:cNvPicPr/>
                <p:nvPr/>
              </p:nvPicPr>
              <p:blipFill>
                <a:blip r:embed="rId423"/>
                <a:stretch>
                  <a:fillRect/>
                </a:stretch>
              </p:blipFill>
              <p:spPr>
                <a:xfrm>
                  <a:off x="9309456" y="2474856"/>
                  <a:ext cx="107640" cy="15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4">
              <p14:nvContentPartPr>
                <p14:cNvPr id="290" name="Ink 289">
                  <a:extLst>
                    <a:ext uri="{FF2B5EF4-FFF2-40B4-BE49-F238E27FC236}">
                      <a16:creationId xmlns:a16="http://schemas.microsoft.com/office/drawing/2014/main" id="{4B616385-5DC8-9DA6-F269-FB885B0976CE}"/>
                    </a:ext>
                  </a:extLst>
                </p14:cNvPr>
                <p14:cNvContentPartPr/>
                <p14:nvPr/>
              </p14:nvContentPartPr>
              <p14:xfrm>
                <a:off x="9354456" y="2549016"/>
                <a:ext cx="87480" cy="69120"/>
              </p14:xfrm>
            </p:contentPart>
          </mc:Choice>
          <mc:Fallback>
            <p:pic>
              <p:nvPicPr>
                <p:cNvPr id="290" name="Ink 289">
                  <a:extLst>
                    <a:ext uri="{FF2B5EF4-FFF2-40B4-BE49-F238E27FC236}">
                      <a16:creationId xmlns:a16="http://schemas.microsoft.com/office/drawing/2014/main" id="{4B616385-5DC8-9DA6-F269-FB885B0976CE}"/>
                    </a:ext>
                  </a:extLst>
                </p:cNvPr>
                <p:cNvPicPr/>
                <p:nvPr/>
              </p:nvPicPr>
              <p:blipFill>
                <a:blip r:embed="rId425"/>
                <a:stretch>
                  <a:fillRect/>
                </a:stretch>
              </p:blipFill>
              <p:spPr>
                <a:xfrm>
                  <a:off x="9348336" y="2542896"/>
                  <a:ext cx="99720" cy="8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6">
              <p14:nvContentPartPr>
                <p14:cNvPr id="291" name="Ink 290">
                  <a:extLst>
                    <a:ext uri="{FF2B5EF4-FFF2-40B4-BE49-F238E27FC236}">
                      <a16:creationId xmlns:a16="http://schemas.microsoft.com/office/drawing/2014/main" id="{B8394CAC-20EC-007E-236C-6C93D8EBD1A1}"/>
                    </a:ext>
                  </a:extLst>
                </p14:cNvPr>
                <p14:cNvContentPartPr/>
                <p14:nvPr/>
              </p14:nvContentPartPr>
              <p14:xfrm>
                <a:off x="9471456" y="2563776"/>
                <a:ext cx="12600" cy="32040"/>
              </p14:xfrm>
            </p:contentPart>
          </mc:Choice>
          <mc:Fallback>
            <p:pic>
              <p:nvPicPr>
                <p:cNvPr id="291" name="Ink 290">
                  <a:extLst>
                    <a:ext uri="{FF2B5EF4-FFF2-40B4-BE49-F238E27FC236}">
                      <a16:creationId xmlns:a16="http://schemas.microsoft.com/office/drawing/2014/main" id="{B8394CAC-20EC-007E-236C-6C93D8EBD1A1}"/>
                    </a:ext>
                  </a:extLst>
                </p:cNvPr>
                <p:cNvPicPr/>
                <p:nvPr/>
              </p:nvPicPr>
              <p:blipFill>
                <a:blip r:embed="rId427"/>
                <a:stretch>
                  <a:fillRect/>
                </a:stretch>
              </p:blipFill>
              <p:spPr>
                <a:xfrm>
                  <a:off x="9465336" y="2557656"/>
                  <a:ext cx="24840" cy="4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8">
              <p14:nvContentPartPr>
                <p14:cNvPr id="292" name="Ink 291">
                  <a:extLst>
                    <a:ext uri="{FF2B5EF4-FFF2-40B4-BE49-F238E27FC236}">
                      <a16:creationId xmlns:a16="http://schemas.microsoft.com/office/drawing/2014/main" id="{986885BA-C4A2-C624-23DC-F0C9C3AD5B68}"/>
                    </a:ext>
                  </a:extLst>
                </p14:cNvPr>
                <p14:cNvContentPartPr/>
                <p14:nvPr/>
              </p14:nvContentPartPr>
              <p14:xfrm>
                <a:off x="9515376" y="2520936"/>
                <a:ext cx="360" cy="25560"/>
              </p14:xfrm>
            </p:contentPart>
          </mc:Choice>
          <mc:Fallback>
            <p:pic>
              <p:nvPicPr>
                <p:cNvPr id="292" name="Ink 291">
                  <a:extLst>
                    <a:ext uri="{FF2B5EF4-FFF2-40B4-BE49-F238E27FC236}">
                      <a16:creationId xmlns:a16="http://schemas.microsoft.com/office/drawing/2014/main" id="{986885BA-C4A2-C624-23DC-F0C9C3AD5B68}"/>
                    </a:ext>
                  </a:extLst>
                </p:cNvPr>
                <p:cNvPicPr/>
                <p:nvPr/>
              </p:nvPicPr>
              <p:blipFill>
                <a:blip r:embed="rId429"/>
                <a:stretch>
                  <a:fillRect/>
                </a:stretch>
              </p:blipFill>
              <p:spPr>
                <a:xfrm>
                  <a:off x="9509256" y="2514816"/>
                  <a:ext cx="12600" cy="3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0">
              <p14:nvContentPartPr>
                <p14:cNvPr id="293" name="Ink 292">
                  <a:extLst>
                    <a:ext uri="{FF2B5EF4-FFF2-40B4-BE49-F238E27FC236}">
                      <a16:creationId xmlns:a16="http://schemas.microsoft.com/office/drawing/2014/main" id="{7849D6BE-381C-F6B3-B945-C7F58AB63C75}"/>
                    </a:ext>
                  </a:extLst>
                </p14:cNvPr>
                <p14:cNvContentPartPr/>
                <p14:nvPr/>
              </p14:nvContentPartPr>
              <p14:xfrm>
                <a:off x="9515376" y="2520936"/>
                <a:ext cx="129600" cy="71280"/>
              </p14:xfrm>
            </p:contentPart>
          </mc:Choice>
          <mc:Fallback>
            <p:pic>
              <p:nvPicPr>
                <p:cNvPr id="293" name="Ink 292">
                  <a:extLst>
                    <a:ext uri="{FF2B5EF4-FFF2-40B4-BE49-F238E27FC236}">
                      <a16:creationId xmlns:a16="http://schemas.microsoft.com/office/drawing/2014/main" id="{7849D6BE-381C-F6B3-B945-C7F58AB63C75}"/>
                    </a:ext>
                  </a:extLst>
                </p:cNvPr>
                <p:cNvPicPr/>
                <p:nvPr/>
              </p:nvPicPr>
              <p:blipFill>
                <a:blip r:embed="rId431"/>
                <a:stretch>
                  <a:fillRect/>
                </a:stretch>
              </p:blipFill>
              <p:spPr>
                <a:xfrm>
                  <a:off x="9509256" y="2514816"/>
                  <a:ext cx="141840" cy="8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2">
              <p14:nvContentPartPr>
                <p14:cNvPr id="294" name="Ink 293">
                  <a:extLst>
                    <a:ext uri="{FF2B5EF4-FFF2-40B4-BE49-F238E27FC236}">
                      <a16:creationId xmlns:a16="http://schemas.microsoft.com/office/drawing/2014/main" id="{C21CEDB5-9984-5301-EC8D-DE16392AA987}"/>
                    </a:ext>
                  </a:extLst>
                </p14:cNvPr>
                <p14:cNvContentPartPr/>
                <p14:nvPr/>
              </p14:nvContentPartPr>
              <p14:xfrm>
                <a:off x="9477576" y="2579616"/>
                <a:ext cx="231120" cy="287640"/>
              </p14:xfrm>
            </p:contentPart>
          </mc:Choice>
          <mc:Fallback>
            <p:pic>
              <p:nvPicPr>
                <p:cNvPr id="294" name="Ink 293">
                  <a:extLst>
                    <a:ext uri="{FF2B5EF4-FFF2-40B4-BE49-F238E27FC236}">
                      <a16:creationId xmlns:a16="http://schemas.microsoft.com/office/drawing/2014/main" id="{C21CEDB5-9984-5301-EC8D-DE16392AA987}"/>
                    </a:ext>
                  </a:extLst>
                </p:cNvPr>
                <p:cNvPicPr/>
                <p:nvPr/>
              </p:nvPicPr>
              <p:blipFill>
                <a:blip r:embed="rId433"/>
                <a:stretch>
                  <a:fillRect/>
                </a:stretch>
              </p:blipFill>
              <p:spPr>
                <a:xfrm>
                  <a:off x="9471456" y="2573496"/>
                  <a:ext cx="243360" cy="29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4">
              <p14:nvContentPartPr>
                <p14:cNvPr id="295" name="Ink 294">
                  <a:extLst>
                    <a:ext uri="{FF2B5EF4-FFF2-40B4-BE49-F238E27FC236}">
                      <a16:creationId xmlns:a16="http://schemas.microsoft.com/office/drawing/2014/main" id="{BB365848-72B7-F66D-5420-80B2FE8B52EA}"/>
                    </a:ext>
                  </a:extLst>
                </p14:cNvPr>
                <p14:cNvContentPartPr/>
                <p14:nvPr/>
              </p14:nvContentPartPr>
              <p14:xfrm>
                <a:off x="9749376" y="2401776"/>
                <a:ext cx="92880" cy="267120"/>
              </p14:xfrm>
            </p:contentPart>
          </mc:Choice>
          <mc:Fallback>
            <p:pic>
              <p:nvPicPr>
                <p:cNvPr id="295" name="Ink 294">
                  <a:extLst>
                    <a:ext uri="{FF2B5EF4-FFF2-40B4-BE49-F238E27FC236}">
                      <a16:creationId xmlns:a16="http://schemas.microsoft.com/office/drawing/2014/main" id="{BB365848-72B7-F66D-5420-80B2FE8B52EA}"/>
                    </a:ext>
                  </a:extLst>
                </p:cNvPr>
                <p:cNvPicPr/>
                <p:nvPr/>
              </p:nvPicPr>
              <p:blipFill>
                <a:blip r:embed="rId435"/>
                <a:stretch>
                  <a:fillRect/>
                </a:stretch>
              </p:blipFill>
              <p:spPr>
                <a:xfrm>
                  <a:off x="9743256" y="2395656"/>
                  <a:ext cx="105120" cy="27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6">
              <p14:nvContentPartPr>
                <p14:cNvPr id="296" name="Ink 295">
                  <a:extLst>
                    <a:ext uri="{FF2B5EF4-FFF2-40B4-BE49-F238E27FC236}">
                      <a16:creationId xmlns:a16="http://schemas.microsoft.com/office/drawing/2014/main" id="{F893DF77-A42B-56DB-3DCD-D01F68E3E53D}"/>
                    </a:ext>
                  </a:extLst>
                </p14:cNvPr>
                <p14:cNvContentPartPr/>
                <p14:nvPr/>
              </p14:nvContentPartPr>
              <p14:xfrm>
                <a:off x="9954216" y="2540376"/>
                <a:ext cx="360" cy="33840"/>
              </p14:xfrm>
            </p:contentPart>
          </mc:Choice>
          <mc:Fallback>
            <p:pic>
              <p:nvPicPr>
                <p:cNvPr id="296" name="Ink 295">
                  <a:extLst>
                    <a:ext uri="{FF2B5EF4-FFF2-40B4-BE49-F238E27FC236}">
                      <a16:creationId xmlns:a16="http://schemas.microsoft.com/office/drawing/2014/main" id="{F893DF77-A42B-56DB-3DCD-D01F68E3E53D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9948096" y="2534256"/>
                  <a:ext cx="12600" cy="4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7">
              <p14:nvContentPartPr>
                <p14:cNvPr id="297" name="Ink 296">
                  <a:extLst>
                    <a:ext uri="{FF2B5EF4-FFF2-40B4-BE49-F238E27FC236}">
                      <a16:creationId xmlns:a16="http://schemas.microsoft.com/office/drawing/2014/main" id="{70524D76-3960-1987-63CC-C326B7E7E405}"/>
                    </a:ext>
                  </a:extLst>
                </p14:cNvPr>
                <p14:cNvContentPartPr/>
                <p14:nvPr/>
              </p14:nvContentPartPr>
              <p14:xfrm>
                <a:off x="9947016" y="2613456"/>
                <a:ext cx="17280" cy="16560"/>
              </p14:xfrm>
            </p:contentPart>
          </mc:Choice>
          <mc:Fallback>
            <p:pic>
              <p:nvPicPr>
                <p:cNvPr id="297" name="Ink 296">
                  <a:extLst>
                    <a:ext uri="{FF2B5EF4-FFF2-40B4-BE49-F238E27FC236}">
                      <a16:creationId xmlns:a16="http://schemas.microsoft.com/office/drawing/2014/main" id="{70524D76-3960-1987-63CC-C326B7E7E405}"/>
                    </a:ext>
                  </a:extLst>
                </p:cNvPr>
                <p:cNvPicPr/>
                <p:nvPr/>
              </p:nvPicPr>
              <p:blipFill>
                <a:blip r:embed="rId438"/>
                <a:stretch>
                  <a:fillRect/>
                </a:stretch>
              </p:blipFill>
              <p:spPr>
                <a:xfrm>
                  <a:off x="9940896" y="2607336"/>
                  <a:ext cx="29520" cy="2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9">
              <p14:nvContentPartPr>
                <p14:cNvPr id="298" name="Ink 297">
                  <a:extLst>
                    <a:ext uri="{FF2B5EF4-FFF2-40B4-BE49-F238E27FC236}">
                      <a16:creationId xmlns:a16="http://schemas.microsoft.com/office/drawing/2014/main" id="{81753B86-F1C7-B982-B143-F930EC66DC31}"/>
                    </a:ext>
                  </a:extLst>
                </p14:cNvPr>
                <p14:cNvContentPartPr/>
                <p14:nvPr/>
              </p14:nvContentPartPr>
              <p14:xfrm>
                <a:off x="10088496" y="2483136"/>
                <a:ext cx="107640" cy="125640"/>
              </p14:xfrm>
            </p:contentPart>
          </mc:Choice>
          <mc:Fallback>
            <p:pic>
              <p:nvPicPr>
                <p:cNvPr id="298" name="Ink 297">
                  <a:extLst>
                    <a:ext uri="{FF2B5EF4-FFF2-40B4-BE49-F238E27FC236}">
                      <a16:creationId xmlns:a16="http://schemas.microsoft.com/office/drawing/2014/main" id="{81753B86-F1C7-B982-B143-F930EC66DC31}"/>
                    </a:ext>
                  </a:extLst>
                </p:cNvPr>
                <p:cNvPicPr/>
                <p:nvPr/>
              </p:nvPicPr>
              <p:blipFill>
                <a:blip r:embed="rId440"/>
                <a:stretch>
                  <a:fillRect/>
                </a:stretch>
              </p:blipFill>
              <p:spPr>
                <a:xfrm>
                  <a:off x="10082376" y="2477016"/>
                  <a:ext cx="119880" cy="13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1">
              <p14:nvContentPartPr>
                <p14:cNvPr id="299" name="Ink 298">
                  <a:extLst>
                    <a:ext uri="{FF2B5EF4-FFF2-40B4-BE49-F238E27FC236}">
                      <a16:creationId xmlns:a16="http://schemas.microsoft.com/office/drawing/2014/main" id="{3B6AC54E-9D19-19AD-B50D-EB6AC4D95BDB}"/>
                    </a:ext>
                  </a:extLst>
                </p14:cNvPr>
                <p14:cNvContentPartPr/>
                <p14:nvPr/>
              </p14:nvContentPartPr>
              <p14:xfrm>
                <a:off x="10213416" y="2508336"/>
                <a:ext cx="73800" cy="88920"/>
              </p14:xfrm>
            </p:contentPart>
          </mc:Choice>
          <mc:Fallback>
            <p:pic>
              <p:nvPicPr>
                <p:cNvPr id="299" name="Ink 298">
                  <a:extLst>
                    <a:ext uri="{FF2B5EF4-FFF2-40B4-BE49-F238E27FC236}">
                      <a16:creationId xmlns:a16="http://schemas.microsoft.com/office/drawing/2014/main" id="{3B6AC54E-9D19-19AD-B50D-EB6AC4D95BDB}"/>
                    </a:ext>
                  </a:extLst>
                </p:cNvPr>
                <p:cNvPicPr/>
                <p:nvPr/>
              </p:nvPicPr>
              <p:blipFill>
                <a:blip r:embed="rId442"/>
                <a:stretch>
                  <a:fillRect/>
                </a:stretch>
              </p:blipFill>
              <p:spPr>
                <a:xfrm>
                  <a:off x="10207296" y="2502216"/>
                  <a:ext cx="86040" cy="10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3">
              <p14:nvContentPartPr>
                <p14:cNvPr id="300" name="Ink 299">
                  <a:extLst>
                    <a:ext uri="{FF2B5EF4-FFF2-40B4-BE49-F238E27FC236}">
                      <a16:creationId xmlns:a16="http://schemas.microsoft.com/office/drawing/2014/main" id="{31F806B4-8499-F806-9351-08F48A5CE300}"/>
                    </a:ext>
                  </a:extLst>
                </p14:cNvPr>
                <p14:cNvContentPartPr/>
                <p14:nvPr/>
              </p14:nvContentPartPr>
              <p14:xfrm>
                <a:off x="10337256" y="2522376"/>
                <a:ext cx="10080" cy="64440"/>
              </p14:xfrm>
            </p:contentPart>
          </mc:Choice>
          <mc:Fallback>
            <p:pic>
              <p:nvPicPr>
                <p:cNvPr id="300" name="Ink 299">
                  <a:extLst>
                    <a:ext uri="{FF2B5EF4-FFF2-40B4-BE49-F238E27FC236}">
                      <a16:creationId xmlns:a16="http://schemas.microsoft.com/office/drawing/2014/main" id="{31F806B4-8499-F806-9351-08F48A5CE300}"/>
                    </a:ext>
                  </a:extLst>
                </p:cNvPr>
                <p:cNvPicPr/>
                <p:nvPr/>
              </p:nvPicPr>
              <p:blipFill>
                <a:blip r:embed="rId444"/>
                <a:stretch>
                  <a:fillRect/>
                </a:stretch>
              </p:blipFill>
              <p:spPr>
                <a:xfrm>
                  <a:off x="10331136" y="2516256"/>
                  <a:ext cx="22320" cy="7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5">
              <p14:nvContentPartPr>
                <p14:cNvPr id="301" name="Ink 300">
                  <a:extLst>
                    <a:ext uri="{FF2B5EF4-FFF2-40B4-BE49-F238E27FC236}">
                      <a16:creationId xmlns:a16="http://schemas.microsoft.com/office/drawing/2014/main" id="{056621AB-2585-7E97-E9BD-4D23EED4E855}"/>
                    </a:ext>
                  </a:extLst>
                </p14:cNvPr>
                <p14:cNvContentPartPr/>
                <p14:nvPr/>
              </p14:nvContentPartPr>
              <p14:xfrm>
                <a:off x="10395576" y="2396376"/>
                <a:ext cx="12600" cy="75960"/>
              </p14:xfrm>
            </p:contentPart>
          </mc:Choice>
          <mc:Fallback>
            <p:pic>
              <p:nvPicPr>
                <p:cNvPr id="301" name="Ink 300">
                  <a:extLst>
                    <a:ext uri="{FF2B5EF4-FFF2-40B4-BE49-F238E27FC236}">
                      <a16:creationId xmlns:a16="http://schemas.microsoft.com/office/drawing/2014/main" id="{056621AB-2585-7E97-E9BD-4D23EED4E855}"/>
                    </a:ext>
                  </a:extLst>
                </p:cNvPr>
                <p:cNvPicPr/>
                <p:nvPr/>
              </p:nvPicPr>
              <p:blipFill>
                <a:blip r:embed="rId446"/>
                <a:stretch>
                  <a:fillRect/>
                </a:stretch>
              </p:blipFill>
              <p:spPr>
                <a:xfrm>
                  <a:off x="10389456" y="2390256"/>
                  <a:ext cx="24840" cy="8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7">
              <p14:nvContentPartPr>
                <p14:cNvPr id="302" name="Ink 301">
                  <a:extLst>
                    <a:ext uri="{FF2B5EF4-FFF2-40B4-BE49-F238E27FC236}">
                      <a16:creationId xmlns:a16="http://schemas.microsoft.com/office/drawing/2014/main" id="{47FAE05B-4919-F8DB-0176-318584F04F7A}"/>
                    </a:ext>
                  </a:extLst>
                </p14:cNvPr>
                <p14:cNvContentPartPr/>
                <p14:nvPr/>
              </p14:nvContentPartPr>
              <p14:xfrm>
                <a:off x="10411776" y="2360376"/>
                <a:ext cx="130680" cy="221040"/>
              </p14:xfrm>
            </p:contentPart>
          </mc:Choice>
          <mc:Fallback>
            <p:pic>
              <p:nvPicPr>
                <p:cNvPr id="302" name="Ink 301">
                  <a:extLst>
                    <a:ext uri="{FF2B5EF4-FFF2-40B4-BE49-F238E27FC236}">
                      <a16:creationId xmlns:a16="http://schemas.microsoft.com/office/drawing/2014/main" id="{47FAE05B-4919-F8DB-0176-318584F04F7A}"/>
                    </a:ext>
                  </a:extLst>
                </p:cNvPr>
                <p:cNvPicPr/>
                <p:nvPr/>
              </p:nvPicPr>
              <p:blipFill>
                <a:blip r:embed="rId448"/>
                <a:stretch>
                  <a:fillRect/>
                </a:stretch>
              </p:blipFill>
              <p:spPr>
                <a:xfrm>
                  <a:off x="10405656" y="2354256"/>
                  <a:ext cx="142920" cy="23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9">
              <p14:nvContentPartPr>
                <p14:cNvPr id="304" name="Ink 303">
                  <a:extLst>
                    <a:ext uri="{FF2B5EF4-FFF2-40B4-BE49-F238E27FC236}">
                      <a16:creationId xmlns:a16="http://schemas.microsoft.com/office/drawing/2014/main" id="{1059CA06-A93A-6C7E-3C27-01C0A6EE56BC}"/>
                    </a:ext>
                  </a:extLst>
                </p14:cNvPr>
                <p14:cNvContentPartPr/>
                <p14:nvPr/>
              </p14:nvContentPartPr>
              <p14:xfrm>
                <a:off x="7413696" y="3085416"/>
                <a:ext cx="37080" cy="171000"/>
              </p14:xfrm>
            </p:contentPart>
          </mc:Choice>
          <mc:Fallback>
            <p:pic>
              <p:nvPicPr>
                <p:cNvPr id="304" name="Ink 303">
                  <a:extLst>
                    <a:ext uri="{FF2B5EF4-FFF2-40B4-BE49-F238E27FC236}">
                      <a16:creationId xmlns:a16="http://schemas.microsoft.com/office/drawing/2014/main" id="{1059CA06-A93A-6C7E-3C27-01C0A6EE56BC}"/>
                    </a:ext>
                  </a:extLst>
                </p:cNvPr>
                <p:cNvPicPr/>
                <p:nvPr/>
              </p:nvPicPr>
              <p:blipFill>
                <a:blip r:embed="rId450"/>
                <a:stretch>
                  <a:fillRect/>
                </a:stretch>
              </p:blipFill>
              <p:spPr>
                <a:xfrm>
                  <a:off x="7407576" y="3079296"/>
                  <a:ext cx="49320" cy="18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1">
              <p14:nvContentPartPr>
                <p14:cNvPr id="305" name="Ink 304">
                  <a:extLst>
                    <a:ext uri="{FF2B5EF4-FFF2-40B4-BE49-F238E27FC236}">
                      <a16:creationId xmlns:a16="http://schemas.microsoft.com/office/drawing/2014/main" id="{4FF120CA-F897-FD49-9A9A-F01CC0148435}"/>
                    </a:ext>
                  </a:extLst>
                </p14:cNvPr>
                <p14:cNvContentPartPr/>
                <p14:nvPr/>
              </p14:nvContentPartPr>
              <p14:xfrm>
                <a:off x="7405056" y="3146616"/>
                <a:ext cx="109080" cy="17280"/>
              </p14:xfrm>
            </p:contentPart>
          </mc:Choice>
          <mc:Fallback>
            <p:pic>
              <p:nvPicPr>
                <p:cNvPr id="305" name="Ink 304">
                  <a:extLst>
                    <a:ext uri="{FF2B5EF4-FFF2-40B4-BE49-F238E27FC236}">
                      <a16:creationId xmlns:a16="http://schemas.microsoft.com/office/drawing/2014/main" id="{4FF120CA-F897-FD49-9A9A-F01CC0148435}"/>
                    </a:ext>
                  </a:extLst>
                </p:cNvPr>
                <p:cNvPicPr/>
                <p:nvPr/>
              </p:nvPicPr>
              <p:blipFill>
                <a:blip r:embed="rId452"/>
                <a:stretch>
                  <a:fillRect/>
                </a:stretch>
              </p:blipFill>
              <p:spPr>
                <a:xfrm>
                  <a:off x="7398936" y="3140496"/>
                  <a:ext cx="121320" cy="2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3">
              <p14:nvContentPartPr>
                <p14:cNvPr id="307" name="Ink 306">
                  <a:extLst>
                    <a:ext uri="{FF2B5EF4-FFF2-40B4-BE49-F238E27FC236}">
                      <a16:creationId xmlns:a16="http://schemas.microsoft.com/office/drawing/2014/main" id="{3CF5B3A1-D25F-5583-B778-4534A59DD596}"/>
                    </a:ext>
                  </a:extLst>
                </p14:cNvPr>
                <p14:cNvContentPartPr/>
                <p14:nvPr/>
              </p14:nvContentPartPr>
              <p14:xfrm>
                <a:off x="7682256" y="3134376"/>
                <a:ext cx="70560" cy="109080"/>
              </p14:xfrm>
            </p:contentPart>
          </mc:Choice>
          <mc:Fallback>
            <p:pic>
              <p:nvPicPr>
                <p:cNvPr id="307" name="Ink 306">
                  <a:extLst>
                    <a:ext uri="{FF2B5EF4-FFF2-40B4-BE49-F238E27FC236}">
                      <a16:creationId xmlns:a16="http://schemas.microsoft.com/office/drawing/2014/main" id="{3CF5B3A1-D25F-5583-B778-4534A59DD596}"/>
                    </a:ext>
                  </a:extLst>
                </p:cNvPr>
                <p:cNvPicPr/>
                <p:nvPr/>
              </p:nvPicPr>
              <p:blipFill>
                <a:blip r:embed="rId454"/>
                <a:stretch>
                  <a:fillRect/>
                </a:stretch>
              </p:blipFill>
              <p:spPr>
                <a:xfrm>
                  <a:off x="7676136" y="3128256"/>
                  <a:ext cx="82800" cy="12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5">
              <p14:nvContentPartPr>
                <p14:cNvPr id="308" name="Ink 307">
                  <a:extLst>
                    <a:ext uri="{FF2B5EF4-FFF2-40B4-BE49-F238E27FC236}">
                      <a16:creationId xmlns:a16="http://schemas.microsoft.com/office/drawing/2014/main" id="{F23741F0-BE8B-2601-7F4A-0A243B41321F}"/>
                    </a:ext>
                  </a:extLst>
                </p14:cNvPr>
                <p14:cNvContentPartPr/>
                <p14:nvPr/>
              </p14:nvContentPartPr>
              <p14:xfrm>
                <a:off x="7818336" y="3093696"/>
                <a:ext cx="134640" cy="119520"/>
              </p14:xfrm>
            </p:contentPart>
          </mc:Choice>
          <mc:Fallback>
            <p:pic>
              <p:nvPicPr>
                <p:cNvPr id="308" name="Ink 307">
                  <a:extLst>
                    <a:ext uri="{FF2B5EF4-FFF2-40B4-BE49-F238E27FC236}">
                      <a16:creationId xmlns:a16="http://schemas.microsoft.com/office/drawing/2014/main" id="{F23741F0-BE8B-2601-7F4A-0A243B41321F}"/>
                    </a:ext>
                  </a:extLst>
                </p:cNvPr>
                <p:cNvPicPr/>
                <p:nvPr/>
              </p:nvPicPr>
              <p:blipFill>
                <a:blip r:embed="rId456"/>
                <a:stretch>
                  <a:fillRect/>
                </a:stretch>
              </p:blipFill>
              <p:spPr>
                <a:xfrm>
                  <a:off x="7812216" y="3087576"/>
                  <a:ext cx="146880" cy="13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7">
              <p14:nvContentPartPr>
                <p14:cNvPr id="309" name="Ink 308">
                  <a:extLst>
                    <a:ext uri="{FF2B5EF4-FFF2-40B4-BE49-F238E27FC236}">
                      <a16:creationId xmlns:a16="http://schemas.microsoft.com/office/drawing/2014/main" id="{3FE4B906-1CAE-F60E-6EA4-638620BB9684}"/>
                    </a:ext>
                  </a:extLst>
                </p14:cNvPr>
                <p14:cNvContentPartPr/>
                <p14:nvPr/>
              </p14:nvContentPartPr>
              <p14:xfrm>
                <a:off x="7977816" y="3018096"/>
                <a:ext cx="111600" cy="160560"/>
              </p14:xfrm>
            </p:contentPart>
          </mc:Choice>
          <mc:Fallback>
            <p:pic>
              <p:nvPicPr>
                <p:cNvPr id="309" name="Ink 308">
                  <a:extLst>
                    <a:ext uri="{FF2B5EF4-FFF2-40B4-BE49-F238E27FC236}">
                      <a16:creationId xmlns:a16="http://schemas.microsoft.com/office/drawing/2014/main" id="{3FE4B906-1CAE-F60E-6EA4-638620BB9684}"/>
                    </a:ext>
                  </a:extLst>
                </p:cNvPr>
                <p:cNvPicPr/>
                <p:nvPr/>
              </p:nvPicPr>
              <p:blipFill>
                <a:blip r:embed="rId458"/>
                <a:stretch>
                  <a:fillRect/>
                </a:stretch>
              </p:blipFill>
              <p:spPr>
                <a:xfrm>
                  <a:off x="7971696" y="3011976"/>
                  <a:ext cx="123840" cy="17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9">
              <p14:nvContentPartPr>
                <p14:cNvPr id="310" name="Ink 309">
                  <a:extLst>
                    <a:ext uri="{FF2B5EF4-FFF2-40B4-BE49-F238E27FC236}">
                      <a16:creationId xmlns:a16="http://schemas.microsoft.com/office/drawing/2014/main" id="{C8C40415-6AA3-71C8-82AD-D1910B521B43}"/>
                    </a:ext>
                  </a:extLst>
                </p14:cNvPr>
                <p14:cNvContentPartPr/>
                <p14:nvPr/>
              </p14:nvContentPartPr>
              <p14:xfrm>
                <a:off x="7981776" y="3087936"/>
                <a:ext cx="107640" cy="10800"/>
              </p14:xfrm>
            </p:contentPart>
          </mc:Choice>
          <mc:Fallback>
            <p:pic>
              <p:nvPicPr>
                <p:cNvPr id="310" name="Ink 309">
                  <a:extLst>
                    <a:ext uri="{FF2B5EF4-FFF2-40B4-BE49-F238E27FC236}">
                      <a16:creationId xmlns:a16="http://schemas.microsoft.com/office/drawing/2014/main" id="{C8C40415-6AA3-71C8-82AD-D1910B521B43}"/>
                    </a:ext>
                  </a:extLst>
                </p:cNvPr>
                <p:cNvPicPr/>
                <p:nvPr/>
              </p:nvPicPr>
              <p:blipFill>
                <a:blip r:embed="rId460"/>
                <a:stretch>
                  <a:fillRect/>
                </a:stretch>
              </p:blipFill>
              <p:spPr>
                <a:xfrm>
                  <a:off x="7975656" y="3081816"/>
                  <a:ext cx="119880" cy="2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1">
              <p14:nvContentPartPr>
                <p14:cNvPr id="311" name="Ink 310">
                  <a:extLst>
                    <a:ext uri="{FF2B5EF4-FFF2-40B4-BE49-F238E27FC236}">
                      <a16:creationId xmlns:a16="http://schemas.microsoft.com/office/drawing/2014/main" id="{38722CB8-BD6B-F715-471F-4F9833FB9F23}"/>
                    </a:ext>
                  </a:extLst>
                </p14:cNvPr>
                <p14:cNvContentPartPr/>
                <p14:nvPr/>
              </p14:nvContentPartPr>
              <p14:xfrm>
                <a:off x="8196336" y="3024576"/>
                <a:ext cx="29520" cy="100440"/>
              </p14:xfrm>
            </p:contentPart>
          </mc:Choice>
          <mc:Fallback>
            <p:pic>
              <p:nvPicPr>
                <p:cNvPr id="311" name="Ink 310">
                  <a:extLst>
                    <a:ext uri="{FF2B5EF4-FFF2-40B4-BE49-F238E27FC236}">
                      <a16:creationId xmlns:a16="http://schemas.microsoft.com/office/drawing/2014/main" id="{38722CB8-BD6B-F715-471F-4F9833FB9F23}"/>
                    </a:ext>
                  </a:extLst>
                </p:cNvPr>
                <p:cNvPicPr/>
                <p:nvPr/>
              </p:nvPicPr>
              <p:blipFill>
                <a:blip r:embed="rId462"/>
                <a:stretch>
                  <a:fillRect/>
                </a:stretch>
              </p:blipFill>
              <p:spPr>
                <a:xfrm>
                  <a:off x="8190216" y="3018456"/>
                  <a:ext cx="41760" cy="11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3">
              <p14:nvContentPartPr>
                <p14:cNvPr id="312" name="Ink 311">
                  <a:extLst>
                    <a:ext uri="{FF2B5EF4-FFF2-40B4-BE49-F238E27FC236}">
                      <a16:creationId xmlns:a16="http://schemas.microsoft.com/office/drawing/2014/main" id="{29538A8C-101B-87A6-2FE0-62E6EE28C59E}"/>
                    </a:ext>
                  </a:extLst>
                </p14:cNvPr>
                <p14:cNvContentPartPr/>
                <p14:nvPr/>
              </p14:nvContentPartPr>
              <p14:xfrm>
                <a:off x="8169336" y="3008376"/>
                <a:ext cx="158760" cy="15840"/>
              </p14:xfrm>
            </p:contentPart>
          </mc:Choice>
          <mc:Fallback>
            <p:pic>
              <p:nvPicPr>
                <p:cNvPr id="312" name="Ink 311">
                  <a:extLst>
                    <a:ext uri="{FF2B5EF4-FFF2-40B4-BE49-F238E27FC236}">
                      <a16:creationId xmlns:a16="http://schemas.microsoft.com/office/drawing/2014/main" id="{29538A8C-101B-87A6-2FE0-62E6EE28C59E}"/>
                    </a:ext>
                  </a:extLst>
                </p:cNvPr>
                <p:cNvPicPr/>
                <p:nvPr/>
              </p:nvPicPr>
              <p:blipFill>
                <a:blip r:embed="rId464"/>
                <a:stretch>
                  <a:fillRect/>
                </a:stretch>
              </p:blipFill>
              <p:spPr>
                <a:xfrm>
                  <a:off x="8163216" y="3002256"/>
                  <a:ext cx="171000" cy="2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5">
              <p14:nvContentPartPr>
                <p14:cNvPr id="313" name="Ink 312">
                  <a:extLst>
                    <a:ext uri="{FF2B5EF4-FFF2-40B4-BE49-F238E27FC236}">
                      <a16:creationId xmlns:a16="http://schemas.microsoft.com/office/drawing/2014/main" id="{64470CB3-515B-7C35-0FDC-B037B7788930}"/>
                    </a:ext>
                  </a:extLst>
                </p14:cNvPr>
                <p14:cNvContentPartPr/>
                <p14:nvPr/>
              </p14:nvContentPartPr>
              <p14:xfrm>
                <a:off x="8164656" y="3153816"/>
                <a:ext cx="132120" cy="35280"/>
              </p14:xfrm>
            </p:contentPart>
          </mc:Choice>
          <mc:Fallback>
            <p:pic>
              <p:nvPicPr>
                <p:cNvPr id="313" name="Ink 312">
                  <a:extLst>
                    <a:ext uri="{FF2B5EF4-FFF2-40B4-BE49-F238E27FC236}">
                      <a16:creationId xmlns:a16="http://schemas.microsoft.com/office/drawing/2014/main" id="{64470CB3-515B-7C35-0FDC-B037B7788930}"/>
                    </a:ext>
                  </a:extLst>
                </p:cNvPr>
                <p:cNvPicPr/>
                <p:nvPr/>
              </p:nvPicPr>
              <p:blipFill>
                <a:blip r:embed="rId466"/>
                <a:stretch>
                  <a:fillRect/>
                </a:stretch>
              </p:blipFill>
              <p:spPr>
                <a:xfrm>
                  <a:off x="8158536" y="3147696"/>
                  <a:ext cx="144360" cy="4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7">
              <p14:nvContentPartPr>
                <p14:cNvPr id="314" name="Ink 313">
                  <a:extLst>
                    <a:ext uri="{FF2B5EF4-FFF2-40B4-BE49-F238E27FC236}">
                      <a16:creationId xmlns:a16="http://schemas.microsoft.com/office/drawing/2014/main" id="{E741015A-7CA2-365A-6790-DF181FFB35B2}"/>
                    </a:ext>
                  </a:extLst>
                </p14:cNvPr>
                <p14:cNvContentPartPr/>
                <p14:nvPr/>
              </p14:nvContentPartPr>
              <p14:xfrm>
                <a:off x="8345016" y="2971296"/>
                <a:ext cx="195480" cy="170640"/>
              </p14:xfrm>
            </p:contentPart>
          </mc:Choice>
          <mc:Fallback>
            <p:pic>
              <p:nvPicPr>
                <p:cNvPr id="314" name="Ink 313">
                  <a:extLst>
                    <a:ext uri="{FF2B5EF4-FFF2-40B4-BE49-F238E27FC236}">
                      <a16:creationId xmlns:a16="http://schemas.microsoft.com/office/drawing/2014/main" id="{E741015A-7CA2-365A-6790-DF181FFB35B2}"/>
                    </a:ext>
                  </a:extLst>
                </p:cNvPr>
                <p:cNvPicPr/>
                <p:nvPr/>
              </p:nvPicPr>
              <p:blipFill>
                <a:blip r:embed="rId468"/>
                <a:stretch>
                  <a:fillRect/>
                </a:stretch>
              </p:blipFill>
              <p:spPr>
                <a:xfrm>
                  <a:off x="8338896" y="2965176"/>
                  <a:ext cx="207720" cy="18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9">
              <p14:nvContentPartPr>
                <p14:cNvPr id="315" name="Ink 314">
                  <a:extLst>
                    <a:ext uri="{FF2B5EF4-FFF2-40B4-BE49-F238E27FC236}">
                      <a16:creationId xmlns:a16="http://schemas.microsoft.com/office/drawing/2014/main" id="{2C1FC94C-12F8-29CD-4422-D73000C17F02}"/>
                    </a:ext>
                  </a:extLst>
                </p14:cNvPr>
                <p14:cNvContentPartPr/>
                <p14:nvPr/>
              </p14:nvContentPartPr>
              <p14:xfrm>
                <a:off x="8618976" y="2949336"/>
                <a:ext cx="111600" cy="272160"/>
              </p14:xfrm>
            </p:contentPart>
          </mc:Choice>
          <mc:Fallback>
            <p:pic>
              <p:nvPicPr>
                <p:cNvPr id="315" name="Ink 314">
                  <a:extLst>
                    <a:ext uri="{FF2B5EF4-FFF2-40B4-BE49-F238E27FC236}">
                      <a16:creationId xmlns:a16="http://schemas.microsoft.com/office/drawing/2014/main" id="{2C1FC94C-12F8-29CD-4422-D73000C17F02}"/>
                    </a:ext>
                  </a:extLst>
                </p:cNvPr>
                <p:cNvPicPr/>
                <p:nvPr/>
              </p:nvPicPr>
              <p:blipFill>
                <a:blip r:embed="rId470"/>
                <a:stretch>
                  <a:fillRect/>
                </a:stretch>
              </p:blipFill>
              <p:spPr>
                <a:xfrm>
                  <a:off x="8612856" y="2943216"/>
                  <a:ext cx="123840" cy="28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1">
              <p14:nvContentPartPr>
                <p14:cNvPr id="316" name="Ink 315">
                  <a:extLst>
                    <a:ext uri="{FF2B5EF4-FFF2-40B4-BE49-F238E27FC236}">
                      <a16:creationId xmlns:a16="http://schemas.microsoft.com/office/drawing/2014/main" id="{10066821-6B05-F438-F299-5047512B9FF8}"/>
                    </a:ext>
                  </a:extLst>
                </p14:cNvPr>
                <p14:cNvContentPartPr/>
                <p14:nvPr/>
              </p14:nvContentPartPr>
              <p14:xfrm>
                <a:off x="8783856" y="3006936"/>
                <a:ext cx="122400" cy="149400"/>
              </p14:xfrm>
            </p:contentPart>
          </mc:Choice>
          <mc:Fallback>
            <p:pic>
              <p:nvPicPr>
                <p:cNvPr id="316" name="Ink 315">
                  <a:extLst>
                    <a:ext uri="{FF2B5EF4-FFF2-40B4-BE49-F238E27FC236}">
                      <a16:creationId xmlns:a16="http://schemas.microsoft.com/office/drawing/2014/main" id="{10066821-6B05-F438-F299-5047512B9FF8}"/>
                    </a:ext>
                  </a:extLst>
                </p:cNvPr>
                <p:cNvPicPr/>
                <p:nvPr/>
              </p:nvPicPr>
              <p:blipFill>
                <a:blip r:embed="rId472"/>
                <a:stretch>
                  <a:fillRect/>
                </a:stretch>
              </p:blipFill>
              <p:spPr>
                <a:xfrm>
                  <a:off x="8777736" y="3000816"/>
                  <a:ext cx="134640" cy="16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3">
              <p14:nvContentPartPr>
                <p14:cNvPr id="317" name="Ink 316">
                  <a:extLst>
                    <a:ext uri="{FF2B5EF4-FFF2-40B4-BE49-F238E27FC236}">
                      <a16:creationId xmlns:a16="http://schemas.microsoft.com/office/drawing/2014/main" id="{6A697426-21B5-751B-E57C-FC473891A3A5}"/>
                    </a:ext>
                  </a:extLst>
                </p14:cNvPr>
                <p14:cNvContentPartPr/>
                <p14:nvPr/>
              </p14:nvContentPartPr>
              <p14:xfrm>
                <a:off x="8966736" y="2961936"/>
                <a:ext cx="63720" cy="192960"/>
              </p14:xfrm>
            </p:contentPart>
          </mc:Choice>
          <mc:Fallback>
            <p:pic>
              <p:nvPicPr>
                <p:cNvPr id="317" name="Ink 316">
                  <a:extLst>
                    <a:ext uri="{FF2B5EF4-FFF2-40B4-BE49-F238E27FC236}">
                      <a16:creationId xmlns:a16="http://schemas.microsoft.com/office/drawing/2014/main" id="{6A697426-21B5-751B-E57C-FC473891A3A5}"/>
                    </a:ext>
                  </a:extLst>
                </p:cNvPr>
                <p:cNvPicPr/>
                <p:nvPr/>
              </p:nvPicPr>
              <p:blipFill>
                <a:blip r:embed="rId474"/>
                <a:stretch>
                  <a:fillRect/>
                </a:stretch>
              </p:blipFill>
              <p:spPr>
                <a:xfrm>
                  <a:off x="8960616" y="2955816"/>
                  <a:ext cx="75960" cy="20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5">
              <p14:nvContentPartPr>
                <p14:cNvPr id="318" name="Ink 317">
                  <a:extLst>
                    <a:ext uri="{FF2B5EF4-FFF2-40B4-BE49-F238E27FC236}">
                      <a16:creationId xmlns:a16="http://schemas.microsoft.com/office/drawing/2014/main" id="{430A3904-0804-92FB-C262-D4B83C4770AE}"/>
                    </a:ext>
                  </a:extLst>
                </p14:cNvPr>
                <p14:cNvContentPartPr/>
                <p14:nvPr/>
              </p14:nvContentPartPr>
              <p14:xfrm>
                <a:off x="8986176" y="3018096"/>
                <a:ext cx="132480" cy="101880"/>
              </p14:xfrm>
            </p:contentPart>
          </mc:Choice>
          <mc:Fallback>
            <p:pic>
              <p:nvPicPr>
                <p:cNvPr id="318" name="Ink 317">
                  <a:extLst>
                    <a:ext uri="{FF2B5EF4-FFF2-40B4-BE49-F238E27FC236}">
                      <a16:creationId xmlns:a16="http://schemas.microsoft.com/office/drawing/2014/main" id="{430A3904-0804-92FB-C262-D4B83C4770AE}"/>
                    </a:ext>
                  </a:extLst>
                </p:cNvPr>
                <p:cNvPicPr/>
                <p:nvPr/>
              </p:nvPicPr>
              <p:blipFill>
                <a:blip r:embed="rId476"/>
                <a:stretch>
                  <a:fillRect/>
                </a:stretch>
              </p:blipFill>
              <p:spPr>
                <a:xfrm>
                  <a:off x="8980056" y="3011976"/>
                  <a:ext cx="144720" cy="11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7">
              <p14:nvContentPartPr>
                <p14:cNvPr id="319" name="Ink 318">
                  <a:extLst>
                    <a:ext uri="{FF2B5EF4-FFF2-40B4-BE49-F238E27FC236}">
                      <a16:creationId xmlns:a16="http://schemas.microsoft.com/office/drawing/2014/main" id="{EFA6EE13-BDB4-6E94-74C5-C91D9A3FEBEA}"/>
                    </a:ext>
                  </a:extLst>
                </p14:cNvPr>
                <p14:cNvContentPartPr/>
                <p14:nvPr/>
              </p14:nvContentPartPr>
              <p14:xfrm>
                <a:off x="9137376" y="3061296"/>
                <a:ext cx="7560" cy="42480"/>
              </p14:xfrm>
            </p:contentPart>
          </mc:Choice>
          <mc:Fallback>
            <p:pic>
              <p:nvPicPr>
                <p:cNvPr id="319" name="Ink 318">
                  <a:extLst>
                    <a:ext uri="{FF2B5EF4-FFF2-40B4-BE49-F238E27FC236}">
                      <a16:creationId xmlns:a16="http://schemas.microsoft.com/office/drawing/2014/main" id="{EFA6EE13-BDB4-6E94-74C5-C91D9A3FEBEA}"/>
                    </a:ext>
                  </a:extLst>
                </p:cNvPr>
                <p:cNvPicPr/>
                <p:nvPr/>
              </p:nvPicPr>
              <p:blipFill>
                <a:blip r:embed="rId478"/>
                <a:stretch>
                  <a:fillRect/>
                </a:stretch>
              </p:blipFill>
              <p:spPr>
                <a:xfrm>
                  <a:off x="9131256" y="3055176"/>
                  <a:ext cx="19800" cy="5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9">
              <p14:nvContentPartPr>
                <p14:cNvPr id="320" name="Ink 319">
                  <a:extLst>
                    <a:ext uri="{FF2B5EF4-FFF2-40B4-BE49-F238E27FC236}">
                      <a16:creationId xmlns:a16="http://schemas.microsoft.com/office/drawing/2014/main" id="{544F5F16-AF1E-C4F4-C3B9-55DB7906C542}"/>
                    </a:ext>
                  </a:extLst>
                </p14:cNvPr>
                <p14:cNvContentPartPr/>
                <p14:nvPr/>
              </p14:nvContentPartPr>
              <p14:xfrm>
                <a:off x="9205776" y="2950776"/>
                <a:ext cx="5400" cy="72000"/>
              </p14:xfrm>
            </p:contentPart>
          </mc:Choice>
          <mc:Fallback>
            <p:pic>
              <p:nvPicPr>
                <p:cNvPr id="320" name="Ink 319">
                  <a:extLst>
                    <a:ext uri="{FF2B5EF4-FFF2-40B4-BE49-F238E27FC236}">
                      <a16:creationId xmlns:a16="http://schemas.microsoft.com/office/drawing/2014/main" id="{544F5F16-AF1E-C4F4-C3B9-55DB7906C542}"/>
                    </a:ext>
                  </a:extLst>
                </p:cNvPr>
                <p:cNvPicPr/>
                <p:nvPr/>
              </p:nvPicPr>
              <p:blipFill>
                <a:blip r:embed="rId480"/>
                <a:stretch>
                  <a:fillRect/>
                </a:stretch>
              </p:blipFill>
              <p:spPr>
                <a:xfrm>
                  <a:off x="9199656" y="2944656"/>
                  <a:ext cx="17640" cy="8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1">
              <p14:nvContentPartPr>
                <p14:cNvPr id="321" name="Ink 320">
                  <a:extLst>
                    <a:ext uri="{FF2B5EF4-FFF2-40B4-BE49-F238E27FC236}">
                      <a16:creationId xmlns:a16="http://schemas.microsoft.com/office/drawing/2014/main" id="{49B2F2ED-5FB0-F33F-C468-269BBAE81528}"/>
                    </a:ext>
                  </a:extLst>
                </p14:cNvPr>
                <p14:cNvContentPartPr/>
                <p14:nvPr/>
              </p14:nvContentPartPr>
              <p14:xfrm>
                <a:off x="9234936" y="3054096"/>
                <a:ext cx="92880" cy="38520"/>
              </p14:xfrm>
            </p:contentPart>
          </mc:Choice>
          <mc:Fallback>
            <p:pic>
              <p:nvPicPr>
                <p:cNvPr id="321" name="Ink 320">
                  <a:extLst>
                    <a:ext uri="{FF2B5EF4-FFF2-40B4-BE49-F238E27FC236}">
                      <a16:creationId xmlns:a16="http://schemas.microsoft.com/office/drawing/2014/main" id="{49B2F2ED-5FB0-F33F-C468-269BBAE81528}"/>
                    </a:ext>
                  </a:extLst>
                </p:cNvPr>
                <p:cNvPicPr/>
                <p:nvPr/>
              </p:nvPicPr>
              <p:blipFill>
                <a:blip r:embed="rId482"/>
                <a:stretch>
                  <a:fillRect/>
                </a:stretch>
              </p:blipFill>
              <p:spPr>
                <a:xfrm>
                  <a:off x="9228816" y="3047976"/>
                  <a:ext cx="105120" cy="5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3">
              <p14:nvContentPartPr>
                <p14:cNvPr id="322" name="Ink 321">
                  <a:extLst>
                    <a:ext uri="{FF2B5EF4-FFF2-40B4-BE49-F238E27FC236}">
                      <a16:creationId xmlns:a16="http://schemas.microsoft.com/office/drawing/2014/main" id="{02A961B3-C4B6-1CBE-2C73-ACB5E64C0C8D}"/>
                    </a:ext>
                  </a:extLst>
                </p14:cNvPr>
                <p14:cNvContentPartPr/>
                <p14:nvPr/>
              </p14:nvContentPartPr>
              <p14:xfrm>
                <a:off x="9322776" y="3036816"/>
                <a:ext cx="100440" cy="308520"/>
              </p14:xfrm>
            </p:contentPart>
          </mc:Choice>
          <mc:Fallback>
            <p:pic>
              <p:nvPicPr>
                <p:cNvPr id="322" name="Ink 321">
                  <a:extLst>
                    <a:ext uri="{FF2B5EF4-FFF2-40B4-BE49-F238E27FC236}">
                      <a16:creationId xmlns:a16="http://schemas.microsoft.com/office/drawing/2014/main" id="{02A961B3-C4B6-1CBE-2C73-ACB5E64C0C8D}"/>
                    </a:ext>
                  </a:extLst>
                </p:cNvPr>
                <p:cNvPicPr/>
                <p:nvPr/>
              </p:nvPicPr>
              <p:blipFill>
                <a:blip r:embed="rId484"/>
                <a:stretch>
                  <a:fillRect/>
                </a:stretch>
              </p:blipFill>
              <p:spPr>
                <a:xfrm>
                  <a:off x="9316656" y="3030696"/>
                  <a:ext cx="112680" cy="32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5">
              <p14:nvContentPartPr>
                <p14:cNvPr id="323" name="Ink 322">
                  <a:extLst>
                    <a:ext uri="{FF2B5EF4-FFF2-40B4-BE49-F238E27FC236}">
                      <a16:creationId xmlns:a16="http://schemas.microsoft.com/office/drawing/2014/main" id="{8250E997-94C1-BD50-DD4C-98394F2F30F4}"/>
                    </a:ext>
                  </a:extLst>
                </p14:cNvPr>
                <p14:cNvContentPartPr/>
                <p14:nvPr/>
              </p14:nvContentPartPr>
              <p14:xfrm>
                <a:off x="9527616" y="2966256"/>
                <a:ext cx="85680" cy="229320"/>
              </p14:xfrm>
            </p:contentPart>
          </mc:Choice>
          <mc:Fallback>
            <p:pic>
              <p:nvPicPr>
                <p:cNvPr id="323" name="Ink 322">
                  <a:extLst>
                    <a:ext uri="{FF2B5EF4-FFF2-40B4-BE49-F238E27FC236}">
                      <a16:creationId xmlns:a16="http://schemas.microsoft.com/office/drawing/2014/main" id="{8250E997-94C1-BD50-DD4C-98394F2F30F4}"/>
                    </a:ext>
                  </a:extLst>
                </p:cNvPr>
                <p:cNvPicPr/>
                <p:nvPr/>
              </p:nvPicPr>
              <p:blipFill>
                <a:blip r:embed="rId486"/>
                <a:stretch>
                  <a:fillRect/>
                </a:stretch>
              </p:blipFill>
              <p:spPr>
                <a:xfrm>
                  <a:off x="9521496" y="2960136"/>
                  <a:ext cx="97920" cy="24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7">
              <p14:nvContentPartPr>
                <p14:cNvPr id="324" name="Ink 323">
                  <a:extLst>
                    <a:ext uri="{FF2B5EF4-FFF2-40B4-BE49-F238E27FC236}">
                      <a16:creationId xmlns:a16="http://schemas.microsoft.com/office/drawing/2014/main" id="{0DDB32B5-1324-6E70-39A3-141D9C3D62A1}"/>
                    </a:ext>
                  </a:extLst>
                </p14:cNvPr>
                <p14:cNvContentPartPr/>
                <p14:nvPr/>
              </p14:nvContentPartPr>
              <p14:xfrm>
                <a:off x="9725256" y="3032856"/>
                <a:ext cx="7560" cy="28080"/>
              </p14:xfrm>
            </p:contentPart>
          </mc:Choice>
          <mc:Fallback>
            <p:pic>
              <p:nvPicPr>
                <p:cNvPr id="324" name="Ink 323">
                  <a:extLst>
                    <a:ext uri="{FF2B5EF4-FFF2-40B4-BE49-F238E27FC236}">
                      <a16:creationId xmlns:a16="http://schemas.microsoft.com/office/drawing/2014/main" id="{0DDB32B5-1324-6E70-39A3-141D9C3D62A1}"/>
                    </a:ext>
                  </a:extLst>
                </p:cNvPr>
                <p:cNvPicPr/>
                <p:nvPr/>
              </p:nvPicPr>
              <p:blipFill>
                <a:blip r:embed="rId488"/>
                <a:stretch>
                  <a:fillRect/>
                </a:stretch>
              </p:blipFill>
              <p:spPr>
                <a:xfrm>
                  <a:off x="9719136" y="3026736"/>
                  <a:ext cx="19800" cy="4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9">
              <p14:nvContentPartPr>
                <p14:cNvPr id="325" name="Ink 324">
                  <a:extLst>
                    <a:ext uri="{FF2B5EF4-FFF2-40B4-BE49-F238E27FC236}">
                      <a16:creationId xmlns:a16="http://schemas.microsoft.com/office/drawing/2014/main" id="{A30E964E-472F-ADD4-37F0-05922D097F23}"/>
                    </a:ext>
                  </a:extLst>
                </p14:cNvPr>
                <p14:cNvContentPartPr/>
                <p14:nvPr/>
              </p14:nvContentPartPr>
              <p14:xfrm>
                <a:off x="9700776" y="3124656"/>
                <a:ext cx="12600" cy="22320"/>
              </p14:xfrm>
            </p:contentPart>
          </mc:Choice>
          <mc:Fallback>
            <p:pic>
              <p:nvPicPr>
                <p:cNvPr id="325" name="Ink 324">
                  <a:extLst>
                    <a:ext uri="{FF2B5EF4-FFF2-40B4-BE49-F238E27FC236}">
                      <a16:creationId xmlns:a16="http://schemas.microsoft.com/office/drawing/2014/main" id="{A30E964E-472F-ADD4-37F0-05922D097F23}"/>
                    </a:ext>
                  </a:extLst>
                </p:cNvPr>
                <p:cNvPicPr/>
                <p:nvPr/>
              </p:nvPicPr>
              <p:blipFill>
                <a:blip r:embed="rId490"/>
                <a:stretch>
                  <a:fillRect/>
                </a:stretch>
              </p:blipFill>
              <p:spPr>
                <a:xfrm>
                  <a:off x="9694656" y="3118536"/>
                  <a:ext cx="24840" cy="3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1">
              <p14:nvContentPartPr>
                <p14:cNvPr id="326" name="Ink 325">
                  <a:extLst>
                    <a:ext uri="{FF2B5EF4-FFF2-40B4-BE49-F238E27FC236}">
                      <a16:creationId xmlns:a16="http://schemas.microsoft.com/office/drawing/2014/main" id="{E01F5C02-9681-CD7A-CA7E-0E8A02F7D437}"/>
                    </a:ext>
                  </a:extLst>
                </p14:cNvPr>
                <p14:cNvContentPartPr/>
                <p14:nvPr/>
              </p14:nvContentPartPr>
              <p14:xfrm>
                <a:off x="9898416" y="3005496"/>
                <a:ext cx="92880" cy="87480"/>
              </p14:xfrm>
            </p:contentPart>
          </mc:Choice>
          <mc:Fallback>
            <p:pic>
              <p:nvPicPr>
                <p:cNvPr id="326" name="Ink 325">
                  <a:extLst>
                    <a:ext uri="{FF2B5EF4-FFF2-40B4-BE49-F238E27FC236}">
                      <a16:creationId xmlns:a16="http://schemas.microsoft.com/office/drawing/2014/main" id="{E01F5C02-9681-CD7A-CA7E-0E8A02F7D437}"/>
                    </a:ext>
                  </a:extLst>
                </p:cNvPr>
                <p:cNvPicPr/>
                <p:nvPr/>
              </p:nvPicPr>
              <p:blipFill>
                <a:blip r:embed="rId492"/>
                <a:stretch>
                  <a:fillRect/>
                </a:stretch>
              </p:blipFill>
              <p:spPr>
                <a:xfrm>
                  <a:off x="9892296" y="2999376"/>
                  <a:ext cx="105120" cy="9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3">
              <p14:nvContentPartPr>
                <p14:cNvPr id="327" name="Ink 326">
                  <a:extLst>
                    <a:ext uri="{FF2B5EF4-FFF2-40B4-BE49-F238E27FC236}">
                      <a16:creationId xmlns:a16="http://schemas.microsoft.com/office/drawing/2014/main" id="{CC477B8B-B2CB-D200-BEFC-46B35F42334E}"/>
                    </a:ext>
                  </a:extLst>
                </p14:cNvPr>
                <p14:cNvContentPartPr/>
                <p14:nvPr/>
              </p14:nvContentPartPr>
              <p14:xfrm>
                <a:off x="10028376" y="2986416"/>
                <a:ext cx="79920" cy="99720"/>
              </p14:xfrm>
            </p:contentPart>
          </mc:Choice>
          <mc:Fallback>
            <p:pic>
              <p:nvPicPr>
                <p:cNvPr id="327" name="Ink 326">
                  <a:extLst>
                    <a:ext uri="{FF2B5EF4-FFF2-40B4-BE49-F238E27FC236}">
                      <a16:creationId xmlns:a16="http://schemas.microsoft.com/office/drawing/2014/main" id="{CC477B8B-B2CB-D200-BEFC-46B35F42334E}"/>
                    </a:ext>
                  </a:extLst>
                </p:cNvPr>
                <p:cNvPicPr/>
                <p:nvPr/>
              </p:nvPicPr>
              <p:blipFill>
                <a:blip r:embed="rId494"/>
                <a:stretch>
                  <a:fillRect/>
                </a:stretch>
              </p:blipFill>
              <p:spPr>
                <a:xfrm>
                  <a:off x="10022256" y="2980296"/>
                  <a:ext cx="92160" cy="11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5">
              <p14:nvContentPartPr>
                <p14:cNvPr id="328" name="Ink 327">
                  <a:extLst>
                    <a:ext uri="{FF2B5EF4-FFF2-40B4-BE49-F238E27FC236}">
                      <a16:creationId xmlns:a16="http://schemas.microsoft.com/office/drawing/2014/main" id="{A7EFC05A-5A45-8340-BE49-6710433036E9}"/>
                    </a:ext>
                  </a:extLst>
                </p14:cNvPr>
                <p14:cNvContentPartPr/>
                <p14:nvPr/>
              </p14:nvContentPartPr>
              <p14:xfrm>
                <a:off x="10168776" y="3027096"/>
                <a:ext cx="19800" cy="57240"/>
              </p14:xfrm>
            </p:contentPart>
          </mc:Choice>
          <mc:Fallback>
            <p:pic>
              <p:nvPicPr>
                <p:cNvPr id="328" name="Ink 327">
                  <a:extLst>
                    <a:ext uri="{FF2B5EF4-FFF2-40B4-BE49-F238E27FC236}">
                      <a16:creationId xmlns:a16="http://schemas.microsoft.com/office/drawing/2014/main" id="{A7EFC05A-5A45-8340-BE49-6710433036E9}"/>
                    </a:ext>
                  </a:extLst>
                </p:cNvPr>
                <p:cNvPicPr/>
                <p:nvPr/>
              </p:nvPicPr>
              <p:blipFill>
                <a:blip r:embed="rId496"/>
                <a:stretch>
                  <a:fillRect/>
                </a:stretch>
              </p:blipFill>
              <p:spPr>
                <a:xfrm>
                  <a:off x="10162656" y="3020976"/>
                  <a:ext cx="32040" cy="6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7">
              <p14:nvContentPartPr>
                <p14:cNvPr id="329" name="Ink 328">
                  <a:extLst>
                    <a:ext uri="{FF2B5EF4-FFF2-40B4-BE49-F238E27FC236}">
                      <a16:creationId xmlns:a16="http://schemas.microsoft.com/office/drawing/2014/main" id="{888A3FC5-AF47-FCD1-2C21-FCB4D7AECCEC}"/>
                    </a:ext>
                  </a:extLst>
                </p14:cNvPr>
                <p14:cNvContentPartPr/>
                <p14:nvPr/>
              </p14:nvContentPartPr>
              <p14:xfrm>
                <a:off x="10242216" y="2910096"/>
                <a:ext cx="12600" cy="70920"/>
              </p14:xfrm>
            </p:contentPart>
          </mc:Choice>
          <mc:Fallback>
            <p:pic>
              <p:nvPicPr>
                <p:cNvPr id="329" name="Ink 328">
                  <a:extLst>
                    <a:ext uri="{FF2B5EF4-FFF2-40B4-BE49-F238E27FC236}">
                      <a16:creationId xmlns:a16="http://schemas.microsoft.com/office/drawing/2014/main" id="{888A3FC5-AF47-FCD1-2C21-FCB4D7AECCEC}"/>
                    </a:ext>
                  </a:extLst>
                </p:cNvPr>
                <p:cNvPicPr/>
                <p:nvPr/>
              </p:nvPicPr>
              <p:blipFill>
                <a:blip r:embed="rId498"/>
                <a:stretch>
                  <a:fillRect/>
                </a:stretch>
              </p:blipFill>
              <p:spPr>
                <a:xfrm>
                  <a:off x="10236096" y="2903976"/>
                  <a:ext cx="24840" cy="8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9">
              <p14:nvContentPartPr>
                <p14:cNvPr id="330" name="Ink 329">
                  <a:extLst>
                    <a:ext uri="{FF2B5EF4-FFF2-40B4-BE49-F238E27FC236}">
                      <a16:creationId xmlns:a16="http://schemas.microsoft.com/office/drawing/2014/main" id="{B5DFCB32-0DCD-5C27-D2B9-25546E3F9CA0}"/>
                    </a:ext>
                  </a:extLst>
                </p14:cNvPr>
                <p14:cNvContentPartPr/>
                <p14:nvPr/>
              </p14:nvContentPartPr>
              <p14:xfrm>
                <a:off x="10280736" y="2798856"/>
                <a:ext cx="209880" cy="284040"/>
              </p14:xfrm>
            </p:contentPart>
          </mc:Choice>
          <mc:Fallback>
            <p:pic>
              <p:nvPicPr>
                <p:cNvPr id="330" name="Ink 329">
                  <a:extLst>
                    <a:ext uri="{FF2B5EF4-FFF2-40B4-BE49-F238E27FC236}">
                      <a16:creationId xmlns:a16="http://schemas.microsoft.com/office/drawing/2014/main" id="{B5DFCB32-0DCD-5C27-D2B9-25546E3F9CA0}"/>
                    </a:ext>
                  </a:extLst>
                </p:cNvPr>
                <p:cNvPicPr/>
                <p:nvPr/>
              </p:nvPicPr>
              <p:blipFill>
                <a:blip r:embed="rId500"/>
                <a:stretch>
                  <a:fillRect/>
                </a:stretch>
              </p:blipFill>
              <p:spPr>
                <a:xfrm>
                  <a:off x="10274616" y="2792736"/>
                  <a:ext cx="222120" cy="29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1">
              <p14:nvContentPartPr>
                <p14:cNvPr id="332" name="Ink 331">
                  <a:extLst>
                    <a:ext uri="{FF2B5EF4-FFF2-40B4-BE49-F238E27FC236}">
                      <a16:creationId xmlns:a16="http://schemas.microsoft.com/office/drawing/2014/main" id="{E201007B-A602-736D-9DBD-C6C37FF7A7B0}"/>
                    </a:ext>
                  </a:extLst>
                </p14:cNvPr>
                <p14:cNvContentPartPr/>
                <p14:nvPr/>
              </p14:nvContentPartPr>
              <p14:xfrm>
                <a:off x="7355736" y="3710736"/>
                <a:ext cx="27000" cy="159480"/>
              </p14:xfrm>
            </p:contentPart>
          </mc:Choice>
          <mc:Fallback>
            <p:pic>
              <p:nvPicPr>
                <p:cNvPr id="332" name="Ink 331">
                  <a:extLst>
                    <a:ext uri="{FF2B5EF4-FFF2-40B4-BE49-F238E27FC236}">
                      <a16:creationId xmlns:a16="http://schemas.microsoft.com/office/drawing/2014/main" id="{E201007B-A602-736D-9DBD-C6C37FF7A7B0}"/>
                    </a:ext>
                  </a:extLst>
                </p:cNvPr>
                <p:cNvPicPr/>
                <p:nvPr/>
              </p:nvPicPr>
              <p:blipFill>
                <a:blip r:embed="rId502"/>
                <a:stretch>
                  <a:fillRect/>
                </a:stretch>
              </p:blipFill>
              <p:spPr>
                <a:xfrm>
                  <a:off x="7349616" y="3704616"/>
                  <a:ext cx="39240" cy="17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3">
              <p14:nvContentPartPr>
                <p14:cNvPr id="333" name="Ink 332">
                  <a:extLst>
                    <a:ext uri="{FF2B5EF4-FFF2-40B4-BE49-F238E27FC236}">
                      <a16:creationId xmlns:a16="http://schemas.microsoft.com/office/drawing/2014/main" id="{91B8C8F5-0BB6-8643-BA2E-B13B3BEDE722}"/>
                    </a:ext>
                  </a:extLst>
                </p14:cNvPr>
                <p14:cNvContentPartPr/>
                <p14:nvPr/>
              </p14:nvContentPartPr>
              <p14:xfrm>
                <a:off x="7330896" y="3745656"/>
                <a:ext cx="163800" cy="55800"/>
              </p14:xfrm>
            </p:contentPart>
          </mc:Choice>
          <mc:Fallback>
            <p:pic>
              <p:nvPicPr>
                <p:cNvPr id="333" name="Ink 332">
                  <a:extLst>
                    <a:ext uri="{FF2B5EF4-FFF2-40B4-BE49-F238E27FC236}">
                      <a16:creationId xmlns:a16="http://schemas.microsoft.com/office/drawing/2014/main" id="{91B8C8F5-0BB6-8643-BA2E-B13B3BEDE722}"/>
                    </a:ext>
                  </a:extLst>
                </p:cNvPr>
                <p:cNvPicPr/>
                <p:nvPr/>
              </p:nvPicPr>
              <p:blipFill>
                <a:blip r:embed="rId504"/>
                <a:stretch>
                  <a:fillRect/>
                </a:stretch>
              </p:blipFill>
              <p:spPr>
                <a:xfrm>
                  <a:off x="7324776" y="3739536"/>
                  <a:ext cx="176040" cy="6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5">
              <p14:nvContentPartPr>
                <p14:cNvPr id="334" name="Ink 333">
                  <a:extLst>
                    <a:ext uri="{FF2B5EF4-FFF2-40B4-BE49-F238E27FC236}">
                      <a16:creationId xmlns:a16="http://schemas.microsoft.com/office/drawing/2014/main" id="{E99335A3-A8F6-98BA-016C-31E08CD00577}"/>
                    </a:ext>
                  </a:extLst>
                </p14:cNvPr>
                <p14:cNvContentPartPr/>
                <p14:nvPr/>
              </p14:nvContentPartPr>
              <p14:xfrm>
                <a:off x="7679016" y="3534336"/>
                <a:ext cx="73800" cy="258120"/>
              </p14:xfrm>
            </p:contentPart>
          </mc:Choice>
          <mc:Fallback>
            <p:pic>
              <p:nvPicPr>
                <p:cNvPr id="334" name="Ink 333">
                  <a:extLst>
                    <a:ext uri="{FF2B5EF4-FFF2-40B4-BE49-F238E27FC236}">
                      <a16:creationId xmlns:a16="http://schemas.microsoft.com/office/drawing/2014/main" id="{E99335A3-A8F6-98BA-016C-31E08CD00577}"/>
                    </a:ext>
                  </a:extLst>
                </p:cNvPr>
                <p:cNvPicPr/>
                <p:nvPr/>
              </p:nvPicPr>
              <p:blipFill>
                <a:blip r:embed="rId506"/>
                <a:stretch>
                  <a:fillRect/>
                </a:stretch>
              </p:blipFill>
              <p:spPr>
                <a:xfrm>
                  <a:off x="7672896" y="3528216"/>
                  <a:ext cx="86040" cy="27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7">
              <p14:nvContentPartPr>
                <p14:cNvPr id="335" name="Ink 334">
                  <a:extLst>
                    <a:ext uri="{FF2B5EF4-FFF2-40B4-BE49-F238E27FC236}">
                      <a16:creationId xmlns:a16="http://schemas.microsoft.com/office/drawing/2014/main" id="{D4D06119-5582-DAF6-2BBC-EE1CBCDF6FB7}"/>
                    </a:ext>
                  </a:extLst>
                </p14:cNvPr>
                <p14:cNvContentPartPr/>
                <p14:nvPr/>
              </p14:nvContentPartPr>
              <p14:xfrm>
                <a:off x="7662456" y="3670776"/>
                <a:ext cx="158760" cy="23040"/>
              </p14:xfrm>
            </p:contentPart>
          </mc:Choice>
          <mc:Fallback>
            <p:pic>
              <p:nvPicPr>
                <p:cNvPr id="335" name="Ink 334">
                  <a:extLst>
                    <a:ext uri="{FF2B5EF4-FFF2-40B4-BE49-F238E27FC236}">
                      <a16:creationId xmlns:a16="http://schemas.microsoft.com/office/drawing/2014/main" id="{D4D06119-5582-DAF6-2BBC-EE1CBCDF6FB7}"/>
                    </a:ext>
                  </a:extLst>
                </p:cNvPr>
                <p:cNvPicPr/>
                <p:nvPr/>
              </p:nvPicPr>
              <p:blipFill>
                <a:blip r:embed="rId508"/>
                <a:stretch>
                  <a:fillRect/>
                </a:stretch>
              </p:blipFill>
              <p:spPr>
                <a:xfrm>
                  <a:off x="7656336" y="3664656"/>
                  <a:ext cx="171000" cy="3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9">
              <p14:nvContentPartPr>
                <p14:cNvPr id="336" name="Ink 335">
                  <a:extLst>
                    <a:ext uri="{FF2B5EF4-FFF2-40B4-BE49-F238E27FC236}">
                      <a16:creationId xmlns:a16="http://schemas.microsoft.com/office/drawing/2014/main" id="{BDEF6117-0C96-61B2-E827-62B19A0AAF02}"/>
                    </a:ext>
                  </a:extLst>
                </p14:cNvPr>
                <p14:cNvContentPartPr/>
                <p14:nvPr/>
              </p14:nvContentPartPr>
              <p14:xfrm>
                <a:off x="7819776" y="3649536"/>
                <a:ext cx="63000" cy="96480"/>
              </p14:xfrm>
            </p:contentPart>
          </mc:Choice>
          <mc:Fallback>
            <p:pic>
              <p:nvPicPr>
                <p:cNvPr id="336" name="Ink 335">
                  <a:extLst>
                    <a:ext uri="{FF2B5EF4-FFF2-40B4-BE49-F238E27FC236}">
                      <a16:creationId xmlns:a16="http://schemas.microsoft.com/office/drawing/2014/main" id="{BDEF6117-0C96-61B2-E827-62B19A0AAF02}"/>
                    </a:ext>
                  </a:extLst>
                </p:cNvPr>
                <p:cNvPicPr/>
                <p:nvPr/>
              </p:nvPicPr>
              <p:blipFill>
                <a:blip r:embed="rId510"/>
                <a:stretch>
                  <a:fillRect/>
                </a:stretch>
              </p:blipFill>
              <p:spPr>
                <a:xfrm>
                  <a:off x="7813656" y="3643416"/>
                  <a:ext cx="75240" cy="10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1">
              <p14:nvContentPartPr>
                <p14:cNvPr id="337" name="Ink 336">
                  <a:extLst>
                    <a:ext uri="{FF2B5EF4-FFF2-40B4-BE49-F238E27FC236}">
                      <a16:creationId xmlns:a16="http://schemas.microsoft.com/office/drawing/2014/main" id="{C8771A15-6AE2-01E2-FF9E-E391EEFE5482}"/>
                    </a:ext>
                  </a:extLst>
                </p14:cNvPr>
                <p14:cNvContentPartPr/>
                <p14:nvPr/>
              </p14:nvContentPartPr>
              <p14:xfrm>
                <a:off x="7935336" y="3517416"/>
                <a:ext cx="136800" cy="198720"/>
              </p14:xfrm>
            </p:contentPart>
          </mc:Choice>
          <mc:Fallback>
            <p:pic>
              <p:nvPicPr>
                <p:cNvPr id="337" name="Ink 336">
                  <a:extLst>
                    <a:ext uri="{FF2B5EF4-FFF2-40B4-BE49-F238E27FC236}">
                      <a16:creationId xmlns:a16="http://schemas.microsoft.com/office/drawing/2014/main" id="{C8771A15-6AE2-01E2-FF9E-E391EEFE5482}"/>
                    </a:ext>
                  </a:extLst>
                </p:cNvPr>
                <p:cNvPicPr/>
                <p:nvPr/>
              </p:nvPicPr>
              <p:blipFill>
                <a:blip r:embed="rId512"/>
                <a:stretch>
                  <a:fillRect/>
                </a:stretch>
              </p:blipFill>
              <p:spPr>
                <a:xfrm>
                  <a:off x="7929216" y="3511296"/>
                  <a:ext cx="149040" cy="21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3">
              <p14:nvContentPartPr>
                <p14:cNvPr id="338" name="Ink 337">
                  <a:extLst>
                    <a:ext uri="{FF2B5EF4-FFF2-40B4-BE49-F238E27FC236}">
                      <a16:creationId xmlns:a16="http://schemas.microsoft.com/office/drawing/2014/main" id="{AE805DB6-3A4E-8B4D-E59F-FF3FB4C0D809}"/>
                    </a:ext>
                  </a:extLst>
                </p14:cNvPr>
                <p14:cNvContentPartPr/>
                <p14:nvPr/>
              </p14:nvContentPartPr>
              <p14:xfrm>
                <a:off x="8081856" y="3501576"/>
                <a:ext cx="100440" cy="206640"/>
              </p14:xfrm>
            </p:contentPart>
          </mc:Choice>
          <mc:Fallback>
            <p:pic>
              <p:nvPicPr>
                <p:cNvPr id="338" name="Ink 337">
                  <a:extLst>
                    <a:ext uri="{FF2B5EF4-FFF2-40B4-BE49-F238E27FC236}">
                      <a16:creationId xmlns:a16="http://schemas.microsoft.com/office/drawing/2014/main" id="{AE805DB6-3A4E-8B4D-E59F-FF3FB4C0D809}"/>
                    </a:ext>
                  </a:extLst>
                </p:cNvPr>
                <p:cNvPicPr/>
                <p:nvPr/>
              </p:nvPicPr>
              <p:blipFill>
                <a:blip r:embed="rId514"/>
                <a:stretch>
                  <a:fillRect/>
                </a:stretch>
              </p:blipFill>
              <p:spPr>
                <a:xfrm>
                  <a:off x="8075736" y="3495456"/>
                  <a:ext cx="112680" cy="21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5">
              <p14:nvContentPartPr>
                <p14:cNvPr id="339" name="Ink 338">
                  <a:extLst>
                    <a:ext uri="{FF2B5EF4-FFF2-40B4-BE49-F238E27FC236}">
                      <a16:creationId xmlns:a16="http://schemas.microsoft.com/office/drawing/2014/main" id="{23D64E8C-EF1D-92D6-8273-6B23576773F3}"/>
                    </a:ext>
                  </a:extLst>
                </p14:cNvPr>
                <p14:cNvContentPartPr/>
                <p14:nvPr/>
              </p14:nvContentPartPr>
              <p14:xfrm>
                <a:off x="8123256" y="3563496"/>
                <a:ext cx="168480" cy="84960"/>
              </p14:xfrm>
            </p:contentPart>
          </mc:Choice>
          <mc:Fallback>
            <p:pic>
              <p:nvPicPr>
                <p:cNvPr id="339" name="Ink 338">
                  <a:extLst>
                    <a:ext uri="{FF2B5EF4-FFF2-40B4-BE49-F238E27FC236}">
                      <a16:creationId xmlns:a16="http://schemas.microsoft.com/office/drawing/2014/main" id="{23D64E8C-EF1D-92D6-8273-6B23576773F3}"/>
                    </a:ext>
                  </a:extLst>
                </p:cNvPr>
                <p:cNvPicPr/>
                <p:nvPr/>
              </p:nvPicPr>
              <p:blipFill>
                <a:blip r:embed="rId516"/>
                <a:stretch>
                  <a:fillRect/>
                </a:stretch>
              </p:blipFill>
              <p:spPr>
                <a:xfrm>
                  <a:off x="8117136" y="3557376"/>
                  <a:ext cx="180720" cy="9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7">
              <p14:nvContentPartPr>
                <p14:cNvPr id="340" name="Ink 339">
                  <a:extLst>
                    <a:ext uri="{FF2B5EF4-FFF2-40B4-BE49-F238E27FC236}">
                      <a16:creationId xmlns:a16="http://schemas.microsoft.com/office/drawing/2014/main" id="{54B4BDCB-ECF7-69FD-B779-56FA99CD49F0}"/>
                    </a:ext>
                  </a:extLst>
                </p14:cNvPr>
                <p14:cNvContentPartPr/>
                <p14:nvPr/>
              </p14:nvContentPartPr>
              <p14:xfrm>
                <a:off x="8320536" y="3604176"/>
                <a:ext cx="10080" cy="32760"/>
              </p14:xfrm>
            </p:contentPart>
          </mc:Choice>
          <mc:Fallback>
            <p:pic>
              <p:nvPicPr>
                <p:cNvPr id="340" name="Ink 339">
                  <a:extLst>
                    <a:ext uri="{FF2B5EF4-FFF2-40B4-BE49-F238E27FC236}">
                      <a16:creationId xmlns:a16="http://schemas.microsoft.com/office/drawing/2014/main" id="{54B4BDCB-ECF7-69FD-B779-56FA99CD49F0}"/>
                    </a:ext>
                  </a:extLst>
                </p:cNvPr>
                <p:cNvPicPr/>
                <p:nvPr/>
              </p:nvPicPr>
              <p:blipFill>
                <a:blip r:embed="rId518"/>
                <a:stretch>
                  <a:fillRect/>
                </a:stretch>
              </p:blipFill>
              <p:spPr>
                <a:xfrm>
                  <a:off x="8314416" y="3598056"/>
                  <a:ext cx="22320" cy="4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9">
              <p14:nvContentPartPr>
                <p14:cNvPr id="341" name="Ink 340">
                  <a:extLst>
                    <a:ext uri="{FF2B5EF4-FFF2-40B4-BE49-F238E27FC236}">
                      <a16:creationId xmlns:a16="http://schemas.microsoft.com/office/drawing/2014/main" id="{BF00538A-AA2F-AD81-469E-84FACFA0780B}"/>
                    </a:ext>
                  </a:extLst>
                </p14:cNvPr>
                <p14:cNvContentPartPr/>
                <p14:nvPr/>
              </p14:nvContentPartPr>
              <p14:xfrm>
                <a:off x="8408376" y="3465936"/>
                <a:ext cx="10080" cy="88920"/>
              </p14:xfrm>
            </p:contentPart>
          </mc:Choice>
          <mc:Fallback>
            <p:pic>
              <p:nvPicPr>
                <p:cNvPr id="341" name="Ink 340">
                  <a:extLst>
                    <a:ext uri="{FF2B5EF4-FFF2-40B4-BE49-F238E27FC236}">
                      <a16:creationId xmlns:a16="http://schemas.microsoft.com/office/drawing/2014/main" id="{BF00538A-AA2F-AD81-469E-84FACFA0780B}"/>
                    </a:ext>
                  </a:extLst>
                </p:cNvPr>
                <p:cNvPicPr/>
                <p:nvPr/>
              </p:nvPicPr>
              <p:blipFill>
                <a:blip r:embed="rId520"/>
                <a:stretch>
                  <a:fillRect/>
                </a:stretch>
              </p:blipFill>
              <p:spPr>
                <a:xfrm>
                  <a:off x="8402256" y="3459816"/>
                  <a:ext cx="22320" cy="10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1">
              <p14:nvContentPartPr>
                <p14:cNvPr id="342" name="Ink 341">
                  <a:extLst>
                    <a:ext uri="{FF2B5EF4-FFF2-40B4-BE49-F238E27FC236}">
                      <a16:creationId xmlns:a16="http://schemas.microsoft.com/office/drawing/2014/main" id="{6AE2CCDD-8473-9F22-E3D5-57EC9A1DF512}"/>
                    </a:ext>
                  </a:extLst>
                </p14:cNvPr>
                <p14:cNvContentPartPr/>
                <p14:nvPr/>
              </p14:nvContentPartPr>
              <p14:xfrm>
                <a:off x="8435376" y="3589416"/>
                <a:ext cx="78480" cy="32400"/>
              </p14:xfrm>
            </p:contentPart>
          </mc:Choice>
          <mc:Fallback>
            <p:pic>
              <p:nvPicPr>
                <p:cNvPr id="342" name="Ink 341">
                  <a:extLst>
                    <a:ext uri="{FF2B5EF4-FFF2-40B4-BE49-F238E27FC236}">
                      <a16:creationId xmlns:a16="http://schemas.microsoft.com/office/drawing/2014/main" id="{6AE2CCDD-8473-9F22-E3D5-57EC9A1DF512}"/>
                    </a:ext>
                  </a:extLst>
                </p:cNvPr>
                <p:cNvPicPr/>
                <p:nvPr/>
              </p:nvPicPr>
              <p:blipFill>
                <a:blip r:embed="rId522"/>
                <a:stretch>
                  <a:fillRect/>
                </a:stretch>
              </p:blipFill>
              <p:spPr>
                <a:xfrm>
                  <a:off x="8429256" y="3583296"/>
                  <a:ext cx="90720" cy="4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3">
              <p14:nvContentPartPr>
                <p14:cNvPr id="343" name="Ink 342">
                  <a:extLst>
                    <a:ext uri="{FF2B5EF4-FFF2-40B4-BE49-F238E27FC236}">
                      <a16:creationId xmlns:a16="http://schemas.microsoft.com/office/drawing/2014/main" id="{A7249718-1736-EF7A-49D7-FE1437B032E1}"/>
                    </a:ext>
                  </a:extLst>
                </p14:cNvPr>
                <p14:cNvContentPartPr/>
                <p14:nvPr/>
              </p14:nvContentPartPr>
              <p14:xfrm>
                <a:off x="8463816" y="3561696"/>
                <a:ext cx="195480" cy="282960"/>
              </p14:xfrm>
            </p:contentPart>
          </mc:Choice>
          <mc:Fallback>
            <p:pic>
              <p:nvPicPr>
                <p:cNvPr id="343" name="Ink 342">
                  <a:extLst>
                    <a:ext uri="{FF2B5EF4-FFF2-40B4-BE49-F238E27FC236}">
                      <a16:creationId xmlns:a16="http://schemas.microsoft.com/office/drawing/2014/main" id="{A7249718-1736-EF7A-49D7-FE1437B032E1}"/>
                    </a:ext>
                  </a:extLst>
                </p:cNvPr>
                <p:cNvPicPr/>
                <p:nvPr/>
              </p:nvPicPr>
              <p:blipFill>
                <a:blip r:embed="rId524"/>
                <a:stretch>
                  <a:fillRect/>
                </a:stretch>
              </p:blipFill>
              <p:spPr>
                <a:xfrm>
                  <a:off x="8457696" y="3555576"/>
                  <a:ext cx="207720" cy="29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5">
              <p14:nvContentPartPr>
                <p14:cNvPr id="344" name="Ink 343">
                  <a:extLst>
                    <a:ext uri="{FF2B5EF4-FFF2-40B4-BE49-F238E27FC236}">
                      <a16:creationId xmlns:a16="http://schemas.microsoft.com/office/drawing/2014/main" id="{75C37A1B-BE59-A255-DFEA-E908618DB6E3}"/>
                    </a:ext>
                  </a:extLst>
                </p14:cNvPr>
                <p14:cNvContentPartPr/>
                <p14:nvPr/>
              </p14:nvContentPartPr>
              <p14:xfrm>
                <a:off x="8800056" y="3487896"/>
                <a:ext cx="89280" cy="161280"/>
              </p14:xfrm>
            </p:contentPart>
          </mc:Choice>
          <mc:Fallback>
            <p:pic>
              <p:nvPicPr>
                <p:cNvPr id="344" name="Ink 343">
                  <a:extLst>
                    <a:ext uri="{FF2B5EF4-FFF2-40B4-BE49-F238E27FC236}">
                      <a16:creationId xmlns:a16="http://schemas.microsoft.com/office/drawing/2014/main" id="{75C37A1B-BE59-A255-DFEA-E908618DB6E3}"/>
                    </a:ext>
                  </a:extLst>
                </p:cNvPr>
                <p:cNvPicPr/>
                <p:nvPr/>
              </p:nvPicPr>
              <p:blipFill>
                <a:blip r:embed="rId526"/>
                <a:stretch>
                  <a:fillRect/>
                </a:stretch>
              </p:blipFill>
              <p:spPr>
                <a:xfrm>
                  <a:off x="8793936" y="3481776"/>
                  <a:ext cx="101520" cy="17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7">
              <p14:nvContentPartPr>
                <p14:cNvPr id="345" name="Ink 344">
                  <a:extLst>
                    <a:ext uri="{FF2B5EF4-FFF2-40B4-BE49-F238E27FC236}">
                      <a16:creationId xmlns:a16="http://schemas.microsoft.com/office/drawing/2014/main" id="{C1A2A56A-FF60-66D5-E789-B9CBEB312029}"/>
                    </a:ext>
                  </a:extLst>
                </p14:cNvPr>
                <p14:cNvContentPartPr/>
                <p14:nvPr/>
              </p14:nvContentPartPr>
              <p14:xfrm>
                <a:off x="9003456" y="3460176"/>
                <a:ext cx="60120" cy="174960"/>
              </p14:xfrm>
            </p:contentPart>
          </mc:Choice>
          <mc:Fallback>
            <p:pic>
              <p:nvPicPr>
                <p:cNvPr id="345" name="Ink 344">
                  <a:extLst>
                    <a:ext uri="{FF2B5EF4-FFF2-40B4-BE49-F238E27FC236}">
                      <a16:creationId xmlns:a16="http://schemas.microsoft.com/office/drawing/2014/main" id="{C1A2A56A-FF60-66D5-E789-B9CBEB312029}"/>
                    </a:ext>
                  </a:extLst>
                </p:cNvPr>
                <p:cNvPicPr/>
                <p:nvPr/>
              </p:nvPicPr>
              <p:blipFill>
                <a:blip r:embed="rId528"/>
                <a:stretch>
                  <a:fillRect/>
                </a:stretch>
              </p:blipFill>
              <p:spPr>
                <a:xfrm>
                  <a:off x="8997336" y="3454056"/>
                  <a:ext cx="72360" cy="18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9">
              <p14:nvContentPartPr>
                <p14:cNvPr id="346" name="Ink 345">
                  <a:extLst>
                    <a:ext uri="{FF2B5EF4-FFF2-40B4-BE49-F238E27FC236}">
                      <a16:creationId xmlns:a16="http://schemas.microsoft.com/office/drawing/2014/main" id="{A6F2746F-4084-6A14-A57E-3769E0E90B57}"/>
                    </a:ext>
                  </a:extLst>
                </p14:cNvPr>
                <p14:cNvContentPartPr/>
                <p14:nvPr/>
              </p14:nvContentPartPr>
              <p14:xfrm>
                <a:off x="9227736" y="3551976"/>
                <a:ext cx="7560" cy="18360"/>
              </p14:xfrm>
            </p:contentPart>
          </mc:Choice>
          <mc:Fallback>
            <p:pic>
              <p:nvPicPr>
                <p:cNvPr id="346" name="Ink 345">
                  <a:extLst>
                    <a:ext uri="{FF2B5EF4-FFF2-40B4-BE49-F238E27FC236}">
                      <a16:creationId xmlns:a16="http://schemas.microsoft.com/office/drawing/2014/main" id="{A6F2746F-4084-6A14-A57E-3769E0E90B57}"/>
                    </a:ext>
                  </a:extLst>
                </p:cNvPr>
                <p:cNvPicPr/>
                <p:nvPr/>
              </p:nvPicPr>
              <p:blipFill>
                <a:blip r:embed="rId530"/>
                <a:stretch>
                  <a:fillRect/>
                </a:stretch>
              </p:blipFill>
              <p:spPr>
                <a:xfrm>
                  <a:off x="9221616" y="3545856"/>
                  <a:ext cx="19800" cy="3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1">
              <p14:nvContentPartPr>
                <p14:cNvPr id="347" name="Ink 346">
                  <a:extLst>
                    <a:ext uri="{FF2B5EF4-FFF2-40B4-BE49-F238E27FC236}">
                      <a16:creationId xmlns:a16="http://schemas.microsoft.com/office/drawing/2014/main" id="{F94F4ED6-561E-2361-D4DD-5D30BF7C8B6D}"/>
                    </a:ext>
                  </a:extLst>
                </p14:cNvPr>
                <p14:cNvContentPartPr/>
                <p14:nvPr/>
              </p14:nvContentPartPr>
              <p14:xfrm>
                <a:off x="9218016" y="3622896"/>
                <a:ext cx="5400" cy="4320"/>
              </p14:xfrm>
            </p:contentPart>
          </mc:Choice>
          <mc:Fallback>
            <p:pic>
              <p:nvPicPr>
                <p:cNvPr id="347" name="Ink 346">
                  <a:extLst>
                    <a:ext uri="{FF2B5EF4-FFF2-40B4-BE49-F238E27FC236}">
                      <a16:creationId xmlns:a16="http://schemas.microsoft.com/office/drawing/2014/main" id="{F94F4ED6-561E-2361-D4DD-5D30BF7C8B6D}"/>
                    </a:ext>
                  </a:extLst>
                </p:cNvPr>
                <p:cNvPicPr/>
                <p:nvPr/>
              </p:nvPicPr>
              <p:blipFill>
                <a:blip r:embed="rId401"/>
                <a:stretch>
                  <a:fillRect/>
                </a:stretch>
              </p:blipFill>
              <p:spPr>
                <a:xfrm>
                  <a:off x="9211896" y="3616776"/>
                  <a:ext cx="17640" cy="1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2">
              <p14:nvContentPartPr>
                <p14:cNvPr id="348" name="Ink 347">
                  <a:extLst>
                    <a:ext uri="{FF2B5EF4-FFF2-40B4-BE49-F238E27FC236}">
                      <a16:creationId xmlns:a16="http://schemas.microsoft.com/office/drawing/2014/main" id="{4AE3465A-6B21-A2FD-A107-FF15C97FC5DB}"/>
                    </a:ext>
                  </a:extLst>
                </p14:cNvPr>
                <p14:cNvContentPartPr/>
                <p14:nvPr/>
              </p14:nvContentPartPr>
              <p14:xfrm>
                <a:off x="9393696" y="3466656"/>
                <a:ext cx="81360" cy="145800"/>
              </p14:xfrm>
            </p:contentPart>
          </mc:Choice>
          <mc:Fallback>
            <p:pic>
              <p:nvPicPr>
                <p:cNvPr id="348" name="Ink 347">
                  <a:extLst>
                    <a:ext uri="{FF2B5EF4-FFF2-40B4-BE49-F238E27FC236}">
                      <a16:creationId xmlns:a16="http://schemas.microsoft.com/office/drawing/2014/main" id="{4AE3465A-6B21-A2FD-A107-FF15C97FC5DB}"/>
                    </a:ext>
                  </a:extLst>
                </p:cNvPr>
                <p:cNvPicPr/>
                <p:nvPr/>
              </p:nvPicPr>
              <p:blipFill>
                <a:blip r:embed="rId533"/>
                <a:stretch>
                  <a:fillRect/>
                </a:stretch>
              </p:blipFill>
              <p:spPr>
                <a:xfrm>
                  <a:off x="9387576" y="3460536"/>
                  <a:ext cx="93600" cy="15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4">
              <p14:nvContentPartPr>
                <p14:cNvPr id="349" name="Ink 348">
                  <a:extLst>
                    <a:ext uri="{FF2B5EF4-FFF2-40B4-BE49-F238E27FC236}">
                      <a16:creationId xmlns:a16="http://schemas.microsoft.com/office/drawing/2014/main" id="{0D3BAE87-6301-9F8C-5AEB-99D40BB7454D}"/>
                    </a:ext>
                  </a:extLst>
                </p14:cNvPr>
                <p14:cNvContentPartPr/>
                <p14:nvPr/>
              </p14:nvContentPartPr>
              <p14:xfrm>
                <a:off x="9556776" y="3365136"/>
                <a:ext cx="119880" cy="253800"/>
              </p14:xfrm>
            </p:contentPart>
          </mc:Choice>
          <mc:Fallback>
            <p:pic>
              <p:nvPicPr>
                <p:cNvPr id="349" name="Ink 348">
                  <a:extLst>
                    <a:ext uri="{FF2B5EF4-FFF2-40B4-BE49-F238E27FC236}">
                      <a16:creationId xmlns:a16="http://schemas.microsoft.com/office/drawing/2014/main" id="{0D3BAE87-6301-9F8C-5AEB-99D40BB7454D}"/>
                    </a:ext>
                  </a:extLst>
                </p:cNvPr>
                <p:cNvPicPr/>
                <p:nvPr/>
              </p:nvPicPr>
              <p:blipFill>
                <a:blip r:embed="rId535"/>
                <a:stretch>
                  <a:fillRect/>
                </a:stretch>
              </p:blipFill>
              <p:spPr>
                <a:xfrm>
                  <a:off x="9550656" y="3359016"/>
                  <a:ext cx="132120" cy="26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6">
              <p14:nvContentPartPr>
                <p14:cNvPr id="350" name="Ink 349">
                  <a:extLst>
                    <a:ext uri="{FF2B5EF4-FFF2-40B4-BE49-F238E27FC236}">
                      <a16:creationId xmlns:a16="http://schemas.microsoft.com/office/drawing/2014/main" id="{A76CC9CD-4F6B-651B-9658-A5DAF520FD1B}"/>
                    </a:ext>
                  </a:extLst>
                </p14:cNvPr>
                <p14:cNvContentPartPr/>
                <p14:nvPr/>
              </p14:nvContentPartPr>
              <p14:xfrm>
                <a:off x="9622656" y="3431376"/>
                <a:ext cx="183240" cy="132120"/>
              </p14:xfrm>
            </p:contentPart>
          </mc:Choice>
          <mc:Fallback>
            <p:pic>
              <p:nvPicPr>
                <p:cNvPr id="350" name="Ink 349">
                  <a:extLst>
                    <a:ext uri="{FF2B5EF4-FFF2-40B4-BE49-F238E27FC236}">
                      <a16:creationId xmlns:a16="http://schemas.microsoft.com/office/drawing/2014/main" id="{A76CC9CD-4F6B-651B-9658-A5DAF520FD1B}"/>
                    </a:ext>
                  </a:extLst>
                </p:cNvPr>
                <p:cNvPicPr/>
                <p:nvPr/>
              </p:nvPicPr>
              <p:blipFill>
                <a:blip r:embed="rId537"/>
                <a:stretch>
                  <a:fillRect/>
                </a:stretch>
              </p:blipFill>
              <p:spPr>
                <a:xfrm>
                  <a:off x="9616536" y="3425256"/>
                  <a:ext cx="195480" cy="14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8">
              <p14:nvContentPartPr>
                <p14:cNvPr id="351" name="Ink 350">
                  <a:extLst>
                    <a:ext uri="{FF2B5EF4-FFF2-40B4-BE49-F238E27FC236}">
                      <a16:creationId xmlns:a16="http://schemas.microsoft.com/office/drawing/2014/main" id="{AEAE7841-1819-65E3-2E60-D71703274B8F}"/>
                    </a:ext>
                  </a:extLst>
                </p14:cNvPr>
                <p14:cNvContentPartPr/>
                <p14:nvPr/>
              </p14:nvContentPartPr>
              <p14:xfrm>
                <a:off x="9844776" y="3467736"/>
                <a:ext cx="5400" cy="56520"/>
              </p14:xfrm>
            </p:contentPart>
          </mc:Choice>
          <mc:Fallback>
            <p:pic>
              <p:nvPicPr>
                <p:cNvPr id="351" name="Ink 350">
                  <a:extLst>
                    <a:ext uri="{FF2B5EF4-FFF2-40B4-BE49-F238E27FC236}">
                      <a16:creationId xmlns:a16="http://schemas.microsoft.com/office/drawing/2014/main" id="{AEAE7841-1819-65E3-2E60-D71703274B8F}"/>
                    </a:ext>
                  </a:extLst>
                </p:cNvPr>
                <p:cNvPicPr/>
                <p:nvPr/>
              </p:nvPicPr>
              <p:blipFill>
                <a:blip r:embed="rId539"/>
                <a:stretch>
                  <a:fillRect/>
                </a:stretch>
              </p:blipFill>
              <p:spPr>
                <a:xfrm>
                  <a:off x="9838656" y="3461616"/>
                  <a:ext cx="17640" cy="6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0">
              <p14:nvContentPartPr>
                <p14:cNvPr id="352" name="Ink 351">
                  <a:extLst>
                    <a:ext uri="{FF2B5EF4-FFF2-40B4-BE49-F238E27FC236}">
                      <a16:creationId xmlns:a16="http://schemas.microsoft.com/office/drawing/2014/main" id="{73F57F3C-EED6-BACD-A183-DAF47F7B9637}"/>
                    </a:ext>
                  </a:extLst>
                </p14:cNvPr>
                <p14:cNvContentPartPr/>
                <p14:nvPr/>
              </p14:nvContentPartPr>
              <p14:xfrm>
                <a:off x="9917856" y="3348216"/>
                <a:ext cx="2880" cy="79920"/>
              </p14:xfrm>
            </p:contentPart>
          </mc:Choice>
          <mc:Fallback>
            <p:pic>
              <p:nvPicPr>
                <p:cNvPr id="352" name="Ink 351">
                  <a:extLst>
                    <a:ext uri="{FF2B5EF4-FFF2-40B4-BE49-F238E27FC236}">
                      <a16:creationId xmlns:a16="http://schemas.microsoft.com/office/drawing/2014/main" id="{73F57F3C-EED6-BACD-A183-DAF47F7B9637}"/>
                    </a:ext>
                  </a:extLst>
                </p:cNvPr>
                <p:cNvPicPr/>
                <p:nvPr/>
              </p:nvPicPr>
              <p:blipFill>
                <a:blip r:embed="rId541"/>
                <a:stretch>
                  <a:fillRect/>
                </a:stretch>
              </p:blipFill>
              <p:spPr>
                <a:xfrm>
                  <a:off x="9911736" y="3342096"/>
                  <a:ext cx="15120" cy="9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2">
              <p14:nvContentPartPr>
                <p14:cNvPr id="353" name="Ink 352">
                  <a:extLst>
                    <a:ext uri="{FF2B5EF4-FFF2-40B4-BE49-F238E27FC236}">
                      <a16:creationId xmlns:a16="http://schemas.microsoft.com/office/drawing/2014/main" id="{C3E8E84D-5D2C-2CED-77FE-75258C102F58}"/>
                    </a:ext>
                  </a:extLst>
                </p14:cNvPr>
                <p14:cNvContentPartPr/>
                <p14:nvPr/>
              </p14:nvContentPartPr>
              <p14:xfrm>
                <a:off x="9956736" y="3452976"/>
                <a:ext cx="81000" cy="34560"/>
              </p14:xfrm>
            </p:contentPart>
          </mc:Choice>
          <mc:Fallback>
            <p:pic>
              <p:nvPicPr>
                <p:cNvPr id="353" name="Ink 352">
                  <a:extLst>
                    <a:ext uri="{FF2B5EF4-FFF2-40B4-BE49-F238E27FC236}">
                      <a16:creationId xmlns:a16="http://schemas.microsoft.com/office/drawing/2014/main" id="{C3E8E84D-5D2C-2CED-77FE-75258C102F58}"/>
                    </a:ext>
                  </a:extLst>
                </p:cNvPr>
                <p:cNvPicPr/>
                <p:nvPr/>
              </p:nvPicPr>
              <p:blipFill>
                <a:blip r:embed="rId543"/>
                <a:stretch>
                  <a:fillRect/>
                </a:stretch>
              </p:blipFill>
              <p:spPr>
                <a:xfrm>
                  <a:off x="9950616" y="3446856"/>
                  <a:ext cx="93240" cy="4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4">
              <p14:nvContentPartPr>
                <p14:cNvPr id="354" name="Ink 353">
                  <a:extLst>
                    <a:ext uri="{FF2B5EF4-FFF2-40B4-BE49-F238E27FC236}">
                      <a16:creationId xmlns:a16="http://schemas.microsoft.com/office/drawing/2014/main" id="{ACB41C88-CB49-3EBA-3D6C-31FD1F15AAC4}"/>
                    </a:ext>
                  </a:extLst>
                </p14:cNvPr>
                <p14:cNvContentPartPr/>
                <p14:nvPr/>
              </p14:nvContentPartPr>
              <p14:xfrm>
                <a:off x="9913176" y="3453696"/>
                <a:ext cx="270000" cy="283320"/>
              </p14:xfrm>
            </p:contentPart>
          </mc:Choice>
          <mc:Fallback>
            <p:pic>
              <p:nvPicPr>
                <p:cNvPr id="354" name="Ink 353">
                  <a:extLst>
                    <a:ext uri="{FF2B5EF4-FFF2-40B4-BE49-F238E27FC236}">
                      <a16:creationId xmlns:a16="http://schemas.microsoft.com/office/drawing/2014/main" id="{ACB41C88-CB49-3EBA-3D6C-31FD1F15AAC4}"/>
                    </a:ext>
                  </a:extLst>
                </p:cNvPr>
                <p:cNvPicPr/>
                <p:nvPr/>
              </p:nvPicPr>
              <p:blipFill>
                <a:blip r:embed="rId545"/>
                <a:stretch>
                  <a:fillRect/>
                </a:stretch>
              </p:blipFill>
              <p:spPr>
                <a:xfrm>
                  <a:off x="9907056" y="3447576"/>
                  <a:ext cx="282240" cy="295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64" name="Group 363">
            <a:extLst>
              <a:ext uri="{FF2B5EF4-FFF2-40B4-BE49-F238E27FC236}">
                <a16:creationId xmlns:a16="http://schemas.microsoft.com/office/drawing/2014/main" id="{CC613BA5-0AE5-08B4-4B28-4C57AA0C6039}"/>
              </a:ext>
            </a:extLst>
          </p:cNvPr>
          <p:cNvGrpSpPr/>
          <p:nvPr/>
        </p:nvGrpSpPr>
        <p:grpSpPr>
          <a:xfrm>
            <a:off x="1625616" y="4995576"/>
            <a:ext cx="899640" cy="578160"/>
            <a:chOff x="1625616" y="4995576"/>
            <a:chExt cx="899640" cy="578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46">
              <p14:nvContentPartPr>
                <p14:cNvPr id="356" name="Ink 355">
                  <a:extLst>
                    <a:ext uri="{FF2B5EF4-FFF2-40B4-BE49-F238E27FC236}">
                      <a16:creationId xmlns:a16="http://schemas.microsoft.com/office/drawing/2014/main" id="{765BBE91-491D-67BB-349E-CE88ABBC1364}"/>
                    </a:ext>
                  </a:extLst>
                </p14:cNvPr>
                <p14:cNvContentPartPr/>
                <p14:nvPr/>
              </p14:nvContentPartPr>
              <p14:xfrm>
                <a:off x="1625616" y="5306976"/>
                <a:ext cx="87840" cy="266760"/>
              </p14:xfrm>
            </p:contentPart>
          </mc:Choice>
          <mc:Fallback>
            <p:pic>
              <p:nvPicPr>
                <p:cNvPr id="356" name="Ink 355">
                  <a:extLst>
                    <a:ext uri="{FF2B5EF4-FFF2-40B4-BE49-F238E27FC236}">
                      <a16:creationId xmlns:a16="http://schemas.microsoft.com/office/drawing/2014/main" id="{765BBE91-491D-67BB-349E-CE88ABBC1364}"/>
                    </a:ext>
                  </a:extLst>
                </p:cNvPr>
                <p:cNvPicPr/>
                <p:nvPr/>
              </p:nvPicPr>
              <p:blipFill>
                <a:blip r:embed="rId547"/>
                <a:stretch>
                  <a:fillRect/>
                </a:stretch>
              </p:blipFill>
              <p:spPr>
                <a:xfrm>
                  <a:off x="1619496" y="5300856"/>
                  <a:ext cx="100080" cy="27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8">
              <p14:nvContentPartPr>
                <p14:cNvPr id="357" name="Ink 356">
                  <a:extLst>
                    <a:ext uri="{FF2B5EF4-FFF2-40B4-BE49-F238E27FC236}">
                      <a16:creationId xmlns:a16="http://schemas.microsoft.com/office/drawing/2014/main" id="{C1325F07-FF53-E6E9-BFE2-34B401C94299}"/>
                    </a:ext>
                  </a:extLst>
                </p14:cNvPr>
                <p14:cNvContentPartPr/>
                <p14:nvPr/>
              </p14:nvContentPartPr>
              <p14:xfrm>
                <a:off x="1688976" y="5274216"/>
                <a:ext cx="64800" cy="71280"/>
              </p14:xfrm>
            </p:contentPart>
          </mc:Choice>
          <mc:Fallback>
            <p:pic>
              <p:nvPicPr>
                <p:cNvPr id="357" name="Ink 356">
                  <a:extLst>
                    <a:ext uri="{FF2B5EF4-FFF2-40B4-BE49-F238E27FC236}">
                      <a16:creationId xmlns:a16="http://schemas.microsoft.com/office/drawing/2014/main" id="{C1325F07-FF53-E6E9-BFE2-34B401C94299}"/>
                    </a:ext>
                  </a:extLst>
                </p:cNvPr>
                <p:cNvPicPr/>
                <p:nvPr/>
              </p:nvPicPr>
              <p:blipFill>
                <a:blip r:embed="rId549"/>
                <a:stretch>
                  <a:fillRect/>
                </a:stretch>
              </p:blipFill>
              <p:spPr>
                <a:xfrm>
                  <a:off x="1682856" y="5268096"/>
                  <a:ext cx="77040" cy="8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0">
              <p14:nvContentPartPr>
                <p14:cNvPr id="358" name="Ink 357">
                  <a:extLst>
                    <a:ext uri="{FF2B5EF4-FFF2-40B4-BE49-F238E27FC236}">
                      <a16:creationId xmlns:a16="http://schemas.microsoft.com/office/drawing/2014/main" id="{7994C93A-AB19-1C3A-4B01-88A4E88A641B}"/>
                    </a:ext>
                  </a:extLst>
                </p14:cNvPr>
                <p14:cNvContentPartPr/>
                <p14:nvPr/>
              </p14:nvContentPartPr>
              <p14:xfrm>
                <a:off x="1822536" y="5235336"/>
                <a:ext cx="178200" cy="52200"/>
              </p14:xfrm>
            </p:contentPart>
          </mc:Choice>
          <mc:Fallback>
            <p:pic>
              <p:nvPicPr>
                <p:cNvPr id="358" name="Ink 357">
                  <a:extLst>
                    <a:ext uri="{FF2B5EF4-FFF2-40B4-BE49-F238E27FC236}">
                      <a16:creationId xmlns:a16="http://schemas.microsoft.com/office/drawing/2014/main" id="{7994C93A-AB19-1C3A-4B01-88A4E88A641B}"/>
                    </a:ext>
                  </a:extLst>
                </p:cNvPr>
                <p:cNvPicPr/>
                <p:nvPr/>
              </p:nvPicPr>
              <p:blipFill>
                <a:blip r:embed="rId551"/>
                <a:stretch>
                  <a:fillRect/>
                </a:stretch>
              </p:blipFill>
              <p:spPr>
                <a:xfrm>
                  <a:off x="1816416" y="5229216"/>
                  <a:ext cx="190440" cy="6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2">
              <p14:nvContentPartPr>
                <p14:cNvPr id="359" name="Ink 358">
                  <a:extLst>
                    <a:ext uri="{FF2B5EF4-FFF2-40B4-BE49-F238E27FC236}">
                      <a16:creationId xmlns:a16="http://schemas.microsoft.com/office/drawing/2014/main" id="{2A17A256-AC78-A3CD-6B84-BE9F0113D84D}"/>
                    </a:ext>
                  </a:extLst>
                </p14:cNvPr>
                <p14:cNvContentPartPr/>
                <p14:nvPr/>
              </p14:nvContentPartPr>
              <p14:xfrm>
                <a:off x="2049336" y="4995576"/>
                <a:ext cx="63000" cy="241920"/>
              </p14:xfrm>
            </p:contentPart>
          </mc:Choice>
          <mc:Fallback>
            <p:pic>
              <p:nvPicPr>
                <p:cNvPr id="359" name="Ink 358">
                  <a:extLst>
                    <a:ext uri="{FF2B5EF4-FFF2-40B4-BE49-F238E27FC236}">
                      <a16:creationId xmlns:a16="http://schemas.microsoft.com/office/drawing/2014/main" id="{2A17A256-AC78-A3CD-6B84-BE9F0113D84D}"/>
                    </a:ext>
                  </a:extLst>
                </p:cNvPr>
                <p:cNvPicPr/>
                <p:nvPr/>
              </p:nvPicPr>
              <p:blipFill>
                <a:blip r:embed="rId553"/>
                <a:stretch>
                  <a:fillRect/>
                </a:stretch>
              </p:blipFill>
              <p:spPr>
                <a:xfrm>
                  <a:off x="2043216" y="4989456"/>
                  <a:ext cx="75240" cy="25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4">
              <p14:nvContentPartPr>
                <p14:cNvPr id="360" name="Ink 359">
                  <a:extLst>
                    <a:ext uri="{FF2B5EF4-FFF2-40B4-BE49-F238E27FC236}">
                      <a16:creationId xmlns:a16="http://schemas.microsoft.com/office/drawing/2014/main" id="{13AB4C52-A261-3E33-1A2A-96692B84EC55}"/>
                    </a:ext>
                  </a:extLst>
                </p14:cNvPr>
                <p14:cNvContentPartPr/>
                <p14:nvPr/>
              </p14:nvContentPartPr>
              <p14:xfrm>
                <a:off x="2193336" y="5011056"/>
                <a:ext cx="39240" cy="216720"/>
              </p14:xfrm>
            </p:contentPart>
          </mc:Choice>
          <mc:Fallback>
            <p:pic>
              <p:nvPicPr>
                <p:cNvPr id="360" name="Ink 359">
                  <a:extLst>
                    <a:ext uri="{FF2B5EF4-FFF2-40B4-BE49-F238E27FC236}">
                      <a16:creationId xmlns:a16="http://schemas.microsoft.com/office/drawing/2014/main" id="{13AB4C52-A261-3E33-1A2A-96692B84EC55}"/>
                    </a:ext>
                  </a:extLst>
                </p:cNvPr>
                <p:cNvPicPr/>
                <p:nvPr/>
              </p:nvPicPr>
              <p:blipFill>
                <a:blip r:embed="rId555"/>
                <a:stretch>
                  <a:fillRect/>
                </a:stretch>
              </p:blipFill>
              <p:spPr>
                <a:xfrm>
                  <a:off x="2187216" y="5004936"/>
                  <a:ext cx="51480" cy="22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6">
              <p14:nvContentPartPr>
                <p14:cNvPr id="361" name="Ink 360">
                  <a:extLst>
                    <a:ext uri="{FF2B5EF4-FFF2-40B4-BE49-F238E27FC236}">
                      <a16:creationId xmlns:a16="http://schemas.microsoft.com/office/drawing/2014/main" id="{2710F2EA-1971-0CE6-FB51-2DB9E045D402}"/>
                    </a:ext>
                  </a:extLst>
                </p14:cNvPr>
                <p14:cNvContentPartPr/>
                <p14:nvPr/>
              </p14:nvContentPartPr>
              <p14:xfrm>
                <a:off x="2268936" y="5175216"/>
                <a:ext cx="24840" cy="50040"/>
              </p14:xfrm>
            </p:contentPart>
          </mc:Choice>
          <mc:Fallback>
            <p:pic>
              <p:nvPicPr>
                <p:cNvPr id="361" name="Ink 360">
                  <a:extLst>
                    <a:ext uri="{FF2B5EF4-FFF2-40B4-BE49-F238E27FC236}">
                      <a16:creationId xmlns:a16="http://schemas.microsoft.com/office/drawing/2014/main" id="{2710F2EA-1971-0CE6-FB51-2DB9E045D402}"/>
                    </a:ext>
                  </a:extLst>
                </p:cNvPr>
                <p:cNvPicPr/>
                <p:nvPr/>
              </p:nvPicPr>
              <p:blipFill>
                <a:blip r:embed="rId557"/>
                <a:stretch>
                  <a:fillRect/>
                </a:stretch>
              </p:blipFill>
              <p:spPr>
                <a:xfrm>
                  <a:off x="2262816" y="5169096"/>
                  <a:ext cx="37080" cy="6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8">
              <p14:nvContentPartPr>
                <p14:cNvPr id="362" name="Ink 361">
                  <a:extLst>
                    <a:ext uri="{FF2B5EF4-FFF2-40B4-BE49-F238E27FC236}">
                      <a16:creationId xmlns:a16="http://schemas.microsoft.com/office/drawing/2014/main" id="{B929B464-538B-4702-C255-3AE0F5DA272A}"/>
                    </a:ext>
                  </a:extLst>
                </p14:cNvPr>
                <p14:cNvContentPartPr/>
                <p14:nvPr/>
              </p14:nvContentPartPr>
              <p14:xfrm>
                <a:off x="2278656" y="5063976"/>
                <a:ext cx="46800" cy="66960"/>
              </p14:xfrm>
            </p:contentPart>
          </mc:Choice>
          <mc:Fallback>
            <p:pic>
              <p:nvPicPr>
                <p:cNvPr id="362" name="Ink 361">
                  <a:extLst>
                    <a:ext uri="{FF2B5EF4-FFF2-40B4-BE49-F238E27FC236}">
                      <a16:creationId xmlns:a16="http://schemas.microsoft.com/office/drawing/2014/main" id="{B929B464-538B-4702-C255-3AE0F5DA272A}"/>
                    </a:ext>
                  </a:extLst>
                </p:cNvPr>
                <p:cNvPicPr/>
                <p:nvPr/>
              </p:nvPicPr>
              <p:blipFill>
                <a:blip r:embed="rId559"/>
                <a:stretch>
                  <a:fillRect/>
                </a:stretch>
              </p:blipFill>
              <p:spPr>
                <a:xfrm>
                  <a:off x="2272536" y="5057856"/>
                  <a:ext cx="59040" cy="7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0">
              <p14:nvContentPartPr>
                <p14:cNvPr id="363" name="Ink 362">
                  <a:extLst>
                    <a:ext uri="{FF2B5EF4-FFF2-40B4-BE49-F238E27FC236}">
                      <a16:creationId xmlns:a16="http://schemas.microsoft.com/office/drawing/2014/main" id="{54A2192A-1C89-9315-5B43-BDFE577581EC}"/>
                    </a:ext>
                  </a:extLst>
                </p14:cNvPr>
                <p14:cNvContentPartPr/>
                <p14:nvPr/>
              </p14:nvContentPartPr>
              <p14:xfrm>
                <a:off x="2385936" y="5140296"/>
                <a:ext cx="139320" cy="97200"/>
              </p14:xfrm>
            </p:contentPart>
          </mc:Choice>
          <mc:Fallback>
            <p:pic>
              <p:nvPicPr>
                <p:cNvPr id="363" name="Ink 362">
                  <a:extLst>
                    <a:ext uri="{FF2B5EF4-FFF2-40B4-BE49-F238E27FC236}">
                      <a16:creationId xmlns:a16="http://schemas.microsoft.com/office/drawing/2014/main" id="{54A2192A-1C89-9315-5B43-BDFE577581EC}"/>
                    </a:ext>
                  </a:extLst>
                </p:cNvPr>
                <p:cNvPicPr/>
                <p:nvPr/>
              </p:nvPicPr>
              <p:blipFill>
                <a:blip r:embed="rId561"/>
                <a:stretch>
                  <a:fillRect/>
                </a:stretch>
              </p:blipFill>
              <p:spPr>
                <a:xfrm>
                  <a:off x="2379816" y="5134176"/>
                  <a:ext cx="151560" cy="109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72" name="Group 371">
            <a:extLst>
              <a:ext uri="{FF2B5EF4-FFF2-40B4-BE49-F238E27FC236}">
                <a16:creationId xmlns:a16="http://schemas.microsoft.com/office/drawing/2014/main" id="{381FDE01-C639-B80D-AD2C-1A53F4C77BAD}"/>
              </a:ext>
            </a:extLst>
          </p:cNvPr>
          <p:cNvGrpSpPr/>
          <p:nvPr/>
        </p:nvGrpSpPr>
        <p:grpSpPr>
          <a:xfrm>
            <a:off x="2749176" y="4905216"/>
            <a:ext cx="751320" cy="369000"/>
            <a:chOff x="2749176" y="4905216"/>
            <a:chExt cx="751320" cy="369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62">
              <p14:nvContentPartPr>
                <p14:cNvPr id="365" name="Ink 364">
                  <a:extLst>
                    <a:ext uri="{FF2B5EF4-FFF2-40B4-BE49-F238E27FC236}">
                      <a16:creationId xmlns:a16="http://schemas.microsoft.com/office/drawing/2014/main" id="{913B9B53-7E09-21C7-4739-57C780C4AE07}"/>
                    </a:ext>
                  </a:extLst>
                </p14:cNvPr>
                <p14:cNvContentPartPr/>
                <p14:nvPr/>
              </p14:nvContentPartPr>
              <p14:xfrm>
                <a:off x="2749176" y="4990536"/>
                <a:ext cx="151560" cy="182880"/>
              </p14:xfrm>
            </p:contentPart>
          </mc:Choice>
          <mc:Fallback>
            <p:pic>
              <p:nvPicPr>
                <p:cNvPr id="365" name="Ink 364">
                  <a:extLst>
                    <a:ext uri="{FF2B5EF4-FFF2-40B4-BE49-F238E27FC236}">
                      <a16:creationId xmlns:a16="http://schemas.microsoft.com/office/drawing/2014/main" id="{913B9B53-7E09-21C7-4739-57C780C4AE07}"/>
                    </a:ext>
                  </a:extLst>
                </p:cNvPr>
                <p:cNvPicPr/>
                <p:nvPr/>
              </p:nvPicPr>
              <p:blipFill>
                <a:blip r:embed="rId563"/>
                <a:stretch>
                  <a:fillRect/>
                </a:stretch>
              </p:blipFill>
              <p:spPr>
                <a:xfrm>
                  <a:off x="2743056" y="4984416"/>
                  <a:ext cx="163800" cy="19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4">
              <p14:nvContentPartPr>
                <p14:cNvPr id="366" name="Ink 365">
                  <a:extLst>
                    <a:ext uri="{FF2B5EF4-FFF2-40B4-BE49-F238E27FC236}">
                      <a16:creationId xmlns:a16="http://schemas.microsoft.com/office/drawing/2014/main" id="{8E378592-0208-A45A-D70C-5DBCE41D487F}"/>
                    </a:ext>
                  </a:extLst>
                </p14:cNvPr>
                <p14:cNvContentPartPr/>
                <p14:nvPr/>
              </p14:nvContentPartPr>
              <p14:xfrm>
                <a:off x="2948976" y="4966416"/>
                <a:ext cx="59040" cy="204480"/>
              </p14:xfrm>
            </p:contentPart>
          </mc:Choice>
          <mc:Fallback>
            <p:pic>
              <p:nvPicPr>
                <p:cNvPr id="366" name="Ink 365">
                  <a:extLst>
                    <a:ext uri="{FF2B5EF4-FFF2-40B4-BE49-F238E27FC236}">
                      <a16:creationId xmlns:a16="http://schemas.microsoft.com/office/drawing/2014/main" id="{8E378592-0208-A45A-D70C-5DBCE41D487F}"/>
                    </a:ext>
                  </a:extLst>
                </p:cNvPr>
                <p:cNvPicPr/>
                <p:nvPr/>
              </p:nvPicPr>
              <p:blipFill>
                <a:blip r:embed="rId565"/>
                <a:stretch>
                  <a:fillRect/>
                </a:stretch>
              </p:blipFill>
              <p:spPr>
                <a:xfrm>
                  <a:off x="2942856" y="4960296"/>
                  <a:ext cx="71280" cy="21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6">
              <p14:nvContentPartPr>
                <p14:cNvPr id="367" name="Ink 366">
                  <a:extLst>
                    <a:ext uri="{FF2B5EF4-FFF2-40B4-BE49-F238E27FC236}">
                      <a16:creationId xmlns:a16="http://schemas.microsoft.com/office/drawing/2014/main" id="{61DF11FA-5EE1-E591-7794-B181D161A285}"/>
                    </a:ext>
                  </a:extLst>
                </p14:cNvPr>
                <p14:cNvContentPartPr/>
                <p14:nvPr/>
              </p14:nvContentPartPr>
              <p14:xfrm>
                <a:off x="2978496" y="4998096"/>
                <a:ext cx="166320" cy="131400"/>
              </p14:xfrm>
            </p:contentPart>
          </mc:Choice>
          <mc:Fallback>
            <p:pic>
              <p:nvPicPr>
                <p:cNvPr id="367" name="Ink 366">
                  <a:extLst>
                    <a:ext uri="{FF2B5EF4-FFF2-40B4-BE49-F238E27FC236}">
                      <a16:creationId xmlns:a16="http://schemas.microsoft.com/office/drawing/2014/main" id="{61DF11FA-5EE1-E591-7794-B181D161A285}"/>
                    </a:ext>
                  </a:extLst>
                </p:cNvPr>
                <p:cNvPicPr/>
                <p:nvPr/>
              </p:nvPicPr>
              <p:blipFill>
                <a:blip r:embed="rId567"/>
                <a:stretch>
                  <a:fillRect/>
                </a:stretch>
              </p:blipFill>
              <p:spPr>
                <a:xfrm>
                  <a:off x="2972376" y="4991976"/>
                  <a:ext cx="178560" cy="14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8">
              <p14:nvContentPartPr>
                <p14:cNvPr id="368" name="Ink 367">
                  <a:extLst>
                    <a:ext uri="{FF2B5EF4-FFF2-40B4-BE49-F238E27FC236}">
                      <a16:creationId xmlns:a16="http://schemas.microsoft.com/office/drawing/2014/main" id="{14411526-147D-D5BF-153D-00BACC410B92}"/>
                    </a:ext>
                  </a:extLst>
                </p14:cNvPr>
                <p14:cNvContentPartPr/>
                <p14:nvPr/>
              </p14:nvContentPartPr>
              <p14:xfrm>
                <a:off x="3183336" y="5007096"/>
                <a:ext cx="7560" cy="77400"/>
              </p14:xfrm>
            </p:contentPart>
          </mc:Choice>
          <mc:Fallback>
            <p:pic>
              <p:nvPicPr>
                <p:cNvPr id="368" name="Ink 367">
                  <a:extLst>
                    <a:ext uri="{FF2B5EF4-FFF2-40B4-BE49-F238E27FC236}">
                      <a16:creationId xmlns:a16="http://schemas.microsoft.com/office/drawing/2014/main" id="{14411526-147D-D5BF-153D-00BACC410B92}"/>
                    </a:ext>
                  </a:extLst>
                </p:cNvPr>
                <p:cNvPicPr/>
                <p:nvPr/>
              </p:nvPicPr>
              <p:blipFill>
                <a:blip r:embed="rId569"/>
                <a:stretch>
                  <a:fillRect/>
                </a:stretch>
              </p:blipFill>
              <p:spPr>
                <a:xfrm>
                  <a:off x="3177216" y="5000976"/>
                  <a:ext cx="19800" cy="8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70">
              <p14:nvContentPartPr>
                <p14:cNvPr id="369" name="Ink 368">
                  <a:extLst>
                    <a:ext uri="{FF2B5EF4-FFF2-40B4-BE49-F238E27FC236}">
                      <a16:creationId xmlns:a16="http://schemas.microsoft.com/office/drawing/2014/main" id="{8C1AC06C-0C2B-B572-59FE-A69DCB306581}"/>
                    </a:ext>
                  </a:extLst>
                </p14:cNvPr>
                <p14:cNvContentPartPr/>
                <p14:nvPr/>
              </p14:nvContentPartPr>
              <p14:xfrm>
                <a:off x="3219696" y="4905216"/>
                <a:ext cx="15120" cy="60480"/>
              </p14:xfrm>
            </p:contentPart>
          </mc:Choice>
          <mc:Fallback>
            <p:pic>
              <p:nvPicPr>
                <p:cNvPr id="369" name="Ink 368">
                  <a:extLst>
                    <a:ext uri="{FF2B5EF4-FFF2-40B4-BE49-F238E27FC236}">
                      <a16:creationId xmlns:a16="http://schemas.microsoft.com/office/drawing/2014/main" id="{8C1AC06C-0C2B-B572-59FE-A69DCB306581}"/>
                    </a:ext>
                  </a:extLst>
                </p:cNvPr>
                <p:cNvPicPr/>
                <p:nvPr/>
              </p:nvPicPr>
              <p:blipFill>
                <a:blip r:embed="rId571"/>
                <a:stretch>
                  <a:fillRect/>
                </a:stretch>
              </p:blipFill>
              <p:spPr>
                <a:xfrm>
                  <a:off x="3213576" y="4899096"/>
                  <a:ext cx="27360" cy="7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72">
              <p14:nvContentPartPr>
                <p14:cNvPr id="370" name="Ink 369">
                  <a:extLst>
                    <a:ext uri="{FF2B5EF4-FFF2-40B4-BE49-F238E27FC236}">
                      <a16:creationId xmlns:a16="http://schemas.microsoft.com/office/drawing/2014/main" id="{2A4B07B1-DE6B-704C-979D-DBE2556E74EB}"/>
                    </a:ext>
                  </a:extLst>
                </p14:cNvPr>
                <p14:cNvContentPartPr/>
                <p14:nvPr/>
              </p14:nvContentPartPr>
              <p14:xfrm>
                <a:off x="3302856" y="4998096"/>
                <a:ext cx="122400" cy="48960"/>
              </p14:xfrm>
            </p:contentPart>
          </mc:Choice>
          <mc:Fallback>
            <p:pic>
              <p:nvPicPr>
                <p:cNvPr id="370" name="Ink 369">
                  <a:extLst>
                    <a:ext uri="{FF2B5EF4-FFF2-40B4-BE49-F238E27FC236}">
                      <a16:creationId xmlns:a16="http://schemas.microsoft.com/office/drawing/2014/main" id="{2A4B07B1-DE6B-704C-979D-DBE2556E74EB}"/>
                    </a:ext>
                  </a:extLst>
                </p:cNvPr>
                <p:cNvPicPr/>
                <p:nvPr/>
              </p:nvPicPr>
              <p:blipFill>
                <a:blip r:embed="rId573"/>
                <a:stretch>
                  <a:fillRect/>
                </a:stretch>
              </p:blipFill>
              <p:spPr>
                <a:xfrm>
                  <a:off x="3296736" y="4991976"/>
                  <a:ext cx="134640" cy="6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74">
              <p14:nvContentPartPr>
                <p14:cNvPr id="371" name="Ink 370">
                  <a:extLst>
                    <a:ext uri="{FF2B5EF4-FFF2-40B4-BE49-F238E27FC236}">
                      <a16:creationId xmlns:a16="http://schemas.microsoft.com/office/drawing/2014/main" id="{3A5B64CF-46F7-6200-47CA-97E7A97D5AA7}"/>
                    </a:ext>
                  </a:extLst>
                </p14:cNvPr>
                <p14:cNvContentPartPr/>
                <p14:nvPr/>
              </p14:nvContentPartPr>
              <p14:xfrm>
                <a:off x="3295656" y="4990536"/>
                <a:ext cx="204840" cy="283680"/>
              </p14:xfrm>
            </p:contentPart>
          </mc:Choice>
          <mc:Fallback>
            <p:pic>
              <p:nvPicPr>
                <p:cNvPr id="371" name="Ink 370">
                  <a:extLst>
                    <a:ext uri="{FF2B5EF4-FFF2-40B4-BE49-F238E27FC236}">
                      <a16:creationId xmlns:a16="http://schemas.microsoft.com/office/drawing/2014/main" id="{3A5B64CF-46F7-6200-47CA-97E7A97D5AA7}"/>
                    </a:ext>
                  </a:extLst>
                </p:cNvPr>
                <p:cNvPicPr/>
                <p:nvPr/>
              </p:nvPicPr>
              <p:blipFill>
                <a:blip r:embed="rId575"/>
                <a:stretch>
                  <a:fillRect/>
                </a:stretch>
              </p:blipFill>
              <p:spPr>
                <a:xfrm>
                  <a:off x="3289536" y="4984416"/>
                  <a:ext cx="217080" cy="295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16" name="Group 415">
            <a:extLst>
              <a:ext uri="{FF2B5EF4-FFF2-40B4-BE49-F238E27FC236}">
                <a16:creationId xmlns:a16="http://schemas.microsoft.com/office/drawing/2014/main" id="{EDF5B31D-897E-3E66-8D7C-5BC0A2A7EFCA}"/>
              </a:ext>
            </a:extLst>
          </p:cNvPr>
          <p:cNvGrpSpPr/>
          <p:nvPr/>
        </p:nvGrpSpPr>
        <p:grpSpPr>
          <a:xfrm>
            <a:off x="3853656" y="4706136"/>
            <a:ext cx="1046160" cy="420480"/>
            <a:chOff x="3853656" y="4706136"/>
            <a:chExt cx="1046160" cy="420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76">
              <p14:nvContentPartPr>
                <p14:cNvPr id="373" name="Ink 372">
                  <a:extLst>
                    <a:ext uri="{FF2B5EF4-FFF2-40B4-BE49-F238E27FC236}">
                      <a16:creationId xmlns:a16="http://schemas.microsoft.com/office/drawing/2014/main" id="{E7ABA053-05E2-6155-04E6-E794762EB3E3}"/>
                    </a:ext>
                  </a:extLst>
                </p14:cNvPr>
                <p14:cNvContentPartPr/>
                <p14:nvPr/>
              </p14:nvContentPartPr>
              <p14:xfrm>
                <a:off x="3874896" y="4733856"/>
                <a:ext cx="77040" cy="282240"/>
              </p14:xfrm>
            </p:contentPart>
          </mc:Choice>
          <mc:Fallback>
            <p:pic>
              <p:nvPicPr>
                <p:cNvPr id="373" name="Ink 372">
                  <a:extLst>
                    <a:ext uri="{FF2B5EF4-FFF2-40B4-BE49-F238E27FC236}">
                      <a16:creationId xmlns:a16="http://schemas.microsoft.com/office/drawing/2014/main" id="{E7ABA053-05E2-6155-04E6-E794762EB3E3}"/>
                    </a:ext>
                  </a:extLst>
                </p:cNvPr>
                <p:cNvPicPr/>
                <p:nvPr/>
              </p:nvPicPr>
              <p:blipFill>
                <a:blip r:embed="rId577"/>
                <a:stretch>
                  <a:fillRect/>
                </a:stretch>
              </p:blipFill>
              <p:spPr>
                <a:xfrm>
                  <a:off x="3868776" y="4727736"/>
                  <a:ext cx="89280" cy="29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78">
              <p14:nvContentPartPr>
                <p14:cNvPr id="374" name="Ink 373">
                  <a:extLst>
                    <a:ext uri="{FF2B5EF4-FFF2-40B4-BE49-F238E27FC236}">
                      <a16:creationId xmlns:a16="http://schemas.microsoft.com/office/drawing/2014/main" id="{8550B294-F56B-20B2-284B-A293BAFFF62D}"/>
                    </a:ext>
                  </a:extLst>
                </p14:cNvPr>
                <p14:cNvContentPartPr/>
                <p14:nvPr/>
              </p14:nvContentPartPr>
              <p14:xfrm>
                <a:off x="3853656" y="4914936"/>
                <a:ext cx="117360" cy="4320"/>
              </p14:xfrm>
            </p:contentPart>
          </mc:Choice>
          <mc:Fallback>
            <p:pic>
              <p:nvPicPr>
                <p:cNvPr id="374" name="Ink 373">
                  <a:extLst>
                    <a:ext uri="{FF2B5EF4-FFF2-40B4-BE49-F238E27FC236}">
                      <a16:creationId xmlns:a16="http://schemas.microsoft.com/office/drawing/2014/main" id="{8550B294-F56B-20B2-284B-A293BAFFF62D}"/>
                    </a:ext>
                  </a:extLst>
                </p:cNvPr>
                <p:cNvPicPr/>
                <p:nvPr/>
              </p:nvPicPr>
              <p:blipFill>
                <a:blip r:embed="rId579"/>
                <a:stretch>
                  <a:fillRect/>
                </a:stretch>
              </p:blipFill>
              <p:spPr>
                <a:xfrm>
                  <a:off x="3847536" y="4908816"/>
                  <a:ext cx="129600" cy="1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0">
              <p14:nvContentPartPr>
                <p14:cNvPr id="375" name="Ink 374">
                  <a:extLst>
                    <a:ext uri="{FF2B5EF4-FFF2-40B4-BE49-F238E27FC236}">
                      <a16:creationId xmlns:a16="http://schemas.microsoft.com/office/drawing/2014/main" id="{667B02F2-58E2-9942-7163-379E8D55F0A6}"/>
                    </a:ext>
                  </a:extLst>
                </p14:cNvPr>
                <p14:cNvContentPartPr/>
                <p14:nvPr/>
              </p14:nvContentPartPr>
              <p14:xfrm>
                <a:off x="4000176" y="4879296"/>
                <a:ext cx="54720" cy="88200"/>
              </p14:xfrm>
            </p:contentPart>
          </mc:Choice>
          <mc:Fallback>
            <p:pic>
              <p:nvPicPr>
                <p:cNvPr id="375" name="Ink 374">
                  <a:extLst>
                    <a:ext uri="{FF2B5EF4-FFF2-40B4-BE49-F238E27FC236}">
                      <a16:creationId xmlns:a16="http://schemas.microsoft.com/office/drawing/2014/main" id="{667B02F2-58E2-9942-7163-379E8D55F0A6}"/>
                    </a:ext>
                  </a:extLst>
                </p:cNvPr>
                <p:cNvPicPr/>
                <p:nvPr/>
              </p:nvPicPr>
              <p:blipFill>
                <a:blip r:embed="rId581"/>
                <a:stretch>
                  <a:fillRect/>
                </a:stretch>
              </p:blipFill>
              <p:spPr>
                <a:xfrm>
                  <a:off x="3994056" y="4873176"/>
                  <a:ext cx="66960" cy="10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2">
              <p14:nvContentPartPr>
                <p14:cNvPr id="376" name="Ink 375">
                  <a:extLst>
                    <a:ext uri="{FF2B5EF4-FFF2-40B4-BE49-F238E27FC236}">
                      <a16:creationId xmlns:a16="http://schemas.microsoft.com/office/drawing/2014/main" id="{D55B374C-DCC7-32A5-AF46-008E5A872F01}"/>
                    </a:ext>
                  </a:extLst>
                </p14:cNvPr>
                <p14:cNvContentPartPr/>
                <p14:nvPr/>
              </p14:nvContentPartPr>
              <p14:xfrm>
                <a:off x="4146336" y="4747536"/>
                <a:ext cx="124560" cy="201240"/>
              </p14:xfrm>
            </p:contentPart>
          </mc:Choice>
          <mc:Fallback>
            <p:pic>
              <p:nvPicPr>
                <p:cNvPr id="376" name="Ink 375">
                  <a:extLst>
                    <a:ext uri="{FF2B5EF4-FFF2-40B4-BE49-F238E27FC236}">
                      <a16:creationId xmlns:a16="http://schemas.microsoft.com/office/drawing/2014/main" id="{D55B374C-DCC7-32A5-AF46-008E5A872F01}"/>
                    </a:ext>
                  </a:extLst>
                </p:cNvPr>
                <p:cNvPicPr/>
                <p:nvPr/>
              </p:nvPicPr>
              <p:blipFill>
                <a:blip r:embed="rId583"/>
                <a:stretch>
                  <a:fillRect/>
                </a:stretch>
              </p:blipFill>
              <p:spPr>
                <a:xfrm>
                  <a:off x="4140216" y="4741416"/>
                  <a:ext cx="136800" cy="21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4">
              <p14:nvContentPartPr>
                <p14:cNvPr id="377" name="Ink 376">
                  <a:extLst>
                    <a:ext uri="{FF2B5EF4-FFF2-40B4-BE49-F238E27FC236}">
                      <a16:creationId xmlns:a16="http://schemas.microsoft.com/office/drawing/2014/main" id="{D4756268-1636-5379-899A-D75288CCC12F}"/>
                    </a:ext>
                  </a:extLst>
                </p14:cNvPr>
                <p14:cNvContentPartPr/>
                <p14:nvPr/>
              </p14:nvContentPartPr>
              <p14:xfrm>
                <a:off x="4275576" y="4750776"/>
                <a:ext cx="100440" cy="201960"/>
              </p14:xfrm>
            </p:contentPart>
          </mc:Choice>
          <mc:Fallback>
            <p:pic>
              <p:nvPicPr>
                <p:cNvPr id="377" name="Ink 376">
                  <a:extLst>
                    <a:ext uri="{FF2B5EF4-FFF2-40B4-BE49-F238E27FC236}">
                      <a16:creationId xmlns:a16="http://schemas.microsoft.com/office/drawing/2014/main" id="{D4756268-1636-5379-899A-D75288CCC12F}"/>
                    </a:ext>
                  </a:extLst>
                </p:cNvPr>
                <p:cNvPicPr/>
                <p:nvPr/>
              </p:nvPicPr>
              <p:blipFill>
                <a:blip r:embed="rId585"/>
                <a:stretch>
                  <a:fillRect/>
                </a:stretch>
              </p:blipFill>
              <p:spPr>
                <a:xfrm>
                  <a:off x="4269456" y="4744656"/>
                  <a:ext cx="112680" cy="21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6">
              <p14:nvContentPartPr>
                <p14:cNvPr id="378" name="Ink 377">
                  <a:extLst>
                    <a:ext uri="{FF2B5EF4-FFF2-40B4-BE49-F238E27FC236}">
                      <a16:creationId xmlns:a16="http://schemas.microsoft.com/office/drawing/2014/main" id="{6A1C2EE0-5B14-3234-DE47-23561818AFC2}"/>
                    </a:ext>
                  </a:extLst>
                </p14:cNvPr>
                <p14:cNvContentPartPr/>
                <p14:nvPr/>
              </p14:nvContentPartPr>
              <p14:xfrm>
                <a:off x="4338936" y="4823856"/>
                <a:ext cx="134640" cy="84600"/>
              </p14:xfrm>
            </p:contentPart>
          </mc:Choice>
          <mc:Fallback>
            <p:pic>
              <p:nvPicPr>
                <p:cNvPr id="378" name="Ink 377">
                  <a:extLst>
                    <a:ext uri="{FF2B5EF4-FFF2-40B4-BE49-F238E27FC236}">
                      <a16:creationId xmlns:a16="http://schemas.microsoft.com/office/drawing/2014/main" id="{6A1C2EE0-5B14-3234-DE47-23561818AFC2}"/>
                    </a:ext>
                  </a:extLst>
                </p:cNvPr>
                <p:cNvPicPr/>
                <p:nvPr/>
              </p:nvPicPr>
              <p:blipFill>
                <a:blip r:embed="rId587"/>
                <a:stretch>
                  <a:fillRect/>
                </a:stretch>
              </p:blipFill>
              <p:spPr>
                <a:xfrm>
                  <a:off x="4332816" y="4817736"/>
                  <a:ext cx="146880" cy="9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8">
              <p14:nvContentPartPr>
                <p14:cNvPr id="379" name="Ink 378">
                  <a:extLst>
                    <a:ext uri="{FF2B5EF4-FFF2-40B4-BE49-F238E27FC236}">
                      <a16:creationId xmlns:a16="http://schemas.microsoft.com/office/drawing/2014/main" id="{4B9111A5-6B21-FE85-3957-1892E892B755}"/>
                    </a:ext>
                  </a:extLst>
                </p14:cNvPr>
                <p14:cNvContentPartPr/>
                <p14:nvPr/>
              </p14:nvContentPartPr>
              <p14:xfrm>
                <a:off x="4536576" y="4808736"/>
                <a:ext cx="2880" cy="72000"/>
              </p14:xfrm>
            </p:contentPart>
          </mc:Choice>
          <mc:Fallback>
            <p:pic>
              <p:nvPicPr>
                <p:cNvPr id="379" name="Ink 378">
                  <a:extLst>
                    <a:ext uri="{FF2B5EF4-FFF2-40B4-BE49-F238E27FC236}">
                      <a16:creationId xmlns:a16="http://schemas.microsoft.com/office/drawing/2014/main" id="{4B9111A5-6B21-FE85-3957-1892E892B755}"/>
                    </a:ext>
                  </a:extLst>
                </p:cNvPr>
                <p:cNvPicPr/>
                <p:nvPr/>
              </p:nvPicPr>
              <p:blipFill>
                <a:blip r:embed="rId589"/>
                <a:stretch>
                  <a:fillRect/>
                </a:stretch>
              </p:blipFill>
              <p:spPr>
                <a:xfrm>
                  <a:off x="4530456" y="4802616"/>
                  <a:ext cx="15120" cy="8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90">
              <p14:nvContentPartPr>
                <p14:cNvPr id="380" name="Ink 379">
                  <a:extLst>
                    <a:ext uri="{FF2B5EF4-FFF2-40B4-BE49-F238E27FC236}">
                      <a16:creationId xmlns:a16="http://schemas.microsoft.com/office/drawing/2014/main" id="{D9C84B3D-F81B-820C-5DDC-0B7223E7EBAE}"/>
                    </a:ext>
                  </a:extLst>
                </p14:cNvPr>
                <p14:cNvContentPartPr/>
                <p14:nvPr/>
              </p14:nvContentPartPr>
              <p14:xfrm>
                <a:off x="4616856" y="4706136"/>
                <a:ext cx="10080" cy="74160"/>
              </p14:xfrm>
            </p:contentPart>
          </mc:Choice>
          <mc:Fallback>
            <p:pic>
              <p:nvPicPr>
                <p:cNvPr id="380" name="Ink 379">
                  <a:extLst>
                    <a:ext uri="{FF2B5EF4-FFF2-40B4-BE49-F238E27FC236}">
                      <a16:creationId xmlns:a16="http://schemas.microsoft.com/office/drawing/2014/main" id="{D9C84B3D-F81B-820C-5DDC-0B7223E7EBAE}"/>
                    </a:ext>
                  </a:extLst>
                </p:cNvPr>
                <p:cNvPicPr/>
                <p:nvPr/>
              </p:nvPicPr>
              <p:blipFill>
                <a:blip r:embed="rId591"/>
                <a:stretch>
                  <a:fillRect/>
                </a:stretch>
              </p:blipFill>
              <p:spPr>
                <a:xfrm>
                  <a:off x="4610736" y="4700016"/>
                  <a:ext cx="22320" cy="8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92">
              <p14:nvContentPartPr>
                <p14:cNvPr id="381" name="Ink 380">
                  <a:extLst>
                    <a:ext uri="{FF2B5EF4-FFF2-40B4-BE49-F238E27FC236}">
                      <a16:creationId xmlns:a16="http://schemas.microsoft.com/office/drawing/2014/main" id="{7958A648-EEC7-66F5-A66D-23B255F74248}"/>
                    </a:ext>
                  </a:extLst>
                </p14:cNvPr>
                <p14:cNvContentPartPr/>
                <p14:nvPr/>
              </p14:nvContentPartPr>
              <p14:xfrm>
                <a:off x="4685256" y="4791456"/>
                <a:ext cx="122400" cy="41040"/>
              </p14:xfrm>
            </p:contentPart>
          </mc:Choice>
          <mc:Fallback>
            <p:pic>
              <p:nvPicPr>
                <p:cNvPr id="381" name="Ink 380">
                  <a:extLst>
                    <a:ext uri="{FF2B5EF4-FFF2-40B4-BE49-F238E27FC236}">
                      <a16:creationId xmlns:a16="http://schemas.microsoft.com/office/drawing/2014/main" id="{7958A648-EEC7-66F5-A66D-23B255F74248}"/>
                    </a:ext>
                  </a:extLst>
                </p:cNvPr>
                <p:cNvPicPr/>
                <p:nvPr/>
              </p:nvPicPr>
              <p:blipFill>
                <a:blip r:embed="rId593"/>
                <a:stretch>
                  <a:fillRect/>
                </a:stretch>
              </p:blipFill>
              <p:spPr>
                <a:xfrm>
                  <a:off x="4679136" y="4785336"/>
                  <a:ext cx="134640" cy="5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94">
              <p14:nvContentPartPr>
                <p14:cNvPr id="382" name="Ink 381">
                  <a:extLst>
                    <a:ext uri="{FF2B5EF4-FFF2-40B4-BE49-F238E27FC236}">
                      <a16:creationId xmlns:a16="http://schemas.microsoft.com/office/drawing/2014/main" id="{D3E10F7C-BBCC-4663-EA28-C47B3784F329}"/>
                    </a:ext>
                  </a:extLst>
                </p14:cNvPr>
                <p14:cNvContentPartPr/>
                <p14:nvPr/>
              </p14:nvContentPartPr>
              <p14:xfrm>
                <a:off x="4683816" y="4778496"/>
                <a:ext cx="216000" cy="348120"/>
              </p14:xfrm>
            </p:contentPart>
          </mc:Choice>
          <mc:Fallback>
            <p:pic>
              <p:nvPicPr>
                <p:cNvPr id="382" name="Ink 381">
                  <a:extLst>
                    <a:ext uri="{FF2B5EF4-FFF2-40B4-BE49-F238E27FC236}">
                      <a16:creationId xmlns:a16="http://schemas.microsoft.com/office/drawing/2014/main" id="{D3E10F7C-BBCC-4663-EA28-C47B3784F329}"/>
                    </a:ext>
                  </a:extLst>
                </p:cNvPr>
                <p:cNvPicPr/>
                <p:nvPr/>
              </p:nvPicPr>
              <p:blipFill>
                <a:blip r:embed="rId595"/>
                <a:stretch>
                  <a:fillRect/>
                </a:stretch>
              </p:blipFill>
              <p:spPr>
                <a:xfrm>
                  <a:off x="4677696" y="4772376"/>
                  <a:ext cx="228240" cy="360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15" name="Group 414">
            <a:extLst>
              <a:ext uri="{FF2B5EF4-FFF2-40B4-BE49-F238E27FC236}">
                <a16:creationId xmlns:a16="http://schemas.microsoft.com/office/drawing/2014/main" id="{17E0C875-C8FF-5036-EAB2-210DA8E4ABC8}"/>
              </a:ext>
            </a:extLst>
          </p:cNvPr>
          <p:cNvGrpSpPr/>
          <p:nvPr/>
        </p:nvGrpSpPr>
        <p:grpSpPr>
          <a:xfrm>
            <a:off x="5045976" y="4629816"/>
            <a:ext cx="255240" cy="218160"/>
            <a:chOff x="5045976" y="4629816"/>
            <a:chExt cx="255240" cy="218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96">
              <p14:nvContentPartPr>
                <p14:cNvPr id="383" name="Ink 382">
                  <a:extLst>
                    <a:ext uri="{FF2B5EF4-FFF2-40B4-BE49-F238E27FC236}">
                      <a16:creationId xmlns:a16="http://schemas.microsoft.com/office/drawing/2014/main" id="{B13357A8-3C7C-7DB7-EA94-4BDAE451AF35}"/>
                    </a:ext>
                  </a:extLst>
                </p14:cNvPr>
                <p14:cNvContentPartPr/>
                <p14:nvPr/>
              </p14:nvContentPartPr>
              <p14:xfrm>
                <a:off x="5045976" y="4642056"/>
                <a:ext cx="92880" cy="205200"/>
              </p14:xfrm>
            </p:contentPart>
          </mc:Choice>
          <mc:Fallback>
            <p:pic>
              <p:nvPicPr>
                <p:cNvPr id="383" name="Ink 382">
                  <a:extLst>
                    <a:ext uri="{FF2B5EF4-FFF2-40B4-BE49-F238E27FC236}">
                      <a16:creationId xmlns:a16="http://schemas.microsoft.com/office/drawing/2014/main" id="{B13357A8-3C7C-7DB7-EA94-4BDAE451AF35}"/>
                    </a:ext>
                  </a:extLst>
                </p:cNvPr>
                <p:cNvPicPr/>
                <p:nvPr/>
              </p:nvPicPr>
              <p:blipFill>
                <a:blip r:embed="rId597"/>
                <a:stretch>
                  <a:fillRect/>
                </a:stretch>
              </p:blipFill>
              <p:spPr>
                <a:xfrm>
                  <a:off x="5039856" y="4635936"/>
                  <a:ext cx="105120" cy="21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98">
              <p14:nvContentPartPr>
                <p14:cNvPr id="384" name="Ink 383">
                  <a:extLst>
                    <a:ext uri="{FF2B5EF4-FFF2-40B4-BE49-F238E27FC236}">
                      <a16:creationId xmlns:a16="http://schemas.microsoft.com/office/drawing/2014/main" id="{8148A7BB-9E15-C884-801F-9EF280288E00}"/>
                    </a:ext>
                  </a:extLst>
                </p14:cNvPr>
                <p14:cNvContentPartPr/>
                <p14:nvPr/>
              </p14:nvContentPartPr>
              <p14:xfrm>
                <a:off x="5223456" y="4629816"/>
                <a:ext cx="77760" cy="218160"/>
              </p14:xfrm>
            </p:contentPart>
          </mc:Choice>
          <mc:Fallback>
            <p:pic>
              <p:nvPicPr>
                <p:cNvPr id="384" name="Ink 383">
                  <a:extLst>
                    <a:ext uri="{FF2B5EF4-FFF2-40B4-BE49-F238E27FC236}">
                      <a16:creationId xmlns:a16="http://schemas.microsoft.com/office/drawing/2014/main" id="{8148A7BB-9E15-C884-801F-9EF280288E00}"/>
                    </a:ext>
                  </a:extLst>
                </p:cNvPr>
                <p:cNvPicPr/>
                <p:nvPr/>
              </p:nvPicPr>
              <p:blipFill>
                <a:blip r:embed="rId599"/>
                <a:stretch>
                  <a:fillRect/>
                </a:stretch>
              </p:blipFill>
              <p:spPr>
                <a:xfrm>
                  <a:off x="5217336" y="4623696"/>
                  <a:ext cx="90000" cy="2304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600">
            <p14:nvContentPartPr>
              <p14:cNvPr id="385" name="Ink 384">
                <a:extLst>
                  <a:ext uri="{FF2B5EF4-FFF2-40B4-BE49-F238E27FC236}">
                    <a16:creationId xmlns:a16="http://schemas.microsoft.com/office/drawing/2014/main" id="{3709FF9F-B474-8860-CEA4-E19B59E359D6}"/>
                  </a:ext>
                </a:extLst>
              </p14:cNvPr>
              <p14:cNvContentPartPr/>
              <p14:nvPr/>
            </p14:nvContentPartPr>
            <p14:xfrm>
              <a:off x="5525136" y="4503456"/>
              <a:ext cx="128520" cy="421920"/>
            </p14:xfrm>
          </p:contentPart>
        </mc:Choice>
        <mc:Fallback>
          <p:pic>
            <p:nvPicPr>
              <p:cNvPr id="385" name="Ink 384">
                <a:extLst>
                  <a:ext uri="{FF2B5EF4-FFF2-40B4-BE49-F238E27FC236}">
                    <a16:creationId xmlns:a16="http://schemas.microsoft.com/office/drawing/2014/main" id="{3709FF9F-B474-8860-CEA4-E19B59E359D6}"/>
                  </a:ext>
                </a:extLst>
              </p:cNvPr>
              <p:cNvPicPr/>
              <p:nvPr/>
            </p:nvPicPr>
            <p:blipFill>
              <a:blip r:embed="rId601"/>
              <a:stretch>
                <a:fillRect/>
              </a:stretch>
            </p:blipFill>
            <p:spPr>
              <a:xfrm>
                <a:off x="5519016" y="4497336"/>
                <a:ext cx="140760" cy="434160"/>
              </a:xfrm>
              <a:prstGeom prst="rect">
                <a:avLst/>
              </a:prstGeom>
            </p:spPr>
          </p:pic>
        </mc:Fallback>
      </mc:AlternateContent>
      <p:grpSp>
        <p:nvGrpSpPr>
          <p:cNvPr id="414" name="Group 413">
            <a:extLst>
              <a:ext uri="{FF2B5EF4-FFF2-40B4-BE49-F238E27FC236}">
                <a16:creationId xmlns:a16="http://schemas.microsoft.com/office/drawing/2014/main" id="{B8A41046-F1A4-0EC8-A0F7-5C16866137C2}"/>
              </a:ext>
            </a:extLst>
          </p:cNvPr>
          <p:cNvGrpSpPr/>
          <p:nvPr/>
        </p:nvGrpSpPr>
        <p:grpSpPr>
          <a:xfrm>
            <a:off x="2690496" y="5441616"/>
            <a:ext cx="934560" cy="347400"/>
            <a:chOff x="2690496" y="5441616"/>
            <a:chExt cx="934560" cy="347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02">
              <p14:nvContentPartPr>
                <p14:cNvPr id="386" name="Ink 385">
                  <a:extLst>
                    <a:ext uri="{FF2B5EF4-FFF2-40B4-BE49-F238E27FC236}">
                      <a16:creationId xmlns:a16="http://schemas.microsoft.com/office/drawing/2014/main" id="{FA754FF9-A0D0-0812-5B58-B776E810C3CD}"/>
                    </a:ext>
                  </a:extLst>
                </p14:cNvPr>
                <p14:cNvContentPartPr/>
                <p14:nvPr/>
              </p14:nvContentPartPr>
              <p14:xfrm>
                <a:off x="2690496" y="5602896"/>
                <a:ext cx="295560" cy="186120"/>
              </p14:xfrm>
            </p:contentPart>
          </mc:Choice>
          <mc:Fallback>
            <p:pic>
              <p:nvPicPr>
                <p:cNvPr id="386" name="Ink 385">
                  <a:extLst>
                    <a:ext uri="{FF2B5EF4-FFF2-40B4-BE49-F238E27FC236}">
                      <a16:creationId xmlns:a16="http://schemas.microsoft.com/office/drawing/2014/main" id="{FA754FF9-A0D0-0812-5B58-B776E810C3CD}"/>
                    </a:ext>
                  </a:extLst>
                </p:cNvPr>
                <p:cNvPicPr/>
                <p:nvPr/>
              </p:nvPicPr>
              <p:blipFill>
                <a:blip r:embed="rId603"/>
                <a:stretch>
                  <a:fillRect/>
                </a:stretch>
              </p:blipFill>
              <p:spPr>
                <a:xfrm>
                  <a:off x="2684376" y="5596776"/>
                  <a:ext cx="307800" cy="19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4">
              <p14:nvContentPartPr>
                <p14:cNvPr id="387" name="Ink 386">
                  <a:extLst>
                    <a:ext uri="{FF2B5EF4-FFF2-40B4-BE49-F238E27FC236}">
                      <a16:creationId xmlns:a16="http://schemas.microsoft.com/office/drawing/2014/main" id="{6C3FCE8D-5020-EF6F-223A-E8B0EF4D4C70}"/>
                    </a:ext>
                  </a:extLst>
                </p14:cNvPr>
                <p14:cNvContentPartPr/>
                <p14:nvPr/>
              </p14:nvContentPartPr>
              <p14:xfrm>
                <a:off x="3054096" y="5441616"/>
                <a:ext cx="100440" cy="256320"/>
              </p14:xfrm>
            </p:contentPart>
          </mc:Choice>
          <mc:Fallback>
            <p:pic>
              <p:nvPicPr>
                <p:cNvPr id="387" name="Ink 386">
                  <a:extLst>
                    <a:ext uri="{FF2B5EF4-FFF2-40B4-BE49-F238E27FC236}">
                      <a16:creationId xmlns:a16="http://schemas.microsoft.com/office/drawing/2014/main" id="{6C3FCE8D-5020-EF6F-223A-E8B0EF4D4C70}"/>
                    </a:ext>
                  </a:extLst>
                </p:cNvPr>
                <p:cNvPicPr/>
                <p:nvPr/>
              </p:nvPicPr>
              <p:blipFill>
                <a:blip r:embed="rId605"/>
                <a:stretch>
                  <a:fillRect/>
                </a:stretch>
              </p:blipFill>
              <p:spPr>
                <a:xfrm>
                  <a:off x="3047976" y="5435496"/>
                  <a:ext cx="112680" cy="26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6">
              <p14:nvContentPartPr>
                <p14:cNvPr id="388" name="Ink 387">
                  <a:extLst>
                    <a:ext uri="{FF2B5EF4-FFF2-40B4-BE49-F238E27FC236}">
                      <a16:creationId xmlns:a16="http://schemas.microsoft.com/office/drawing/2014/main" id="{3A9569DD-A4BD-F0B9-517C-BFC7D11D329B}"/>
                    </a:ext>
                  </a:extLst>
                </p14:cNvPr>
                <p14:cNvContentPartPr/>
                <p14:nvPr/>
              </p14:nvContentPartPr>
              <p14:xfrm>
                <a:off x="3027096" y="5599296"/>
                <a:ext cx="312480" cy="42480"/>
              </p14:xfrm>
            </p:contentPart>
          </mc:Choice>
          <mc:Fallback>
            <p:pic>
              <p:nvPicPr>
                <p:cNvPr id="388" name="Ink 387">
                  <a:extLst>
                    <a:ext uri="{FF2B5EF4-FFF2-40B4-BE49-F238E27FC236}">
                      <a16:creationId xmlns:a16="http://schemas.microsoft.com/office/drawing/2014/main" id="{3A9569DD-A4BD-F0B9-517C-BFC7D11D329B}"/>
                    </a:ext>
                  </a:extLst>
                </p:cNvPr>
                <p:cNvPicPr/>
                <p:nvPr/>
              </p:nvPicPr>
              <p:blipFill>
                <a:blip r:embed="rId607"/>
                <a:stretch>
                  <a:fillRect/>
                </a:stretch>
              </p:blipFill>
              <p:spPr>
                <a:xfrm>
                  <a:off x="3020976" y="5593176"/>
                  <a:ext cx="324720" cy="5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8">
              <p14:nvContentPartPr>
                <p14:cNvPr id="389" name="Ink 388">
                  <a:extLst>
                    <a:ext uri="{FF2B5EF4-FFF2-40B4-BE49-F238E27FC236}">
                      <a16:creationId xmlns:a16="http://schemas.microsoft.com/office/drawing/2014/main" id="{215C5F46-27D0-046F-AA07-C424EE19451D}"/>
                    </a:ext>
                  </a:extLst>
                </p14:cNvPr>
                <p14:cNvContentPartPr/>
                <p14:nvPr/>
              </p14:nvContentPartPr>
              <p14:xfrm>
                <a:off x="3377376" y="5565456"/>
                <a:ext cx="35640" cy="72360"/>
              </p14:xfrm>
            </p:contentPart>
          </mc:Choice>
          <mc:Fallback>
            <p:pic>
              <p:nvPicPr>
                <p:cNvPr id="389" name="Ink 388">
                  <a:extLst>
                    <a:ext uri="{FF2B5EF4-FFF2-40B4-BE49-F238E27FC236}">
                      <a16:creationId xmlns:a16="http://schemas.microsoft.com/office/drawing/2014/main" id="{215C5F46-27D0-046F-AA07-C424EE19451D}"/>
                    </a:ext>
                  </a:extLst>
                </p:cNvPr>
                <p:cNvPicPr/>
                <p:nvPr/>
              </p:nvPicPr>
              <p:blipFill>
                <a:blip r:embed="rId609"/>
                <a:stretch>
                  <a:fillRect/>
                </a:stretch>
              </p:blipFill>
              <p:spPr>
                <a:xfrm>
                  <a:off x="3371256" y="5559336"/>
                  <a:ext cx="47880" cy="8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10">
              <p14:nvContentPartPr>
                <p14:cNvPr id="390" name="Ink 389">
                  <a:extLst>
                    <a:ext uri="{FF2B5EF4-FFF2-40B4-BE49-F238E27FC236}">
                      <a16:creationId xmlns:a16="http://schemas.microsoft.com/office/drawing/2014/main" id="{31F20A44-0515-0D41-229B-4A7AB2B36509}"/>
                    </a:ext>
                  </a:extLst>
                </p14:cNvPr>
                <p14:cNvContentPartPr/>
                <p14:nvPr/>
              </p14:nvContentPartPr>
              <p14:xfrm>
                <a:off x="3470976" y="5591376"/>
                <a:ext cx="154080" cy="33840"/>
              </p14:xfrm>
            </p:contentPart>
          </mc:Choice>
          <mc:Fallback>
            <p:pic>
              <p:nvPicPr>
                <p:cNvPr id="390" name="Ink 389">
                  <a:extLst>
                    <a:ext uri="{FF2B5EF4-FFF2-40B4-BE49-F238E27FC236}">
                      <a16:creationId xmlns:a16="http://schemas.microsoft.com/office/drawing/2014/main" id="{31F20A44-0515-0D41-229B-4A7AB2B36509}"/>
                    </a:ext>
                  </a:extLst>
                </p:cNvPr>
                <p:cNvPicPr/>
                <p:nvPr/>
              </p:nvPicPr>
              <p:blipFill>
                <a:blip r:embed="rId611"/>
                <a:stretch>
                  <a:fillRect/>
                </a:stretch>
              </p:blipFill>
              <p:spPr>
                <a:xfrm>
                  <a:off x="3464856" y="5585256"/>
                  <a:ext cx="166320" cy="46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13" name="Group 412">
            <a:extLst>
              <a:ext uri="{FF2B5EF4-FFF2-40B4-BE49-F238E27FC236}">
                <a16:creationId xmlns:a16="http://schemas.microsoft.com/office/drawing/2014/main" id="{4EE04C60-189B-ED17-6820-FF17FEB6BDD6}"/>
              </a:ext>
            </a:extLst>
          </p:cNvPr>
          <p:cNvGrpSpPr/>
          <p:nvPr/>
        </p:nvGrpSpPr>
        <p:grpSpPr>
          <a:xfrm>
            <a:off x="3948696" y="5380416"/>
            <a:ext cx="906480" cy="200880"/>
            <a:chOff x="3948696" y="5380416"/>
            <a:chExt cx="906480" cy="200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12">
              <p14:nvContentPartPr>
                <p14:cNvPr id="391" name="Ink 390">
                  <a:extLst>
                    <a:ext uri="{FF2B5EF4-FFF2-40B4-BE49-F238E27FC236}">
                      <a16:creationId xmlns:a16="http://schemas.microsoft.com/office/drawing/2014/main" id="{B77612C9-24A8-15DB-861C-56057C07A13C}"/>
                    </a:ext>
                  </a:extLst>
                </p14:cNvPr>
                <p14:cNvContentPartPr/>
                <p14:nvPr/>
              </p14:nvContentPartPr>
              <p14:xfrm>
                <a:off x="3948696" y="5499576"/>
                <a:ext cx="217440" cy="81720"/>
              </p14:xfrm>
            </p:contentPart>
          </mc:Choice>
          <mc:Fallback>
            <p:pic>
              <p:nvPicPr>
                <p:cNvPr id="391" name="Ink 390">
                  <a:extLst>
                    <a:ext uri="{FF2B5EF4-FFF2-40B4-BE49-F238E27FC236}">
                      <a16:creationId xmlns:a16="http://schemas.microsoft.com/office/drawing/2014/main" id="{B77612C9-24A8-15DB-861C-56057C07A13C}"/>
                    </a:ext>
                  </a:extLst>
                </p:cNvPr>
                <p:cNvPicPr/>
                <p:nvPr/>
              </p:nvPicPr>
              <p:blipFill>
                <a:blip r:embed="rId613"/>
                <a:stretch>
                  <a:fillRect/>
                </a:stretch>
              </p:blipFill>
              <p:spPr>
                <a:xfrm>
                  <a:off x="3942576" y="5493456"/>
                  <a:ext cx="229680" cy="9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14">
              <p14:nvContentPartPr>
                <p14:cNvPr id="392" name="Ink 391">
                  <a:extLst>
                    <a:ext uri="{FF2B5EF4-FFF2-40B4-BE49-F238E27FC236}">
                      <a16:creationId xmlns:a16="http://schemas.microsoft.com/office/drawing/2014/main" id="{0891822D-26C8-8259-D586-1BC2397B79DA}"/>
                    </a:ext>
                  </a:extLst>
                </p14:cNvPr>
                <p14:cNvContentPartPr/>
                <p14:nvPr/>
              </p14:nvContentPartPr>
              <p14:xfrm>
                <a:off x="4223376" y="5465376"/>
                <a:ext cx="118440" cy="70560"/>
              </p14:xfrm>
            </p:contentPart>
          </mc:Choice>
          <mc:Fallback>
            <p:pic>
              <p:nvPicPr>
                <p:cNvPr id="392" name="Ink 391">
                  <a:extLst>
                    <a:ext uri="{FF2B5EF4-FFF2-40B4-BE49-F238E27FC236}">
                      <a16:creationId xmlns:a16="http://schemas.microsoft.com/office/drawing/2014/main" id="{0891822D-26C8-8259-D586-1BC2397B79DA}"/>
                    </a:ext>
                  </a:extLst>
                </p:cNvPr>
                <p:cNvPicPr/>
                <p:nvPr/>
              </p:nvPicPr>
              <p:blipFill>
                <a:blip r:embed="rId615"/>
                <a:stretch>
                  <a:fillRect/>
                </a:stretch>
              </p:blipFill>
              <p:spPr>
                <a:xfrm>
                  <a:off x="4217256" y="5459256"/>
                  <a:ext cx="130680" cy="8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16">
              <p14:nvContentPartPr>
                <p14:cNvPr id="393" name="Ink 392">
                  <a:extLst>
                    <a:ext uri="{FF2B5EF4-FFF2-40B4-BE49-F238E27FC236}">
                      <a16:creationId xmlns:a16="http://schemas.microsoft.com/office/drawing/2014/main" id="{70F12E67-4B4A-2F03-311D-4CC559A3C3C9}"/>
                    </a:ext>
                  </a:extLst>
                </p14:cNvPr>
                <p14:cNvContentPartPr/>
                <p14:nvPr/>
              </p14:nvContentPartPr>
              <p14:xfrm>
                <a:off x="4427136" y="5426496"/>
                <a:ext cx="290160" cy="85680"/>
              </p14:xfrm>
            </p:contentPart>
          </mc:Choice>
          <mc:Fallback>
            <p:pic>
              <p:nvPicPr>
                <p:cNvPr id="393" name="Ink 392">
                  <a:extLst>
                    <a:ext uri="{FF2B5EF4-FFF2-40B4-BE49-F238E27FC236}">
                      <a16:creationId xmlns:a16="http://schemas.microsoft.com/office/drawing/2014/main" id="{70F12E67-4B4A-2F03-311D-4CC559A3C3C9}"/>
                    </a:ext>
                  </a:extLst>
                </p:cNvPr>
                <p:cNvPicPr/>
                <p:nvPr/>
              </p:nvPicPr>
              <p:blipFill>
                <a:blip r:embed="rId617"/>
                <a:stretch>
                  <a:fillRect/>
                </a:stretch>
              </p:blipFill>
              <p:spPr>
                <a:xfrm>
                  <a:off x="4421016" y="5420376"/>
                  <a:ext cx="302400" cy="9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18">
              <p14:nvContentPartPr>
                <p14:cNvPr id="394" name="Ink 393">
                  <a:extLst>
                    <a:ext uri="{FF2B5EF4-FFF2-40B4-BE49-F238E27FC236}">
                      <a16:creationId xmlns:a16="http://schemas.microsoft.com/office/drawing/2014/main" id="{8941E0FC-4524-3D4C-62CC-4AA06BD2197A}"/>
                    </a:ext>
                  </a:extLst>
                </p14:cNvPr>
                <p14:cNvContentPartPr/>
                <p14:nvPr/>
              </p14:nvContentPartPr>
              <p14:xfrm>
                <a:off x="4758336" y="5380416"/>
                <a:ext cx="96840" cy="64800"/>
              </p14:xfrm>
            </p:contentPart>
          </mc:Choice>
          <mc:Fallback>
            <p:pic>
              <p:nvPicPr>
                <p:cNvPr id="394" name="Ink 393">
                  <a:extLst>
                    <a:ext uri="{FF2B5EF4-FFF2-40B4-BE49-F238E27FC236}">
                      <a16:creationId xmlns:a16="http://schemas.microsoft.com/office/drawing/2014/main" id="{8941E0FC-4524-3D4C-62CC-4AA06BD2197A}"/>
                    </a:ext>
                  </a:extLst>
                </p:cNvPr>
                <p:cNvPicPr/>
                <p:nvPr/>
              </p:nvPicPr>
              <p:blipFill>
                <a:blip r:embed="rId619"/>
                <a:stretch>
                  <a:fillRect/>
                </a:stretch>
              </p:blipFill>
              <p:spPr>
                <a:xfrm>
                  <a:off x="4752216" y="5374296"/>
                  <a:ext cx="109080" cy="77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12" name="Group 411">
            <a:extLst>
              <a:ext uri="{FF2B5EF4-FFF2-40B4-BE49-F238E27FC236}">
                <a16:creationId xmlns:a16="http://schemas.microsoft.com/office/drawing/2014/main" id="{DC41490F-A9DB-A2AF-0189-1DEB6A8EC5F2}"/>
              </a:ext>
            </a:extLst>
          </p:cNvPr>
          <p:cNvGrpSpPr/>
          <p:nvPr/>
        </p:nvGrpSpPr>
        <p:grpSpPr>
          <a:xfrm>
            <a:off x="5126616" y="5346576"/>
            <a:ext cx="129600" cy="96480"/>
            <a:chOff x="5126616" y="5346576"/>
            <a:chExt cx="129600" cy="96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20">
              <p14:nvContentPartPr>
                <p14:cNvPr id="395" name="Ink 394">
                  <a:extLst>
                    <a:ext uri="{FF2B5EF4-FFF2-40B4-BE49-F238E27FC236}">
                      <a16:creationId xmlns:a16="http://schemas.microsoft.com/office/drawing/2014/main" id="{27C13DC6-27F3-B9E0-424C-3CF1FF6B5715}"/>
                    </a:ext>
                  </a:extLst>
                </p14:cNvPr>
                <p14:cNvContentPartPr/>
                <p14:nvPr/>
              </p14:nvContentPartPr>
              <p14:xfrm>
                <a:off x="5177016" y="5346576"/>
                <a:ext cx="6120" cy="96480"/>
              </p14:xfrm>
            </p:contentPart>
          </mc:Choice>
          <mc:Fallback>
            <p:pic>
              <p:nvPicPr>
                <p:cNvPr id="395" name="Ink 394">
                  <a:extLst>
                    <a:ext uri="{FF2B5EF4-FFF2-40B4-BE49-F238E27FC236}">
                      <a16:creationId xmlns:a16="http://schemas.microsoft.com/office/drawing/2014/main" id="{27C13DC6-27F3-B9E0-424C-3CF1FF6B5715}"/>
                    </a:ext>
                  </a:extLst>
                </p:cNvPr>
                <p:cNvPicPr/>
                <p:nvPr/>
              </p:nvPicPr>
              <p:blipFill>
                <a:blip r:embed="rId621"/>
                <a:stretch>
                  <a:fillRect/>
                </a:stretch>
              </p:blipFill>
              <p:spPr>
                <a:xfrm>
                  <a:off x="5170896" y="5340456"/>
                  <a:ext cx="18360" cy="10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2">
              <p14:nvContentPartPr>
                <p14:cNvPr id="396" name="Ink 395">
                  <a:extLst>
                    <a:ext uri="{FF2B5EF4-FFF2-40B4-BE49-F238E27FC236}">
                      <a16:creationId xmlns:a16="http://schemas.microsoft.com/office/drawing/2014/main" id="{A1C86267-C7A8-443C-A1B6-09D870EE7503}"/>
                    </a:ext>
                  </a:extLst>
                </p14:cNvPr>
                <p14:cNvContentPartPr/>
                <p14:nvPr/>
              </p14:nvContentPartPr>
              <p14:xfrm>
                <a:off x="5126616" y="5395536"/>
                <a:ext cx="129600" cy="18360"/>
              </p14:xfrm>
            </p:contentPart>
          </mc:Choice>
          <mc:Fallback>
            <p:pic>
              <p:nvPicPr>
                <p:cNvPr id="396" name="Ink 395">
                  <a:extLst>
                    <a:ext uri="{FF2B5EF4-FFF2-40B4-BE49-F238E27FC236}">
                      <a16:creationId xmlns:a16="http://schemas.microsoft.com/office/drawing/2014/main" id="{A1C86267-C7A8-443C-A1B6-09D870EE7503}"/>
                    </a:ext>
                  </a:extLst>
                </p:cNvPr>
                <p:cNvPicPr/>
                <p:nvPr/>
              </p:nvPicPr>
              <p:blipFill>
                <a:blip r:embed="rId623"/>
                <a:stretch>
                  <a:fillRect/>
                </a:stretch>
              </p:blipFill>
              <p:spPr>
                <a:xfrm>
                  <a:off x="5120496" y="5389416"/>
                  <a:ext cx="141840" cy="30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11" name="Group 410">
            <a:extLst>
              <a:ext uri="{FF2B5EF4-FFF2-40B4-BE49-F238E27FC236}">
                <a16:creationId xmlns:a16="http://schemas.microsoft.com/office/drawing/2014/main" id="{0D6A5703-295C-E6FD-B067-B10CC7516A4C}"/>
              </a:ext>
            </a:extLst>
          </p:cNvPr>
          <p:cNvGrpSpPr/>
          <p:nvPr/>
        </p:nvGrpSpPr>
        <p:grpSpPr>
          <a:xfrm>
            <a:off x="5472936" y="5189976"/>
            <a:ext cx="95040" cy="78120"/>
            <a:chOff x="5472936" y="5189976"/>
            <a:chExt cx="95040" cy="78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24">
              <p14:nvContentPartPr>
                <p14:cNvPr id="397" name="Ink 396">
                  <a:extLst>
                    <a:ext uri="{FF2B5EF4-FFF2-40B4-BE49-F238E27FC236}">
                      <a16:creationId xmlns:a16="http://schemas.microsoft.com/office/drawing/2014/main" id="{D420D6F3-7A86-BF31-833A-95259BD164D5}"/>
                    </a:ext>
                  </a:extLst>
                </p14:cNvPr>
                <p14:cNvContentPartPr/>
                <p14:nvPr/>
              </p14:nvContentPartPr>
              <p14:xfrm>
                <a:off x="5472936" y="5207616"/>
                <a:ext cx="22320" cy="60480"/>
              </p14:xfrm>
            </p:contentPart>
          </mc:Choice>
          <mc:Fallback>
            <p:pic>
              <p:nvPicPr>
                <p:cNvPr id="397" name="Ink 396">
                  <a:extLst>
                    <a:ext uri="{FF2B5EF4-FFF2-40B4-BE49-F238E27FC236}">
                      <a16:creationId xmlns:a16="http://schemas.microsoft.com/office/drawing/2014/main" id="{D420D6F3-7A86-BF31-833A-95259BD164D5}"/>
                    </a:ext>
                  </a:extLst>
                </p:cNvPr>
                <p:cNvPicPr/>
                <p:nvPr/>
              </p:nvPicPr>
              <p:blipFill>
                <a:blip r:embed="rId625"/>
                <a:stretch>
                  <a:fillRect/>
                </a:stretch>
              </p:blipFill>
              <p:spPr>
                <a:xfrm>
                  <a:off x="5466816" y="5201496"/>
                  <a:ext cx="34560" cy="7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6">
              <p14:nvContentPartPr>
                <p14:cNvPr id="398" name="Ink 397">
                  <a:extLst>
                    <a:ext uri="{FF2B5EF4-FFF2-40B4-BE49-F238E27FC236}">
                      <a16:creationId xmlns:a16="http://schemas.microsoft.com/office/drawing/2014/main" id="{89EB221F-D9DC-BFBC-9938-156E21A99E0A}"/>
                    </a:ext>
                  </a:extLst>
                </p14:cNvPr>
                <p14:cNvContentPartPr/>
                <p14:nvPr/>
              </p14:nvContentPartPr>
              <p14:xfrm>
                <a:off x="5550696" y="5189976"/>
                <a:ext cx="17280" cy="63720"/>
              </p14:xfrm>
            </p:contentPart>
          </mc:Choice>
          <mc:Fallback>
            <p:pic>
              <p:nvPicPr>
                <p:cNvPr id="398" name="Ink 397">
                  <a:extLst>
                    <a:ext uri="{FF2B5EF4-FFF2-40B4-BE49-F238E27FC236}">
                      <a16:creationId xmlns:a16="http://schemas.microsoft.com/office/drawing/2014/main" id="{89EB221F-D9DC-BFBC-9938-156E21A99E0A}"/>
                    </a:ext>
                  </a:extLst>
                </p:cNvPr>
                <p:cNvPicPr/>
                <p:nvPr/>
              </p:nvPicPr>
              <p:blipFill>
                <a:blip r:embed="rId627"/>
                <a:stretch>
                  <a:fillRect/>
                </a:stretch>
              </p:blipFill>
              <p:spPr>
                <a:xfrm>
                  <a:off x="5544576" y="5183856"/>
                  <a:ext cx="29520" cy="75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10" name="Group 409">
            <a:extLst>
              <a:ext uri="{FF2B5EF4-FFF2-40B4-BE49-F238E27FC236}">
                <a16:creationId xmlns:a16="http://schemas.microsoft.com/office/drawing/2014/main" id="{CD26C2F3-8D91-852C-5B76-84AE91BDC5AA}"/>
              </a:ext>
            </a:extLst>
          </p:cNvPr>
          <p:cNvGrpSpPr/>
          <p:nvPr/>
        </p:nvGrpSpPr>
        <p:grpSpPr>
          <a:xfrm>
            <a:off x="6199416" y="5119056"/>
            <a:ext cx="58680" cy="74880"/>
            <a:chOff x="6199416" y="5119056"/>
            <a:chExt cx="58680" cy="74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28">
              <p14:nvContentPartPr>
                <p14:cNvPr id="399" name="Ink 398">
                  <a:extLst>
                    <a:ext uri="{FF2B5EF4-FFF2-40B4-BE49-F238E27FC236}">
                      <a16:creationId xmlns:a16="http://schemas.microsoft.com/office/drawing/2014/main" id="{BAE49CBC-13ED-2BDE-96E3-CABADC6C6E50}"/>
                    </a:ext>
                  </a:extLst>
                </p14:cNvPr>
                <p14:cNvContentPartPr/>
                <p14:nvPr/>
              </p14:nvContentPartPr>
              <p14:xfrm>
                <a:off x="6199416" y="5119056"/>
                <a:ext cx="17280" cy="74880"/>
              </p14:xfrm>
            </p:contentPart>
          </mc:Choice>
          <mc:Fallback>
            <p:pic>
              <p:nvPicPr>
                <p:cNvPr id="399" name="Ink 398">
                  <a:extLst>
                    <a:ext uri="{FF2B5EF4-FFF2-40B4-BE49-F238E27FC236}">
                      <a16:creationId xmlns:a16="http://schemas.microsoft.com/office/drawing/2014/main" id="{BAE49CBC-13ED-2BDE-96E3-CABADC6C6E50}"/>
                    </a:ext>
                  </a:extLst>
                </p:cNvPr>
                <p:cNvPicPr/>
                <p:nvPr/>
              </p:nvPicPr>
              <p:blipFill>
                <a:blip r:embed="rId629"/>
                <a:stretch>
                  <a:fillRect/>
                </a:stretch>
              </p:blipFill>
              <p:spPr>
                <a:xfrm>
                  <a:off x="6193296" y="5112936"/>
                  <a:ext cx="29520" cy="8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30">
              <p14:nvContentPartPr>
                <p14:cNvPr id="400" name="Ink 399">
                  <a:extLst>
                    <a:ext uri="{FF2B5EF4-FFF2-40B4-BE49-F238E27FC236}">
                      <a16:creationId xmlns:a16="http://schemas.microsoft.com/office/drawing/2014/main" id="{39D65405-3457-2FB7-0DDC-0861DB16F638}"/>
                    </a:ext>
                  </a:extLst>
                </p14:cNvPr>
                <p14:cNvContentPartPr/>
                <p14:nvPr/>
              </p14:nvContentPartPr>
              <p14:xfrm>
                <a:off x="6206616" y="5119056"/>
                <a:ext cx="51480" cy="66240"/>
              </p14:xfrm>
            </p:contentPart>
          </mc:Choice>
          <mc:Fallback>
            <p:pic>
              <p:nvPicPr>
                <p:cNvPr id="400" name="Ink 399">
                  <a:extLst>
                    <a:ext uri="{FF2B5EF4-FFF2-40B4-BE49-F238E27FC236}">
                      <a16:creationId xmlns:a16="http://schemas.microsoft.com/office/drawing/2014/main" id="{39D65405-3457-2FB7-0DDC-0861DB16F638}"/>
                    </a:ext>
                  </a:extLst>
                </p:cNvPr>
                <p:cNvPicPr/>
                <p:nvPr/>
              </p:nvPicPr>
              <p:blipFill>
                <a:blip r:embed="rId631"/>
                <a:stretch>
                  <a:fillRect/>
                </a:stretch>
              </p:blipFill>
              <p:spPr>
                <a:xfrm>
                  <a:off x="6200496" y="5112936"/>
                  <a:ext cx="63720" cy="78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09" name="Group 408">
            <a:extLst>
              <a:ext uri="{FF2B5EF4-FFF2-40B4-BE49-F238E27FC236}">
                <a16:creationId xmlns:a16="http://schemas.microsoft.com/office/drawing/2014/main" id="{3973420C-DA45-39B4-F896-8F55D5706668}"/>
              </a:ext>
            </a:extLst>
          </p:cNvPr>
          <p:cNvGrpSpPr/>
          <p:nvPr/>
        </p:nvGrpSpPr>
        <p:grpSpPr>
          <a:xfrm>
            <a:off x="6489576" y="5216616"/>
            <a:ext cx="92880" cy="93600"/>
            <a:chOff x="6489576" y="5216616"/>
            <a:chExt cx="92880" cy="93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32">
              <p14:nvContentPartPr>
                <p14:cNvPr id="401" name="Ink 400">
                  <a:extLst>
                    <a:ext uri="{FF2B5EF4-FFF2-40B4-BE49-F238E27FC236}">
                      <a16:creationId xmlns:a16="http://schemas.microsoft.com/office/drawing/2014/main" id="{5B1F21D5-020F-067E-8F8D-66A0CC51830D}"/>
                    </a:ext>
                  </a:extLst>
                </p14:cNvPr>
                <p14:cNvContentPartPr/>
                <p14:nvPr/>
              </p14:nvContentPartPr>
              <p14:xfrm>
                <a:off x="6533496" y="5216616"/>
                <a:ext cx="360" cy="93600"/>
              </p14:xfrm>
            </p:contentPart>
          </mc:Choice>
          <mc:Fallback>
            <p:pic>
              <p:nvPicPr>
                <p:cNvPr id="401" name="Ink 400">
                  <a:extLst>
                    <a:ext uri="{FF2B5EF4-FFF2-40B4-BE49-F238E27FC236}">
                      <a16:creationId xmlns:a16="http://schemas.microsoft.com/office/drawing/2014/main" id="{5B1F21D5-020F-067E-8F8D-66A0CC51830D}"/>
                    </a:ext>
                  </a:extLst>
                </p:cNvPr>
                <p:cNvPicPr/>
                <p:nvPr/>
              </p:nvPicPr>
              <p:blipFill>
                <a:blip r:embed="rId633"/>
                <a:stretch>
                  <a:fillRect/>
                </a:stretch>
              </p:blipFill>
              <p:spPr>
                <a:xfrm>
                  <a:off x="6527376" y="5210496"/>
                  <a:ext cx="12600" cy="10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34">
              <p14:nvContentPartPr>
                <p14:cNvPr id="402" name="Ink 401">
                  <a:extLst>
                    <a:ext uri="{FF2B5EF4-FFF2-40B4-BE49-F238E27FC236}">
                      <a16:creationId xmlns:a16="http://schemas.microsoft.com/office/drawing/2014/main" id="{845CD543-924D-7339-72F8-89AF383E9ED9}"/>
                    </a:ext>
                  </a:extLst>
                </p14:cNvPr>
                <p14:cNvContentPartPr/>
                <p14:nvPr/>
              </p14:nvContentPartPr>
              <p14:xfrm>
                <a:off x="6489576" y="5252256"/>
                <a:ext cx="92880" cy="9360"/>
              </p14:xfrm>
            </p:contentPart>
          </mc:Choice>
          <mc:Fallback>
            <p:pic>
              <p:nvPicPr>
                <p:cNvPr id="402" name="Ink 401">
                  <a:extLst>
                    <a:ext uri="{FF2B5EF4-FFF2-40B4-BE49-F238E27FC236}">
                      <a16:creationId xmlns:a16="http://schemas.microsoft.com/office/drawing/2014/main" id="{845CD543-924D-7339-72F8-89AF383E9ED9}"/>
                    </a:ext>
                  </a:extLst>
                </p:cNvPr>
                <p:cNvPicPr/>
                <p:nvPr/>
              </p:nvPicPr>
              <p:blipFill>
                <a:blip r:embed="rId635"/>
                <a:stretch>
                  <a:fillRect/>
                </a:stretch>
              </p:blipFill>
              <p:spPr>
                <a:xfrm>
                  <a:off x="6483456" y="5246136"/>
                  <a:ext cx="105120" cy="21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08" name="Group 407">
            <a:extLst>
              <a:ext uri="{FF2B5EF4-FFF2-40B4-BE49-F238E27FC236}">
                <a16:creationId xmlns:a16="http://schemas.microsoft.com/office/drawing/2014/main" id="{3DF6509F-53C3-7299-B4B1-3BE0E30196D4}"/>
              </a:ext>
            </a:extLst>
          </p:cNvPr>
          <p:cNvGrpSpPr/>
          <p:nvPr/>
        </p:nvGrpSpPr>
        <p:grpSpPr>
          <a:xfrm>
            <a:off x="6760296" y="4947696"/>
            <a:ext cx="373320" cy="547920"/>
            <a:chOff x="6760296" y="4947696"/>
            <a:chExt cx="373320" cy="547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36">
              <p14:nvContentPartPr>
                <p14:cNvPr id="403" name="Ink 402">
                  <a:extLst>
                    <a:ext uri="{FF2B5EF4-FFF2-40B4-BE49-F238E27FC236}">
                      <a16:creationId xmlns:a16="http://schemas.microsoft.com/office/drawing/2014/main" id="{11279493-CBCA-2A5B-B9A0-CEC45C5EB026}"/>
                    </a:ext>
                  </a:extLst>
                </p14:cNvPr>
                <p14:cNvContentPartPr/>
                <p14:nvPr/>
              </p14:nvContentPartPr>
              <p14:xfrm>
                <a:off x="6760296" y="5173416"/>
                <a:ext cx="73440" cy="70560"/>
              </p14:xfrm>
            </p:contentPart>
          </mc:Choice>
          <mc:Fallback>
            <p:pic>
              <p:nvPicPr>
                <p:cNvPr id="403" name="Ink 402">
                  <a:extLst>
                    <a:ext uri="{FF2B5EF4-FFF2-40B4-BE49-F238E27FC236}">
                      <a16:creationId xmlns:a16="http://schemas.microsoft.com/office/drawing/2014/main" id="{11279493-CBCA-2A5B-B9A0-CEC45C5EB026}"/>
                    </a:ext>
                  </a:extLst>
                </p:cNvPr>
                <p:cNvPicPr/>
                <p:nvPr/>
              </p:nvPicPr>
              <p:blipFill>
                <a:blip r:embed="rId637"/>
                <a:stretch>
                  <a:fillRect/>
                </a:stretch>
              </p:blipFill>
              <p:spPr>
                <a:xfrm>
                  <a:off x="6754176" y="5167296"/>
                  <a:ext cx="85680" cy="8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38">
              <p14:nvContentPartPr>
                <p14:cNvPr id="404" name="Ink 403">
                  <a:extLst>
                    <a:ext uri="{FF2B5EF4-FFF2-40B4-BE49-F238E27FC236}">
                      <a16:creationId xmlns:a16="http://schemas.microsoft.com/office/drawing/2014/main" id="{ED2C7B90-43C9-9C05-7322-C5AA48482629}"/>
                    </a:ext>
                  </a:extLst>
                </p14:cNvPr>
                <p14:cNvContentPartPr/>
                <p14:nvPr/>
              </p14:nvContentPartPr>
              <p14:xfrm>
                <a:off x="6852816" y="5115816"/>
                <a:ext cx="5400" cy="43560"/>
              </p14:xfrm>
            </p:contentPart>
          </mc:Choice>
          <mc:Fallback>
            <p:pic>
              <p:nvPicPr>
                <p:cNvPr id="404" name="Ink 403">
                  <a:extLst>
                    <a:ext uri="{FF2B5EF4-FFF2-40B4-BE49-F238E27FC236}">
                      <a16:creationId xmlns:a16="http://schemas.microsoft.com/office/drawing/2014/main" id="{ED2C7B90-43C9-9C05-7322-C5AA48482629}"/>
                    </a:ext>
                  </a:extLst>
                </p:cNvPr>
                <p:cNvPicPr/>
                <p:nvPr/>
              </p:nvPicPr>
              <p:blipFill>
                <a:blip r:embed="rId639"/>
                <a:stretch>
                  <a:fillRect/>
                </a:stretch>
              </p:blipFill>
              <p:spPr>
                <a:xfrm>
                  <a:off x="6846696" y="5109696"/>
                  <a:ext cx="17640" cy="5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0">
              <p14:nvContentPartPr>
                <p14:cNvPr id="405" name="Ink 404">
                  <a:extLst>
                    <a:ext uri="{FF2B5EF4-FFF2-40B4-BE49-F238E27FC236}">
                      <a16:creationId xmlns:a16="http://schemas.microsoft.com/office/drawing/2014/main" id="{B905D92E-9BB7-C55C-D38E-C2033D8B4287}"/>
                    </a:ext>
                  </a:extLst>
                </p14:cNvPr>
                <p14:cNvContentPartPr/>
                <p14:nvPr/>
              </p14:nvContentPartPr>
              <p14:xfrm>
                <a:off x="6888456" y="4947696"/>
                <a:ext cx="172080" cy="298440"/>
              </p14:xfrm>
            </p:contentPart>
          </mc:Choice>
          <mc:Fallback>
            <p:pic>
              <p:nvPicPr>
                <p:cNvPr id="405" name="Ink 404">
                  <a:extLst>
                    <a:ext uri="{FF2B5EF4-FFF2-40B4-BE49-F238E27FC236}">
                      <a16:creationId xmlns:a16="http://schemas.microsoft.com/office/drawing/2014/main" id="{B905D92E-9BB7-C55C-D38E-C2033D8B4287}"/>
                    </a:ext>
                  </a:extLst>
                </p:cNvPr>
                <p:cNvPicPr/>
                <p:nvPr/>
              </p:nvPicPr>
              <p:blipFill>
                <a:blip r:embed="rId641"/>
                <a:stretch>
                  <a:fillRect/>
                </a:stretch>
              </p:blipFill>
              <p:spPr>
                <a:xfrm>
                  <a:off x="6882336" y="4941576"/>
                  <a:ext cx="184320" cy="31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2">
              <p14:nvContentPartPr>
                <p14:cNvPr id="406" name="Ink 405">
                  <a:extLst>
                    <a:ext uri="{FF2B5EF4-FFF2-40B4-BE49-F238E27FC236}">
                      <a16:creationId xmlns:a16="http://schemas.microsoft.com/office/drawing/2014/main" id="{FBC3B9E1-EA98-863C-EE11-7216C37B5497}"/>
                    </a:ext>
                  </a:extLst>
                </p14:cNvPr>
                <p14:cNvContentPartPr/>
                <p14:nvPr/>
              </p14:nvContentPartPr>
              <p14:xfrm>
                <a:off x="7121016" y="5159736"/>
                <a:ext cx="12600" cy="34560"/>
              </p14:xfrm>
            </p:contentPart>
          </mc:Choice>
          <mc:Fallback>
            <p:pic>
              <p:nvPicPr>
                <p:cNvPr id="406" name="Ink 405">
                  <a:extLst>
                    <a:ext uri="{FF2B5EF4-FFF2-40B4-BE49-F238E27FC236}">
                      <a16:creationId xmlns:a16="http://schemas.microsoft.com/office/drawing/2014/main" id="{FBC3B9E1-EA98-863C-EE11-7216C37B5497}"/>
                    </a:ext>
                  </a:extLst>
                </p:cNvPr>
                <p:cNvPicPr/>
                <p:nvPr/>
              </p:nvPicPr>
              <p:blipFill>
                <a:blip r:embed="rId643"/>
                <a:stretch>
                  <a:fillRect/>
                </a:stretch>
              </p:blipFill>
              <p:spPr>
                <a:xfrm>
                  <a:off x="7114896" y="5153616"/>
                  <a:ext cx="24840" cy="4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4">
              <p14:nvContentPartPr>
                <p14:cNvPr id="407" name="Ink 406">
                  <a:extLst>
                    <a:ext uri="{FF2B5EF4-FFF2-40B4-BE49-F238E27FC236}">
                      <a16:creationId xmlns:a16="http://schemas.microsoft.com/office/drawing/2014/main" id="{711A9830-A212-5233-1895-F045A45A87F9}"/>
                    </a:ext>
                  </a:extLst>
                </p14:cNvPr>
                <p14:cNvContentPartPr/>
                <p14:nvPr/>
              </p14:nvContentPartPr>
              <p14:xfrm>
                <a:off x="6940656" y="5314176"/>
                <a:ext cx="156240" cy="181440"/>
              </p14:xfrm>
            </p:contentPart>
          </mc:Choice>
          <mc:Fallback>
            <p:pic>
              <p:nvPicPr>
                <p:cNvPr id="407" name="Ink 406">
                  <a:extLst>
                    <a:ext uri="{FF2B5EF4-FFF2-40B4-BE49-F238E27FC236}">
                      <a16:creationId xmlns:a16="http://schemas.microsoft.com/office/drawing/2014/main" id="{711A9830-A212-5233-1895-F045A45A87F9}"/>
                    </a:ext>
                  </a:extLst>
                </p:cNvPr>
                <p:cNvPicPr/>
                <p:nvPr/>
              </p:nvPicPr>
              <p:blipFill>
                <a:blip r:embed="rId645"/>
                <a:stretch>
                  <a:fillRect/>
                </a:stretch>
              </p:blipFill>
              <p:spPr>
                <a:xfrm>
                  <a:off x="6934536" y="5308056"/>
                  <a:ext cx="168480" cy="1936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646">
            <p14:nvContentPartPr>
              <p14:cNvPr id="417" name="Ink 416">
                <a:extLst>
                  <a:ext uri="{FF2B5EF4-FFF2-40B4-BE49-F238E27FC236}">
                    <a16:creationId xmlns:a16="http://schemas.microsoft.com/office/drawing/2014/main" id="{981AE363-0ED9-3FAB-0020-BCAC4234650D}"/>
                  </a:ext>
                </a:extLst>
              </p14:cNvPr>
              <p14:cNvContentPartPr/>
              <p14:nvPr/>
            </p14:nvContentPartPr>
            <p14:xfrm>
              <a:off x="1651896" y="6012216"/>
              <a:ext cx="105120" cy="353880"/>
            </p14:xfrm>
          </p:contentPart>
        </mc:Choice>
        <mc:Fallback>
          <p:pic>
            <p:nvPicPr>
              <p:cNvPr id="417" name="Ink 416">
                <a:extLst>
                  <a:ext uri="{FF2B5EF4-FFF2-40B4-BE49-F238E27FC236}">
                    <a16:creationId xmlns:a16="http://schemas.microsoft.com/office/drawing/2014/main" id="{981AE363-0ED9-3FAB-0020-BCAC4234650D}"/>
                  </a:ext>
                </a:extLst>
              </p:cNvPr>
              <p:cNvPicPr/>
              <p:nvPr/>
            </p:nvPicPr>
            <p:blipFill>
              <a:blip r:embed="rId647"/>
              <a:stretch>
                <a:fillRect/>
              </a:stretch>
            </p:blipFill>
            <p:spPr>
              <a:xfrm>
                <a:off x="1645776" y="6006096"/>
                <a:ext cx="117360" cy="366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48">
            <p14:nvContentPartPr>
              <p14:cNvPr id="418" name="Ink 417">
                <a:extLst>
                  <a:ext uri="{FF2B5EF4-FFF2-40B4-BE49-F238E27FC236}">
                    <a16:creationId xmlns:a16="http://schemas.microsoft.com/office/drawing/2014/main" id="{F309BF81-5B51-E8A1-F0D8-A8AAAC202DD3}"/>
                  </a:ext>
                </a:extLst>
              </p14:cNvPr>
              <p14:cNvContentPartPr/>
              <p14:nvPr/>
            </p14:nvContentPartPr>
            <p14:xfrm>
              <a:off x="783576" y="6609456"/>
              <a:ext cx="172440" cy="268560"/>
            </p14:xfrm>
          </p:contentPart>
        </mc:Choice>
        <mc:Fallback>
          <p:pic>
            <p:nvPicPr>
              <p:cNvPr id="418" name="Ink 417">
                <a:extLst>
                  <a:ext uri="{FF2B5EF4-FFF2-40B4-BE49-F238E27FC236}">
                    <a16:creationId xmlns:a16="http://schemas.microsoft.com/office/drawing/2014/main" id="{F309BF81-5B51-E8A1-F0D8-A8AAAC202DD3}"/>
                  </a:ext>
                </a:extLst>
              </p:cNvPr>
              <p:cNvPicPr/>
              <p:nvPr/>
            </p:nvPicPr>
            <p:blipFill>
              <a:blip r:embed="rId649"/>
              <a:stretch>
                <a:fillRect/>
              </a:stretch>
            </p:blipFill>
            <p:spPr>
              <a:xfrm>
                <a:off x="777456" y="6603336"/>
                <a:ext cx="184680" cy="2808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7192534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22613BCD-81BA-AEDD-43CF-B30D4E32655D}"/>
                  </a:ext>
                </a:extLst>
              </p14:cNvPr>
              <p14:cNvContentPartPr/>
              <p14:nvPr/>
            </p14:nvContentPartPr>
            <p14:xfrm>
              <a:off x="1298376" y="965880"/>
              <a:ext cx="202680" cy="53172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22613BCD-81BA-AEDD-43CF-B30D4E32655D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294056" y="961560"/>
                <a:ext cx="211320" cy="540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5DD7CCDF-2A7D-F762-E9B7-252FE2C67841}"/>
                  </a:ext>
                </a:extLst>
              </p14:cNvPr>
              <p14:cNvContentPartPr/>
              <p14:nvPr/>
            </p14:nvContentPartPr>
            <p14:xfrm>
              <a:off x="1613376" y="1054440"/>
              <a:ext cx="78120" cy="25704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5DD7CCDF-2A7D-F762-E9B7-252FE2C67841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609056" y="1050120"/>
                <a:ext cx="86760" cy="265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6DA87D0B-B9CF-FC3E-A9B8-7F1E3E69BDF1}"/>
                  </a:ext>
                </a:extLst>
              </p14:cNvPr>
              <p14:cNvContentPartPr/>
              <p14:nvPr/>
            </p14:nvContentPartPr>
            <p14:xfrm>
              <a:off x="1736496" y="1205280"/>
              <a:ext cx="103680" cy="8604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6DA87D0B-B9CF-FC3E-A9B8-7F1E3E69BDF1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732176" y="1200960"/>
                <a:ext cx="112320" cy="94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0E624D15-2B4D-B6F3-1834-70D7D6523A66}"/>
                  </a:ext>
                </a:extLst>
              </p14:cNvPr>
              <p14:cNvContentPartPr/>
              <p14:nvPr/>
            </p14:nvContentPartPr>
            <p14:xfrm>
              <a:off x="1857816" y="1195920"/>
              <a:ext cx="118800" cy="6516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0E624D15-2B4D-B6F3-1834-70D7D6523A66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853496" y="1191600"/>
                <a:ext cx="127440" cy="73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0120D466-27DF-7C0B-B2F6-2548CE0A52A4}"/>
                  </a:ext>
                </a:extLst>
              </p14:cNvPr>
              <p14:cNvContentPartPr/>
              <p14:nvPr/>
            </p14:nvContentPartPr>
            <p14:xfrm>
              <a:off x="2018376" y="1009080"/>
              <a:ext cx="213840" cy="26028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0120D466-27DF-7C0B-B2F6-2548CE0A52A4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2014056" y="1004760"/>
                <a:ext cx="222480" cy="268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0BB064DB-2F98-E894-BE70-7B1C401EE2D7}"/>
                  </a:ext>
                </a:extLst>
              </p14:cNvPr>
              <p14:cNvContentPartPr/>
              <p14:nvPr/>
            </p14:nvContentPartPr>
            <p14:xfrm>
              <a:off x="1218096" y="2844360"/>
              <a:ext cx="61200" cy="287280"/>
            </p14:xfrm>
          </p:contentPart>
        </mc:Choice>
        <mc:Fallback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0BB064DB-2F98-E894-BE70-7B1C401EE2D7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1213776" y="2840040"/>
                <a:ext cx="69840" cy="295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84F8887C-F603-D6D2-FB6C-06704D9381C6}"/>
                  </a:ext>
                </a:extLst>
              </p14:cNvPr>
              <p14:cNvContentPartPr/>
              <p14:nvPr/>
            </p14:nvContentPartPr>
            <p14:xfrm>
              <a:off x="1422576" y="2845800"/>
              <a:ext cx="56520" cy="236880"/>
            </p14:xfrm>
          </p:contentPart>
        </mc:Choice>
        <mc:Fallback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84F8887C-F603-D6D2-FB6C-06704D9381C6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1418256" y="2841480"/>
                <a:ext cx="65160" cy="245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3E45CA73-E858-7C4F-A1C1-82F64C087E77}"/>
                  </a:ext>
                </a:extLst>
              </p14:cNvPr>
              <p14:cNvContentPartPr/>
              <p14:nvPr/>
            </p14:nvContentPartPr>
            <p14:xfrm>
              <a:off x="1379016" y="2933640"/>
              <a:ext cx="229680" cy="114840"/>
            </p14:xfrm>
          </p:contentPart>
        </mc:Choice>
        <mc:Fallback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3E45CA73-E858-7C4F-A1C1-82F64C087E77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1374696" y="2929320"/>
                <a:ext cx="238320" cy="123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B0A3A755-6EEE-F996-80C2-FAC8F42A0065}"/>
                  </a:ext>
                </a:extLst>
              </p14:cNvPr>
              <p14:cNvContentPartPr/>
              <p14:nvPr/>
            </p14:nvContentPartPr>
            <p14:xfrm>
              <a:off x="1661616" y="2983320"/>
              <a:ext cx="5400" cy="50760"/>
            </p14:xfrm>
          </p:contentPart>
        </mc:Choice>
        <mc:Fallback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B0A3A755-6EEE-F996-80C2-FAC8F42A0065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1657296" y="2979000"/>
                <a:ext cx="14040" cy="59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49234260-3080-0353-8994-C676F8D43CF9}"/>
                  </a:ext>
                </a:extLst>
              </p14:cNvPr>
              <p14:cNvContentPartPr/>
              <p14:nvPr/>
            </p14:nvContentPartPr>
            <p14:xfrm>
              <a:off x="1688616" y="2886480"/>
              <a:ext cx="22320" cy="31320"/>
            </p14:xfrm>
          </p:contentPart>
        </mc:Choice>
        <mc:Fallback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49234260-3080-0353-8994-C676F8D43CF9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1684296" y="2882160"/>
                <a:ext cx="30960" cy="39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9CA9CD54-C406-C240-8209-77A0331D5103}"/>
                  </a:ext>
                </a:extLst>
              </p14:cNvPr>
              <p14:cNvContentPartPr/>
              <p14:nvPr/>
            </p14:nvContentPartPr>
            <p14:xfrm>
              <a:off x="1796976" y="2871720"/>
              <a:ext cx="36000" cy="180360"/>
            </p14:xfrm>
          </p:contentPart>
        </mc:Choice>
        <mc:Fallback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9CA9CD54-C406-C240-8209-77A0331D5103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1792656" y="2867400"/>
                <a:ext cx="44640" cy="189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4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4053BA8E-A660-D3B1-2B6D-BA73643B1D45}"/>
                  </a:ext>
                </a:extLst>
              </p14:cNvPr>
              <p14:cNvContentPartPr/>
              <p14:nvPr/>
            </p14:nvContentPartPr>
            <p14:xfrm>
              <a:off x="1937376" y="1977120"/>
              <a:ext cx="34560" cy="402480"/>
            </p14:xfrm>
          </p:contentPart>
        </mc:Choice>
        <mc:Fallback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4053BA8E-A660-D3B1-2B6D-BA73643B1D45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1933056" y="1972800"/>
                <a:ext cx="43200" cy="411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6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B3DF41A7-74B5-0CC7-57B4-5895407E6931}"/>
                  </a:ext>
                </a:extLst>
              </p14:cNvPr>
              <p14:cNvContentPartPr/>
              <p14:nvPr/>
            </p14:nvContentPartPr>
            <p14:xfrm>
              <a:off x="1919736" y="1932480"/>
              <a:ext cx="1334520" cy="45720"/>
            </p14:xfrm>
          </p:contentPart>
        </mc:Choice>
        <mc:Fallback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B3DF41A7-74B5-0CC7-57B4-5895407E6931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1915416" y="1928160"/>
                <a:ext cx="1343160" cy="54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8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9A0941E2-1D49-C801-8C1F-6E46AD1AA7D0}"/>
                  </a:ext>
                </a:extLst>
              </p14:cNvPr>
              <p14:cNvContentPartPr/>
              <p14:nvPr/>
            </p14:nvContentPartPr>
            <p14:xfrm>
              <a:off x="1933056" y="2386800"/>
              <a:ext cx="1379520" cy="64440"/>
            </p14:xfrm>
          </p:contentPart>
        </mc:Choice>
        <mc:Fallback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9A0941E2-1D49-C801-8C1F-6E46AD1AA7D0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1928736" y="2382480"/>
                <a:ext cx="1388160" cy="73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0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15B4F218-F60E-A8F0-0DA8-E70D98ABF4DF}"/>
                  </a:ext>
                </a:extLst>
              </p14:cNvPr>
              <p14:cNvContentPartPr/>
              <p14:nvPr/>
            </p14:nvContentPartPr>
            <p14:xfrm>
              <a:off x="3266136" y="1929960"/>
              <a:ext cx="17280" cy="484200"/>
            </p14:xfrm>
          </p:contentPart>
        </mc:Choice>
        <mc:Fallback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15B4F218-F60E-A8F0-0DA8-E70D98ABF4DF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3261816" y="1925640"/>
                <a:ext cx="25920" cy="492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2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B637C162-E3A0-0DF0-DF97-68D4168CAB14}"/>
                  </a:ext>
                </a:extLst>
              </p14:cNvPr>
              <p14:cNvContentPartPr/>
              <p14:nvPr/>
            </p14:nvContentPartPr>
            <p14:xfrm>
              <a:off x="2941776" y="1950840"/>
              <a:ext cx="17640" cy="485640"/>
            </p14:xfrm>
          </p:contentPart>
        </mc:Choice>
        <mc:Fallback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B637C162-E3A0-0DF0-DF97-68D4168CAB14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2937456" y="1946520"/>
                <a:ext cx="26280" cy="494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4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E301ADC4-2C16-BC51-89CA-27D32A95B088}"/>
                  </a:ext>
                </a:extLst>
              </p14:cNvPr>
              <p14:cNvContentPartPr/>
              <p14:nvPr/>
            </p14:nvContentPartPr>
            <p14:xfrm>
              <a:off x="3146616" y="2113920"/>
              <a:ext cx="799560" cy="74880"/>
            </p14:xfrm>
          </p:contentPart>
        </mc:Choice>
        <mc:Fallback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E301ADC4-2C16-BC51-89CA-27D32A95B088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3142296" y="2109600"/>
                <a:ext cx="808200" cy="83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6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44DE2223-3512-C935-025A-4917BF33CC9C}"/>
                  </a:ext>
                </a:extLst>
              </p14:cNvPr>
              <p14:cNvContentPartPr/>
              <p14:nvPr/>
            </p14:nvContentPartPr>
            <p14:xfrm>
              <a:off x="3917016" y="2055960"/>
              <a:ext cx="90720" cy="144720"/>
            </p14:xfrm>
          </p:contentPart>
        </mc:Choice>
        <mc:Fallback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44DE2223-3512-C935-025A-4917BF33CC9C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3912696" y="2051640"/>
                <a:ext cx="99360" cy="153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8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2795438D-C6A0-07DE-9F4C-13D111CF7E1F}"/>
                  </a:ext>
                </a:extLst>
              </p14:cNvPr>
              <p14:cNvContentPartPr/>
              <p14:nvPr/>
            </p14:nvContentPartPr>
            <p14:xfrm>
              <a:off x="4070736" y="1885320"/>
              <a:ext cx="17280" cy="547920"/>
            </p14:xfrm>
          </p:contentPart>
        </mc:Choice>
        <mc:Fallback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2795438D-C6A0-07DE-9F4C-13D111CF7E1F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4066416" y="1881000"/>
                <a:ext cx="25920" cy="556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0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178C2381-EA81-418B-B5C0-F92F09C2F2B6}"/>
                  </a:ext>
                </a:extLst>
              </p14:cNvPr>
              <p14:cNvContentPartPr/>
              <p14:nvPr/>
            </p14:nvContentPartPr>
            <p14:xfrm>
              <a:off x="3919536" y="1749600"/>
              <a:ext cx="1356480" cy="637560"/>
            </p14:xfrm>
          </p:contentPart>
        </mc:Choice>
        <mc:Fallback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178C2381-EA81-418B-B5C0-F92F09C2F2B6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3915216" y="1745280"/>
                <a:ext cx="1365120" cy="646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2">
            <p14:nvContentPartPr>
              <p14:cNvPr id="22" name="Ink 21">
                <a:extLst>
                  <a:ext uri="{FF2B5EF4-FFF2-40B4-BE49-F238E27FC236}">
                    <a16:creationId xmlns:a16="http://schemas.microsoft.com/office/drawing/2014/main" id="{05CF77A8-AE68-A4A1-1693-E58493E23184}"/>
                  </a:ext>
                </a:extLst>
              </p14:cNvPr>
              <p14:cNvContentPartPr/>
              <p14:nvPr/>
            </p14:nvContentPartPr>
            <p14:xfrm>
              <a:off x="4887576" y="1793880"/>
              <a:ext cx="45720" cy="636120"/>
            </p14:xfrm>
          </p:contentPart>
        </mc:Choice>
        <mc:Fallback>
          <p:pic>
            <p:nvPicPr>
              <p:cNvPr id="22" name="Ink 21">
                <a:extLst>
                  <a:ext uri="{FF2B5EF4-FFF2-40B4-BE49-F238E27FC236}">
                    <a16:creationId xmlns:a16="http://schemas.microsoft.com/office/drawing/2014/main" id="{05CF77A8-AE68-A4A1-1693-E58493E23184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4883256" y="1789560"/>
                <a:ext cx="54360" cy="644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4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02B4721C-CBFF-AFEE-47F5-C1DE2CB8E9F1}"/>
                  </a:ext>
                </a:extLst>
              </p14:cNvPr>
              <p14:cNvContentPartPr/>
              <p14:nvPr/>
            </p14:nvContentPartPr>
            <p14:xfrm>
              <a:off x="5080896" y="2030040"/>
              <a:ext cx="921960" cy="84240"/>
            </p14:xfrm>
          </p:contentPart>
        </mc:Choice>
        <mc:Fallback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02B4721C-CBFF-AFEE-47F5-C1DE2CB8E9F1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5076576" y="2025720"/>
                <a:ext cx="930600" cy="92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6">
            <p14:nvContentPartPr>
              <p14:cNvPr id="24" name="Ink 23">
                <a:extLst>
                  <a:ext uri="{FF2B5EF4-FFF2-40B4-BE49-F238E27FC236}">
                    <a16:creationId xmlns:a16="http://schemas.microsoft.com/office/drawing/2014/main" id="{816FA224-D0CA-F3AE-47C3-17DE6B900F7F}"/>
                  </a:ext>
                </a:extLst>
              </p14:cNvPr>
              <p14:cNvContentPartPr/>
              <p14:nvPr/>
            </p14:nvContentPartPr>
            <p14:xfrm>
              <a:off x="6014016" y="1960920"/>
              <a:ext cx="164160" cy="198720"/>
            </p14:xfrm>
          </p:contentPart>
        </mc:Choice>
        <mc:Fallback>
          <p:pic>
            <p:nvPicPr>
              <p:cNvPr id="24" name="Ink 23">
                <a:extLst>
                  <a:ext uri="{FF2B5EF4-FFF2-40B4-BE49-F238E27FC236}">
                    <a16:creationId xmlns:a16="http://schemas.microsoft.com/office/drawing/2014/main" id="{816FA224-D0CA-F3AE-47C3-17DE6B900F7F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6009696" y="1956600"/>
                <a:ext cx="172800" cy="207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8">
            <p14:nvContentPartPr>
              <p14:cNvPr id="25" name="Ink 24">
                <a:extLst>
                  <a:ext uri="{FF2B5EF4-FFF2-40B4-BE49-F238E27FC236}">
                    <a16:creationId xmlns:a16="http://schemas.microsoft.com/office/drawing/2014/main" id="{0CA49BA2-7C44-0829-92BA-3C50B55F776A}"/>
                  </a:ext>
                </a:extLst>
              </p14:cNvPr>
              <p14:cNvContentPartPr/>
              <p14:nvPr/>
            </p14:nvContentPartPr>
            <p14:xfrm>
              <a:off x="6216336" y="1683000"/>
              <a:ext cx="149040" cy="707040"/>
            </p14:xfrm>
          </p:contentPart>
        </mc:Choice>
        <mc:Fallback>
          <p:pic>
            <p:nvPicPr>
              <p:cNvPr id="25" name="Ink 24">
                <a:extLst>
                  <a:ext uri="{FF2B5EF4-FFF2-40B4-BE49-F238E27FC236}">
                    <a16:creationId xmlns:a16="http://schemas.microsoft.com/office/drawing/2014/main" id="{0CA49BA2-7C44-0829-92BA-3C50B55F776A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6212016" y="1678680"/>
                <a:ext cx="157680" cy="715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0">
            <p14:nvContentPartPr>
              <p14:cNvPr id="26" name="Ink 25">
                <a:extLst>
                  <a:ext uri="{FF2B5EF4-FFF2-40B4-BE49-F238E27FC236}">
                    <a16:creationId xmlns:a16="http://schemas.microsoft.com/office/drawing/2014/main" id="{5CA11E5C-4D43-25B8-9A93-27477A9C8864}"/>
                  </a:ext>
                </a:extLst>
              </p14:cNvPr>
              <p14:cNvContentPartPr/>
              <p14:nvPr/>
            </p14:nvContentPartPr>
            <p14:xfrm>
              <a:off x="6105096" y="1562040"/>
              <a:ext cx="1431000" cy="781560"/>
            </p14:xfrm>
          </p:contentPart>
        </mc:Choice>
        <mc:Fallback>
          <p:pic>
            <p:nvPicPr>
              <p:cNvPr id="26" name="Ink 25">
                <a:extLst>
                  <a:ext uri="{FF2B5EF4-FFF2-40B4-BE49-F238E27FC236}">
                    <a16:creationId xmlns:a16="http://schemas.microsoft.com/office/drawing/2014/main" id="{5CA11E5C-4D43-25B8-9A93-27477A9C8864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6100776" y="1557720"/>
                <a:ext cx="1439640" cy="790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2">
            <p14:nvContentPartPr>
              <p14:cNvPr id="27" name="Ink 26">
                <a:extLst>
                  <a:ext uri="{FF2B5EF4-FFF2-40B4-BE49-F238E27FC236}">
                    <a16:creationId xmlns:a16="http://schemas.microsoft.com/office/drawing/2014/main" id="{498629F0-77BE-421E-4964-96900DC18F39}"/>
                  </a:ext>
                </a:extLst>
              </p14:cNvPr>
              <p14:cNvContentPartPr/>
              <p14:nvPr/>
            </p14:nvContentPartPr>
            <p14:xfrm>
              <a:off x="7035696" y="1630800"/>
              <a:ext cx="118440" cy="709920"/>
            </p14:xfrm>
          </p:contentPart>
        </mc:Choice>
        <mc:Fallback>
          <p:pic>
            <p:nvPicPr>
              <p:cNvPr id="27" name="Ink 26">
                <a:extLst>
                  <a:ext uri="{FF2B5EF4-FFF2-40B4-BE49-F238E27FC236}">
                    <a16:creationId xmlns:a16="http://schemas.microsoft.com/office/drawing/2014/main" id="{498629F0-77BE-421E-4964-96900DC18F39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7031376" y="1626480"/>
                <a:ext cx="127080" cy="718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4">
            <p14:nvContentPartPr>
              <p14:cNvPr id="28" name="Ink 27">
                <a:extLst>
                  <a:ext uri="{FF2B5EF4-FFF2-40B4-BE49-F238E27FC236}">
                    <a16:creationId xmlns:a16="http://schemas.microsoft.com/office/drawing/2014/main" id="{88A949C1-0BA2-2193-E3C9-F87C39B5ED05}"/>
                  </a:ext>
                </a:extLst>
              </p14:cNvPr>
              <p14:cNvContentPartPr/>
              <p14:nvPr/>
            </p14:nvContentPartPr>
            <p14:xfrm>
              <a:off x="7250256" y="1985760"/>
              <a:ext cx="44640" cy="39600"/>
            </p14:xfrm>
          </p:contentPart>
        </mc:Choice>
        <mc:Fallback>
          <p:pic>
            <p:nvPicPr>
              <p:cNvPr id="28" name="Ink 27">
                <a:extLst>
                  <a:ext uri="{FF2B5EF4-FFF2-40B4-BE49-F238E27FC236}">
                    <a16:creationId xmlns:a16="http://schemas.microsoft.com/office/drawing/2014/main" id="{88A949C1-0BA2-2193-E3C9-F87C39B5ED05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7245936" y="1981440"/>
                <a:ext cx="53280" cy="48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6">
            <p14:nvContentPartPr>
              <p14:cNvPr id="29" name="Ink 28">
                <a:extLst>
                  <a:ext uri="{FF2B5EF4-FFF2-40B4-BE49-F238E27FC236}">
                    <a16:creationId xmlns:a16="http://schemas.microsoft.com/office/drawing/2014/main" id="{77BB1CB8-3460-3A0A-DE2A-1F38ED6558BB}"/>
                  </a:ext>
                </a:extLst>
              </p14:cNvPr>
              <p14:cNvContentPartPr/>
              <p14:nvPr/>
            </p14:nvContentPartPr>
            <p14:xfrm>
              <a:off x="620496" y="1607400"/>
              <a:ext cx="54000" cy="259560"/>
            </p14:xfrm>
          </p:contentPart>
        </mc:Choice>
        <mc:Fallback>
          <p:pic>
            <p:nvPicPr>
              <p:cNvPr id="29" name="Ink 28">
                <a:extLst>
                  <a:ext uri="{FF2B5EF4-FFF2-40B4-BE49-F238E27FC236}">
                    <a16:creationId xmlns:a16="http://schemas.microsoft.com/office/drawing/2014/main" id="{77BB1CB8-3460-3A0A-DE2A-1F38ED6558BB}"/>
                  </a:ext>
                </a:extLst>
              </p:cNvPr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616176" y="1603080"/>
                <a:ext cx="62640" cy="268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8">
            <p14:nvContentPartPr>
              <p14:cNvPr id="30" name="Ink 29">
                <a:extLst>
                  <a:ext uri="{FF2B5EF4-FFF2-40B4-BE49-F238E27FC236}">
                    <a16:creationId xmlns:a16="http://schemas.microsoft.com/office/drawing/2014/main" id="{B9FCD043-490E-6483-846C-18D1900A0D97}"/>
                  </a:ext>
                </a:extLst>
              </p14:cNvPr>
              <p14:cNvContentPartPr/>
              <p14:nvPr/>
            </p14:nvContentPartPr>
            <p14:xfrm>
              <a:off x="561456" y="1557360"/>
              <a:ext cx="606240" cy="341280"/>
            </p14:xfrm>
          </p:contentPart>
        </mc:Choice>
        <mc:Fallback>
          <p:pic>
            <p:nvPicPr>
              <p:cNvPr id="30" name="Ink 29">
                <a:extLst>
                  <a:ext uri="{FF2B5EF4-FFF2-40B4-BE49-F238E27FC236}">
                    <a16:creationId xmlns:a16="http://schemas.microsoft.com/office/drawing/2014/main" id="{B9FCD043-490E-6483-846C-18D1900A0D97}"/>
                  </a:ext>
                </a:extLst>
              </p:cNvPr>
              <p:cNvPicPr/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557136" y="1553040"/>
                <a:ext cx="614880" cy="349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0">
            <p14:nvContentPartPr>
              <p14:cNvPr id="31" name="Ink 30">
                <a:extLst>
                  <a:ext uri="{FF2B5EF4-FFF2-40B4-BE49-F238E27FC236}">
                    <a16:creationId xmlns:a16="http://schemas.microsoft.com/office/drawing/2014/main" id="{31CB51CA-CF64-247D-FF13-66E7643EA525}"/>
                  </a:ext>
                </a:extLst>
              </p14:cNvPr>
              <p14:cNvContentPartPr/>
              <p14:nvPr/>
            </p14:nvContentPartPr>
            <p14:xfrm>
              <a:off x="537696" y="1131480"/>
              <a:ext cx="171720" cy="407880"/>
            </p14:xfrm>
          </p:contentPart>
        </mc:Choice>
        <mc:Fallback>
          <p:pic>
            <p:nvPicPr>
              <p:cNvPr id="31" name="Ink 30">
                <a:extLst>
                  <a:ext uri="{FF2B5EF4-FFF2-40B4-BE49-F238E27FC236}">
                    <a16:creationId xmlns:a16="http://schemas.microsoft.com/office/drawing/2014/main" id="{31CB51CA-CF64-247D-FF13-66E7643EA525}"/>
                  </a:ext>
                </a:extLst>
              </p:cNvPr>
              <p:cNvPicPr/>
              <p:nvPr/>
            </p:nvPicPr>
            <p:blipFill>
              <a:blip r:embed="rId61"/>
              <a:stretch>
                <a:fillRect/>
              </a:stretch>
            </p:blipFill>
            <p:spPr>
              <a:xfrm>
                <a:off x="533376" y="1127160"/>
                <a:ext cx="180360" cy="416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2">
            <p14:nvContentPartPr>
              <p14:cNvPr id="32" name="Ink 31">
                <a:extLst>
                  <a:ext uri="{FF2B5EF4-FFF2-40B4-BE49-F238E27FC236}">
                    <a16:creationId xmlns:a16="http://schemas.microsoft.com/office/drawing/2014/main" id="{A7C3A58B-412C-DC8D-9927-66AC5B9B2A52}"/>
                  </a:ext>
                </a:extLst>
              </p14:cNvPr>
              <p14:cNvContentPartPr/>
              <p14:nvPr/>
            </p14:nvContentPartPr>
            <p14:xfrm>
              <a:off x="464616" y="1337400"/>
              <a:ext cx="180720" cy="32760"/>
            </p14:xfrm>
          </p:contentPart>
        </mc:Choice>
        <mc:Fallback>
          <p:pic>
            <p:nvPicPr>
              <p:cNvPr id="32" name="Ink 31">
                <a:extLst>
                  <a:ext uri="{FF2B5EF4-FFF2-40B4-BE49-F238E27FC236}">
                    <a16:creationId xmlns:a16="http://schemas.microsoft.com/office/drawing/2014/main" id="{A7C3A58B-412C-DC8D-9927-66AC5B9B2A52}"/>
                  </a:ext>
                </a:extLst>
              </p:cNvPr>
              <p:cNvPicPr/>
              <p:nvPr/>
            </p:nvPicPr>
            <p:blipFill>
              <a:blip r:embed="rId63"/>
              <a:stretch>
                <a:fillRect/>
              </a:stretch>
            </p:blipFill>
            <p:spPr>
              <a:xfrm>
                <a:off x="460296" y="1333080"/>
                <a:ext cx="189360" cy="4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4">
            <p14:nvContentPartPr>
              <p14:cNvPr id="33" name="Ink 32">
                <a:extLst>
                  <a:ext uri="{FF2B5EF4-FFF2-40B4-BE49-F238E27FC236}">
                    <a16:creationId xmlns:a16="http://schemas.microsoft.com/office/drawing/2014/main" id="{8B513C35-6BC4-D82E-9DDC-599336F3168C}"/>
                  </a:ext>
                </a:extLst>
              </p14:cNvPr>
              <p14:cNvContentPartPr/>
              <p14:nvPr/>
            </p14:nvContentPartPr>
            <p14:xfrm>
              <a:off x="696096" y="1315440"/>
              <a:ext cx="88200" cy="102600"/>
            </p14:xfrm>
          </p:contentPart>
        </mc:Choice>
        <mc:Fallback>
          <p:pic>
            <p:nvPicPr>
              <p:cNvPr id="33" name="Ink 32">
                <a:extLst>
                  <a:ext uri="{FF2B5EF4-FFF2-40B4-BE49-F238E27FC236}">
                    <a16:creationId xmlns:a16="http://schemas.microsoft.com/office/drawing/2014/main" id="{8B513C35-6BC4-D82E-9DDC-599336F3168C}"/>
                  </a:ext>
                </a:extLst>
              </p:cNvPr>
              <p:cNvPicPr/>
              <p:nvPr/>
            </p:nvPicPr>
            <p:blipFill>
              <a:blip r:embed="rId65"/>
              <a:stretch>
                <a:fillRect/>
              </a:stretch>
            </p:blipFill>
            <p:spPr>
              <a:xfrm>
                <a:off x="691776" y="1311120"/>
                <a:ext cx="96840" cy="111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6">
            <p14:nvContentPartPr>
              <p14:cNvPr id="34" name="Ink 33">
                <a:extLst>
                  <a:ext uri="{FF2B5EF4-FFF2-40B4-BE49-F238E27FC236}">
                    <a16:creationId xmlns:a16="http://schemas.microsoft.com/office/drawing/2014/main" id="{7EE55A14-C319-0E95-7A7B-C79ED23CF894}"/>
                  </a:ext>
                </a:extLst>
              </p14:cNvPr>
              <p14:cNvContentPartPr/>
              <p14:nvPr/>
            </p14:nvContentPartPr>
            <p14:xfrm>
              <a:off x="804816" y="1307520"/>
              <a:ext cx="63720" cy="96480"/>
            </p14:xfrm>
          </p:contentPart>
        </mc:Choice>
        <mc:Fallback>
          <p:pic>
            <p:nvPicPr>
              <p:cNvPr id="34" name="Ink 33">
                <a:extLst>
                  <a:ext uri="{FF2B5EF4-FFF2-40B4-BE49-F238E27FC236}">
                    <a16:creationId xmlns:a16="http://schemas.microsoft.com/office/drawing/2014/main" id="{7EE55A14-C319-0E95-7A7B-C79ED23CF894}"/>
                  </a:ext>
                </a:extLst>
              </p:cNvPr>
              <p:cNvPicPr/>
              <p:nvPr/>
            </p:nvPicPr>
            <p:blipFill>
              <a:blip r:embed="rId67"/>
              <a:stretch>
                <a:fillRect/>
              </a:stretch>
            </p:blipFill>
            <p:spPr>
              <a:xfrm>
                <a:off x="800496" y="1303200"/>
                <a:ext cx="72360" cy="105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8">
            <p14:nvContentPartPr>
              <p14:cNvPr id="35" name="Ink 34">
                <a:extLst>
                  <a:ext uri="{FF2B5EF4-FFF2-40B4-BE49-F238E27FC236}">
                    <a16:creationId xmlns:a16="http://schemas.microsoft.com/office/drawing/2014/main" id="{FC5C1565-4185-9679-82E1-EDF6D5AEA1EA}"/>
                  </a:ext>
                </a:extLst>
              </p14:cNvPr>
              <p14:cNvContentPartPr/>
              <p14:nvPr/>
            </p14:nvContentPartPr>
            <p14:xfrm>
              <a:off x="1175616" y="1149840"/>
              <a:ext cx="59760" cy="183600"/>
            </p14:xfrm>
          </p:contentPart>
        </mc:Choice>
        <mc:Fallback>
          <p:pic>
            <p:nvPicPr>
              <p:cNvPr id="35" name="Ink 34">
                <a:extLst>
                  <a:ext uri="{FF2B5EF4-FFF2-40B4-BE49-F238E27FC236}">
                    <a16:creationId xmlns:a16="http://schemas.microsoft.com/office/drawing/2014/main" id="{FC5C1565-4185-9679-82E1-EDF6D5AEA1EA}"/>
                  </a:ext>
                </a:extLst>
              </p:cNvPr>
              <p:cNvPicPr/>
              <p:nvPr/>
            </p:nvPicPr>
            <p:blipFill>
              <a:blip r:embed="rId69"/>
              <a:stretch>
                <a:fillRect/>
              </a:stretch>
            </p:blipFill>
            <p:spPr>
              <a:xfrm>
                <a:off x="1171296" y="1145520"/>
                <a:ext cx="68400" cy="192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0">
            <p14:nvContentPartPr>
              <p14:cNvPr id="36" name="Ink 35">
                <a:extLst>
                  <a:ext uri="{FF2B5EF4-FFF2-40B4-BE49-F238E27FC236}">
                    <a16:creationId xmlns:a16="http://schemas.microsoft.com/office/drawing/2014/main" id="{A1A8E8D5-7E63-6D72-1652-D016A2C368EC}"/>
                  </a:ext>
                </a:extLst>
              </p14:cNvPr>
              <p14:cNvContentPartPr/>
              <p14:nvPr/>
            </p14:nvContentPartPr>
            <p14:xfrm>
              <a:off x="1115496" y="1231920"/>
              <a:ext cx="134640" cy="10800"/>
            </p14:xfrm>
          </p:contentPart>
        </mc:Choice>
        <mc:Fallback>
          <p:pic>
            <p:nvPicPr>
              <p:cNvPr id="36" name="Ink 35">
                <a:extLst>
                  <a:ext uri="{FF2B5EF4-FFF2-40B4-BE49-F238E27FC236}">
                    <a16:creationId xmlns:a16="http://schemas.microsoft.com/office/drawing/2014/main" id="{A1A8E8D5-7E63-6D72-1652-D016A2C368EC}"/>
                  </a:ext>
                </a:extLst>
              </p:cNvPr>
              <p:cNvPicPr/>
              <p:nvPr/>
            </p:nvPicPr>
            <p:blipFill>
              <a:blip r:embed="rId71"/>
              <a:stretch>
                <a:fillRect/>
              </a:stretch>
            </p:blipFill>
            <p:spPr>
              <a:xfrm>
                <a:off x="1111176" y="1227600"/>
                <a:ext cx="143280" cy="19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2">
            <p14:nvContentPartPr>
              <p14:cNvPr id="37" name="Ink 36">
                <a:extLst>
                  <a:ext uri="{FF2B5EF4-FFF2-40B4-BE49-F238E27FC236}">
                    <a16:creationId xmlns:a16="http://schemas.microsoft.com/office/drawing/2014/main" id="{4FE25245-39CE-BAE8-3A92-0CA009816584}"/>
                  </a:ext>
                </a:extLst>
              </p14:cNvPr>
              <p14:cNvContentPartPr/>
              <p14:nvPr/>
            </p14:nvContentPartPr>
            <p14:xfrm>
              <a:off x="982296" y="1278360"/>
              <a:ext cx="113760" cy="105840"/>
            </p14:xfrm>
          </p:contentPart>
        </mc:Choice>
        <mc:Fallback>
          <p:pic>
            <p:nvPicPr>
              <p:cNvPr id="37" name="Ink 36">
                <a:extLst>
                  <a:ext uri="{FF2B5EF4-FFF2-40B4-BE49-F238E27FC236}">
                    <a16:creationId xmlns:a16="http://schemas.microsoft.com/office/drawing/2014/main" id="{4FE25245-39CE-BAE8-3A92-0CA009816584}"/>
                  </a:ext>
                </a:extLst>
              </p:cNvPr>
              <p:cNvPicPr/>
              <p:nvPr/>
            </p:nvPicPr>
            <p:blipFill>
              <a:blip r:embed="rId73"/>
              <a:stretch>
                <a:fillRect/>
              </a:stretch>
            </p:blipFill>
            <p:spPr>
              <a:xfrm>
                <a:off x="976176" y="1272240"/>
                <a:ext cx="126000" cy="118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4">
            <p14:nvContentPartPr>
              <p14:cNvPr id="38" name="Ink 37">
                <a:extLst>
                  <a:ext uri="{FF2B5EF4-FFF2-40B4-BE49-F238E27FC236}">
                    <a16:creationId xmlns:a16="http://schemas.microsoft.com/office/drawing/2014/main" id="{4FDC6C06-1544-6911-40F2-D72513992B0F}"/>
                  </a:ext>
                </a:extLst>
              </p14:cNvPr>
              <p14:cNvContentPartPr/>
              <p14:nvPr/>
            </p14:nvContentPartPr>
            <p14:xfrm>
              <a:off x="925416" y="1717920"/>
              <a:ext cx="912600" cy="542160"/>
            </p14:xfrm>
          </p:contentPart>
        </mc:Choice>
        <mc:Fallback>
          <p:pic>
            <p:nvPicPr>
              <p:cNvPr id="38" name="Ink 37">
                <a:extLst>
                  <a:ext uri="{FF2B5EF4-FFF2-40B4-BE49-F238E27FC236}">
                    <a16:creationId xmlns:a16="http://schemas.microsoft.com/office/drawing/2014/main" id="{4FDC6C06-1544-6911-40F2-D72513992B0F}"/>
                  </a:ext>
                </a:extLst>
              </p:cNvPr>
              <p:cNvPicPr/>
              <p:nvPr/>
            </p:nvPicPr>
            <p:blipFill>
              <a:blip r:embed="rId75"/>
              <a:stretch>
                <a:fillRect/>
              </a:stretch>
            </p:blipFill>
            <p:spPr>
              <a:xfrm>
                <a:off x="919296" y="1711800"/>
                <a:ext cx="924840" cy="554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6">
            <p14:nvContentPartPr>
              <p14:cNvPr id="39" name="Ink 38">
                <a:extLst>
                  <a:ext uri="{FF2B5EF4-FFF2-40B4-BE49-F238E27FC236}">
                    <a16:creationId xmlns:a16="http://schemas.microsoft.com/office/drawing/2014/main" id="{25F3B983-BBCA-29E0-6CB5-A953E7B73471}"/>
                  </a:ext>
                </a:extLst>
              </p14:cNvPr>
              <p14:cNvContentPartPr/>
              <p14:nvPr/>
            </p14:nvContentPartPr>
            <p14:xfrm>
              <a:off x="1763496" y="2077920"/>
              <a:ext cx="163080" cy="200520"/>
            </p14:xfrm>
          </p:contentPart>
        </mc:Choice>
        <mc:Fallback>
          <p:pic>
            <p:nvPicPr>
              <p:cNvPr id="39" name="Ink 38">
                <a:extLst>
                  <a:ext uri="{FF2B5EF4-FFF2-40B4-BE49-F238E27FC236}">
                    <a16:creationId xmlns:a16="http://schemas.microsoft.com/office/drawing/2014/main" id="{25F3B983-BBCA-29E0-6CB5-A953E7B73471}"/>
                  </a:ext>
                </a:extLst>
              </p:cNvPr>
              <p:cNvPicPr/>
              <p:nvPr/>
            </p:nvPicPr>
            <p:blipFill>
              <a:blip r:embed="rId77"/>
              <a:stretch>
                <a:fillRect/>
              </a:stretch>
            </p:blipFill>
            <p:spPr>
              <a:xfrm>
                <a:off x="1757376" y="2071800"/>
                <a:ext cx="175320" cy="212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8">
            <p14:nvContentPartPr>
              <p14:cNvPr id="40" name="Ink 39">
                <a:extLst>
                  <a:ext uri="{FF2B5EF4-FFF2-40B4-BE49-F238E27FC236}">
                    <a16:creationId xmlns:a16="http://schemas.microsoft.com/office/drawing/2014/main" id="{1DBF1218-6186-7760-10C0-C597577C0590}"/>
                  </a:ext>
                </a:extLst>
              </p14:cNvPr>
              <p14:cNvContentPartPr/>
              <p14:nvPr/>
            </p14:nvContentPartPr>
            <p14:xfrm>
              <a:off x="603576" y="3042000"/>
              <a:ext cx="85680" cy="128520"/>
            </p14:xfrm>
          </p:contentPart>
        </mc:Choice>
        <mc:Fallback>
          <p:pic>
            <p:nvPicPr>
              <p:cNvPr id="40" name="Ink 39">
                <a:extLst>
                  <a:ext uri="{FF2B5EF4-FFF2-40B4-BE49-F238E27FC236}">
                    <a16:creationId xmlns:a16="http://schemas.microsoft.com/office/drawing/2014/main" id="{1DBF1218-6186-7760-10C0-C597577C0590}"/>
                  </a:ext>
                </a:extLst>
              </p:cNvPr>
              <p:cNvPicPr/>
              <p:nvPr/>
            </p:nvPicPr>
            <p:blipFill>
              <a:blip r:embed="rId79"/>
              <a:stretch>
                <a:fillRect/>
              </a:stretch>
            </p:blipFill>
            <p:spPr>
              <a:xfrm>
                <a:off x="597456" y="3035880"/>
                <a:ext cx="97920" cy="140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0">
            <p14:nvContentPartPr>
              <p14:cNvPr id="41" name="Ink 40">
                <a:extLst>
                  <a:ext uri="{FF2B5EF4-FFF2-40B4-BE49-F238E27FC236}">
                    <a16:creationId xmlns:a16="http://schemas.microsoft.com/office/drawing/2014/main" id="{0ACF1542-08F7-45C3-C4FA-55720AB08ABB}"/>
                  </a:ext>
                </a:extLst>
              </p14:cNvPr>
              <p14:cNvContentPartPr/>
              <p14:nvPr/>
            </p14:nvContentPartPr>
            <p14:xfrm>
              <a:off x="737496" y="3043440"/>
              <a:ext cx="154080" cy="71280"/>
            </p14:xfrm>
          </p:contentPart>
        </mc:Choice>
        <mc:Fallback>
          <p:pic>
            <p:nvPicPr>
              <p:cNvPr id="41" name="Ink 40">
                <a:extLst>
                  <a:ext uri="{FF2B5EF4-FFF2-40B4-BE49-F238E27FC236}">
                    <a16:creationId xmlns:a16="http://schemas.microsoft.com/office/drawing/2014/main" id="{0ACF1542-08F7-45C3-C4FA-55720AB08ABB}"/>
                  </a:ext>
                </a:extLst>
              </p:cNvPr>
              <p:cNvPicPr/>
              <p:nvPr/>
            </p:nvPicPr>
            <p:blipFill>
              <a:blip r:embed="rId81"/>
              <a:stretch>
                <a:fillRect/>
              </a:stretch>
            </p:blipFill>
            <p:spPr>
              <a:xfrm>
                <a:off x="731376" y="3037320"/>
                <a:ext cx="166320" cy="83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2">
            <p14:nvContentPartPr>
              <p14:cNvPr id="42" name="Ink 41">
                <a:extLst>
                  <a:ext uri="{FF2B5EF4-FFF2-40B4-BE49-F238E27FC236}">
                    <a16:creationId xmlns:a16="http://schemas.microsoft.com/office/drawing/2014/main" id="{DBE1FCEF-8E58-02AA-1870-D15CA5205285}"/>
                  </a:ext>
                </a:extLst>
              </p14:cNvPr>
              <p14:cNvContentPartPr/>
              <p14:nvPr/>
            </p14:nvContentPartPr>
            <p14:xfrm>
              <a:off x="925416" y="3041640"/>
              <a:ext cx="105120" cy="55800"/>
            </p14:xfrm>
          </p:contentPart>
        </mc:Choice>
        <mc:Fallback>
          <p:pic>
            <p:nvPicPr>
              <p:cNvPr id="42" name="Ink 41">
                <a:extLst>
                  <a:ext uri="{FF2B5EF4-FFF2-40B4-BE49-F238E27FC236}">
                    <a16:creationId xmlns:a16="http://schemas.microsoft.com/office/drawing/2014/main" id="{DBE1FCEF-8E58-02AA-1870-D15CA5205285}"/>
                  </a:ext>
                </a:extLst>
              </p:cNvPr>
              <p:cNvPicPr/>
              <p:nvPr/>
            </p:nvPicPr>
            <p:blipFill>
              <a:blip r:embed="rId83"/>
              <a:stretch>
                <a:fillRect/>
              </a:stretch>
            </p:blipFill>
            <p:spPr>
              <a:xfrm>
                <a:off x="919296" y="3035520"/>
                <a:ext cx="117360" cy="68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4">
            <p14:nvContentPartPr>
              <p14:cNvPr id="43" name="Ink 42">
                <a:extLst>
                  <a:ext uri="{FF2B5EF4-FFF2-40B4-BE49-F238E27FC236}">
                    <a16:creationId xmlns:a16="http://schemas.microsoft.com/office/drawing/2014/main" id="{9D96541B-D95A-3BA8-BA0E-85AEA45A3F10}"/>
                  </a:ext>
                </a:extLst>
              </p14:cNvPr>
              <p14:cNvContentPartPr/>
              <p14:nvPr/>
            </p14:nvContentPartPr>
            <p14:xfrm>
              <a:off x="1074096" y="2963160"/>
              <a:ext cx="81000" cy="124200"/>
            </p14:xfrm>
          </p:contentPart>
        </mc:Choice>
        <mc:Fallback>
          <p:pic>
            <p:nvPicPr>
              <p:cNvPr id="43" name="Ink 42">
                <a:extLst>
                  <a:ext uri="{FF2B5EF4-FFF2-40B4-BE49-F238E27FC236}">
                    <a16:creationId xmlns:a16="http://schemas.microsoft.com/office/drawing/2014/main" id="{9D96541B-D95A-3BA8-BA0E-85AEA45A3F10}"/>
                  </a:ext>
                </a:extLst>
              </p:cNvPr>
              <p:cNvPicPr/>
              <p:nvPr/>
            </p:nvPicPr>
            <p:blipFill>
              <a:blip r:embed="rId85"/>
              <a:stretch>
                <a:fillRect/>
              </a:stretch>
            </p:blipFill>
            <p:spPr>
              <a:xfrm>
                <a:off x="1067976" y="2957040"/>
                <a:ext cx="93240" cy="136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6">
            <p14:nvContentPartPr>
              <p14:cNvPr id="44" name="Ink 43">
                <a:extLst>
                  <a:ext uri="{FF2B5EF4-FFF2-40B4-BE49-F238E27FC236}">
                    <a16:creationId xmlns:a16="http://schemas.microsoft.com/office/drawing/2014/main" id="{32738808-80CB-AEAF-1D66-C0B362DC28F9}"/>
                  </a:ext>
                </a:extLst>
              </p14:cNvPr>
              <p14:cNvContentPartPr/>
              <p14:nvPr/>
            </p14:nvContentPartPr>
            <p14:xfrm>
              <a:off x="718056" y="3377520"/>
              <a:ext cx="41760" cy="222840"/>
            </p14:xfrm>
          </p:contentPart>
        </mc:Choice>
        <mc:Fallback>
          <p:pic>
            <p:nvPicPr>
              <p:cNvPr id="44" name="Ink 43">
                <a:extLst>
                  <a:ext uri="{FF2B5EF4-FFF2-40B4-BE49-F238E27FC236}">
                    <a16:creationId xmlns:a16="http://schemas.microsoft.com/office/drawing/2014/main" id="{32738808-80CB-AEAF-1D66-C0B362DC28F9}"/>
                  </a:ext>
                </a:extLst>
              </p:cNvPr>
              <p:cNvPicPr/>
              <p:nvPr/>
            </p:nvPicPr>
            <p:blipFill>
              <a:blip r:embed="rId87"/>
              <a:stretch>
                <a:fillRect/>
              </a:stretch>
            </p:blipFill>
            <p:spPr>
              <a:xfrm>
                <a:off x="711936" y="3371400"/>
                <a:ext cx="54000" cy="235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8">
            <p14:nvContentPartPr>
              <p14:cNvPr id="45" name="Ink 44">
                <a:extLst>
                  <a:ext uri="{FF2B5EF4-FFF2-40B4-BE49-F238E27FC236}">
                    <a16:creationId xmlns:a16="http://schemas.microsoft.com/office/drawing/2014/main" id="{0819857D-1A64-C6F9-FE78-2B385B78299D}"/>
                  </a:ext>
                </a:extLst>
              </p14:cNvPr>
              <p14:cNvContentPartPr/>
              <p14:nvPr/>
            </p14:nvContentPartPr>
            <p14:xfrm>
              <a:off x="600336" y="3257640"/>
              <a:ext cx="702000" cy="390600"/>
            </p14:xfrm>
          </p:contentPart>
        </mc:Choice>
        <mc:Fallback>
          <p:pic>
            <p:nvPicPr>
              <p:cNvPr id="45" name="Ink 44">
                <a:extLst>
                  <a:ext uri="{FF2B5EF4-FFF2-40B4-BE49-F238E27FC236}">
                    <a16:creationId xmlns:a16="http://schemas.microsoft.com/office/drawing/2014/main" id="{0819857D-1A64-C6F9-FE78-2B385B78299D}"/>
                  </a:ext>
                </a:extLst>
              </p:cNvPr>
              <p:cNvPicPr/>
              <p:nvPr/>
            </p:nvPicPr>
            <p:blipFill>
              <a:blip r:embed="rId89"/>
              <a:stretch>
                <a:fillRect/>
              </a:stretch>
            </p:blipFill>
            <p:spPr>
              <a:xfrm>
                <a:off x="594216" y="3251520"/>
                <a:ext cx="714240" cy="402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0">
            <p14:nvContentPartPr>
              <p14:cNvPr id="46" name="Ink 45">
                <a:extLst>
                  <a:ext uri="{FF2B5EF4-FFF2-40B4-BE49-F238E27FC236}">
                    <a16:creationId xmlns:a16="http://schemas.microsoft.com/office/drawing/2014/main" id="{2FC5B539-5A1F-9826-1F1D-1511A90D7E25}"/>
                  </a:ext>
                </a:extLst>
              </p14:cNvPr>
              <p14:cNvContentPartPr/>
              <p14:nvPr/>
            </p14:nvContentPartPr>
            <p14:xfrm>
              <a:off x="1086336" y="2316960"/>
              <a:ext cx="5769360" cy="1166760"/>
            </p14:xfrm>
          </p:contentPart>
        </mc:Choice>
        <mc:Fallback>
          <p:pic>
            <p:nvPicPr>
              <p:cNvPr id="46" name="Ink 45">
                <a:extLst>
                  <a:ext uri="{FF2B5EF4-FFF2-40B4-BE49-F238E27FC236}">
                    <a16:creationId xmlns:a16="http://schemas.microsoft.com/office/drawing/2014/main" id="{2FC5B539-5A1F-9826-1F1D-1511A90D7E25}"/>
                  </a:ext>
                </a:extLst>
              </p:cNvPr>
              <p:cNvPicPr/>
              <p:nvPr/>
            </p:nvPicPr>
            <p:blipFill>
              <a:blip r:embed="rId91"/>
              <a:stretch>
                <a:fillRect/>
              </a:stretch>
            </p:blipFill>
            <p:spPr>
              <a:xfrm>
                <a:off x="1080216" y="2310840"/>
                <a:ext cx="5781600" cy="1179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2">
            <p14:nvContentPartPr>
              <p14:cNvPr id="47" name="Ink 46">
                <a:extLst>
                  <a:ext uri="{FF2B5EF4-FFF2-40B4-BE49-F238E27FC236}">
                    <a16:creationId xmlns:a16="http://schemas.microsoft.com/office/drawing/2014/main" id="{EF2F4765-525C-6639-93F6-F6DD8332135E}"/>
                  </a:ext>
                </a:extLst>
              </p14:cNvPr>
              <p14:cNvContentPartPr/>
              <p14:nvPr/>
            </p14:nvContentPartPr>
            <p14:xfrm>
              <a:off x="6690096" y="2334600"/>
              <a:ext cx="104040" cy="130320"/>
            </p14:xfrm>
          </p:contentPart>
        </mc:Choice>
        <mc:Fallback>
          <p:pic>
            <p:nvPicPr>
              <p:cNvPr id="47" name="Ink 46">
                <a:extLst>
                  <a:ext uri="{FF2B5EF4-FFF2-40B4-BE49-F238E27FC236}">
                    <a16:creationId xmlns:a16="http://schemas.microsoft.com/office/drawing/2014/main" id="{EF2F4765-525C-6639-93F6-F6DD8332135E}"/>
                  </a:ext>
                </a:extLst>
              </p:cNvPr>
              <p:cNvPicPr/>
              <p:nvPr/>
            </p:nvPicPr>
            <p:blipFill>
              <a:blip r:embed="rId93"/>
              <a:stretch>
                <a:fillRect/>
              </a:stretch>
            </p:blipFill>
            <p:spPr>
              <a:xfrm>
                <a:off x="6683976" y="2328480"/>
                <a:ext cx="116280" cy="142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4">
            <p14:nvContentPartPr>
              <p14:cNvPr id="48" name="Ink 47">
                <a:extLst>
                  <a:ext uri="{FF2B5EF4-FFF2-40B4-BE49-F238E27FC236}">
                    <a16:creationId xmlns:a16="http://schemas.microsoft.com/office/drawing/2014/main" id="{BAD2FDB3-BC23-CD78-0462-E732ED73CB64}"/>
                  </a:ext>
                </a:extLst>
              </p14:cNvPr>
              <p14:cNvContentPartPr/>
              <p14:nvPr/>
            </p14:nvContentPartPr>
            <p14:xfrm>
              <a:off x="6764976" y="2341080"/>
              <a:ext cx="84600" cy="121320"/>
            </p14:xfrm>
          </p:contentPart>
        </mc:Choice>
        <mc:Fallback>
          <p:pic>
            <p:nvPicPr>
              <p:cNvPr id="48" name="Ink 47">
                <a:extLst>
                  <a:ext uri="{FF2B5EF4-FFF2-40B4-BE49-F238E27FC236}">
                    <a16:creationId xmlns:a16="http://schemas.microsoft.com/office/drawing/2014/main" id="{BAD2FDB3-BC23-CD78-0462-E732ED73CB64}"/>
                  </a:ext>
                </a:extLst>
              </p:cNvPr>
              <p:cNvPicPr/>
              <p:nvPr/>
            </p:nvPicPr>
            <p:blipFill>
              <a:blip r:embed="rId95"/>
              <a:stretch>
                <a:fillRect/>
              </a:stretch>
            </p:blipFill>
            <p:spPr>
              <a:xfrm>
                <a:off x="6758856" y="2334960"/>
                <a:ext cx="96840" cy="133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6">
            <p14:nvContentPartPr>
              <p14:cNvPr id="49" name="Ink 48">
                <a:extLst>
                  <a:ext uri="{FF2B5EF4-FFF2-40B4-BE49-F238E27FC236}">
                    <a16:creationId xmlns:a16="http://schemas.microsoft.com/office/drawing/2014/main" id="{35ED07DF-77B8-9D7C-7821-ABD591ADFA47}"/>
                  </a:ext>
                </a:extLst>
              </p14:cNvPr>
              <p14:cNvContentPartPr/>
              <p14:nvPr/>
            </p14:nvContentPartPr>
            <p14:xfrm>
              <a:off x="2979504" y="463752"/>
              <a:ext cx="1112400" cy="64440"/>
            </p14:xfrm>
          </p:contentPart>
        </mc:Choice>
        <mc:Fallback>
          <p:pic>
            <p:nvPicPr>
              <p:cNvPr id="49" name="Ink 48">
                <a:extLst>
                  <a:ext uri="{FF2B5EF4-FFF2-40B4-BE49-F238E27FC236}">
                    <a16:creationId xmlns:a16="http://schemas.microsoft.com/office/drawing/2014/main" id="{35ED07DF-77B8-9D7C-7821-ABD591ADFA47}"/>
                  </a:ext>
                </a:extLst>
              </p:cNvPr>
              <p:cNvPicPr/>
              <p:nvPr/>
            </p:nvPicPr>
            <p:blipFill>
              <a:blip r:embed="rId97"/>
              <a:stretch>
                <a:fillRect/>
              </a:stretch>
            </p:blipFill>
            <p:spPr>
              <a:xfrm>
                <a:off x="2973384" y="457632"/>
                <a:ext cx="1124640" cy="76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8">
            <p14:nvContentPartPr>
              <p14:cNvPr id="50" name="Ink 49">
                <a:extLst>
                  <a:ext uri="{FF2B5EF4-FFF2-40B4-BE49-F238E27FC236}">
                    <a16:creationId xmlns:a16="http://schemas.microsoft.com/office/drawing/2014/main" id="{66825EFC-CA47-DBB6-9993-BA27BF53A29F}"/>
                  </a:ext>
                </a:extLst>
              </p14:cNvPr>
              <p14:cNvContentPartPr/>
              <p14:nvPr/>
            </p14:nvContentPartPr>
            <p14:xfrm>
              <a:off x="2421144" y="1358712"/>
              <a:ext cx="539280" cy="802440"/>
            </p14:xfrm>
          </p:contentPart>
        </mc:Choice>
        <mc:Fallback>
          <p:pic>
            <p:nvPicPr>
              <p:cNvPr id="50" name="Ink 49">
                <a:extLst>
                  <a:ext uri="{FF2B5EF4-FFF2-40B4-BE49-F238E27FC236}">
                    <a16:creationId xmlns:a16="http://schemas.microsoft.com/office/drawing/2014/main" id="{66825EFC-CA47-DBB6-9993-BA27BF53A29F}"/>
                  </a:ext>
                </a:extLst>
              </p:cNvPr>
              <p:cNvPicPr/>
              <p:nvPr/>
            </p:nvPicPr>
            <p:blipFill>
              <a:blip r:embed="rId99"/>
              <a:stretch>
                <a:fillRect/>
              </a:stretch>
            </p:blipFill>
            <p:spPr>
              <a:xfrm>
                <a:off x="2415024" y="1352592"/>
                <a:ext cx="551520" cy="814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0">
            <p14:nvContentPartPr>
              <p14:cNvPr id="51" name="Ink 50">
                <a:extLst>
                  <a:ext uri="{FF2B5EF4-FFF2-40B4-BE49-F238E27FC236}">
                    <a16:creationId xmlns:a16="http://schemas.microsoft.com/office/drawing/2014/main" id="{3415814C-D7B9-9F0A-B2A6-6373944CBCED}"/>
                  </a:ext>
                </a:extLst>
              </p14:cNvPr>
              <p14:cNvContentPartPr/>
              <p14:nvPr/>
            </p14:nvContentPartPr>
            <p14:xfrm>
              <a:off x="2965104" y="548352"/>
              <a:ext cx="20160" cy="835560"/>
            </p14:xfrm>
          </p:contentPart>
        </mc:Choice>
        <mc:Fallback>
          <p:pic>
            <p:nvPicPr>
              <p:cNvPr id="51" name="Ink 50">
                <a:extLst>
                  <a:ext uri="{FF2B5EF4-FFF2-40B4-BE49-F238E27FC236}">
                    <a16:creationId xmlns:a16="http://schemas.microsoft.com/office/drawing/2014/main" id="{3415814C-D7B9-9F0A-B2A6-6373944CBCED}"/>
                  </a:ext>
                </a:extLst>
              </p:cNvPr>
              <p:cNvPicPr/>
              <p:nvPr/>
            </p:nvPicPr>
            <p:blipFill>
              <a:blip r:embed="rId101"/>
              <a:stretch>
                <a:fillRect/>
              </a:stretch>
            </p:blipFill>
            <p:spPr>
              <a:xfrm>
                <a:off x="2958984" y="542232"/>
                <a:ext cx="32400" cy="847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2">
            <p14:nvContentPartPr>
              <p14:cNvPr id="52" name="Ink 51">
                <a:extLst>
                  <a:ext uri="{FF2B5EF4-FFF2-40B4-BE49-F238E27FC236}">
                    <a16:creationId xmlns:a16="http://schemas.microsoft.com/office/drawing/2014/main" id="{7B72431A-7E34-07CC-F697-4FB8911A85E4}"/>
                  </a:ext>
                </a:extLst>
              </p14:cNvPr>
              <p14:cNvContentPartPr/>
              <p14:nvPr/>
            </p14:nvContentPartPr>
            <p14:xfrm>
              <a:off x="2992104" y="709272"/>
              <a:ext cx="1068120" cy="65520"/>
            </p14:xfrm>
          </p:contentPart>
        </mc:Choice>
        <mc:Fallback>
          <p:pic>
            <p:nvPicPr>
              <p:cNvPr id="52" name="Ink 51">
                <a:extLst>
                  <a:ext uri="{FF2B5EF4-FFF2-40B4-BE49-F238E27FC236}">
                    <a16:creationId xmlns:a16="http://schemas.microsoft.com/office/drawing/2014/main" id="{7B72431A-7E34-07CC-F697-4FB8911A85E4}"/>
                  </a:ext>
                </a:extLst>
              </p:cNvPr>
              <p:cNvPicPr/>
              <p:nvPr/>
            </p:nvPicPr>
            <p:blipFill>
              <a:blip r:embed="rId103"/>
              <a:stretch>
                <a:fillRect/>
              </a:stretch>
            </p:blipFill>
            <p:spPr>
              <a:xfrm>
                <a:off x="2985984" y="703152"/>
                <a:ext cx="1080360" cy="77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4">
            <p14:nvContentPartPr>
              <p14:cNvPr id="53" name="Ink 52">
                <a:extLst>
                  <a:ext uri="{FF2B5EF4-FFF2-40B4-BE49-F238E27FC236}">
                    <a16:creationId xmlns:a16="http://schemas.microsoft.com/office/drawing/2014/main" id="{15432D8E-E780-A185-3ECE-72940EA1CD00}"/>
                  </a:ext>
                </a:extLst>
              </p14:cNvPr>
              <p14:cNvContentPartPr/>
              <p14:nvPr/>
            </p14:nvContentPartPr>
            <p14:xfrm>
              <a:off x="3181464" y="609912"/>
              <a:ext cx="15480" cy="19800"/>
            </p14:xfrm>
          </p:contentPart>
        </mc:Choice>
        <mc:Fallback>
          <p:pic>
            <p:nvPicPr>
              <p:cNvPr id="53" name="Ink 52">
                <a:extLst>
                  <a:ext uri="{FF2B5EF4-FFF2-40B4-BE49-F238E27FC236}">
                    <a16:creationId xmlns:a16="http://schemas.microsoft.com/office/drawing/2014/main" id="{15432D8E-E780-A185-3ECE-72940EA1CD00}"/>
                  </a:ext>
                </a:extLst>
              </p:cNvPr>
              <p:cNvPicPr/>
              <p:nvPr/>
            </p:nvPicPr>
            <p:blipFill>
              <a:blip r:embed="rId105"/>
              <a:stretch>
                <a:fillRect/>
              </a:stretch>
            </p:blipFill>
            <p:spPr>
              <a:xfrm>
                <a:off x="3175344" y="603792"/>
                <a:ext cx="27720" cy="32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6">
            <p14:nvContentPartPr>
              <p14:cNvPr id="54" name="Ink 53">
                <a:extLst>
                  <a:ext uri="{FF2B5EF4-FFF2-40B4-BE49-F238E27FC236}">
                    <a16:creationId xmlns:a16="http://schemas.microsoft.com/office/drawing/2014/main" id="{E9BC8209-D4A6-D30D-FA06-EA921DFCCAFC}"/>
                  </a:ext>
                </a:extLst>
              </p14:cNvPr>
              <p14:cNvContentPartPr/>
              <p14:nvPr/>
            </p14:nvContentPartPr>
            <p14:xfrm>
              <a:off x="3177144" y="691992"/>
              <a:ext cx="10080" cy="19080"/>
            </p14:xfrm>
          </p:contentPart>
        </mc:Choice>
        <mc:Fallback>
          <p:pic>
            <p:nvPicPr>
              <p:cNvPr id="54" name="Ink 53">
                <a:extLst>
                  <a:ext uri="{FF2B5EF4-FFF2-40B4-BE49-F238E27FC236}">
                    <a16:creationId xmlns:a16="http://schemas.microsoft.com/office/drawing/2014/main" id="{E9BC8209-D4A6-D30D-FA06-EA921DFCCAFC}"/>
                  </a:ext>
                </a:extLst>
              </p:cNvPr>
              <p:cNvPicPr/>
              <p:nvPr/>
            </p:nvPicPr>
            <p:blipFill>
              <a:blip r:embed="rId107"/>
              <a:stretch>
                <a:fillRect/>
              </a:stretch>
            </p:blipFill>
            <p:spPr>
              <a:xfrm>
                <a:off x="3171024" y="685872"/>
                <a:ext cx="22320" cy="31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8">
            <p14:nvContentPartPr>
              <p14:cNvPr id="55" name="Ink 54">
                <a:extLst>
                  <a:ext uri="{FF2B5EF4-FFF2-40B4-BE49-F238E27FC236}">
                    <a16:creationId xmlns:a16="http://schemas.microsoft.com/office/drawing/2014/main" id="{9E476ED4-2FB5-CC0C-1A7C-3C04201F2EC3}"/>
                  </a:ext>
                </a:extLst>
              </p14:cNvPr>
              <p14:cNvContentPartPr/>
              <p14:nvPr/>
            </p14:nvContentPartPr>
            <p14:xfrm>
              <a:off x="3233304" y="608112"/>
              <a:ext cx="81000" cy="83520"/>
            </p14:xfrm>
          </p:contentPart>
        </mc:Choice>
        <mc:Fallback>
          <p:pic>
            <p:nvPicPr>
              <p:cNvPr id="55" name="Ink 54">
                <a:extLst>
                  <a:ext uri="{FF2B5EF4-FFF2-40B4-BE49-F238E27FC236}">
                    <a16:creationId xmlns:a16="http://schemas.microsoft.com/office/drawing/2014/main" id="{9E476ED4-2FB5-CC0C-1A7C-3C04201F2EC3}"/>
                  </a:ext>
                </a:extLst>
              </p:cNvPr>
              <p:cNvPicPr/>
              <p:nvPr/>
            </p:nvPicPr>
            <p:blipFill>
              <a:blip r:embed="rId109"/>
              <a:stretch>
                <a:fillRect/>
              </a:stretch>
            </p:blipFill>
            <p:spPr>
              <a:xfrm>
                <a:off x="3227184" y="601992"/>
                <a:ext cx="93240" cy="95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0">
            <p14:nvContentPartPr>
              <p14:cNvPr id="56" name="Ink 55">
                <a:extLst>
                  <a:ext uri="{FF2B5EF4-FFF2-40B4-BE49-F238E27FC236}">
                    <a16:creationId xmlns:a16="http://schemas.microsoft.com/office/drawing/2014/main" id="{DEA9F0C6-AFCB-BC82-4B9B-A8B7D65F9491}"/>
                  </a:ext>
                </a:extLst>
              </p14:cNvPr>
              <p14:cNvContentPartPr/>
              <p14:nvPr/>
            </p14:nvContentPartPr>
            <p14:xfrm>
              <a:off x="3360024" y="528912"/>
              <a:ext cx="68760" cy="180720"/>
            </p14:xfrm>
          </p:contentPart>
        </mc:Choice>
        <mc:Fallback>
          <p:pic>
            <p:nvPicPr>
              <p:cNvPr id="56" name="Ink 55">
                <a:extLst>
                  <a:ext uri="{FF2B5EF4-FFF2-40B4-BE49-F238E27FC236}">
                    <a16:creationId xmlns:a16="http://schemas.microsoft.com/office/drawing/2014/main" id="{DEA9F0C6-AFCB-BC82-4B9B-A8B7D65F9491}"/>
                  </a:ext>
                </a:extLst>
              </p:cNvPr>
              <p:cNvPicPr/>
              <p:nvPr/>
            </p:nvPicPr>
            <p:blipFill>
              <a:blip r:embed="rId111"/>
              <a:stretch>
                <a:fillRect/>
              </a:stretch>
            </p:blipFill>
            <p:spPr>
              <a:xfrm>
                <a:off x="3353904" y="522792"/>
                <a:ext cx="81000" cy="192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2">
            <p14:nvContentPartPr>
              <p14:cNvPr id="57" name="Ink 56">
                <a:extLst>
                  <a:ext uri="{FF2B5EF4-FFF2-40B4-BE49-F238E27FC236}">
                    <a16:creationId xmlns:a16="http://schemas.microsoft.com/office/drawing/2014/main" id="{6B388D4F-D7F4-04BD-2096-A0F53DA95D62}"/>
                  </a:ext>
                </a:extLst>
              </p14:cNvPr>
              <p14:cNvContentPartPr/>
              <p14:nvPr/>
            </p14:nvContentPartPr>
            <p14:xfrm>
              <a:off x="3340584" y="624672"/>
              <a:ext cx="227160" cy="30600"/>
            </p14:xfrm>
          </p:contentPart>
        </mc:Choice>
        <mc:Fallback>
          <p:pic>
            <p:nvPicPr>
              <p:cNvPr id="57" name="Ink 56">
                <a:extLst>
                  <a:ext uri="{FF2B5EF4-FFF2-40B4-BE49-F238E27FC236}">
                    <a16:creationId xmlns:a16="http://schemas.microsoft.com/office/drawing/2014/main" id="{6B388D4F-D7F4-04BD-2096-A0F53DA95D62}"/>
                  </a:ext>
                </a:extLst>
              </p:cNvPr>
              <p:cNvPicPr/>
              <p:nvPr/>
            </p:nvPicPr>
            <p:blipFill>
              <a:blip r:embed="rId113"/>
              <a:stretch>
                <a:fillRect/>
              </a:stretch>
            </p:blipFill>
            <p:spPr>
              <a:xfrm>
                <a:off x="3334464" y="618552"/>
                <a:ext cx="239400" cy="42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4">
            <p14:nvContentPartPr>
              <p14:cNvPr id="58" name="Ink 57">
                <a:extLst>
                  <a:ext uri="{FF2B5EF4-FFF2-40B4-BE49-F238E27FC236}">
                    <a16:creationId xmlns:a16="http://schemas.microsoft.com/office/drawing/2014/main" id="{2E218CB4-89F3-501D-ED25-D2AB50370130}"/>
                  </a:ext>
                </a:extLst>
              </p14:cNvPr>
              <p14:cNvContentPartPr/>
              <p14:nvPr/>
            </p14:nvContentPartPr>
            <p14:xfrm>
              <a:off x="3520944" y="534312"/>
              <a:ext cx="388080" cy="132840"/>
            </p14:xfrm>
          </p:contentPart>
        </mc:Choice>
        <mc:Fallback>
          <p:pic>
            <p:nvPicPr>
              <p:cNvPr id="58" name="Ink 57">
                <a:extLst>
                  <a:ext uri="{FF2B5EF4-FFF2-40B4-BE49-F238E27FC236}">
                    <a16:creationId xmlns:a16="http://schemas.microsoft.com/office/drawing/2014/main" id="{2E218CB4-89F3-501D-ED25-D2AB50370130}"/>
                  </a:ext>
                </a:extLst>
              </p:cNvPr>
              <p:cNvPicPr/>
              <p:nvPr/>
            </p:nvPicPr>
            <p:blipFill>
              <a:blip r:embed="rId115"/>
              <a:stretch>
                <a:fillRect/>
              </a:stretch>
            </p:blipFill>
            <p:spPr>
              <a:xfrm>
                <a:off x="3514824" y="528192"/>
                <a:ext cx="400320" cy="145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6">
            <p14:nvContentPartPr>
              <p14:cNvPr id="59" name="Ink 58">
                <a:extLst>
                  <a:ext uri="{FF2B5EF4-FFF2-40B4-BE49-F238E27FC236}">
                    <a16:creationId xmlns:a16="http://schemas.microsoft.com/office/drawing/2014/main" id="{E3CB7266-DD31-D4FC-E227-DBE2B706A6E7}"/>
                  </a:ext>
                </a:extLst>
              </p14:cNvPr>
              <p14:cNvContentPartPr/>
              <p14:nvPr/>
            </p14:nvContentPartPr>
            <p14:xfrm>
              <a:off x="3917304" y="563832"/>
              <a:ext cx="45000" cy="100440"/>
            </p14:xfrm>
          </p:contentPart>
        </mc:Choice>
        <mc:Fallback>
          <p:pic>
            <p:nvPicPr>
              <p:cNvPr id="59" name="Ink 58">
                <a:extLst>
                  <a:ext uri="{FF2B5EF4-FFF2-40B4-BE49-F238E27FC236}">
                    <a16:creationId xmlns:a16="http://schemas.microsoft.com/office/drawing/2014/main" id="{E3CB7266-DD31-D4FC-E227-DBE2B706A6E7}"/>
                  </a:ext>
                </a:extLst>
              </p:cNvPr>
              <p:cNvPicPr/>
              <p:nvPr/>
            </p:nvPicPr>
            <p:blipFill>
              <a:blip r:embed="rId117"/>
              <a:stretch>
                <a:fillRect/>
              </a:stretch>
            </p:blipFill>
            <p:spPr>
              <a:xfrm>
                <a:off x="3911184" y="557712"/>
                <a:ext cx="57240" cy="112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8">
            <p14:nvContentPartPr>
              <p14:cNvPr id="60" name="Ink 59">
                <a:extLst>
                  <a:ext uri="{FF2B5EF4-FFF2-40B4-BE49-F238E27FC236}">
                    <a16:creationId xmlns:a16="http://schemas.microsoft.com/office/drawing/2014/main" id="{E8B8B23C-B7F6-5486-D98C-B0F953D31B78}"/>
                  </a:ext>
                </a:extLst>
              </p14:cNvPr>
              <p14:cNvContentPartPr/>
              <p14:nvPr/>
            </p14:nvContentPartPr>
            <p14:xfrm>
              <a:off x="3898944" y="608472"/>
              <a:ext cx="70920" cy="360"/>
            </p14:xfrm>
          </p:contentPart>
        </mc:Choice>
        <mc:Fallback>
          <p:pic>
            <p:nvPicPr>
              <p:cNvPr id="60" name="Ink 59">
                <a:extLst>
                  <a:ext uri="{FF2B5EF4-FFF2-40B4-BE49-F238E27FC236}">
                    <a16:creationId xmlns:a16="http://schemas.microsoft.com/office/drawing/2014/main" id="{E8B8B23C-B7F6-5486-D98C-B0F953D31B78}"/>
                  </a:ext>
                </a:extLst>
              </p:cNvPr>
              <p:cNvPicPr/>
              <p:nvPr/>
            </p:nvPicPr>
            <p:blipFill>
              <a:blip r:embed="rId119"/>
              <a:stretch>
                <a:fillRect/>
              </a:stretch>
            </p:blipFill>
            <p:spPr>
              <a:xfrm>
                <a:off x="3892824" y="602352"/>
                <a:ext cx="8316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0">
            <p14:nvContentPartPr>
              <p14:cNvPr id="61" name="Ink 60">
                <a:extLst>
                  <a:ext uri="{FF2B5EF4-FFF2-40B4-BE49-F238E27FC236}">
                    <a16:creationId xmlns:a16="http://schemas.microsoft.com/office/drawing/2014/main" id="{FC872445-B9D7-8722-4FD4-13BC13C1D874}"/>
                  </a:ext>
                </a:extLst>
              </p14:cNvPr>
              <p14:cNvContentPartPr/>
              <p14:nvPr/>
            </p14:nvContentPartPr>
            <p14:xfrm>
              <a:off x="3150144" y="869832"/>
              <a:ext cx="108720" cy="141840"/>
            </p14:xfrm>
          </p:contentPart>
        </mc:Choice>
        <mc:Fallback>
          <p:pic>
            <p:nvPicPr>
              <p:cNvPr id="61" name="Ink 60">
                <a:extLst>
                  <a:ext uri="{FF2B5EF4-FFF2-40B4-BE49-F238E27FC236}">
                    <a16:creationId xmlns:a16="http://schemas.microsoft.com/office/drawing/2014/main" id="{FC872445-B9D7-8722-4FD4-13BC13C1D874}"/>
                  </a:ext>
                </a:extLst>
              </p:cNvPr>
              <p:cNvPicPr/>
              <p:nvPr/>
            </p:nvPicPr>
            <p:blipFill>
              <a:blip r:embed="rId121"/>
              <a:stretch>
                <a:fillRect/>
              </a:stretch>
            </p:blipFill>
            <p:spPr>
              <a:xfrm>
                <a:off x="3144024" y="863712"/>
                <a:ext cx="120960" cy="154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2">
            <p14:nvContentPartPr>
              <p14:cNvPr id="62" name="Ink 61">
                <a:extLst>
                  <a:ext uri="{FF2B5EF4-FFF2-40B4-BE49-F238E27FC236}">
                    <a16:creationId xmlns:a16="http://schemas.microsoft.com/office/drawing/2014/main" id="{288194A0-895B-3211-30A9-795C6D133CD7}"/>
                  </a:ext>
                </a:extLst>
              </p14:cNvPr>
              <p14:cNvContentPartPr/>
              <p14:nvPr/>
            </p14:nvContentPartPr>
            <p14:xfrm>
              <a:off x="3313584" y="965952"/>
              <a:ext cx="5400" cy="41040"/>
            </p14:xfrm>
          </p:contentPart>
        </mc:Choice>
        <mc:Fallback>
          <p:pic>
            <p:nvPicPr>
              <p:cNvPr id="62" name="Ink 61">
                <a:extLst>
                  <a:ext uri="{FF2B5EF4-FFF2-40B4-BE49-F238E27FC236}">
                    <a16:creationId xmlns:a16="http://schemas.microsoft.com/office/drawing/2014/main" id="{288194A0-895B-3211-30A9-795C6D133CD7}"/>
                  </a:ext>
                </a:extLst>
              </p:cNvPr>
              <p:cNvPicPr/>
              <p:nvPr/>
            </p:nvPicPr>
            <p:blipFill>
              <a:blip r:embed="rId123"/>
              <a:stretch>
                <a:fillRect/>
              </a:stretch>
            </p:blipFill>
            <p:spPr>
              <a:xfrm>
                <a:off x="3307464" y="959832"/>
                <a:ext cx="17640" cy="53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4">
            <p14:nvContentPartPr>
              <p14:cNvPr id="63" name="Ink 62">
                <a:extLst>
                  <a:ext uri="{FF2B5EF4-FFF2-40B4-BE49-F238E27FC236}">
                    <a16:creationId xmlns:a16="http://schemas.microsoft.com/office/drawing/2014/main" id="{FDBB10F9-3383-2E13-032D-DBF77E8EAB18}"/>
                  </a:ext>
                </a:extLst>
              </p14:cNvPr>
              <p14:cNvContentPartPr/>
              <p14:nvPr/>
            </p14:nvContentPartPr>
            <p14:xfrm>
              <a:off x="3374424" y="854712"/>
              <a:ext cx="5400" cy="79920"/>
            </p14:xfrm>
          </p:contentPart>
        </mc:Choice>
        <mc:Fallback>
          <p:pic>
            <p:nvPicPr>
              <p:cNvPr id="63" name="Ink 62">
                <a:extLst>
                  <a:ext uri="{FF2B5EF4-FFF2-40B4-BE49-F238E27FC236}">
                    <a16:creationId xmlns:a16="http://schemas.microsoft.com/office/drawing/2014/main" id="{FDBB10F9-3383-2E13-032D-DBF77E8EAB18}"/>
                  </a:ext>
                </a:extLst>
              </p:cNvPr>
              <p:cNvPicPr/>
              <p:nvPr/>
            </p:nvPicPr>
            <p:blipFill>
              <a:blip r:embed="rId125"/>
              <a:stretch>
                <a:fillRect/>
              </a:stretch>
            </p:blipFill>
            <p:spPr>
              <a:xfrm>
                <a:off x="3368304" y="848592"/>
                <a:ext cx="17640" cy="92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6">
            <p14:nvContentPartPr>
              <p14:cNvPr id="64" name="Ink 63">
                <a:extLst>
                  <a:ext uri="{FF2B5EF4-FFF2-40B4-BE49-F238E27FC236}">
                    <a16:creationId xmlns:a16="http://schemas.microsoft.com/office/drawing/2014/main" id="{7FD34179-5999-0021-BFE6-CB48E1CB6425}"/>
                  </a:ext>
                </a:extLst>
              </p14:cNvPr>
              <p14:cNvContentPartPr/>
              <p14:nvPr/>
            </p14:nvContentPartPr>
            <p14:xfrm>
              <a:off x="3388824" y="951192"/>
              <a:ext cx="98280" cy="23760"/>
            </p14:xfrm>
          </p:contentPart>
        </mc:Choice>
        <mc:Fallback>
          <p:pic>
            <p:nvPicPr>
              <p:cNvPr id="64" name="Ink 63">
                <a:extLst>
                  <a:ext uri="{FF2B5EF4-FFF2-40B4-BE49-F238E27FC236}">
                    <a16:creationId xmlns:a16="http://schemas.microsoft.com/office/drawing/2014/main" id="{7FD34179-5999-0021-BFE6-CB48E1CB6425}"/>
                  </a:ext>
                </a:extLst>
              </p:cNvPr>
              <p:cNvPicPr/>
              <p:nvPr/>
            </p:nvPicPr>
            <p:blipFill>
              <a:blip r:embed="rId127"/>
              <a:stretch>
                <a:fillRect/>
              </a:stretch>
            </p:blipFill>
            <p:spPr>
              <a:xfrm>
                <a:off x="3382704" y="945072"/>
                <a:ext cx="11052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8">
            <p14:nvContentPartPr>
              <p14:cNvPr id="65" name="Ink 64">
                <a:extLst>
                  <a:ext uri="{FF2B5EF4-FFF2-40B4-BE49-F238E27FC236}">
                    <a16:creationId xmlns:a16="http://schemas.microsoft.com/office/drawing/2014/main" id="{A95BF8F4-B33F-46B2-6F0E-0C98BB8CD8D2}"/>
                  </a:ext>
                </a:extLst>
              </p14:cNvPr>
              <p14:cNvContentPartPr/>
              <p14:nvPr/>
            </p14:nvContentPartPr>
            <p14:xfrm>
              <a:off x="3496464" y="799632"/>
              <a:ext cx="173520" cy="177120"/>
            </p14:xfrm>
          </p:contentPart>
        </mc:Choice>
        <mc:Fallback>
          <p:pic>
            <p:nvPicPr>
              <p:cNvPr id="65" name="Ink 64">
                <a:extLst>
                  <a:ext uri="{FF2B5EF4-FFF2-40B4-BE49-F238E27FC236}">
                    <a16:creationId xmlns:a16="http://schemas.microsoft.com/office/drawing/2014/main" id="{A95BF8F4-B33F-46B2-6F0E-0C98BB8CD8D2}"/>
                  </a:ext>
                </a:extLst>
              </p:cNvPr>
              <p:cNvPicPr/>
              <p:nvPr/>
            </p:nvPicPr>
            <p:blipFill>
              <a:blip r:embed="rId129"/>
              <a:stretch>
                <a:fillRect/>
              </a:stretch>
            </p:blipFill>
            <p:spPr>
              <a:xfrm>
                <a:off x="3490344" y="793512"/>
                <a:ext cx="185760" cy="189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0">
            <p14:nvContentPartPr>
              <p14:cNvPr id="66" name="Ink 65">
                <a:extLst>
                  <a:ext uri="{FF2B5EF4-FFF2-40B4-BE49-F238E27FC236}">
                    <a16:creationId xmlns:a16="http://schemas.microsoft.com/office/drawing/2014/main" id="{7694336E-6390-478B-87EC-BD69BCB2FBF3}"/>
                  </a:ext>
                </a:extLst>
              </p14:cNvPr>
              <p14:cNvContentPartPr/>
              <p14:nvPr/>
            </p14:nvContentPartPr>
            <p14:xfrm>
              <a:off x="3691584" y="922032"/>
              <a:ext cx="75960" cy="19080"/>
            </p14:xfrm>
          </p:contentPart>
        </mc:Choice>
        <mc:Fallback>
          <p:pic>
            <p:nvPicPr>
              <p:cNvPr id="66" name="Ink 65">
                <a:extLst>
                  <a:ext uri="{FF2B5EF4-FFF2-40B4-BE49-F238E27FC236}">
                    <a16:creationId xmlns:a16="http://schemas.microsoft.com/office/drawing/2014/main" id="{7694336E-6390-478B-87EC-BD69BCB2FBF3}"/>
                  </a:ext>
                </a:extLst>
              </p:cNvPr>
              <p:cNvPicPr/>
              <p:nvPr/>
            </p:nvPicPr>
            <p:blipFill>
              <a:blip r:embed="rId131"/>
              <a:stretch>
                <a:fillRect/>
              </a:stretch>
            </p:blipFill>
            <p:spPr>
              <a:xfrm>
                <a:off x="3685464" y="915912"/>
                <a:ext cx="88200" cy="31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2">
            <p14:nvContentPartPr>
              <p14:cNvPr id="67" name="Ink 66">
                <a:extLst>
                  <a:ext uri="{FF2B5EF4-FFF2-40B4-BE49-F238E27FC236}">
                    <a16:creationId xmlns:a16="http://schemas.microsoft.com/office/drawing/2014/main" id="{59970AE5-E84E-DDEE-533E-ED7F94CEBFF4}"/>
                  </a:ext>
                </a:extLst>
              </p14:cNvPr>
              <p14:cNvContentPartPr/>
              <p14:nvPr/>
            </p14:nvContentPartPr>
            <p14:xfrm>
              <a:off x="3673944" y="899352"/>
              <a:ext cx="103320" cy="210240"/>
            </p14:xfrm>
          </p:contentPart>
        </mc:Choice>
        <mc:Fallback>
          <p:pic>
            <p:nvPicPr>
              <p:cNvPr id="67" name="Ink 66">
                <a:extLst>
                  <a:ext uri="{FF2B5EF4-FFF2-40B4-BE49-F238E27FC236}">
                    <a16:creationId xmlns:a16="http://schemas.microsoft.com/office/drawing/2014/main" id="{59970AE5-E84E-DDEE-533E-ED7F94CEBFF4}"/>
                  </a:ext>
                </a:extLst>
              </p:cNvPr>
              <p:cNvPicPr/>
              <p:nvPr/>
            </p:nvPicPr>
            <p:blipFill>
              <a:blip r:embed="rId133"/>
              <a:stretch>
                <a:fillRect/>
              </a:stretch>
            </p:blipFill>
            <p:spPr>
              <a:xfrm>
                <a:off x="3667824" y="893232"/>
                <a:ext cx="115560" cy="222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4">
            <p14:nvContentPartPr>
              <p14:cNvPr id="68" name="Ink 67">
                <a:extLst>
                  <a:ext uri="{FF2B5EF4-FFF2-40B4-BE49-F238E27FC236}">
                    <a16:creationId xmlns:a16="http://schemas.microsoft.com/office/drawing/2014/main" id="{E43B51F6-6B44-0B7D-CF71-23B3167E7BE3}"/>
                  </a:ext>
                </a:extLst>
              </p14:cNvPr>
              <p14:cNvContentPartPr/>
              <p14:nvPr/>
            </p14:nvContentPartPr>
            <p14:xfrm>
              <a:off x="2950344" y="1356912"/>
              <a:ext cx="1060560" cy="131040"/>
            </p14:xfrm>
          </p:contentPart>
        </mc:Choice>
        <mc:Fallback>
          <p:pic>
            <p:nvPicPr>
              <p:cNvPr id="68" name="Ink 67">
                <a:extLst>
                  <a:ext uri="{FF2B5EF4-FFF2-40B4-BE49-F238E27FC236}">
                    <a16:creationId xmlns:a16="http://schemas.microsoft.com/office/drawing/2014/main" id="{E43B51F6-6B44-0B7D-CF71-23B3167E7BE3}"/>
                  </a:ext>
                </a:extLst>
              </p:cNvPr>
              <p:cNvPicPr/>
              <p:nvPr/>
            </p:nvPicPr>
            <p:blipFill>
              <a:blip r:embed="rId135"/>
              <a:stretch>
                <a:fillRect/>
              </a:stretch>
            </p:blipFill>
            <p:spPr>
              <a:xfrm>
                <a:off x="2944224" y="1350792"/>
                <a:ext cx="1072800" cy="143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6">
            <p14:nvContentPartPr>
              <p14:cNvPr id="69" name="Ink 68">
                <a:extLst>
                  <a:ext uri="{FF2B5EF4-FFF2-40B4-BE49-F238E27FC236}">
                    <a16:creationId xmlns:a16="http://schemas.microsoft.com/office/drawing/2014/main" id="{121AC6F5-F1E0-ED31-A72C-ADB0DF9F5550}"/>
                  </a:ext>
                </a:extLst>
              </p14:cNvPr>
              <p14:cNvContentPartPr/>
              <p14:nvPr/>
            </p14:nvContentPartPr>
            <p14:xfrm>
              <a:off x="3968424" y="521352"/>
              <a:ext cx="116280" cy="886320"/>
            </p14:xfrm>
          </p:contentPart>
        </mc:Choice>
        <mc:Fallback>
          <p:pic>
            <p:nvPicPr>
              <p:cNvPr id="69" name="Ink 68">
                <a:extLst>
                  <a:ext uri="{FF2B5EF4-FFF2-40B4-BE49-F238E27FC236}">
                    <a16:creationId xmlns:a16="http://schemas.microsoft.com/office/drawing/2014/main" id="{121AC6F5-F1E0-ED31-A72C-ADB0DF9F5550}"/>
                  </a:ext>
                </a:extLst>
              </p:cNvPr>
              <p:cNvPicPr/>
              <p:nvPr/>
            </p:nvPicPr>
            <p:blipFill>
              <a:blip r:embed="rId137"/>
              <a:stretch>
                <a:fillRect/>
              </a:stretch>
            </p:blipFill>
            <p:spPr>
              <a:xfrm>
                <a:off x="3962304" y="515232"/>
                <a:ext cx="128520" cy="898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8">
            <p14:nvContentPartPr>
              <p14:cNvPr id="70" name="Ink 69">
                <a:extLst>
                  <a:ext uri="{FF2B5EF4-FFF2-40B4-BE49-F238E27FC236}">
                    <a16:creationId xmlns:a16="http://schemas.microsoft.com/office/drawing/2014/main" id="{23D63201-CACF-BA65-640D-657A67EEEDAC}"/>
                  </a:ext>
                </a:extLst>
              </p14:cNvPr>
              <p14:cNvContentPartPr/>
              <p14:nvPr/>
            </p14:nvContentPartPr>
            <p14:xfrm>
              <a:off x="4457304" y="1186632"/>
              <a:ext cx="617040" cy="845280"/>
            </p14:xfrm>
          </p:contentPart>
        </mc:Choice>
        <mc:Fallback>
          <p:pic>
            <p:nvPicPr>
              <p:cNvPr id="70" name="Ink 69">
                <a:extLst>
                  <a:ext uri="{FF2B5EF4-FFF2-40B4-BE49-F238E27FC236}">
                    <a16:creationId xmlns:a16="http://schemas.microsoft.com/office/drawing/2014/main" id="{23D63201-CACF-BA65-640D-657A67EEEDAC}"/>
                  </a:ext>
                </a:extLst>
              </p:cNvPr>
              <p:cNvPicPr/>
              <p:nvPr/>
            </p:nvPicPr>
            <p:blipFill>
              <a:blip r:embed="rId139"/>
              <a:stretch>
                <a:fillRect/>
              </a:stretch>
            </p:blipFill>
            <p:spPr>
              <a:xfrm>
                <a:off x="4451184" y="1180512"/>
                <a:ext cx="629280" cy="857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0">
            <p14:nvContentPartPr>
              <p14:cNvPr id="71" name="Ink 70">
                <a:extLst>
                  <a:ext uri="{FF2B5EF4-FFF2-40B4-BE49-F238E27FC236}">
                    <a16:creationId xmlns:a16="http://schemas.microsoft.com/office/drawing/2014/main" id="{1B50C5F0-59EA-0885-FD94-8E48C590CF74}"/>
                  </a:ext>
                </a:extLst>
              </p14:cNvPr>
              <p14:cNvContentPartPr/>
              <p14:nvPr/>
            </p14:nvContentPartPr>
            <p14:xfrm>
              <a:off x="4866984" y="518472"/>
              <a:ext cx="84240" cy="583560"/>
            </p14:xfrm>
          </p:contentPart>
        </mc:Choice>
        <mc:Fallback>
          <p:pic>
            <p:nvPicPr>
              <p:cNvPr id="71" name="Ink 70">
                <a:extLst>
                  <a:ext uri="{FF2B5EF4-FFF2-40B4-BE49-F238E27FC236}">
                    <a16:creationId xmlns:a16="http://schemas.microsoft.com/office/drawing/2014/main" id="{1B50C5F0-59EA-0885-FD94-8E48C590CF74}"/>
                  </a:ext>
                </a:extLst>
              </p:cNvPr>
              <p:cNvPicPr/>
              <p:nvPr/>
            </p:nvPicPr>
            <p:blipFill>
              <a:blip r:embed="rId141"/>
              <a:stretch>
                <a:fillRect/>
              </a:stretch>
            </p:blipFill>
            <p:spPr>
              <a:xfrm>
                <a:off x="4860864" y="512352"/>
                <a:ext cx="96480" cy="595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2">
            <p14:nvContentPartPr>
              <p14:cNvPr id="72" name="Ink 71">
                <a:extLst>
                  <a:ext uri="{FF2B5EF4-FFF2-40B4-BE49-F238E27FC236}">
                    <a16:creationId xmlns:a16="http://schemas.microsoft.com/office/drawing/2014/main" id="{EFC4D66D-4FE4-A955-7D81-AA8E65F0C897}"/>
                  </a:ext>
                </a:extLst>
              </p14:cNvPr>
              <p14:cNvContentPartPr/>
              <p14:nvPr/>
            </p14:nvContentPartPr>
            <p14:xfrm>
              <a:off x="4922784" y="292392"/>
              <a:ext cx="1056240" cy="892800"/>
            </p14:xfrm>
          </p:contentPart>
        </mc:Choice>
        <mc:Fallback>
          <p:pic>
            <p:nvPicPr>
              <p:cNvPr id="72" name="Ink 71">
                <a:extLst>
                  <a:ext uri="{FF2B5EF4-FFF2-40B4-BE49-F238E27FC236}">
                    <a16:creationId xmlns:a16="http://schemas.microsoft.com/office/drawing/2014/main" id="{EFC4D66D-4FE4-A955-7D81-AA8E65F0C897}"/>
                  </a:ext>
                </a:extLst>
              </p:cNvPr>
              <p:cNvPicPr/>
              <p:nvPr/>
            </p:nvPicPr>
            <p:blipFill>
              <a:blip r:embed="rId143"/>
              <a:stretch>
                <a:fillRect/>
              </a:stretch>
            </p:blipFill>
            <p:spPr>
              <a:xfrm>
                <a:off x="4916664" y="286272"/>
                <a:ext cx="1068480" cy="905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4">
            <p14:nvContentPartPr>
              <p14:cNvPr id="73" name="Ink 72">
                <a:extLst>
                  <a:ext uri="{FF2B5EF4-FFF2-40B4-BE49-F238E27FC236}">
                    <a16:creationId xmlns:a16="http://schemas.microsoft.com/office/drawing/2014/main" id="{0F3AD85A-9FA5-106D-4E45-C963284747D7}"/>
                  </a:ext>
                </a:extLst>
              </p14:cNvPr>
              <p14:cNvContentPartPr/>
              <p14:nvPr/>
            </p14:nvContentPartPr>
            <p14:xfrm>
              <a:off x="4922424" y="537552"/>
              <a:ext cx="946800" cy="171720"/>
            </p14:xfrm>
          </p:contentPart>
        </mc:Choice>
        <mc:Fallback>
          <p:pic>
            <p:nvPicPr>
              <p:cNvPr id="73" name="Ink 72">
                <a:extLst>
                  <a:ext uri="{FF2B5EF4-FFF2-40B4-BE49-F238E27FC236}">
                    <a16:creationId xmlns:a16="http://schemas.microsoft.com/office/drawing/2014/main" id="{0F3AD85A-9FA5-106D-4E45-C963284747D7}"/>
                  </a:ext>
                </a:extLst>
              </p:cNvPr>
              <p:cNvPicPr/>
              <p:nvPr/>
            </p:nvPicPr>
            <p:blipFill>
              <a:blip r:embed="rId145"/>
              <a:stretch>
                <a:fillRect/>
              </a:stretch>
            </p:blipFill>
            <p:spPr>
              <a:xfrm>
                <a:off x="4916304" y="531432"/>
                <a:ext cx="959040" cy="183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6">
            <p14:nvContentPartPr>
              <p14:cNvPr id="74" name="Ink 73">
                <a:extLst>
                  <a:ext uri="{FF2B5EF4-FFF2-40B4-BE49-F238E27FC236}">
                    <a16:creationId xmlns:a16="http://schemas.microsoft.com/office/drawing/2014/main" id="{EA0EC60E-4FED-CFAE-0785-43091F67E04B}"/>
                  </a:ext>
                </a:extLst>
              </p14:cNvPr>
              <p14:cNvContentPartPr/>
              <p14:nvPr/>
            </p14:nvContentPartPr>
            <p14:xfrm>
              <a:off x="5071464" y="514152"/>
              <a:ext cx="20520" cy="22320"/>
            </p14:xfrm>
          </p:contentPart>
        </mc:Choice>
        <mc:Fallback>
          <p:pic>
            <p:nvPicPr>
              <p:cNvPr id="74" name="Ink 73">
                <a:extLst>
                  <a:ext uri="{FF2B5EF4-FFF2-40B4-BE49-F238E27FC236}">
                    <a16:creationId xmlns:a16="http://schemas.microsoft.com/office/drawing/2014/main" id="{EA0EC60E-4FED-CFAE-0785-43091F67E04B}"/>
                  </a:ext>
                </a:extLst>
              </p:cNvPr>
              <p:cNvPicPr/>
              <p:nvPr/>
            </p:nvPicPr>
            <p:blipFill>
              <a:blip r:embed="rId147"/>
              <a:stretch>
                <a:fillRect/>
              </a:stretch>
            </p:blipFill>
            <p:spPr>
              <a:xfrm>
                <a:off x="5065344" y="508032"/>
                <a:ext cx="32760" cy="34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8">
            <p14:nvContentPartPr>
              <p14:cNvPr id="75" name="Ink 74">
                <a:extLst>
                  <a:ext uri="{FF2B5EF4-FFF2-40B4-BE49-F238E27FC236}">
                    <a16:creationId xmlns:a16="http://schemas.microsoft.com/office/drawing/2014/main" id="{6A5D5D73-9BB1-38AF-613D-2A56C775C685}"/>
                  </a:ext>
                </a:extLst>
              </p14:cNvPr>
              <p14:cNvContentPartPr/>
              <p14:nvPr/>
            </p14:nvContentPartPr>
            <p14:xfrm>
              <a:off x="5069304" y="602712"/>
              <a:ext cx="24840" cy="7560"/>
            </p14:xfrm>
          </p:contentPart>
        </mc:Choice>
        <mc:Fallback>
          <p:pic>
            <p:nvPicPr>
              <p:cNvPr id="75" name="Ink 74">
                <a:extLst>
                  <a:ext uri="{FF2B5EF4-FFF2-40B4-BE49-F238E27FC236}">
                    <a16:creationId xmlns:a16="http://schemas.microsoft.com/office/drawing/2014/main" id="{6A5D5D73-9BB1-38AF-613D-2A56C775C685}"/>
                  </a:ext>
                </a:extLst>
              </p:cNvPr>
              <p:cNvPicPr/>
              <p:nvPr/>
            </p:nvPicPr>
            <p:blipFill>
              <a:blip r:embed="rId149"/>
              <a:stretch>
                <a:fillRect/>
              </a:stretch>
            </p:blipFill>
            <p:spPr>
              <a:xfrm>
                <a:off x="5063184" y="596592"/>
                <a:ext cx="37080" cy="19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0">
            <p14:nvContentPartPr>
              <p14:cNvPr id="76" name="Ink 75">
                <a:extLst>
                  <a:ext uri="{FF2B5EF4-FFF2-40B4-BE49-F238E27FC236}">
                    <a16:creationId xmlns:a16="http://schemas.microsoft.com/office/drawing/2014/main" id="{29944B53-B339-9AD8-657D-3384781DB89A}"/>
                  </a:ext>
                </a:extLst>
              </p14:cNvPr>
              <p14:cNvContentPartPr/>
              <p14:nvPr/>
            </p14:nvContentPartPr>
            <p14:xfrm>
              <a:off x="5168664" y="428832"/>
              <a:ext cx="103320" cy="160200"/>
            </p14:xfrm>
          </p:contentPart>
        </mc:Choice>
        <mc:Fallback>
          <p:pic>
            <p:nvPicPr>
              <p:cNvPr id="76" name="Ink 75">
                <a:extLst>
                  <a:ext uri="{FF2B5EF4-FFF2-40B4-BE49-F238E27FC236}">
                    <a16:creationId xmlns:a16="http://schemas.microsoft.com/office/drawing/2014/main" id="{29944B53-B339-9AD8-657D-3384781DB89A}"/>
                  </a:ext>
                </a:extLst>
              </p:cNvPr>
              <p:cNvPicPr/>
              <p:nvPr/>
            </p:nvPicPr>
            <p:blipFill>
              <a:blip r:embed="rId151"/>
              <a:stretch>
                <a:fillRect/>
              </a:stretch>
            </p:blipFill>
            <p:spPr>
              <a:xfrm>
                <a:off x="5162544" y="422712"/>
                <a:ext cx="115560" cy="172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2">
            <p14:nvContentPartPr>
              <p14:cNvPr id="77" name="Ink 76">
                <a:extLst>
                  <a:ext uri="{FF2B5EF4-FFF2-40B4-BE49-F238E27FC236}">
                    <a16:creationId xmlns:a16="http://schemas.microsoft.com/office/drawing/2014/main" id="{75F7FA95-4ED2-A774-5544-B8E93D278E4B}"/>
                  </a:ext>
                </a:extLst>
              </p14:cNvPr>
              <p14:cNvContentPartPr/>
              <p14:nvPr/>
            </p14:nvContentPartPr>
            <p14:xfrm>
              <a:off x="5269104" y="431352"/>
              <a:ext cx="68760" cy="166320"/>
            </p14:xfrm>
          </p:contentPart>
        </mc:Choice>
        <mc:Fallback>
          <p:pic>
            <p:nvPicPr>
              <p:cNvPr id="77" name="Ink 76">
                <a:extLst>
                  <a:ext uri="{FF2B5EF4-FFF2-40B4-BE49-F238E27FC236}">
                    <a16:creationId xmlns:a16="http://schemas.microsoft.com/office/drawing/2014/main" id="{75F7FA95-4ED2-A774-5544-B8E93D278E4B}"/>
                  </a:ext>
                </a:extLst>
              </p:cNvPr>
              <p:cNvPicPr/>
              <p:nvPr/>
            </p:nvPicPr>
            <p:blipFill>
              <a:blip r:embed="rId153"/>
              <a:stretch>
                <a:fillRect/>
              </a:stretch>
            </p:blipFill>
            <p:spPr>
              <a:xfrm>
                <a:off x="5262984" y="425232"/>
                <a:ext cx="81000" cy="178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4">
            <p14:nvContentPartPr>
              <p14:cNvPr id="78" name="Ink 77">
                <a:extLst>
                  <a:ext uri="{FF2B5EF4-FFF2-40B4-BE49-F238E27FC236}">
                    <a16:creationId xmlns:a16="http://schemas.microsoft.com/office/drawing/2014/main" id="{35F2E00D-928D-E301-3428-35060E02791E}"/>
                  </a:ext>
                </a:extLst>
              </p14:cNvPr>
              <p14:cNvContentPartPr/>
              <p14:nvPr/>
            </p14:nvContentPartPr>
            <p14:xfrm>
              <a:off x="5256864" y="517392"/>
              <a:ext cx="207720" cy="57960"/>
            </p14:xfrm>
          </p:contentPart>
        </mc:Choice>
        <mc:Fallback>
          <p:pic>
            <p:nvPicPr>
              <p:cNvPr id="78" name="Ink 77">
                <a:extLst>
                  <a:ext uri="{FF2B5EF4-FFF2-40B4-BE49-F238E27FC236}">
                    <a16:creationId xmlns:a16="http://schemas.microsoft.com/office/drawing/2014/main" id="{35F2E00D-928D-E301-3428-35060E02791E}"/>
                  </a:ext>
                </a:extLst>
              </p:cNvPr>
              <p:cNvPicPr/>
              <p:nvPr/>
            </p:nvPicPr>
            <p:blipFill>
              <a:blip r:embed="rId155"/>
              <a:stretch>
                <a:fillRect/>
              </a:stretch>
            </p:blipFill>
            <p:spPr>
              <a:xfrm>
                <a:off x="5250744" y="511272"/>
                <a:ext cx="219960" cy="70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6">
            <p14:nvContentPartPr>
              <p14:cNvPr id="79" name="Ink 78">
                <a:extLst>
                  <a:ext uri="{FF2B5EF4-FFF2-40B4-BE49-F238E27FC236}">
                    <a16:creationId xmlns:a16="http://schemas.microsoft.com/office/drawing/2014/main" id="{5B1E68ED-9A02-F45D-189C-01832AFC446E}"/>
                  </a:ext>
                </a:extLst>
              </p14:cNvPr>
              <p14:cNvContentPartPr/>
              <p14:nvPr/>
            </p14:nvContentPartPr>
            <p14:xfrm>
              <a:off x="5437224" y="388872"/>
              <a:ext cx="324720" cy="167040"/>
            </p14:xfrm>
          </p:contentPart>
        </mc:Choice>
        <mc:Fallback>
          <p:pic>
            <p:nvPicPr>
              <p:cNvPr id="79" name="Ink 78">
                <a:extLst>
                  <a:ext uri="{FF2B5EF4-FFF2-40B4-BE49-F238E27FC236}">
                    <a16:creationId xmlns:a16="http://schemas.microsoft.com/office/drawing/2014/main" id="{5B1E68ED-9A02-F45D-189C-01832AFC446E}"/>
                  </a:ext>
                </a:extLst>
              </p:cNvPr>
              <p:cNvPicPr/>
              <p:nvPr/>
            </p:nvPicPr>
            <p:blipFill>
              <a:blip r:embed="rId157"/>
              <a:stretch>
                <a:fillRect/>
              </a:stretch>
            </p:blipFill>
            <p:spPr>
              <a:xfrm>
                <a:off x="5431104" y="382752"/>
                <a:ext cx="336960" cy="179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8">
            <p14:nvContentPartPr>
              <p14:cNvPr id="80" name="Ink 79">
                <a:extLst>
                  <a:ext uri="{FF2B5EF4-FFF2-40B4-BE49-F238E27FC236}">
                    <a16:creationId xmlns:a16="http://schemas.microsoft.com/office/drawing/2014/main" id="{7D0B58D9-44BF-525B-EDAA-CCFE6748E4C1}"/>
                  </a:ext>
                </a:extLst>
              </p14:cNvPr>
              <p14:cNvContentPartPr/>
              <p14:nvPr/>
            </p14:nvContentPartPr>
            <p14:xfrm>
              <a:off x="5783544" y="386352"/>
              <a:ext cx="41760" cy="112680"/>
            </p14:xfrm>
          </p:contentPart>
        </mc:Choice>
        <mc:Fallback>
          <p:pic>
            <p:nvPicPr>
              <p:cNvPr id="80" name="Ink 79">
                <a:extLst>
                  <a:ext uri="{FF2B5EF4-FFF2-40B4-BE49-F238E27FC236}">
                    <a16:creationId xmlns:a16="http://schemas.microsoft.com/office/drawing/2014/main" id="{7D0B58D9-44BF-525B-EDAA-CCFE6748E4C1}"/>
                  </a:ext>
                </a:extLst>
              </p:cNvPr>
              <p:cNvPicPr/>
              <p:nvPr/>
            </p:nvPicPr>
            <p:blipFill>
              <a:blip r:embed="rId159"/>
              <a:stretch>
                <a:fillRect/>
              </a:stretch>
            </p:blipFill>
            <p:spPr>
              <a:xfrm>
                <a:off x="5777424" y="380232"/>
                <a:ext cx="54000" cy="124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0">
            <p14:nvContentPartPr>
              <p14:cNvPr id="81" name="Ink 80">
                <a:extLst>
                  <a:ext uri="{FF2B5EF4-FFF2-40B4-BE49-F238E27FC236}">
                    <a16:creationId xmlns:a16="http://schemas.microsoft.com/office/drawing/2014/main" id="{E0C82962-1054-5066-080F-B0530A13E53C}"/>
                  </a:ext>
                </a:extLst>
              </p14:cNvPr>
              <p14:cNvContentPartPr/>
              <p14:nvPr/>
            </p14:nvContentPartPr>
            <p14:xfrm>
              <a:off x="5805504" y="423072"/>
              <a:ext cx="81000" cy="12600"/>
            </p14:xfrm>
          </p:contentPart>
        </mc:Choice>
        <mc:Fallback>
          <p:pic>
            <p:nvPicPr>
              <p:cNvPr id="81" name="Ink 80">
                <a:extLst>
                  <a:ext uri="{FF2B5EF4-FFF2-40B4-BE49-F238E27FC236}">
                    <a16:creationId xmlns:a16="http://schemas.microsoft.com/office/drawing/2014/main" id="{E0C82962-1054-5066-080F-B0530A13E53C}"/>
                  </a:ext>
                </a:extLst>
              </p:cNvPr>
              <p:cNvPicPr/>
              <p:nvPr/>
            </p:nvPicPr>
            <p:blipFill>
              <a:blip r:embed="rId161"/>
              <a:stretch>
                <a:fillRect/>
              </a:stretch>
            </p:blipFill>
            <p:spPr>
              <a:xfrm>
                <a:off x="5799384" y="416952"/>
                <a:ext cx="93240" cy="24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2">
            <p14:nvContentPartPr>
              <p14:cNvPr id="82" name="Ink 81">
                <a:extLst>
                  <a:ext uri="{FF2B5EF4-FFF2-40B4-BE49-F238E27FC236}">
                    <a16:creationId xmlns:a16="http://schemas.microsoft.com/office/drawing/2014/main" id="{9E409E7C-D8CD-27FF-7B12-6BD7C6EFB376}"/>
                  </a:ext>
                </a:extLst>
              </p14:cNvPr>
              <p14:cNvContentPartPr/>
              <p14:nvPr/>
            </p14:nvContentPartPr>
            <p14:xfrm>
              <a:off x="5142384" y="819432"/>
              <a:ext cx="53640" cy="123840"/>
            </p14:xfrm>
          </p:contentPart>
        </mc:Choice>
        <mc:Fallback>
          <p:pic>
            <p:nvPicPr>
              <p:cNvPr id="82" name="Ink 81">
                <a:extLst>
                  <a:ext uri="{FF2B5EF4-FFF2-40B4-BE49-F238E27FC236}">
                    <a16:creationId xmlns:a16="http://schemas.microsoft.com/office/drawing/2014/main" id="{9E409E7C-D8CD-27FF-7B12-6BD7C6EFB376}"/>
                  </a:ext>
                </a:extLst>
              </p:cNvPr>
              <p:cNvPicPr/>
              <p:nvPr/>
            </p:nvPicPr>
            <p:blipFill>
              <a:blip r:embed="rId163"/>
              <a:stretch>
                <a:fillRect/>
              </a:stretch>
            </p:blipFill>
            <p:spPr>
              <a:xfrm>
                <a:off x="5136264" y="813312"/>
                <a:ext cx="65880" cy="136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4">
            <p14:nvContentPartPr>
              <p14:cNvPr id="83" name="Ink 82">
                <a:extLst>
                  <a:ext uri="{FF2B5EF4-FFF2-40B4-BE49-F238E27FC236}">
                    <a16:creationId xmlns:a16="http://schemas.microsoft.com/office/drawing/2014/main" id="{6C2D0B26-0154-F749-DC85-DDD373ECCF7C}"/>
                  </a:ext>
                </a:extLst>
              </p14:cNvPr>
              <p14:cNvContentPartPr/>
              <p14:nvPr/>
            </p14:nvContentPartPr>
            <p14:xfrm>
              <a:off x="5052024" y="681552"/>
              <a:ext cx="358920" cy="257400"/>
            </p14:xfrm>
          </p:contentPart>
        </mc:Choice>
        <mc:Fallback>
          <p:pic>
            <p:nvPicPr>
              <p:cNvPr id="83" name="Ink 82">
                <a:extLst>
                  <a:ext uri="{FF2B5EF4-FFF2-40B4-BE49-F238E27FC236}">
                    <a16:creationId xmlns:a16="http://schemas.microsoft.com/office/drawing/2014/main" id="{6C2D0B26-0154-F749-DC85-DDD373ECCF7C}"/>
                  </a:ext>
                </a:extLst>
              </p:cNvPr>
              <p:cNvPicPr/>
              <p:nvPr/>
            </p:nvPicPr>
            <p:blipFill>
              <a:blip r:embed="rId165"/>
              <a:stretch>
                <a:fillRect/>
              </a:stretch>
            </p:blipFill>
            <p:spPr>
              <a:xfrm>
                <a:off x="5045904" y="675432"/>
                <a:ext cx="371160" cy="269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6">
            <p14:nvContentPartPr>
              <p14:cNvPr id="84" name="Ink 83">
                <a:extLst>
                  <a:ext uri="{FF2B5EF4-FFF2-40B4-BE49-F238E27FC236}">
                    <a16:creationId xmlns:a16="http://schemas.microsoft.com/office/drawing/2014/main" id="{8C959D66-201F-1CF2-A248-6DE997341C78}"/>
                  </a:ext>
                </a:extLst>
              </p14:cNvPr>
              <p14:cNvContentPartPr/>
              <p14:nvPr/>
            </p14:nvContentPartPr>
            <p14:xfrm>
              <a:off x="5390784" y="857952"/>
              <a:ext cx="86040" cy="67680"/>
            </p14:xfrm>
          </p:contentPart>
        </mc:Choice>
        <mc:Fallback>
          <p:pic>
            <p:nvPicPr>
              <p:cNvPr id="84" name="Ink 83">
                <a:extLst>
                  <a:ext uri="{FF2B5EF4-FFF2-40B4-BE49-F238E27FC236}">
                    <a16:creationId xmlns:a16="http://schemas.microsoft.com/office/drawing/2014/main" id="{8C959D66-201F-1CF2-A248-6DE997341C78}"/>
                  </a:ext>
                </a:extLst>
              </p:cNvPr>
              <p:cNvPicPr/>
              <p:nvPr/>
            </p:nvPicPr>
            <p:blipFill>
              <a:blip r:embed="rId167"/>
              <a:stretch>
                <a:fillRect/>
              </a:stretch>
            </p:blipFill>
            <p:spPr>
              <a:xfrm>
                <a:off x="5384664" y="851832"/>
                <a:ext cx="98280" cy="79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8">
            <p14:nvContentPartPr>
              <p14:cNvPr id="85" name="Ink 84">
                <a:extLst>
                  <a:ext uri="{FF2B5EF4-FFF2-40B4-BE49-F238E27FC236}">
                    <a16:creationId xmlns:a16="http://schemas.microsoft.com/office/drawing/2014/main" id="{9C711B37-C46D-1DE2-76BF-4AEF9FBAA74A}"/>
                  </a:ext>
                </a:extLst>
              </p14:cNvPr>
              <p14:cNvContentPartPr/>
              <p14:nvPr/>
            </p14:nvContentPartPr>
            <p14:xfrm>
              <a:off x="5489064" y="720432"/>
              <a:ext cx="102240" cy="220680"/>
            </p14:xfrm>
          </p:contentPart>
        </mc:Choice>
        <mc:Fallback>
          <p:pic>
            <p:nvPicPr>
              <p:cNvPr id="85" name="Ink 84">
                <a:extLst>
                  <a:ext uri="{FF2B5EF4-FFF2-40B4-BE49-F238E27FC236}">
                    <a16:creationId xmlns:a16="http://schemas.microsoft.com/office/drawing/2014/main" id="{9C711B37-C46D-1DE2-76BF-4AEF9FBAA74A}"/>
                  </a:ext>
                </a:extLst>
              </p:cNvPr>
              <p:cNvPicPr/>
              <p:nvPr/>
            </p:nvPicPr>
            <p:blipFill>
              <a:blip r:embed="rId169"/>
              <a:stretch>
                <a:fillRect/>
              </a:stretch>
            </p:blipFill>
            <p:spPr>
              <a:xfrm>
                <a:off x="5482944" y="714312"/>
                <a:ext cx="114480" cy="232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0">
            <p14:nvContentPartPr>
              <p14:cNvPr id="86" name="Ink 85">
                <a:extLst>
                  <a:ext uri="{FF2B5EF4-FFF2-40B4-BE49-F238E27FC236}">
                    <a16:creationId xmlns:a16="http://schemas.microsoft.com/office/drawing/2014/main" id="{DC77126C-77A2-725C-E9C5-5F320A99194E}"/>
                  </a:ext>
                </a:extLst>
              </p14:cNvPr>
              <p14:cNvContentPartPr/>
              <p14:nvPr/>
            </p14:nvContentPartPr>
            <p14:xfrm>
              <a:off x="5583744" y="861192"/>
              <a:ext cx="12600" cy="59040"/>
            </p14:xfrm>
          </p:contentPart>
        </mc:Choice>
        <mc:Fallback>
          <p:pic>
            <p:nvPicPr>
              <p:cNvPr id="86" name="Ink 85">
                <a:extLst>
                  <a:ext uri="{FF2B5EF4-FFF2-40B4-BE49-F238E27FC236}">
                    <a16:creationId xmlns:a16="http://schemas.microsoft.com/office/drawing/2014/main" id="{DC77126C-77A2-725C-E9C5-5F320A99194E}"/>
                  </a:ext>
                </a:extLst>
              </p:cNvPr>
              <p:cNvPicPr/>
              <p:nvPr/>
            </p:nvPicPr>
            <p:blipFill>
              <a:blip r:embed="rId171"/>
              <a:stretch>
                <a:fillRect/>
              </a:stretch>
            </p:blipFill>
            <p:spPr>
              <a:xfrm>
                <a:off x="5577624" y="855072"/>
                <a:ext cx="24840" cy="71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2">
            <p14:nvContentPartPr>
              <p14:cNvPr id="87" name="Ink 86">
                <a:extLst>
                  <a:ext uri="{FF2B5EF4-FFF2-40B4-BE49-F238E27FC236}">
                    <a16:creationId xmlns:a16="http://schemas.microsoft.com/office/drawing/2014/main" id="{261E0429-4ECC-662D-C606-B6623853178C}"/>
                  </a:ext>
                </a:extLst>
              </p14:cNvPr>
              <p14:cNvContentPartPr/>
              <p14:nvPr/>
            </p14:nvContentPartPr>
            <p14:xfrm>
              <a:off x="5659344" y="770832"/>
              <a:ext cx="12600" cy="43560"/>
            </p14:xfrm>
          </p:contentPart>
        </mc:Choice>
        <mc:Fallback>
          <p:pic>
            <p:nvPicPr>
              <p:cNvPr id="87" name="Ink 86">
                <a:extLst>
                  <a:ext uri="{FF2B5EF4-FFF2-40B4-BE49-F238E27FC236}">
                    <a16:creationId xmlns:a16="http://schemas.microsoft.com/office/drawing/2014/main" id="{261E0429-4ECC-662D-C606-B6623853178C}"/>
                  </a:ext>
                </a:extLst>
              </p:cNvPr>
              <p:cNvPicPr/>
              <p:nvPr/>
            </p:nvPicPr>
            <p:blipFill>
              <a:blip r:embed="rId173"/>
              <a:stretch>
                <a:fillRect/>
              </a:stretch>
            </p:blipFill>
            <p:spPr>
              <a:xfrm>
                <a:off x="5653224" y="764712"/>
                <a:ext cx="24840" cy="55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4">
            <p14:nvContentPartPr>
              <p14:cNvPr id="88" name="Ink 87">
                <a:extLst>
                  <a:ext uri="{FF2B5EF4-FFF2-40B4-BE49-F238E27FC236}">
                    <a16:creationId xmlns:a16="http://schemas.microsoft.com/office/drawing/2014/main" id="{BE9C64A9-A278-DFB4-510C-9E3E8312807F}"/>
                  </a:ext>
                </a:extLst>
              </p14:cNvPr>
              <p14:cNvContentPartPr/>
              <p14:nvPr/>
            </p14:nvContentPartPr>
            <p14:xfrm>
              <a:off x="5652864" y="770832"/>
              <a:ext cx="35280" cy="149040"/>
            </p14:xfrm>
          </p:contentPart>
        </mc:Choice>
        <mc:Fallback>
          <p:pic>
            <p:nvPicPr>
              <p:cNvPr id="88" name="Ink 87">
                <a:extLst>
                  <a:ext uri="{FF2B5EF4-FFF2-40B4-BE49-F238E27FC236}">
                    <a16:creationId xmlns:a16="http://schemas.microsoft.com/office/drawing/2014/main" id="{BE9C64A9-A278-DFB4-510C-9E3E8312807F}"/>
                  </a:ext>
                </a:extLst>
              </p:cNvPr>
              <p:cNvPicPr/>
              <p:nvPr/>
            </p:nvPicPr>
            <p:blipFill>
              <a:blip r:embed="rId175"/>
              <a:stretch>
                <a:fillRect/>
              </a:stretch>
            </p:blipFill>
            <p:spPr>
              <a:xfrm>
                <a:off x="5646744" y="764712"/>
                <a:ext cx="47520" cy="161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6">
            <p14:nvContentPartPr>
              <p14:cNvPr id="89" name="Ink 88">
                <a:extLst>
                  <a:ext uri="{FF2B5EF4-FFF2-40B4-BE49-F238E27FC236}">
                    <a16:creationId xmlns:a16="http://schemas.microsoft.com/office/drawing/2014/main" id="{10FB6B87-225D-572B-F880-988C97581281}"/>
                  </a:ext>
                </a:extLst>
              </p14:cNvPr>
              <p14:cNvContentPartPr/>
              <p14:nvPr/>
            </p14:nvContentPartPr>
            <p14:xfrm>
              <a:off x="5742864" y="798192"/>
              <a:ext cx="68040" cy="95040"/>
            </p14:xfrm>
          </p:contentPart>
        </mc:Choice>
        <mc:Fallback>
          <p:pic>
            <p:nvPicPr>
              <p:cNvPr id="89" name="Ink 88">
                <a:extLst>
                  <a:ext uri="{FF2B5EF4-FFF2-40B4-BE49-F238E27FC236}">
                    <a16:creationId xmlns:a16="http://schemas.microsoft.com/office/drawing/2014/main" id="{10FB6B87-225D-572B-F880-988C97581281}"/>
                  </a:ext>
                </a:extLst>
              </p:cNvPr>
              <p:cNvPicPr/>
              <p:nvPr/>
            </p:nvPicPr>
            <p:blipFill>
              <a:blip r:embed="rId177"/>
              <a:stretch>
                <a:fillRect/>
              </a:stretch>
            </p:blipFill>
            <p:spPr>
              <a:xfrm>
                <a:off x="5736744" y="792072"/>
                <a:ext cx="80280" cy="107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8">
            <p14:nvContentPartPr>
              <p14:cNvPr id="90" name="Ink 89">
                <a:extLst>
                  <a:ext uri="{FF2B5EF4-FFF2-40B4-BE49-F238E27FC236}">
                    <a16:creationId xmlns:a16="http://schemas.microsoft.com/office/drawing/2014/main" id="{2C18B9DA-880A-14E9-F057-45E33A5503F1}"/>
                  </a:ext>
                </a:extLst>
              </p14:cNvPr>
              <p14:cNvContentPartPr/>
              <p14:nvPr/>
            </p14:nvContentPartPr>
            <p14:xfrm>
              <a:off x="6646824" y="1248912"/>
              <a:ext cx="585000" cy="656280"/>
            </p14:xfrm>
          </p:contentPart>
        </mc:Choice>
        <mc:Fallback>
          <p:pic>
            <p:nvPicPr>
              <p:cNvPr id="90" name="Ink 89">
                <a:extLst>
                  <a:ext uri="{FF2B5EF4-FFF2-40B4-BE49-F238E27FC236}">
                    <a16:creationId xmlns:a16="http://schemas.microsoft.com/office/drawing/2014/main" id="{2C18B9DA-880A-14E9-F057-45E33A5503F1}"/>
                  </a:ext>
                </a:extLst>
              </p:cNvPr>
              <p:cNvPicPr/>
              <p:nvPr/>
            </p:nvPicPr>
            <p:blipFill>
              <a:blip r:embed="rId179"/>
              <a:stretch>
                <a:fillRect/>
              </a:stretch>
            </p:blipFill>
            <p:spPr>
              <a:xfrm>
                <a:off x="6640704" y="1242792"/>
                <a:ext cx="597240" cy="668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0">
            <p14:nvContentPartPr>
              <p14:cNvPr id="91" name="Ink 90">
                <a:extLst>
                  <a:ext uri="{FF2B5EF4-FFF2-40B4-BE49-F238E27FC236}">
                    <a16:creationId xmlns:a16="http://schemas.microsoft.com/office/drawing/2014/main" id="{FAB56139-644B-6AB1-0163-12E318D74AE4}"/>
                  </a:ext>
                </a:extLst>
              </p14:cNvPr>
              <p14:cNvContentPartPr/>
              <p14:nvPr/>
            </p14:nvContentPartPr>
            <p14:xfrm>
              <a:off x="7258464" y="588672"/>
              <a:ext cx="410400" cy="223560"/>
            </p14:xfrm>
          </p:contentPart>
        </mc:Choice>
        <mc:Fallback>
          <p:pic>
            <p:nvPicPr>
              <p:cNvPr id="91" name="Ink 90">
                <a:extLst>
                  <a:ext uri="{FF2B5EF4-FFF2-40B4-BE49-F238E27FC236}">
                    <a16:creationId xmlns:a16="http://schemas.microsoft.com/office/drawing/2014/main" id="{FAB56139-644B-6AB1-0163-12E318D74AE4}"/>
                  </a:ext>
                </a:extLst>
              </p:cNvPr>
              <p:cNvPicPr/>
              <p:nvPr/>
            </p:nvPicPr>
            <p:blipFill>
              <a:blip r:embed="rId181"/>
              <a:stretch>
                <a:fillRect/>
              </a:stretch>
            </p:blipFill>
            <p:spPr>
              <a:xfrm>
                <a:off x="7252344" y="582552"/>
                <a:ext cx="422640" cy="235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2">
            <p14:nvContentPartPr>
              <p14:cNvPr id="92" name="Ink 91">
                <a:extLst>
                  <a:ext uri="{FF2B5EF4-FFF2-40B4-BE49-F238E27FC236}">
                    <a16:creationId xmlns:a16="http://schemas.microsoft.com/office/drawing/2014/main" id="{7C3E0499-6000-49FC-79BC-0DCA67C81F46}"/>
                  </a:ext>
                </a:extLst>
              </p14:cNvPr>
              <p14:cNvContentPartPr/>
              <p14:nvPr/>
            </p14:nvContentPartPr>
            <p14:xfrm>
              <a:off x="7568064" y="693072"/>
              <a:ext cx="358920" cy="315000"/>
            </p14:xfrm>
          </p:contentPart>
        </mc:Choice>
        <mc:Fallback>
          <p:pic>
            <p:nvPicPr>
              <p:cNvPr id="92" name="Ink 91">
                <a:extLst>
                  <a:ext uri="{FF2B5EF4-FFF2-40B4-BE49-F238E27FC236}">
                    <a16:creationId xmlns:a16="http://schemas.microsoft.com/office/drawing/2014/main" id="{7C3E0499-6000-49FC-79BC-0DCA67C81F46}"/>
                  </a:ext>
                </a:extLst>
              </p:cNvPr>
              <p:cNvPicPr/>
              <p:nvPr/>
            </p:nvPicPr>
            <p:blipFill>
              <a:blip r:embed="rId183"/>
              <a:stretch>
                <a:fillRect/>
              </a:stretch>
            </p:blipFill>
            <p:spPr>
              <a:xfrm>
                <a:off x="7561944" y="686952"/>
                <a:ext cx="371160" cy="327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4">
            <p14:nvContentPartPr>
              <p14:cNvPr id="93" name="Ink 92">
                <a:extLst>
                  <a:ext uri="{FF2B5EF4-FFF2-40B4-BE49-F238E27FC236}">
                    <a16:creationId xmlns:a16="http://schemas.microsoft.com/office/drawing/2014/main" id="{89FD28D8-3E3C-CC64-3A84-8AEFBE6B26D0}"/>
                  </a:ext>
                </a:extLst>
              </p14:cNvPr>
              <p14:cNvContentPartPr/>
              <p14:nvPr/>
            </p14:nvContentPartPr>
            <p14:xfrm>
              <a:off x="7063344" y="452232"/>
              <a:ext cx="20160" cy="642960"/>
            </p14:xfrm>
          </p:contentPart>
        </mc:Choice>
        <mc:Fallback>
          <p:pic>
            <p:nvPicPr>
              <p:cNvPr id="93" name="Ink 92">
                <a:extLst>
                  <a:ext uri="{FF2B5EF4-FFF2-40B4-BE49-F238E27FC236}">
                    <a16:creationId xmlns:a16="http://schemas.microsoft.com/office/drawing/2014/main" id="{89FD28D8-3E3C-CC64-3A84-8AEFBE6B26D0}"/>
                  </a:ext>
                </a:extLst>
              </p:cNvPr>
              <p:cNvPicPr/>
              <p:nvPr/>
            </p:nvPicPr>
            <p:blipFill>
              <a:blip r:embed="rId185"/>
              <a:stretch>
                <a:fillRect/>
              </a:stretch>
            </p:blipFill>
            <p:spPr>
              <a:xfrm>
                <a:off x="7057224" y="446112"/>
                <a:ext cx="32400" cy="655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6">
            <p14:nvContentPartPr>
              <p14:cNvPr id="94" name="Ink 93">
                <a:extLst>
                  <a:ext uri="{FF2B5EF4-FFF2-40B4-BE49-F238E27FC236}">
                    <a16:creationId xmlns:a16="http://schemas.microsoft.com/office/drawing/2014/main" id="{A2CF7B8A-176E-D63F-5CA8-96CF5D11106C}"/>
                  </a:ext>
                </a:extLst>
              </p14:cNvPr>
              <p14:cNvContentPartPr/>
              <p14:nvPr/>
            </p14:nvContentPartPr>
            <p14:xfrm>
              <a:off x="6970464" y="133632"/>
              <a:ext cx="1249560" cy="1009440"/>
            </p14:xfrm>
          </p:contentPart>
        </mc:Choice>
        <mc:Fallback>
          <p:pic>
            <p:nvPicPr>
              <p:cNvPr id="94" name="Ink 93">
                <a:extLst>
                  <a:ext uri="{FF2B5EF4-FFF2-40B4-BE49-F238E27FC236}">
                    <a16:creationId xmlns:a16="http://schemas.microsoft.com/office/drawing/2014/main" id="{A2CF7B8A-176E-D63F-5CA8-96CF5D11106C}"/>
                  </a:ext>
                </a:extLst>
              </p:cNvPr>
              <p:cNvPicPr/>
              <p:nvPr/>
            </p:nvPicPr>
            <p:blipFill>
              <a:blip r:embed="rId187"/>
              <a:stretch>
                <a:fillRect/>
              </a:stretch>
            </p:blipFill>
            <p:spPr>
              <a:xfrm>
                <a:off x="6964344" y="127512"/>
                <a:ext cx="1261800" cy="1021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8">
            <p14:nvContentPartPr>
              <p14:cNvPr id="95" name="Ink 94">
                <a:extLst>
                  <a:ext uri="{FF2B5EF4-FFF2-40B4-BE49-F238E27FC236}">
                    <a16:creationId xmlns:a16="http://schemas.microsoft.com/office/drawing/2014/main" id="{BC221530-49EA-51EC-A174-964449866160}"/>
                  </a:ext>
                </a:extLst>
              </p14:cNvPr>
              <p14:cNvContentPartPr/>
              <p14:nvPr/>
            </p14:nvContentPartPr>
            <p14:xfrm>
              <a:off x="7028064" y="392832"/>
              <a:ext cx="1118880" cy="148680"/>
            </p14:xfrm>
          </p:contentPart>
        </mc:Choice>
        <mc:Fallback>
          <p:pic>
            <p:nvPicPr>
              <p:cNvPr id="95" name="Ink 94">
                <a:extLst>
                  <a:ext uri="{FF2B5EF4-FFF2-40B4-BE49-F238E27FC236}">
                    <a16:creationId xmlns:a16="http://schemas.microsoft.com/office/drawing/2014/main" id="{BC221530-49EA-51EC-A174-964449866160}"/>
                  </a:ext>
                </a:extLst>
              </p:cNvPr>
              <p:cNvPicPr/>
              <p:nvPr/>
            </p:nvPicPr>
            <p:blipFill>
              <a:blip r:embed="rId189"/>
              <a:stretch>
                <a:fillRect/>
              </a:stretch>
            </p:blipFill>
            <p:spPr>
              <a:xfrm>
                <a:off x="7021944" y="386712"/>
                <a:ext cx="1131120" cy="160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90">
            <p14:nvContentPartPr>
              <p14:cNvPr id="96" name="Ink 95">
                <a:extLst>
                  <a:ext uri="{FF2B5EF4-FFF2-40B4-BE49-F238E27FC236}">
                    <a16:creationId xmlns:a16="http://schemas.microsoft.com/office/drawing/2014/main" id="{86E39F89-132C-AA4C-0545-2F519E93492A}"/>
                  </a:ext>
                </a:extLst>
              </p14:cNvPr>
              <p14:cNvContentPartPr/>
              <p14:nvPr/>
            </p14:nvContentPartPr>
            <p14:xfrm>
              <a:off x="7337304" y="371592"/>
              <a:ext cx="10080" cy="13680"/>
            </p14:xfrm>
          </p:contentPart>
        </mc:Choice>
        <mc:Fallback>
          <p:pic>
            <p:nvPicPr>
              <p:cNvPr id="96" name="Ink 95">
                <a:extLst>
                  <a:ext uri="{FF2B5EF4-FFF2-40B4-BE49-F238E27FC236}">
                    <a16:creationId xmlns:a16="http://schemas.microsoft.com/office/drawing/2014/main" id="{86E39F89-132C-AA4C-0545-2F519E93492A}"/>
                  </a:ext>
                </a:extLst>
              </p:cNvPr>
              <p:cNvPicPr/>
              <p:nvPr/>
            </p:nvPicPr>
            <p:blipFill>
              <a:blip r:embed="rId191"/>
              <a:stretch>
                <a:fillRect/>
              </a:stretch>
            </p:blipFill>
            <p:spPr>
              <a:xfrm>
                <a:off x="7331184" y="365472"/>
                <a:ext cx="22320" cy="25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92">
            <p14:nvContentPartPr>
              <p14:cNvPr id="97" name="Ink 96">
                <a:extLst>
                  <a:ext uri="{FF2B5EF4-FFF2-40B4-BE49-F238E27FC236}">
                    <a16:creationId xmlns:a16="http://schemas.microsoft.com/office/drawing/2014/main" id="{C8530688-40F0-5D51-CEE4-A1873D17FD95}"/>
                  </a:ext>
                </a:extLst>
              </p14:cNvPr>
              <p14:cNvContentPartPr/>
              <p14:nvPr/>
            </p14:nvContentPartPr>
            <p14:xfrm>
              <a:off x="7344144" y="384912"/>
              <a:ext cx="360" cy="360"/>
            </p14:xfrm>
          </p:contentPart>
        </mc:Choice>
        <mc:Fallback>
          <p:pic>
            <p:nvPicPr>
              <p:cNvPr id="97" name="Ink 96">
                <a:extLst>
                  <a:ext uri="{FF2B5EF4-FFF2-40B4-BE49-F238E27FC236}">
                    <a16:creationId xmlns:a16="http://schemas.microsoft.com/office/drawing/2014/main" id="{C8530688-40F0-5D51-CEE4-A1873D17FD95}"/>
                  </a:ext>
                </a:extLst>
              </p:cNvPr>
              <p:cNvPicPr/>
              <p:nvPr/>
            </p:nvPicPr>
            <p:blipFill>
              <a:blip r:embed="rId193"/>
              <a:stretch>
                <a:fillRect/>
              </a:stretch>
            </p:blipFill>
            <p:spPr>
              <a:xfrm>
                <a:off x="7338024" y="378792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94">
            <p14:nvContentPartPr>
              <p14:cNvPr id="98" name="Ink 97">
                <a:extLst>
                  <a:ext uri="{FF2B5EF4-FFF2-40B4-BE49-F238E27FC236}">
                    <a16:creationId xmlns:a16="http://schemas.microsoft.com/office/drawing/2014/main" id="{309937F8-37FD-A6B4-FF80-12B8790FABFF}"/>
                  </a:ext>
                </a:extLst>
              </p14:cNvPr>
              <p14:cNvContentPartPr/>
              <p14:nvPr/>
            </p14:nvContentPartPr>
            <p14:xfrm>
              <a:off x="7344144" y="384912"/>
              <a:ext cx="11880" cy="59760"/>
            </p14:xfrm>
          </p:contentPart>
        </mc:Choice>
        <mc:Fallback>
          <p:pic>
            <p:nvPicPr>
              <p:cNvPr id="98" name="Ink 97">
                <a:extLst>
                  <a:ext uri="{FF2B5EF4-FFF2-40B4-BE49-F238E27FC236}">
                    <a16:creationId xmlns:a16="http://schemas.microsoft.com/office/drawing/2014/main" id="{309937F8-37FD-A6B4-FF80-12B8790FABFF}"/>
                  </a:ext>
                </a:extLst>
              </p:cNvPr>
              <p:cNvPicPr/>
              <p:nvPr/>
            </p:nvPicPr>
            <p:blipFill>
              <a:blip r:embed="rId195"/>
              <a:stretch>
                <a:fillRect/>
              </a:stretch>
            </p:blipFill>
            <p:spPr>
              <a:xfrm>
                <a:off x="7338024" y="378792"/>
                <a:ext cx="24120" cy="7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96">
            <p14:nvContentPartPr>
              <p14:cNvPr id="99" name="Ink 98">
                <a:extLst>
                  <a:ext uri="{FF2B5EF4-FFF2-40B4-BE49-F238E27FC236}">
                    <a16:creationId xmlns:a16="http://schemas.microsoft.com/office/drawing/2014/main" id="{378371A7-47EC-3226-292A-926E47449090}"/>
                  </a:ext>
                </a:extLst>
              </p14:cNvPr>
              <p14:cNvContentPartPr/>
              <p14:nvPr/>
            </p14:nvContentPartPr>
            <p14:xfrm>
              <a:off x="7434504" y="293112"/>
              <a:ext cx="92880" cy="126360"/>
            </p14:xfrm>
          </p:contentPart>
        </mc:Choice>
        <mc:Fallback>
          <p:pic>
            <p:nvPicPr>
              <p:cNvPr id="99" name="Ink 98">
                <a:extLst>
                  <a:ext uri="{FF2B5EF4-FFF2-40B4-BE49-F238E27FC236}">
                    <a16:creationId xmlns:a16="http://schemas.microsoft.com/office/drawing/2014/main" id="{378371A7-47EC-3226-292A-926E47449090}"/>
                  </a:ext>
                </a:extLst>
              </p:cNvPr>
              <p:cNvPicPr/>
              <p:nvPr/>
            </p:nvPicPr>
            <p:blipFill>
              <a:blip r:embed="rId197"/>
              <a:stretch>
                <a:fillRect/>
              </a:stretch>
            </p:blipFill>
            <p:spPr>
              <a:xfrm>
                <a:off x="7428384" y="286992"/>
                <a:ext cx="105120" cy="138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98">
            <p14:nvContentPartPr>
              <p14:cNvPr id="100" name="Ink 99">
                <a:extLst>
                  <a:ext uri="{FF2B5EF4-FFF2-40B4-BE49-F238E27FC236}">
                    <a16:creationId xmlns:a16="http://schemas.microsoft.com/office/drawing/2014/main" id="{A4ECF6DF-5467-6971-0798-439B0B86A6FC}"/>
                  </a:ext>
                </a:extLst>
              </p14:cNvPr>
              <p14:cNvContentPartPr/>
              <p14:nvPr/>
            </p14:nvContentPartPr>
            <p14:xfrm>
              <a:off x="7546464" y="279072"/>
              <a:ext cx="68760" cy="161280"/>
            </p14:xfrm>
          </p:contentPart>
        </mc:Choice>
        <mc:Fallback>
          <p:pic>
            <p:nvPicPr>
              <p:cNvPr id="100" name="Ink 99">
                <a:extLst>
                  <a:ext uri="{FF2B5EF4-FFF2-40B4-BE49-F238E27FC236}">
                    <a16:creationId xmlns:a16="http://schemas.microsoft.com/office/drawing/2014/main" id="{A4ECF6DF-5467-6971-0798-439B0B86A6FC}"/>
                  </a:ext>
                </a:extLst>
              </p:cNvPr>
              <p:cNvPicPr/>
              <p:nvPr/>
            </p:nvPicPr>
            <p:blipFill>
              <a:blip r:embed="rId199"/>
              <a:stretch>
                <a:fillRect/>
              </a:stretch>
            </p:blipFill>
            <p:spPr>
              <a:xfrm>
                <a:off x="7540344" y="272952"/>
                <a:ext cx="81000" cy="173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0">
            <p14:nvContentPartPr>
              <p14:cNvPr id="101" name="Ink 100">
                <a:extLst>
                  <a:ext uri="{FF2B5EF4-FFF2-40B4-BE49-F238E27FC236}">
                    <a16:creationId xmlns:a16="http://schemas.microsoft.com/office/drawing/2014/main" id="{83FB2E2F-270D-9730-E651-11961C93EA50}"/>
                  </a:ext>
                </a:extLst>
              </p14:cNvPr>
              <p14:cNvContentPartPr/>
              <p14:nvPr/>
            </p14:nvContentPartPr>
            <p14:xfrm>
              <a:off x="7553664" y="376632"/>
              <a:ext cx="183240" cy="45000"/>
            </p14:xfrm>
          </p:contentPart>
        </mc:Choice>
        <mc:Fallback>
          <p:pic>
            <p:nvPicPr>
              <p:cNvPr id="101" name="Ink 100">
                <a:extLst>
                  <a:ext uri="{FF2B5EF4-FFF2-40B4-BE49-F238E27FC236}">
                    <a16:creationId xmlns:a16="http://schemas.microsoft.com/office/drawing/2014/main" id="{83FB2E2F-270D-9730-E651-11961C93EA50}"/>
                  </a:ext>
                </a:extLst>
              </p:cNvPr>
              <p:cNvPicPr/>
              <p:nvPr/>
            </p:nvPicPr>
            <p:blipFill>
              <a:blip r:embed="rId201"/>
              <a:stretch>
                <a:fillRect/>
              </a:stretch>
            </p:blipFill>
            <p:spPr>
              <a:xfrm>
                <a:off x="7547544" y="370512"/>
                <a:ext cx="195480" cy="57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2">
            <p14:nvContentPartPr>
              <p14:cNvPr id="102" name="Ink 101">
                <a:extLst>
                  <a:ext uri="{FF2B5EF4-FFF2-40B4-BE49-F238E27FC236}">
                    <a16:creationId xmlns:a16="http://schemas.microsoft.com/office/drawing/2014/main" id="{D4A13A5D-1A55-C718-ACA2-EAF2A9F3F822}"/>
                  </a:ext>
                </a:extLst>
              </p14:cNvPr>
              <p14:cNvContentPartPr/>
              <p14:nvPr/>
            </p14:nvContentPartPr>
            <p14:xfrm>
              <a:off x="7728264" y="223272"/>
              <a:ext cx="349920" cy="187560"/>
            </p14:xfrm>
          </p:contentPart>
        </mc:Choice>
        <mc:Fallback>
          <p:pic>
            <p:nvPicPr>
              <p:cNvPr id="102" name="Ink 101">
                <a:extLst>
                  <a:ext uri="{FF2B5EF4-FFF2-40B4-BE49-F238E27FC236}">
                    <a16:creationId xmlns:a16="http://schemas.microsoft.com/office/drawing/2014/main" id="{D4A13A5D-1A55-C718-ACA2-EAF2A9F3F822}"/>
                  </a:ext>
                </a:extLst>
              </p:cNvPr>
              <p:cNvPicPr/>
              <p:nvPr/>
            </p:nvPicPr>
            <p:blipFill>
              <a:blip r:embed="rId203"/>
              <a:stretch>
                <a:fillRect/>
              </a:stretch>
            </p:blipFill>
            <p:spPr>
              <a:xfrm>
                <a:off x="7722144" y="217152"/>
                <a:ext cx="362160" cy="199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4">
            <p14:nvContentPartPr>
              <p14:cNvPr id="103" name="Ink 102">
                <a:extLst>
                  <a:ext uri="{FF2B5EF4-FFF2-40B4-BE49-F238E27FC236}">
                    <a16:creationId xmlns:a16="http://schemas.microsoft.com/office/drawing/2014/main" id="{86B4A732-C1AD-EE2B-BE09-FDDC46826A3D}"/>
                  </a:ext>
                </a:extLst>
              </p14:cNvPr>
              <p14:cNvContentPartPr/>
              <p14:nvPr/>
            </p14:nvContentPartPr>
            <p14:xfrm>
              <a:off x="8142264" y="221472"/>
              <a:ext cx="46080" cy="138960"/>
            </p14:xfrm>
          </p:contentPart>
        </mc:Choice>
        <mc:Fallback>
          <p:pic>
            <p:nvPicPr>
              <p:cNvPr id="103" name="Ink 102">
                <a:extLst>
                  <a:ext uri="{FF2B5EF4-FFF2-40B4-BE49-F238E27FC236}">
                    <a16:creationId xmlns:a16="http://schemas.microsoft.com/office/drawing/2014/main" id="{86B4A732-C1AD-EE2B-BE09-FDDC46826A3D}"/>
                  </a:ext>
                </a:extLst>
              </p:cNvPr>
              <p:cNvPicPr/>
              <p:nvPr/>
            </p:nvPicPr>
            <p:blipFill>
              <a:blip r:embed="rId205"/>
              <a:stretch>
                <a:fillRect/>
              </a:stretch>
            </p:blipFill>
            <p:spPr>
              <a:xfrm>
                <a:off x="8136144" y="215352"/>
                <a:ext cx="58320" cy="151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6">
            <p14:nvContentPartPr>
              <p14:cNvPr id="104" name="Ink 103">
                <a:extLst>
                  <a:ext uri="{FF2B5EF4-FFF2-40B4-BE49-F238E27FC236}">
                    <a16:creationId xmlns:a16="http://schemas.microsoft.com/office/drawing/2014/main" id="{D6146FE3-38AD-1F1A-2EF9-2AF83084CA62}"/>
                  </a:ext>
                </a:extLst>
              </p14:cNvPr>
              <p14:cNvContentPartPr/>
              <p14:nvPr/>
            </p14:nvContentPartPr>
            <p14:xfrm>
              <a:off x="8114544" y="298872"/>
              <a:ext cx="83160" cy="8640"/>
            </p14:xfrm>
          </p:contentPart>
        </mc:Choice>
        <mc:Fallback>
          <p:pic>
            <p:nvPicPr>
              <p:cNvPr id="104" name="Ink 103">
                <a:extLst>
                  <a:ext uri="{FF2B5EF4-FFF2-40B4-BE49-F238E27FC236}">
                    <a16:creationId xmlns:a16="http://schemas.microsoft.com/office/drawing/2014/main" id="{D6146FE3-38AD-1F1A-2EF9-2AF83084CA62}"/>
                  </a:ext>
                </a:extLst>
              </p:cNvPr>
              <p:cNvPicPr/>
              <p:nvPr/>
            </p:nvPicPr>
            <p:blipFill>
              <a:blip r:embed="rId207"/>
              <a:stretch>
                <a:fillRect/>
              </a:stretch>
            </p:blipFill>
            <p:spPr>
              <a:xfrm>
                <a:off x="8108424" y="292752"/>
                <a:ext cx="95400" cy="20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8">
            <p14:nvContentPartPr>
              <p14:cNvPr id="105" name="Ink 104">
                <a:extLst>
                  <a:ext uri="{FF2B5EF4-FFF2-40B4-BE49-F238E27FC236}">
                    <a16:creationId xmlns:a16="http://schemas.microsoft.com/office/drawing/2014/main" id="{AC79FD1F-BBB8-B4C9-E285-ED0548B5DEB0}"/>
                  </a:ext>
                </a:extLst>
              </p14:cNvPr>
              <p14:cNvContentPartPr/>
              <p14:nvPr/>
            </p14:nvContentPartPr>
            <p14:xfrm>
              <a:off x="1922616" y="2014776"/>
              <a:ext cx="1409760" cy="323640"/>
            </p14:xfrm>
          </p:contentPart>
        </mc:Choice>
        <mc:Fallback>
          <p:pic>
            <p:nvPicPr>
              <p:cNvPr id="105" name="Ink 104">
                <a:extLst>
                  <a:ext uri="{FF2B5EF4-FFF2-40B4-BE49-F238E27FC236}">
                    <a16:creationId xmlns:a16="http://schemas.microsoft.com/office/drawing/2014/main" id="{AC79FD1F-BBB8-B4C9-E285-ED0548B5DEB0}"/>
                  </a:ext>
                </a:extLst>
              </p:cNvPr>
              <p:cNvPicPr/>
              <p:nvPr/>
            </p:nvPicPr>
            <p:blipFill>
              <a:blip r:embed="rId209"/>
              <a:stretch>
                <a:fillRect/>
              </a:stretch>
            </p:blipFill>
            <p:spPr>
              <a:xfrm>
                <a:off x="1832616" y="1834776"/>
                <a:ext cx="1589400" cy="683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10">
            <p14:nvContentPartPr>
              <p14:cNvPr id="106" name="Ink 105">
                <a:extLst>
                  <a:ext uri="{FF2B5EF4-FFF2-40B4-BE49-F238E27FC236}">
                    <a16:creationId xmlns:a16="http://schemas.microsoft.com/office/drawing/2014/main" id="{B7EF3680-CBFA-437F-A243-A96E59510EE7}"/>
                  </a:ext>
                </a:extLst>
              </p14:cNvPr>
              <p14:cNvContentPartPr/>
              <p14:nvPr/>
            </p14:nvContentPartPr>
            <p14:xfrm>
              <a:off x="2724696" y="534816"/>
              <a:ext cx="1395000" cy="852480"/>
            </p14:xfrm>
          </p:contentPart>
        </mc:Choice>
        <mc:Fallback>
          <p:pic>
            <p:nvPicPr>
              <p:cNvPr id="106" name="Ink 105">
                <a:extLst>
                  <a:ext uri="{FF2B5EF4-FFF2-40B4-BE49-F238E27FC236}">
                    <a16:creationId xmlns:a16="http://schemas.microsoft.com/office/drawing/2014/main" id="{B7EF3680-CBFA-437F-A243-A96E59510EE7}"/>
                  </a:ext>
                </a:extLst>
              </p:cNvPr>
              <p:cNvPicPr/>
              <p:nvPr/>
            </p:nvPicPr>
            <p:blipFill>
              <a:blip r:embed="rId211"/>
              <a:stretch>
                <a:fillRect/>
              </a:stretch>
            </p:blipFill>
            <p:spPr>
              <a:xfrm>
                <a:off x="2635056" y="355176"/>
                <a:ext cx="1574640" cy="1212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12">
            <p14:nvContentPartPr>
              <p14:cNvPr id="107" name="Ink 106">
                <a:extLst>
                  <a:ext uri="{FF2B5EF4-FFF2-40B4-BE49-F238E27FC236}">
                    <a16:creationId xmlns:a16="http://schemas.microsoft.com/office/drawing/2014/main" id="{7257E144-DF3D-ABFF-60F8-A65542991366}"/>
                  </a:ext>
                </a:extLst>
              </p14:cNvPr>
              <p14:cNvContentPartPr/>
              <p14:nvPr/>
            </p14:nvContentPartPr>
            <p14:xfrm>
              <a:off x="1876896" y="1980576"/>
              <a:ext cx="1488240" cy="465840"/>
            </p14:xfrm>
          </p:contentPart>
        </mc:Choice>
        <mc:Fallback>
          <p:pic>
            <p:nvPicPr>
              <p:cNvPr id="107" name="Ink 106">
                <a:extLst>
                  <a:ext uri="{FF2B5EF4-FFF2-40B4-BE49-F238E27FC236}">
                    <a16:creationId xmlns:a16="http://schemas.microsoft.com/office/drawing/2014/main" id="{7257E144-DF3D-ABFF-60F8-A65542991366}"/>
                  </a:ext>
                </a:extLst>
              </p:cNvPr>
              <p:cNvPicPr/>
              <p:nvPr/>
            </p:nvPicPr>
            <p:blipFill>
              <a:blip r:embed="rId213"/>
              <a:stretch>
                <a:fillRect/>
              </a:stretch>
            </p:blipFill>
            <p:spPr>
              <a:xfrm>
                <a:off x="1787256" y="1800576"/>
                <a:ext cx="1667880" cy="825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14">
            <p14:nvContentPartPr>
              <p14:cNvPr id="127" name="Ink 126">
                <a:extLst>
                  <a:ext uri="{FF2B5EF4-FFF2-40B4-BE49-F238E27FC236}">
                    <a16:creationId xmlns:a16="http://schemas.microsoft.com/office/drawing/2014/main" id="{D73EE438-C7B4-528B-CCCF-8198829B314C}"/>
                  </a:ext>
                </a:extLst>
              </p14:cNvPr>
              <p14:cNvContentPartPr/>
              <p14:nvPr/>
            </p14:nvContentPartPr>
            <p14:xfrm>
              <a:off x="7579440" y="4096512"/>
              <a:ext cx="100440" cy="27000"/>
            </p14:xfrm>
          </p:contentPart>
        </mc:Choice>
        <mc:Fallback>
          <p:pic>
            <p:nvPicPr>
              <p:cNvPr id="127" name="Ink 126">
                <a:extLst>
                  <a:ext uri="{FF2B5EF4-FFF2-40B4-BE49-F238E27FC236}">
                    <a16:creationId xmlns:a16="http://schemas.microsoft.com/office/drawing/2014/main" id="{D73EE438-C7B4-528B-CCCF-8198829B314C}"/>
                  </a:ext>
                </a:extLst>
              </p:cNvPr>
              <p:cNvPicPr/>
              <p:nvPr/>
            </p:nvPicPr>
            <p:blipFill>
              <a:blip r:embed="rId215"/>
              <a:stretch>
                <a:fillRect/>
              </a:stretch>
            </p:blipFill>
            <p:spPr>
              <a:xfrm>
                <a:off x="7573320" y="4090392"/>
                <a:ext cx="112680" cy="39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16">
            <p14:nvContentPartPr>
              <p14:cNvPr id="192" name="Ink 191">
                <a:extLst>
                  <a:ext uri="{FF2B5EF4-FFF2-40B4-BE49-F238E27FC236}">
                    <a16:creationId xmlns:a16="http://schemas.microsoft.com/office/drawing/2014/main" id="{FC6B46BD-49D1-616A-A112-819A3A1772C2}"/>
                  </a:ext>
                </a:extLst>
              </p14:cNvPr>
              <p14:cNvContentPartPr/>
              <p14:nvPr/>
            </p14:nvContentPartPr>
            <p14:xfrm>
              <a:off x="3278376" y="4810176"/>
              <a:ext cx="188280" cy="39960"/>
            </p14:xfrm>
          </p:contentPart>
        </mc:Choice>
        <mc:Fallback>
          <p:pic>
            <p:nvPicPr>
              <p:cNvPr id="192" name="Ink 191">
                <a:extLst>
                  <a:ext uri="{FF2B5EF4-FFF2-40B4-BE49-F238E27FC236}">
                    <a16:creationId xmlns:a16="http://schemas.microsoft.com/office/drawing/2014/main" id="{FC6B46BD-49D1-616A-A112-819A3A1772C2}"/>
                  </a:ext>
                </a:extLst>
              </p:cNvPr>
              <p:cNvPicPr/>
              <p:nvPr/>
            </p:nvPicPr>
            <p:blipFill>
              <a:blip r:embed="rId217"/>
              <a:stretch>
                <a:fillRect/>
              </a:stretch>
            </p:blipFill>
            <p:spPr>
              <a:xfrm>
                <a:off x="3272256" y="4804056"/>
                <a:ext cx="200520" cy="52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18">
            <p14:nvContentPartPr>
              <p14:cNvPr id="171" name="Ink 170">
                <a:extLst>
                  <a:ext uri="{FF2B5EF4-FFF2-40B4-BE49-F238E27FC236}">
                    <a16:creationId xmlns:a16="http://schemas.microsoft.com/office/drawing/2014/main" id="{485B1BBC-891B-86DF-68AC-2E5D0B067106}"/>
                  </a:ext>
                </a:extLst>
              </p14:cNvPr>
              <p14:cNvContentPartPr/>
              <p14:nvPr/>
            </p14:nvContentPartPr>
            <p14:xfrm>
              <a:off x="7286760" y="4863312"/>
              <a:ext cx="3737880" cy="1497600"/>
            </p14:xfrm>
          </p:contentPart>
        </mc:Choice>
        <mc:Fallback>
          <p:pic>
            <p:nvPicPr>
              <p:cNvPr id="171" name="Ink 170">
                <a:extLst>
                  <a:ext uri="{FF2B5EF4-FFF2-40B4-BE49-F238E27FC236}">
                    <a16:creationId xmlns:a16="http://schemas.microsoft.com/office/drawing/2014/main" id="{485B1BBC-891B-86DF-68AC-2E5D0B067106}"/>
                  </a:ext>
                </a:extLst>
              </p:cNvPr>
              <p:cNvPicPr/>
              <p:nvPr/>
            </p:nvPicPr>
            <p:blipFill>
              <a:blip r:embed="rId219"/>
              <a:stretch>
                <a:fillRect/>
              </a:stretch>
            </p:blipFill>
            <p:spPr>
              <a:xfrm>
                <a:off x="7280640" y="4857192"/>
                <a:ext cx="3750120" cy="1509840"/>
              </a:xfrm>
              <a:prstGeom prst="rect">
                <a:avLst/>
              </a:prstGeom>
            </p:spPr>
          </p:pic>
        </mc:Fallback>
      </mc:AlternateContent>
      <p:grpSp>
        <p:nvGrpSpPr>
          <p:cNvPr id="423" name="Group 422">
            <a:extLst>
              <a:ext uri="{FF2B5EF4-FFF2-40B4-BE49-F238E27FC236}">
                <a16:creationId xmlns:a16="http://schemas.microsoft.com/office/drawing/2014/main" id="{2985C8E4-DFD8-9BF5-DA60-7E5ECEE4ACEE}"/>
              </a:ext>
            </a:extLst>
          </p:cNvPr>
          <p:cNvGrpSpPr/>
          <p:nvPr/>
        </p:nvGrpSpPr>
        <p:grpSpPr>
          <a:xfrm>
            <a:off x="7299360" y="2869416"/>
            <a:ext cx="4659696" cy="3475080"/>
            <a:chOff x="7299360" y="2869416"/>
            <a:chExt cx="4659696" cy="3475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20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BF5F300B-94F6-D433-54DE-15874F90099D}"/>
                    </a:ext>
                  </a:extLst>
                </p14:cNvPr>
                <p14:cNvContentPartPr/>
                <p14:nvPr/>
              </p14:nvContentPartPr>
              <p14:xfrm>
                <a:off x="7486920" y="3393072"/>
                <a:ext cx="322200" cy="271080"/>
              </p14:xfrm>
            </p:contentPart>
          </mc:Choice>
          <mc:Fallback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BF5F300B-94F6-D433-54DE-15874F90099D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7480800" y="3386952"/>
                  <a:ext cx="334440" cy="28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2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EDCF32CB-5938-D475-ABD5-6F6D5A180A9F}"/>
                    </a:ext>
                  </a:extLst>
                </p14:cNvPr>
                <p14:cNvContentPartPr/>
                <p14:nvPr/>
              </p14:nvContentPartPr>
              <p14:xfrm>
                <a:off x="7857360" y="3523032"/>
                <a:ext cx="117360" cy="48960"/>
              </p14:xfrm>
            </p:contentPart>
          </mc:Choice>
          <mc:Fallback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EDCF32CB-5938-D475-ABD5-6F6D5A180A9F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7851240" y="3516912"/>
                  <a:ext cx="129600" cy="6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4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4A815394-D4E3-131C-4935-E368074B0741}"/>
                    </a:ext>
                  </a:extLst>
                </p14:cNvPr>
                <p14:cNvContentPartPr/>
                <p14:nvPr/>
              </p14:nvContentPartPr>
              <p14:xfrm>
                <a:off x="7810920" y="3505392"/>
                <a:ext cx="183240" cy="269280"/>
              </p14:xfrm>
            </p:contentPart>
          </mc:Choice>
          <mc:Fallback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4A815394-D4E3-131C-4935-E368074B0741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7804800" y="3499272"/>
                  <a:ext cx="195480" cy="28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6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218C72AC-D53A-1001-EAB1-5B7F10134269}"/>
                    </a:ext>
                  </a:extLst>
                </p14:cNvPr>
                <p14:cNvContentPartPr/>
                <p14:nvPr/>
              </p14:nvContentPartPr>
              <p14:xfrm>
                <a:off x="8028000" y="3286872"/>
                <a:ext cx="174240" cy="307080"/>
              </p14:xfrm>
            </p:contentPart>
          </mc:Choice>
          <mc:Fallback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218C72AC-D53A-1001-EAB1-5B7F10134269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8021880" y="3280752"/>
                  <a:ext cx="186480" cy="31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8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6DBF5AF6-06F1-4F02-F8FE-D2AEE89460EA}"/>
                    </a:ext>
                  </a:extLst>
                </p14:cNvPr>
                <p14:cNvContentPartPr/>
                <p14:nvPr/>
              </p14:nvContentPartPr>
              <p14:xfrm>
                <a:off x="8118360" y="3473712"/>
                <a:ext cx="132120" cy="72000"/>
              </p14:xfrm>
            </p:contentPart>
          </mc:Choice>
          <mc:Fallback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6DBF5AF6-06F1-4F02-F8FE-D2AEE89460EA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8112240" y="3467592"/>
                  <a:ext cx="144360" cy="8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0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0B3F3A4A-1B85-F488-2B42-8D6BF6830131}"/>
                    </a:ext>
                  </a:extLst>
                </p14:cNvPr>
                <p14:cNvContentPartPr/>
                <p14:nvPr/>
              </p14:nvContentPartPr>
              <p14:xfrm>
                <a:off x="8254800" y="3456792"/>
                <a:ext cx="134640" cy="56880"/>
              </p14:xfrm>
            </p:contentPart>
          </mc:Choice>
          <mc:Fallback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0B3F3A4A-1B85-F488-2B42-8D6BF6830131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8248680" y="3450672"/>
                  <a:ext cx="146880" cy="6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2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BA1B380E-1F3A-83C5-1C33-A10E6ACB0ACF}"/>
                    </a:ext>
                  </a:extLst>
                </p14:cNvPr>
                <p14:cNvContentPartPr/>
                <p14:nvPr/>
              </p14:nvContentPartPr>
              <p14:xfrm>
                <a:off x="8432640" y="3418632"/>
                <a:ext cx="90720" cy="87120"/>
              </p14:xfrm>
            </p:contentPart>
          </mc:Choice>
          <mc:Fallback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BA1B380E-1F3A-83C5-1C33-A10E6ACB0ACF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8426520" y="3412512"/>
                  <a:ext cx="102960" cy="9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4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D7A5046D-E4BC-78D7-9A6D-F59950D52F8D}"/>
                    </a:ext>
                  </a:extLst>
                </p14:cNvPr>
                <p14:cNvContentPartPr/>
                <p14:nvPr/>
              </p14:nvContentPartPr>
              <p14:xfrm>
                <a:off x="8578440" y="3433752"/>
                <a:ext cx="147600" cy="61920"/>
              </p14:xfrm>
            </p:contentPart>
          </mc:Choice>
          <mc:Fallback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D7A5046D-E4BC-78D7-9A6D-F59950D52F8D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8572320" y="3427632"/>
                  <a:ext cx="159840" cy="7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6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B193DE13-1233-25CA-052D-D0F6C65955C8}"/>
                    </a:ext>
                  </a:extLst>
                </p14:cNvPr>
                <p14:cNvContentPartPr/>
                <p14:nvPr/>
              </p14:nvContentPartPr>
              <p14:xfrm>
                <a:off x="8746920" y="3426912"/>
                <a:ext cx="93240" cy="71280"/>
              </p14:xfrm>
            </p:contentPart>
          </mc:Choice>
          <mc:Fallback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B193DE13-1233-25CA-052D-D0F6C65955C8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8740800" y="3420792"/>
                  <a:ext cx="105480" cy="8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8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6EA92675-4945-F573-0204-F7B5557A99A1}"/>
                    </a:ext>
                  </a:extLst>
                </p14:cNvPr>
                <p14:cNvContentPartPr/>
                <p14:nvPr/>
              </p14:nvContentPartPr>
              <p14:xfrm>
                <a:off x="8915760" y="3318192"/>
                <a:ext cx="223200" cy="162000"/>
              </p14:xfrm>
            </p:contentPart>
          </mc:Choice>
          <mc:Fallback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6EA92675-4945-F573-0204-F7B5557A99A1}"/>
                    </a:ext>
                  </a:extLst>
                </p:cNvPr>
                <p:cNvPicPr/>
                <p:nvPr/>
              </p:nvPicPr>
              <p:blipFill>
                <a:blip r:embed="rId239"/>
                <a:stretch>
                  <a:fillRect/>
                </a:stretch>
              </p:blipFill>
              <p:spPr>
                <a:xfrm>
                  <a:off x="8909640" y="3312072"/>
                  <a:ext cx="235440" cy="17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0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CBEE737D-28F9-B11F-A5A2-327B53C410F0}"/>
                    </a:ext>
                  </a:extLst>
                </p14:cNvPr>
                <p14:cNvContentPartPr/>
                <p14:nvPr/>
              </p14:nvContentPartPr>
              <p14:xfrm>
                <a:off x="9183600" y="3400992"/>
                <a:ext cx="93960" cy="64800"/>
              </p14:xfrm>
            </p:contentPart>
          </mc:Choice>
          <mc:Fallback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CBEE737D-28F9-B11F-A5A2-327B53C410F0}"/>
                    </a:ext>
                  </a:extLst>
                </p:cNvPr>
                <p:cNvPicPr/>
                <p:nvPr/>
              </p:nvPicPr>
              <p:blipFill>
                <a:blip r:embed="rId241"/>
                <a:stretch>
                  <a:fillRect/>
                </a:stretch>
              </p:blipFill>
              <p:spPr>
                <a:xfrm>
                  <a:off x="9177480" y="3394872"/>
                  <a:ext cx="106200" cy="7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2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FDC97813-78DF-E3ED-75DB-3AC9F29AC9ED}"/>
                    </a:ext>
                  </a:extLst>
                </p14:cNvPr>
                <p14:cNvContentPartPr/>
                <p14:nvPr/>
              </p14:nvContentPartPr>
              <p14:xfrm>
                <a:off x="9366480" y="3204432"/>
                <a:ext cx="210240" cy="244440"/>
              </p14:xfrm>
            </p:contentPart>
          </mc:Choice>
          <mc:Fallback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FDC97813-78DF-E3ED-75DB-3AC9F29AC9ED}"/>
                    </a:ext>
                  </a:extLst>
                </p:cNvPr>
                <p:cNvPicPr/>
                <p:nvPr/>
              </p:nvPicPr>
              <p:blipFill>
                <a:blip r:embed="rId243"/>
                <a:stretch>
                  <a:fillRect/>
                </a:stretch>
              </p:blipFill>
              <p:spPr>
                <a:xfrm>
                  <a:off x="9360360" y="3198312"/>
                  <a:ext cx="222480" cy="25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4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5CC1B354-652E-8880-7AF1-EDB0CBDBF91A}"/>
                    </a:ext>
                  </a:extLst>
                </p14:cNvPr>
                <p14:cNvContentPartPr/>
                <p14:nvPr/>
              </p14:nvContentPartPr>
              <p14:xfrm>
                <a:off x="9578880" y="3364632"/>
                <a:ext cx="110160" cy="133920"/>
              </p14:xfrm>
            </p:contentPart>
          </mc:Choice>
          <mc:Fallback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5CC1B354-652E-8880-7AF1-EDB0CBDBF91A}"/>
                    </a:ext>
                  </a:extLst>
                </p:cNvPr>
                <p:cNvPicPr/>
                <p:nvPr/>
              </p:nvPicPr>
              <p:blipFill>
                <a:blip r:embed="rId245"/>
                <a:stretch>
                  <a:fillRect/>
                </a:stretch>
              </p:blipFill>
              <p:spPr>
                <a:xfrm>
                  <a:off x="9572760" y="3358512"/>
                  <a:ext cx="122400" cy="14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6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0224904D-0EA3-715D-99F0-28603DCF0EC9}"/>
                    </a:ext>
                  </a:extLst>
                </p14:cNvPr>
                <p14:cNvContentPartPr/>
                <p14:nvPr/>
              </p14:nvContentPartPr>
              <p14:xfrm>
                <a:off x="7306200" y="3367872"/>
                <a:ext cx="134640" cy="1562040"/>
              </p14:xfrm>
            </p:contentPart>
          </mc:Choice>
          <mc:Fallback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0224904D-0EA3-715D-99F0-28603DCF0EC9}"/>
                    </a:ext>
                  </a:extLst>
                </p:cNvPr>
                <p:cNvPicPr/>
                <p:nvPr/>
              </p:nvPicPr>
              <p:blipFill>
                <a:blip r:embed="rId247"/>
                <a:stretch>
                  <a:fillRect/>
                </a:stretch>
              </p:blipFill>
              <p:spPr>
                <a:xfrm>
                  <a:off x="7300080" y="3361752"/>
                  <a:ext cx="146880" cy="157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8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F95DE37D-7B40-8FF1-26CC-3C4E97AF3621}"/>
                    </a:ext>
                  </a:extLst>
                </p14:cNvPr>
                <p14:cNvContentPartPr/>
                <p14:nvPr/>
              </p14:nvContentPartPr>
              <p14:xfrm>
                <a:off x="7401240" y="3088512"/>
                <a:ext cx="2628360" cy="253800"/>
              </p14:xfrm>
            </p:contentPart>
          </mc:Choice>
          <mc:Fallback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F95DE37D-7B40-8FF1-26CC-3C4E97AF3621}"/>
                    </a:ext>
                  </a:extLst>
                </p:cNvPr>
                <p:cNvPicPr/>
                <p:nvPr/>
              </p:nvPicPr>
              <p:blipFill>
                <a:blip r:embed="rId249"/>
                <a:stretch>
                  <a:fillRect/>
                </a:stretch>
              </p:blipFill>
              <p:spPr>
                <a:xfrm>
                  <a:off x="7395120" y="3082392"/>
                  <a:ext cx="2640600" cy="26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0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C0013034-EA07-4B7A-7E8B-BDF68ADCFC1F}"/>
                    </a:ext>
                  </a:extLst>
                </p14:cNvPr>
                <p14:cNvContentPartPr/>
                <p14:nvPr/>
              </p14:nvContentPartPr>
              <p14:xfrm>
                <a:off x="7450920" y="3588912"/>
                <a:ext cx="2502720" cy="250560"/>
              </p14:xfrm>
            </p:contentPart>
          </mc:Choice>
          <mc:Fallback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C0013034-EA07-4B7A-7E8B-BDF68ADCFC1F}"/>
                    </a:ext>
                  </a:extLst>
                </p:cNvPr>
                <p:cNvPicPr/>
                <p:nvPr/>
              </p:nvPicPr>
              <p:blipFill>
                <a:blip r:embed="rId251"/>
                <a:stretch>
                  <a:fillRect/>
                </a:stretch>
              </p:blipFill>
              <p:spPr>
                <a:xfrm>
                  <a:off x="7444800" y="3582792"/>
                  <a:ext cx="2514960" cy="26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2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0FE21D32-FCB0-5D04-F571-3AAD0F1C8FDA}"/>
                    </a:ext>
                  </a:extLst>
                </p14:cNvPr>
                <p14:cNvContentPartPr/>
                <p14:nvPr/>
              </p14:nvContentPartPr>
              <p14:xfrm>
                <a:off x="7945200" y="3895272"/>
                <a:ext cx="180720" cy="167760"/>
              </p14:xfrm>
            </p:contentPart>
          </mc:Choice>
          <mc:Fallback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0FE21D32-FCB0-5D04-F571-3AAD0F1C8FDA}"/>
                    </a:ext>
                  </a:extLst>
                </p:cNvPr>
                <p:cNvPicPr/>
                <p:nvPr/>
              </p:nvPicPr>
              <p:blipFill>
                <a:blip r:embed="rId253"/>
                <a:stretch>
                  <a:fillRect/>
                </a:stretch>
              </p:blipFill>
              <p:spPr>
                <a:xfrm>
                  <a:off x="7939080" y="3889152"/>
                  <a:ext cx="192960" cy="18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4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A0A5B7CC-853C-F4CA-7C15-78699F39C782}"/>
                    </a:ext>
                  </a:extLst>
                </p14:cNvPr>
                <p14:cNvContentPartPr/>
                <p14:nvPr/>
              </p14:nvContentPartPr>
              <p14:xfrm>
                <a:off x="8130240" y="4005072"/>
                <a:ext cx="112680" cy="66960"/>
              </p14:xfrm>
            </p:contentPart>
          </mc:Choice>
          <mc:Fallback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A0A5B7CC-853C-F4CA-7C15-78699F39C782}"/>
                    </a:ext>
                  </a:extLst>
                </p:cNvPr>
                <p:cNvPicPr/>
                <p:nvPr/>
              </p:nvPicPr>
              <p:blipFill>
                <a:blip r:embed="rId255"/>
                <a:stretch>
                  <a:fillRect/>
                </a:stretch>
              </p:blipFill>
              <p:spPr>
                <a:xfrm>
                  <a:off x="8124120" y="3998952"/>
                  <a:ext cx="124920" cy="7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6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71A5D96D-C315-E07D-4D44-E3B0EC4DDB39}"/>
                    </a:ext>
                  </a:extLst>
                </p14:cNvPr>
                <p14:cNvContentPartPr/>
                <p14:nvPr/>
              </p14:nvContentPartPr>
              <p14:xfrm>
                <a:off x="8267040" y="3853872"/>
                <a:ext cx="105120" cy="241560"/>
              </p14:xfrm>
            </p:contentPart>
          </mc:Choice>
          <mc:Fallback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71A5D96D-C315-E07D-4D44-E3B0EC4DDB39}"/>
                    </a:ext>
                  </a:extLst>
                </p:cNvPr>
                <p:cNvPicPr/>
                <p:nvPr/>
              </p:nvPicPr>
              <p:blipFill>
                <a:blip r:embed="rId257"/>
                <a:stretch>
                  <a:fillRect/>
                </a:stretch>
              </p:blipFill>
              <p:spPr>
                <a:xfrm>
                  <a:off x="8260920" y="3847752"/>
                  <a:ext cx="117360" cy="25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8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0EC06C65-D60E-F1BF-5BF5-2DE8356679C7}"/>
                    </a:ext>
                  </a:extLst>
                </p14:cNvPr>
                <p14:cNvContentPartPr/>
                <p14:nvPr/>
              </p14:nvContentPartPr>
              <p14:xfrm>
                <a:off x="8259840" y="3967992"/>
                <a:ext cx="278280" cy="87840"/>
              </p14:xfrm>
            </p:contentPart>
          </mc:Choice>
          <mc:Fallback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0EC06C65-D60E-F1BF-5BF5-2DE8356679C7}"/>
                    </a:ext>
                  </a:extLst>
                </p:cNvPr>
                <p:cNvPicPr/>
                <p:nvPr/>
              </p:nvPicPr>
              <p:blipFill>
                <a:blip r:embed="rId259"/>
                <a:stretch>
                  <a:fillRect/>
                </a:stretch>
              </p:blipFill>
              <p:spPr>
                <a:xfrm>
                  <a:off x="8253720" y="3961872"/>
                  <a:ext cx="290520" cy="10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0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4B594E16-F508-783E-2F93-B5AC82F17AE4}"/>
                    </a:ext>
                  </a:extLst>
                </p14:cNvPr>
                <p14:cNvContentPartPr/>
                <p14:nvPr/>
              </p14:nvContentPartPr>
              <p14:xfrm>
                <a:off x="8681400" y="3945672"/>
                <a:ext cx="15120" cy="54000"/>
              </p14:xfrm>
            </p:contentPart>
          </mc:Choice>
          <mc:Fallback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4B594E16-F508-783E-2F93-B5AC82F17AE4}"/>
                    </a:ext>
                  </a:extLst>
                </p:cNvPr>
                <p:cNvPicPr/>
                <p:nvPr/>
              </p:nvPicPr>
              <p:blipFill>
                <a:blip r:embed="rId261"/>
                <a:stretch>
                  <a:fillRect/>
                </a:stretch>
              </p:blipFill>
              <p:spPr>
                <a:xfrm>
                  <a:off x="8675280" y="3939552"/>
                  <a:ext cx="27360" cy="6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2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5A6C6BB8-D763-5CBB-39D3-39CAF3F69CC1}"/>
                    </a:ext>
                  </a:extLst>
                </p14:cNvPr>
                <p14:cNvContentPartPr/>
                <p14:nvPr/>
              </p14:nvContentPartPr>
              <p14:xfrm>
                <a:off x="8683920" y="4038552"/>
                <a:ext cx="15120" cy="33840"/>
              </p14:xfrm>
            </p:contentPart>
          </mc:Choice>
          <mc:Fallback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5A6C6BB8-D763-5CBB-39D3-39CAF3F69CC1}"/>
                    </a:ext>
                  </a:extLst>
                </p:cNvPr>
                <p:cNvPicPr/>
                <p:nvPr/>
              </p:nvPicPr>
              <p:blipFill>
                <a:blip r:embed="rId263"/>
                <a:stretch>
                  <a:fillRect/>
                </a:stretch>
              </p:blipFill>
              <p:spPr>
                <a:xfrm>
                  <a:off x="8677800" y="4032432"/>
                  <a:ext cx="27360" cy="4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4">
              <p14:nvContentPartPr>
                <p14:cNvPr id="135" name="Ink 134">
                  <a:extLst>
                    <a:ext uri="{FF2B5EF4-FFF2-40B4-BE49-F238E27FC236}">
                      <a16:creationId xmlns:a16="http://schemas.microsoft.com/office/drawing/2014/main" id="{72453A97-6F9A-E577-348B-7095C8208FD5}"/>
                    </a:ext>
                  </a:extLst>
                </p14:cNvPr>
                <p14:cNvContentPartPr/>
                <p14:nvPr/>
              </p14:nvContentPartPr>
              <p14:xfrm>
                <a:off x="8867880" y="3825432"/>
                <a:ext cx="191520" cy="193680"/>
              </p14:xfrm>
            </p:contentPart>
          </mc:Choice>
          <mc:Fallback>
            <p:pic>
              <p:nvPicPr>
                <p:cNvPr id="135" name="Ink 134">
                  <a:extLst>
                    <a:ext uri="{FF2B5EF4-FFF2-40B4-BE49-F238E27FC236}">
                      <a16:creationId xmlns:a16="http://schemas.microsoft.com/office/drawing/2014/main" id="{72453A97-6F9A-E577-348B-7095C8208FD5}"/>
                    </a:ext>
                  </a:extLst>
                </p:cNvPr>
                <p:cNvPicPr/>
                <p:nvPr/>
              </p:nvPicPr>
              <p:blipFill>
                <a:blip r:embed="rId265"/>
                <a:stretch>
                  <a:fillRect/>
                </a:stretch>
              </p:blipFill>
              <p:spPr>
                <a:xfrm>
                  <a:off x="8861760" y="3819312"/>
                  <a:ext cx="203760" cy="20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6">
              <p14:nvContentPartPr>
                <p14:cNvPr id="136" name="Ink 135">
                  <a:extLst>
                    <a:ext uri="{FF2B5EF4-FFF2-40B4-BE49-F238E27FC236}">
                      <a16:creationId xmlns:a16="http://schemas.microsoft.com/office/drawing/2014/main" id="{44751C78-9ABE-4812-C66A-1EE6842C5239}"/>
                    </a:ext>
                  </a:extLst>
                </p14:cNvPr>
                <p14:cNvContentPartPr/>
                <p14:nvPr/>
              </p14:nvContentPartPr>
              <p14:xfrm>
                <a:off x="9115560" y="3841632"/>
                <a:ext cx="95400" cy="208440"/>
              </p14:xfrm>
            </p:contentPart>
          </mc:Choice>
          <mc:Fallback>
            <p:pic>
              <p:nvPicPr>
                <p:cNvPr id="136" name="Ink 135">
                  <a:extLst>
                    <a:ext uri="{FF2B5EF4-FFF2-40B4-BE49-F238E27FC236}">
                      <a16:creationId xmlns:a16="http://schemas.microsoft.com/office/drawing/2014/main" id="{44751C78-9ABE-4812-C66A-1EE6842C5239}"/>
                    </a:ext>
                  </a:extLst>
                </p:cNvPr>
                <p:cNvPicPr/>
                <p:nvPr/>
              </p:nvPicPr>
              <p:blipFill>
                <a:blip r:embed="rId267"/>
                <a:stretch>
                  <a:fillRect/>
                </a:stretch>
              </p:blipFill>
              <p:spPr>
                <a:xfrm>
                  <a:off x="9109440" y="3835512"/>
                  <a:ext cx="107640" cy="22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8">
              <p14:nvContentPartPr>
                <p14:cNvPr id="137" name="Ink 136">
                  <a:extLst>
                    <a:ext uri="{FF2B5EF4-FFF2-40B4-BE49-F238E27FC236}">
                      <a16:creationId xmlns:a16="http://schemas.microsoft.com/office/drawing/2014/main" id="{7B1D4500-FDBB-81E2-7FCA-CC31878DA903}"/>
                    </a:ext>
                  </a:extLst>
                </p14:cNvPr>
                <p14:cNvContentPartPr/>
                <p14:nvPr/>
              </p14:nvContentPartPr>
              <p14:xfrm>
                <a:off x="9108360" y="3915432"/>
                <a:ext cx="334440" cy="60840"/>
              </p14:xfrm>
            </p:contentPart>
          </mc:Choice>
          <mc:Fallback>
            <p:pic>
              <p:nvPicPr>
                <p:cNvPr id="137" name="Ink 136">
                  <a:extLst>
                    <a:ext uri="{FF2B5EF4-FFF2-40B4-BE49-F238E27FC236}">
                      <a16:creationId xmlns:a16="http://schemas.microsoft.com/office/drawing/2014/main" id="{7B1D4500-FDBB-81E2-7FCA-CC31878DA903}"/>
                    </a:ext>
                  </a:extLst>
                </p:cNvPr>
                <p:cNvPicPr/>
                <p:nvPr/>
              </p:nvPicPr>
              <p:blipFill>
                <a:blip r:embed="rId269"/>
                <a:stretch>
                  <a:fillRect/>
                </a:stretch>
              </p:blipFill>
              <p:spPr>
                <a:xfrm>
                  <a:off x="9102240" y="3909312"/>
                  <a:ext cx="346680" cy="7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0">
              <p14:nvContentPartPr>
                <p14:cNvPr id="138" name="Ink 137">
                  <a:extLst>
                    <a:ext uri="{FF2B5EF4-FFF2-40B4-BE49-F238E27FC236}">
                      <a16:creationId xmlns:a16="http://schemas.microsoft.com/office/drawing/2014/main" id="{76F33ED8-27FC-BE68-D0F6-E65F338E10C3}"/>
                    </a:ext>
                  </a:extLst>
                </p14:cNvPr>
                <p14:cNvContentPartPr/>
                <p14:nvPr/>
              </p14:nvContentPartPr>
              <p14:xfrm>
                <a:off x="9424800" y="3757392"/>
                <a:ext cx="234360" cy="225000"/>
              </p14:xfrm>
            </p:contentPart>
          </mc:Choice>
          <mc:Fallback>
            <p:pic>
              <p:nvPicPr>
                <p:cNvPr id="138" name="Ink 137">
                  <a:extLst>
                    <a:ext uri="{FF2B5EF4-FFF2-40B4-BE49-F238E27FC236}">
                      <a16:creationId xmlns:a16="http://schemas.microsoft.com/office/drawing/2014/main" id="{76F33ED8-27FC-BE68-D0F6-E65F338E10C3}"/>
                    </a:ext>
                  </a:extLst>
                </p:cNvPr>
                <p:cNvPicPr/>
                <p:nvPr/>
              </p:nvPicPr>
              <p:blipFill>
                <a:blip r:embed="rId271"/>
                <a:stretch>
                  <a:fillRect/>
                </a:stretch>
              </p:blipFill>
              <p:spPr>
                <a:xfrm>
                  <a:off x="9418680" y="3751272"/>
                  <a:ext cx="246600" cy="23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2">
              <p14:nvContentPartPr>
                <p14:cNvPr id="139" name="Ink 138">
                  <a:extLst>
                    <a:ext uri="{FF2B5EF4-FFF2-40B4-BE49-F238E27FC236}">
                      <a16:creationId xmlns:a16="http://schemas.microsoft.com/office/drawing/2014/main" id="{424A2E79-312B-AD65-CC4E-20D77F7929FC}"/>
                    </a:ext>
                  </a:extLst>
                </p14:cNvPr>
                <p14:cNvContentPartPr/>
                <p14:nvPr/>
              </p14:nvContentPartPr>
              <p14:xfrm>
                <a:off x="9644760" y="3889152"/>
                <a:ext cx="288000" cy="97560"/>
              </p14:xfrm>
            </p:contentPart>
          </mc:Choice>
          <mc:Fallback>
            <p:pic>
              <p:nvPicPr>
                <p:cNvPr id="139" name="Ink 138">
                  <a:extLst>
                    <a:ext uri="{FF2B5EF4-FFF2-40B4-BE49-F238E27FC236}">
                      <a16:creationId xmlns:a16="http://schemas.microsoft.com/office/drawing/2014/main" id="{424A2E79-312B-AD65-CC4E-20D77F7929FC}"/>
                    </a:ext>
                  </a:extLst>
                </p:cNvPr>
                <p:cNvPicPr/>
                <p:nvPr/>
              </p:nvPicPr>
              <p:blipFill>
                <a:blip r:embed="rId273"/>
                <a:stretch>
                  <a:fillRect/>
                </a:stretch>
              </p:blipFill>
              <p:spPr>
                <a:xfrm>
                  <a:off x="9638640" y="3883032"/>
                  <a:ext cx="300240" cy="10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4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E05C8C2E-E8C9-98AD-B5FE-9506F9DABD47}"/>
                    </a:ext>
                  </a:extLst>
                </p14:cNvPr>
                <p14:cNvContentPartPr/>
                <p14:nvPr/>
              </p14:nvContentPartPr>
              <p14:xfrm>
                <a:off x="10016280" y="3799512"/>
                <a:ext cx="89280" cy="167400"/>
              </p14:xfrm>
            </p:contentPart>
          </mc:Choice>
          <mc:Fallback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E05C8C2E-E8C9-98AD-B5FE-9506F9DABD47}"/>
                    </a:ext>
                  </a:extLst>
                </p:cNvPr>
                <p:cNvPicPr/>
                <p:nvPr/>
              </p:nvPicPr>
              <p:blipFill>
                <a:blip r:embed="rId275"/>
                <a:stretch>
                  <a:fillRect/>
                </a:stretch>
              </p:blipFill>
              <p:spPr>
                <a:xfrm>
                  <a:off x="10010160" y="3793392"/>
                  <a:ext cx="101520" cy="17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6">
              <p14:nvContentPartPr>
                <p14:cNvPr id="141" name="Ink 140">
                  <a:extLst>
                    <a:ext uri="{FF2B5EF4-FFF2-40B4-BE49-F238E27FC236}">
                      <a16:creationId xmlns:a16="http://schemas.microsoft.com/office/drawing/2014/main" id="{E7ED3643-D7B1-9B39-8859-10A6FE085AF3}"/>
                    </a:ext>
                  </a:extLst>
                </p14:cNvPr>
                <p14:cNvContentPartPr/>
                <p14:nvPr/>
              </p14:nvContentPartPr>
              <p14:xfrm>
                <a:off x="9981000" y="3867552"/>
                <a:ext cx="202680" cy="16560"/>
              </p14:xfrm>
            </p:contentPart>
          </mc:Choice>
          <mc:Fallback>
            <p:pic>
              <p:nvPicPr>
                <p:cNvPr id="141" name="Ink 140">
                  <a:extLst>
                    <a:ext uri="{FF2B5EF4-FFF2-40B4-BE49-F238E27FC236}">
                      <a16:creationId xmlns:a16="http://schemas.microsoft.com/office/drawing/2014/main" id="{E7ED3643-D7B1-9B39-8859-10A6FE085AF3}"/>
                    </a:ext>
                  </a:extLst>
                </p:cNvPr>
                <p:cNvPicPr/>
                <p:nvPr/>
              </p:nvPicPr>
              <p:blipFill>
                <a:blip r:embed="rId277"/>
                <a:stretch>
                  <a:fillRect/>
                </a:stretch>
              </p:blipFill>
              <p:spPr>
                <a:xfrm>
                  <a:off x="9974880" y="3861432"/>
                  <a:ext cx="214920" cy="2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8">
              <p14:nvContentPartPr>
                <p14:cNvPr id="143" name="Ink 142">
                  <a:extLst>
                    <a:ext uri="{FF2B5EF4-FFF2-40B4-BE49-F238E27FC236}">
                      <a16:creationId xmlns:a16="http://schemas.microsoft.com/office/drawing/2014/main" id="{2357BC03-685B-2718-891B-51DF9E1C3DB4}"/>
                    </a:ext>
                  </a:extLst>
                </p14:cNvPr>
                <p14:cNvContentPartPr/>
                <p14:nvPr/>
              </p14:nvContentPartPr>
              <p14:xfrm>
                <a:off x="7554960" y="4488552"/>
                <a:ext cx="102600" cy="21600"/>
              </p14:xfrm>
            </p:contentPart>
          </mc:Choice>
          <mc:Fallback>
            <p:pic>
              <p:nvPicPr>
                <p:cNvPr id="143" name="Ink 142">
                  <a:extLst>
                    <a:ext uri="{FF2B5EF4-FFF2-40B4-BE49-F238E27FC236}">
                      <a16:creationId xmlns:a16="http://schemas.microsoft.com/office/drawing/2014/main" id="{2357BC03-685B-2718-891B-51DF9E1C3DB4}"/>
                    </a:ext>
                  </a:extLst>
                </p:cNvPr>
                <p:cNvPicPr/>
                <p:nvPr/>
              </p:nvPicPr>
              <p:blipFill>
                <a:blip r:embed="rId279"/>
                <a:stretch>
                  <a:fillRect/>
                </a:stretch>
              </p:blipFill>
              <p:spPr>
                <a:xfrm>
                  <a:off x="7548840" y="4482432"/>
                  <a:ext cx="114840" cy="3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0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1DC283F0-8F11-7730-8BCB-1851E788E03D}"/>
                    </a:ext>
                  </a:extLst>
                </p14:cNvPr>
                <p14:cNvContentPartPr/>
                <p14:nvPr/>
              </p14:nvContentPartPr>
              <p14:xfrm>
                <a:off x="7868160" y="4405392"/>
                <a:ext cx="94680" cy="78480"/>
              </p14:xfrm>
            </p:contentPart>
          </mc:Choice>
          <mc:Fallback>
            <p:pic>
              <p:nvPicPr>
                <p:cNvPr id="144" name="Ink 143">
                  <a:extLst>
                    <a:ext uri="{FF2B5EF4-FFF2-40B4-BE49-F238E27FC236}">
                      <a16:creationId xmlns:a16="http://schemas.microsoft.com/office/drawing/2014/main" id="{1DC283F0-8F11-7730-8BCB-1851E788E03D}"/>
                    </a:ext>
                  </a:extLst>
                </p:cNvPr>
                <p:cNvPicPr/>
                <p:nvPr/>
              </p:nvPicPr>
              <p:blipFill>
                <a:blip r:embed="rId281"/>
                <a:stretch>
                  <a:fillRect/>
                </a:stretch>
              </p:blipFill>
              <p:spPr>
                <a:xfrm>
                  <a:off x="7862040" y="4399272"/>
                  <a:ext cx="106920" cy="9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2">
              <p14:nvContentPartPr>
                <p14:cNvPr id="145" name="Ink 144">
                  <a:extLst>
                    <a:ext uri="{FF2B5EF4-FFF2-40B4-BE49-F238E27FC236}">
                      <a16:creationId xmlns:a16="http://schemas.microsoft.com/office/drawing/2014/main" id="{8CEF8C52-03B4-D7C9-4875-1688B923CFF1}"/>
                    </a:ext>
                  </a:extLst>
                </p14:cNvPr>
                <p14:cNvContentPartPr/>
                <p14:nvPr/>
              </p14:nvContentPartPr>
              <p14:xfrm>
                <a:off x="8001360" y="4381272"/>
                <a:ext cx="92880" cy="104400"/>
              </p14:xfrm>
            </p:contentPart>
          </mc:Choice>
          <mc:Fallback>
            <p:pic>
              <p:nvPicPr>
                <p:cNvPr id="145" name="Ink 144">
                  <a:extLst>
                    <a:ext uri="{FF2B5EF4-FFF2-40B4-BE49-F238E27FC236}">
                      <a16:creationId xmlns:a16="http://schemas.microsoft.com/office/drawing/2014/main" id="{8CEF8C52-03B4-D7C9-4875-1688B923CFF1}"/>
                    </a:ext>
                  </a:extLst>
                </p:cNvPr>
                <p:cNvPicPr/>
                <p:nvPr/>
              </p:nvPicPr>
              <p:blipFill>
                <a:blip r:embed="rId283"/>
                <a:stretch>
                  <a:fillRect/>
                </a:stretch>
              </p:blipFill>
              <p:spPr>
                <a:xfrm>
                  <a:off x="7995240" y="4375152"/>
                  <a:ext cx="105120" cy="11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4">
              <p14:nvContentPartPr>
                <p14:cNvPr id="146" name="Ink 145">
                  <a:extLst>
                    <a:ext uri="{FF2B5EF4-FFF2-40B4-BE49-F238E27FC236}">
                      <a16:creationId xmlns:a16="http://schemas.microsoft.com/office/drawing/2014/main" id="{B462D6A5-FA00-AA68-44D4-84858C623020}"/>
                    </a:ext>
                  </a:extLst>
                </p14:cNvPr>
                <p14:cNvContentPartPr/>
                <p14:nvPr/>
              </p14:nvContentPartPr>
              <p14:xfrm>
                <a:off x="8157240" y="4346352"/>
                <a:ext cx="112680" cy="152280"/>
              </p14:xfrm>
            </p:contentPart>
          </mc:Choice>
          <mc:Fallback>
            <p:pic>
              <p:nvPicPr>
                <p:cNvPr id="146" name="Ink 145">
                  <a:extLst>
                    <a:ext uri="{FF2B5EF4-FFF2-40B4-BE49-F238E27FC236}">
                      <a16:creationId xmlns:a16="http://schemas.microsoft.com/office/drawing/2014/main" id="{B462D6A5-FA00-AA68-44D4-84858C623020}"/>
                    </a:ext>
                  </a:extLst>
                </p:cNvPr>
                <p:cNvPicPr/>
                <p:nvPr/>
              </p:nvPicPr>
              <p:blipFill>
                <a:blip r:embed="rId285"/>
                <a:stretch>
                  <a:fillRect/>
                </a:stretch>
              </p:blipFill>
              <p:spPr>
                <a:xfrm>
                  <a:off x="8151120" y="4340232"/>
                  <a:ext cx="124920" cy="16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6">
              <p14:nvContentPartPr>
                <p14:cNvPr id="147" name="Ink 146">
                  <a:extLst>
                    <a:ext uri="{FF2B5EF4-FFF2-40B4-BE49-F238E27FC236}">
                      <a16:creationId xmlns:a16="http://schemas.microsoft.com/office/drawing/2014/main" id="{B7D7A61A-0331-C2DF-AE75-68535DB51C9D}"/>
                    </a:ext>
                  </a:extLst>
                </p14:cNvPr>
                <p14:cNvContentPartPr/>
                <p14:nvPr/>
              </p14:nvContentPartPr>
              <p14:xfrm>
                <a:off x="8191440" y="4356072"/>
                <a:ext cx="112680" cy="84960"/>
              </p14:xfrm>
            </p:contentPart>
          </mc:Choice>
          <mc:Fallback>
            <p:pic>
              <p:nvPicPr>
                <p:cNvPr id="147" name="Ink 146">
                  <a:extLst>
                    <a:ext uri="{FF2B5EF4-FFF2-40B4-BE49-F238E27FC236}">
                      <a16:creationId xmlns:a16="http://schemas.microsoft.com/office/drawing/2014/main" id="{B7D7A61A-0331-C2DF-AE75-68535DB51C9D}"/>
                    </a:ext>
                  </a:extLst>
                </p:cNvPr>
                <p:cNvPicPr/>
                <p:nvPr/>
              </p:nvPicPr>
              <p:blipFill>
                <a:blip r:embed="rId287"/>
                <a:stretch>
                  <a:fillRect/>
                </a:stretch>
              </p:blipFill>
              <p:spPr>
                <a:xfrm>
                  <a:off x="8185320" y="4349952"/>
                  <a:ext cx="124920" cy="9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8">
              <p14:nvContentPartPr>
                <p14:cNvPr id="148" name="Ink 147">
                  <a:extLst>
                    <a:ext uri="{FF2B5EF4-FFF2-40B4-BE49-F238E27FC236}">
                      <a16:creationId xmlns:a16="http://schemas.microsoft.com/office/drawing/2014/main" id="{CA7E6A5C-6509-1673-8F59-48F6F8E0E126}"/>
                    </a:ext>
                  </a:extLst>
                </p14:cNvPr>
                <p14:cNvContentPartPr/>
                <p14:nvPr/>
              </p14:nvContentPartPr>
              <p14:xfrm>
                <a:off x="8391240" y="4288752"/>
                <a:ext cx="61200" cy="157320"/>
              </p14:xfrm>
            </p:contentPart>
          </mc:Choice>
          <mc:Fallback>
            <p:pic>
              <p:nvPicPr>
                <p:cNvPr id="148" name="Ink 147">
                  <a:extLst>
                    <a:ext uri="{FF2B5EF4-FFF2-40B4-BE49-F238E27FC236}">
                      <a16:creationId xmlns:a16="http://schemas.microsoft.com/office/drawing/2014/main" id="{CA7E6A5C-6509-1673-8F59-48F6F8E0E126}"/>
                    </a:ext>
                  </a:extLst>
                </p:cNvPr>
                <p:cNvPicPr/>
                <p:nvPr/>
              </p:nvPicPr>
              <p:blipFill>
                <a:blip r:embed="rId289"/>
                <a:stretch>
                  <a:fillRect/>
                </a:stretch>
              </p:blipFill>
              <p:spPr>
                <a:xfrm>
                  <a:off x="8385120" y="4282632"/>
                  <a:ext cx="73440" cy="16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0">
              <p14:nvContentPartPr>
                <p14:cNvPr id="149" name="Ink 148">
                  <a:extLst>
                    <a:ext uri="{FF2B5EF4-FFF2-40B4-BE49-F238E27FC236}">
                      <a16:creationId xmlns:a16="http://schemas.microsoft.com/office/drawing/2014/main" id="{EBE3850F-2A25-5DCD-4952-279F8BAE825C}"/>
                    </a:ext>
                  </a:extLst>
                </p14:cNvPr>
                <p14:cNvContentPartPr/>
                <p14:nvPr/>
              </p14:nvContentPartPr>
              <p14:xfrm>
                <a:off x="8352360" y="4352112"/>
                <a:ext cx="158760" cy="10800"/>
              </p14:xfrm>
            </p:contentPart>
          </mc:Choice>
          <mc:Fallback>
            <p:pic>
              <p:nvPicPr>
                <p:cNvPr id="149" name="Ink 148">
                  <a:extLst>
                    <a:ext uri="{FF2B5EF4-FFF2-40B4-BE49-F238E27FC236}">
                      <a16:creationId xmlns:a16="http://schemas.microsoft.com/office/drawing/2014/main" id="{EBE3850F-2A25-5DCD-4952-279F8BAE825C}"/>
                    </a:ext>
                  </a:extLst>
                </p:cNvPr>
                <p:cNvPicPr/>
                <p:nvPr/>
              </p:nvPicPr>
              <p:blipFill>
                <a:blip r:embed="rId291"/>
                <a:stretch>
                  <a:fillRect/>
                </a:stretch>
              </p:blipFill>
              <p:spPr>
                <a:xfrm>
                  <a:off x="8346240" y="4345992"/>
                  <a:ext cx="171000" cy="2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2">
              <p14:nvContentPartPr>
                <p14:cNvPr id="150" name="Ink 149">
                  <a:extLst>
                    <a:ext uri="{FF2B5EF4-FFF2-40B4-BE49-F238E27FC236}">
                      <a16:creationId xmlns:a16="http://schemas.microsoft.com/office/drawing/2014/main" id="{5F9B5C55-EB66-6823-44A5-077D0EC4B7E0}"/>
                    </a:ext>
                  </a:extLst>
                </p14:cNvPr>
                <p14:cNvContentPartPr/>
                <p14:nvPr/>
              </p14:nvContentPartPr>
              <p14:xfrm>
                <a:off x="8691120" y="4297752"/>
                <a:ext cx="15120" cy="61200"/>
              </p14:xfrm>
            </p:contentPart>
          </mc:Choice>
          <mc:Fallback>
            <p:pic>
              <p:nvPicPr>
                <p:cNvPr id="150" name="Ink 149">
                  <a:extLst>
                    <a:ext uri="{FF2B5EF4-FFF2-40B4-BE49-F238E27FC236}">
                      <a16:creationId xmlns:a16="http://schemas.microsoft.com/office/drawing/2014/main" id="{5F9B5C55-EB66-6823-44A5-077D0EC4B7E0}"/>
                    </a:ext>
                  </a:extLst>
                </p:cNvPr>
                <p:cNvPicPr/>
                <p:nvPr/>
              </p:nvPicPr>
              <p:blipFill>
                <a:blip r:embed="rId293"/>
                <a:stretch>
                  <a:fillRect/>
                </a:stretch>
              </p:blipFill>
              <p:spPr>
                <a:xfrm>
                  <a:off x="8685000" y="4291632"/>
                  <a:ext cx="27360" cy="7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4">
              <p14:nvContentPartPr>
                <p14:cNvPr id="151" name="Ink 150">
                  <a:extLst>
                    <a:ext uri="{FF2B5EF4-FFF2-40B4-BE49-F238E27FC236}">
                      <a16:creationId xmlns:a16="http://schemas.microsoft.com/office/drawing/2014/main" id="{BA4E99D0-4CC0-EBF5-095E-DD749345E03A}"/>
                    </a:ext>
                  </a:extLst>
                </p14:cNvPr>
                <p14:cNvContentPartPr/>
                <p14:nvPr/>
              </p14:nvContentPartPr>
              <p14:xfrm>
                <a:off x="8676720" y="4399272"/>
                <a:ext cx="12600" cy="25560"/>
              </p14:xfrm>
            </p:contentPart>
          </mc:Choice>
          <mc:Fallback>
            <p:pic>
              <p:nvPicPr>
                <p:cNvPr id="151" name="Ink 150">
                  <a:extLst>
                    <a:ext uri="{FF2B5EF4-FFF2-40B4-BE49-F238E27FC236}">
                      <a16:creationId xmlns:a16="http://schemas.microsoft.com/office/drawing/2014/main" id="{BA4E99D0-4CC0-EBF5-095E-DD749345E03A}"/>
                    </a:ext>
                  </a:extLst>
                </p:cNvPr>
                <p:cNvPicPr/>
                <p:nvPr/>
              </p:nvPicPr>
              <p:blipFill>
                <a:blip r:embed="rId295"/>
                <a:stretch>
                  <a:fillRect/>
                </a:stretch>
              </p:blipFill>
              <p:spPr>
                <a:xfrm>
                  <a:off x="8670600" y="4393152"/>
                  <a:ext cx="24840" cy="3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6">
              <p14:nvContentPartPr>
                <p14:cNvPr id="153" name="Ink 152">
                  <a:extLst>
                    <a:ext uri="{FF2B5EF4-FFF2-40B4-BE49-F238E27FC236}">
                      <a16:creationId xmlns:a16="http://schemas.microsoft.com/office/drawing/2014/main" id="{DA790F48-CADD-430B-1B53-0CF8962C0D74}"/>
                    </a:ext>
                  </a:extLst>
                </p14:cNvPr>
                <p14:cNvContentPartPr/>
                <p14:nvPr/>
              </p14:nvContentPartPr>
              <p14:xfrm>
                <a:off x="8837640" y="4230432"/>
                <a:ext cx="312120" cy="221040"/>
              </p14:xfrm>
            </p:contentPart>
          </mc:Choice>
          <mc:Fallback>
            <p:pic>
              <p:nvPicPr>
                <p:cNvPr id="153" name="Ink 152">
                  <a:extLst>
                    <a:ext uri="{FF2B5EF4-FFF2-40B4-BE49-F238E27FC236}">
                      <a16:creationId xmlns:a16="http://schemas.microsoft.com/office/drawing/2014/main" id="{DA790F48-CADD-430B-1B53-0CF8962C0D74}"/>
                    </a:ext>
                  </a:extLst>
                </p:cNvPr>
                <p:cNvPicPr/>
                <p:nvPr/>
              </p:nvPicPr>
              <p:blipFill>
                <a:blip r:embed="rId297"/>
                <a:stretch>
                  <a:fillRect/>
                </a:stretch>
              </p:blipFill>
              <p:spPr>
                <a:xfrm>
                  <a:off x="8831520" y="4224312"/>
                  <a:ext cx="324360" cy="23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8">
              <p14:nvContentPartPr>
                <p14:cNvPr id="154" name="Ink 153">
                  <a:extLst>
                    <a:ext uri="{FF2B5EF4-FFF2-40B4-BE49-F238E27FC236}">
                      <a16:creationId xmlns:a16="http://schemas.microsoft.com/office/drawing/2014/main" id="{8A4ACE41-90DB-FF31-3113-771DF655A9EF}"/>
                    </a:ext>
                  </a:extLst>
                </p14:cNvPr>
                <p14:cNvContentPartPr/>
                <p14:nvPr/>
              </p14:nvContentPartPr>
              <p14:xfrm>
                <a:off x="9213120" y="4320432"/>
                <a:ext cx="95400" cy="25560"/>
              </p14:xfrm>
            </p:contentPart>
          </mc:Choice>
          <mc:Fallback>
            <p:pic>
              <p:nvPicPr>
                <p:cNvPr id="154" name="Ink 153">
                  <a:extLst>
                    <a:ext uri="{FF2B5EF4-FFF2-40B4-BE49-F238E27FC236}">
                      <a16:creationId xmlns:a16="http://schemas.microsoft.com/office/drawing/2014/main" id="{8A4ACE41-90DB-FF31-3113-771DF655A9EF}"/>
                    </a:ext>
                  </a:extLst>
                </p:cNvPr>
                <p:cNvPicPr/>
                <p:nvPr/>
              </p:nvPicPr>
              <p:blipFill>
                <a:blip r:embed="rId299"/>
                <a:stretch>
                  <a:fillRect/>
                </a:stretch>
              </p:blipFill>
              <p:spPr>
                <a:xfrm>
                  <a:off x="9207000" y="4314312"/>
                  <a:ext cx="107640" cy="3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0">
              <p14:nvContentPartPr>
                <p14:cNvPr id="155" name="Ink 154">
                  <a:extLst>
                    <a:ext uri="{FF2B5EF4-FFF2-40B4-BE49-F238E27FC236}">
                      <a16:creationId xmlns:a16="http://schemas.microsoft.com/office/drawing/2014/main" id="{BE546A14-48E5-74F1-C5F2-06D8DDFDCAE5}"/>
                    </a:ext>
                  </a:extLst>
                </p14:cNvPr>
                <p14:cNvContentPartPr/>
                <p14:nvPr/>
              </p14:nvContentPartPr>
              <p14:xfrm>
                <a:off x="9162000" y="4300272"/>
                <a:ext cx="180720" cy="273960"/>
              </p14:xfrm>
            </p:contentPart>
          </mc:Choice>
          <mc:Fallback>
            <p:pic>
              <p:nvPicPr>
                <p:cNvPr id="155" name="Ink 154">
                  <a:extLst>
                    <a:ext uri="{FF2B5EF4-FFF2-40B4-BE49-F238E27FC236}">
                      <a16:creationId xmlns:a16="http://schemas.microsoft.com/office/drawing/2014/main" id="{BE546A14-48E5-74F1-C5F2-06D8DDFDCAE5}"/>
                    </a:ext>
                  </a:extLst>
                </p:cNvPr>
                <p:cNvPicPr/>
                <p:nvPr/>
              </p:nvPicPr>
              <p:blipFill>
                <a:blip r:embed="rId301"/>
                <a:stretch>
                  <a:fillRect/>
                </a:stretch>
              </p:blipFill>
              <p:spPr>
                <a:xfrm>
                  <a:off x="9155880" y="4294152"/>
                  <a:ext cx="192960" cy="28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2">
              <p14:nvContentPartPr>
                <p14:cNvPr id="156" name="Ink 155">
                  <a:extLst>
                    <a:ext uri="{FF2B5EF4-FFF2-40B4-BE49-F238E27FC236}">
                      <a16:creationId xmlns:a16="http://schemas.microsoft.com/office/drawing/2014/main" id="{35E17BD7-CA74-340B-18EB-C718131E32A6}"/>
                    </a:ext>
                  </a:extLst>
                </p14:cNvPr>
                <p14:cNvContentPartPr/>
                <p14:nvPr/>
              </p14:nvContentPartPr>
              <p14:xfrm>
                <a:off x="9374040" y="4180392"/>
                <a:ext cx="173880" cy="229320"/>
              </p14:xfrm>
            </p:contentPart>
          </mc:Choice>
          <mc:Fallback>
            <p:pic>
              <p:nvPicPr>
                <p:cNvPr id="156" name="Ink 155">
                  <a:extLst>
                    <a:ext uri="{FF2B5EF4-FFF2-40B4-BE49-F238E27FC236}">
                      <a16:creationId xmlns:a16="http://schemas.microsoft.com/office/drawing/2014/main" id="{35E17BD7-CA74-340B-18EB-C718131E32A6}"/>
                    </a:ext>
                  </a:extLst>
                </p:cNvPr>
                <p:cNvPicPr/>
                <p:nvPr/>
              </p:nvPicPr>
              <p:blipFill>
                <a:blip r:embed="rId303"/>
                <a:stretch>
                  <a:fillRect/>
                </a:stretch>
              </p:blipFill>
              <p:spPr>
                <a:xfrm>
                  <a:off x="9367920" y="4174272"/>
                  <a:ext cx="186120" cy="24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4">
              <p14:nvContentPartPr>
                <p14:cNvPr id="157" name="Ink 156">
                  <a:extLst>
                    <a:ext uri="{FF2B5EF4-FFF2-40B4-BE49-F238E27FC236}">
                      <a16:creationId xmlns:a16="http://schemas.microsoft.com/office/drawing/2014/main" id="{798DC4BD-3D84-9E68-4EE0-4382596CFD52}"/>
                    </a:ext>
                  </a:extLst>
                </p14:cNvPr>
                <p14:cNvContentPartPr/>
                <p14:nvPr/>
              </p14:nvContentPartPr>
              <p14:xfrm>
                <a:off x="9486000" y="4322952"/>
                <a:ext cx="92880" cy="78840"/>
              </p14:xfrm>
            </p:contentPart>
          </mc:Choice>
          <mc:Fallback>
            <p:pic>
              <p:nvPicPr>
                <p:cNvPr id="157" name="Ink 156">
                  <a:extLst>
                    <a:ext uri="{FF2B5EF4-FFF2-40B4-BE49-F238E27FC236}">
                      <a16:creationId xmlns:a16="http://schemas.microsoft.com/office/drawing/2014/main" id="{798DC4BD-3D84-9E68-4EE0-4382596CFD52}"/>
                    </a:ext>
                  </a:extLst>
                </p:cNvPr>
                <p:cNvPicPr/>
                <p:nvPr/>
              </p:nvPicPr>
              <p:blipFill>
                <a:blip r:embed="rId305"/>
                <a:stretch>
                  <a:fillRect/>
                </a:stretch>
              </p:blipFill>
              <p:spPr>
                <a:xfrm>
                  <a:off x="9479880" y="4316832"/>
                  <a:ext cx="105120" cy="9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6">
              <p14:nvContentPartPr>
                <p14:cNvPr id="158" name="Ink 157">
                  <a:extLst>
                    <a:ext uri="{FF2B5EF4-FFF2-40B4-BE49-F238E27FC236}">
                      <a16:creationId xmlns:a16="http://schemas.microsoft.com/office/drawing/2014/main" id="{8D7E4320-05AD-AFCC-8CA6-D8AD38B577E5}"/>
                    </a:ext>
                  </a:extLst>
                </p14:cNvPr>
                <p14:cNvContentPartPr/>
                <p14:nvPr/>
              </p14:nvContentPartPr>
              <p14:xfrm>
                <a:off x="9622440" y="4295952"/>
                <a:ext cx="138960" cy="55800"/>
              </p14:xfrm>
            </p:contentPart>
          </mc:Choice>
          <mc:Fallback>
            <p:pic>
              <p:nvPicPr>
                <p:cNvPr id="158" name="Ink 157">
                  <a:extLst>
                    <a:ext uri="{FF2B5EF4-FFF2-40B4-BE49-F238E27FC236}">
                      <a16:creationId xmlns:a16="http://schemas.microsoft.com/office/drawing/2014/main" id="{8D7E4320-05AD-AFCC-8CA6-D8AD38B577E5}"/>
                    </a:ext>
                  </a:extLst>
                </p:cNvPr>
                <p:cNvPicPr/>
                <p:nvPr/>
              </p:nvPicPr>
              <p:blipFill>
                <a:blip r:embed="rId307"/>
                <a:stretch>
                  <a:fillRect/>
                </a:stretch>
              </p:blipFill>
              <p:spPr>
                <a:xfrm>
                  <a:off x="9616320" y="4289832"/>
                  <a:ext cx="151200" cy="6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8">
              <p14:nvContentPartPr>
                <p14:cNvPr id="159" name="Ink 158">
                  <a:extLst>
                    <a:ext uri="{FF2B5EF4-FFF2-40B4-BE49-F238E27FC236}">
                      <a16:creationId xmlns:a16="http://schemas.microsoft.com/office/drawing/2014/main" id="{8770538A-99C1-D1E4-7EC1-4BEA4E0365AA}"/>
                    </a:ext>
                  </a:extLst>
                </p14:cNvPr>
                <p14:cNvContentPartPr/>
                <p14:nvPr/>
              </p14:nvContentPartPr>
              <p14:xfrm>
                <a:off x="9795240" y="4254192"/>
                <a:ext cx="82800" cy="90720"/>
              </p14:xfrm>
            </p:contentPart>
          </mc:Choice>
          <mc:Fallback>
            <p:pic>
              <p:nvPicPr>
                <p:cNvPr id="159" name="Ink 158">
                  <a:extLst>
                    <a:ext uri="{FF2B5EF4-FFF2-40B4-BE49-F238E27FC236}">
                      <a16:creationId xmlns:a16="http://schemas.microsoft.com/office/drawing/2014/main" id="{8770538A-99C1-D1E4-7EC1-4BEA4E0365AA}"/>
                    </a:ext>
                  </a:extLst>
                </p:cNvPr>
                <p:cNvPicPr/>
                <p:nvPr/>
              </p:nvPicPr>
              <p:blipFill>
                <a:blip r:embed="rId309"/>
                <a:stretch>
                  <a:fillRect/>
                </a:stretch>
              </p:blipFill>
              <p:spPr>
                <a:xfrm>
                  <a:off x="9789120" y="4248072"/>
                  <a:ext cx="95040" cy="10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0">
              <p14:nvContentPartPr>
                <p14:cNvPr id="160" name="Ink 159">
                  <a:extLst>
                    <a:ext uri="{FF2B5EF4-FFF2-40B4-BE49-F238E27FC236}">
                      <a16:creationId xmlns:a16="http://schemas.microsoft.com/office/drawing/2014/main" id="{CECC2E75-2D0B-83DB-5B84-29629D1BCB2D}"/>
                    </a:ext>
                  </a:extLst>
                </p14:cNvPr>
                <p14:cNvContentPartPr/>
                <p14:nvPr/>
              </p14:nvContentPartPr>
              <p14:xfrm>
                <a:off x="9907920" y="4297032"/>
                <a:ext cx="112680" cy="30960"/>
              </p14:xfrm>
            </p:contentPart>
          </mc:Choice>
          <mc:Fallback>
            <p:pic>
              <p:nvPicPr>
                <p:cNvPr id="160" name="Ink 159">
                  <a:extLst>
                    <a:ext uri="{FF2B5EF4-FFF2-40B4-BE49-F238E27FC236}">
                      <a16:creationId xmlns:a16="http://schemas.microsoft.com/office/drawing/2014/main" id="{CECC2E75-2D0B-83DB-5B84-29629D1BCB2D}"/>
                    </a:ext>
                  </a:extLst>
                </p:cNvPr>
                <p:cNvPicPr/>
                <p:nvPr/>
              </p:nvPicPr>
              <p:blipFill>
                <a:blip r:embed="rId311"/>
                <a:stretch>
                  <a:fillRect/>
                </a:stretch>
              </p:blipFill>
              <p:spPr>
                <a:xfrm>
                  <a:off x="9901800" y="4290912"/>
                  <a:ext cx="124920" cy="4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2">
              <p14:nvContentPartPr>
                <p14:cNvPr id="161" name="Ink 160">
                  <a:extLst>
                    <a:ext uri="{FF2B5EF4-FFF2-40B4-BE49-F238E27FC236}">
                      <a16:creationId xmlns:a16="http://schemas.microsoft.com/office/drawing/2014/main" id="{5E918A7B-517D-2E20-5F4E-9EDC6851BCB5}"/>
                    </a:ext>
                  </a:extLst>
                </p14:cNvPr>
                <p14:cNvContentPartPr/>
                <p14:nvPr/>
              </p14:nvContentPartPr>
              <p14:xfrm>
                <a:off x="10045800" y="4258512"/>
                <a:ext cx="75240" cy="60480"/>
              </p14:xfrm>
            </p:contentPart>
          </mc:Choice>
          <mc:Fallback>
            <p:pic>
              <p:nvPicPr>
                <p:cNvPr id="161" name="Ink 160">
                  <a:extLst>
                    <a:ext uri="{FF2B5EF4-FFF2-40B4-BE49-F238E27FC236}">
                      <a16:creationId xmlns:a16="http://schemas.microsoft.com/office/drawing/2014/main" id="{5E918A7B-517D-2E20-5F4E-9EDC6851BCB5}"/>
                    </a:ext>
                  </a:extLst>
                </p:cNvPr>
                <p:cNvPicPr/>
                <p:nvPr/>
              </p:nvPicPr>
              <p:blipFill>
                <a:blip r:embed="rId313"/>
                <a:stretch>
                  <a:fillRect/>
                </a:stretch>
              </p:blipFill>
              <p:spPr>
                <a:xfrm>
                  <a:off x="10039680" y="4252392"/>
                  <a:ext cx="87480" cy="7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4">
              <p14:nvContentPartPr>
                <p14:cNvPr id="162" name="Ink 161">
                  <a:extLst>
                    <a:ext uri="{FF2B5EF4-FFF2-40B4-BE49-F238E27FC236}">
                      <a16:creationId xmlns:a16="http://schemas.microsoft.com/office/drawing/2014/main" id="{9AE0B81E-4B0F-F8AA-0ADE-E3A40A9332DC}"/>
                    </a:ext>
                  </a:extLst>
                </p14:cNvPr>
                <p14:cNvContentPartPr/>
                <p14:nvPr/>
              </p14:nvContentPartPr>
              <p14:xfrm>
                <a:off x="10165680" y="4137912"/>
                <a:ext cx="227880" cy="188640"/>
              </p14:xfrm>
            </p:contentPart>
          </mc:Choice>
          <mc:Fallback>
            <p:pic>
              <p:nvPicPr>
                <p:cNvPr id="162" name="Ink 161">
                  <a:extLst>
                    <a:ext uri="{FF2B5EF4-FFF2-40B4-BE49-F238E27FC236}">
                      <a16:creationId xmlns:a16="http://schemas.microsoft.com/office/drawing/2014/main" id="{9AE0B81E-4B0F-F8AA-0ADE-E3A40A9332DC}"/>
                    </a:ext>
                  </a:extLst>
                </p:cNvPr>
                <p:cNvPicPr/>
                <p:nvPr/>
              </p:nvPicPr>
              <p:blipFill>
                <a:blip r:embed="rId315"/>
                <a:stretch>
                  <a:fillRect/>
                </a:stretch>
              </p:blipFill>
              <p:spPr>
                <a:xfrm>
                  <a:off x="10159560" y="4131792"/>
                  <a:ext cx="240120" cy="20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6">
              <p14:nvContentPartPr>
                <p14:cNvPr id="163" name="Ink 162">
                  <a:extLst>
                    <a:ext uri="{FF2B5EF4-FFF2-40B4-BE49-F238E27FC236}">
                      <a16:creationId xmlns:a16="http://schemas.microsoft.com/office/drawing/2014/main" id="{629CD436-7FD9-F65C-6A8D-16DA08C0D029}"/>
                    </a:ext>
                  </a:extLst>
                </p14:cNvPr>
                <p14:cNvContentPartPr/>
                <p14:nvPr/>
              </p14:nvContentPartPr>
              <p14:xfrm>
                <a:off x="10380960" y="4248792"/>
                <a:ext cx="74880" cy="58320"/>
              </p14:xfrm>
            </p:contentPart>
          </mc:Choice>
          <mc:Fallback>
            <p:pic>
              <p:nvPicPr>
                <p:cNvPr id="163" name="Ink 162">
                  <a:extLst>
                    <a:ext uri="{FF2B5EF4-FFF2-40B4-BE49-F238E27FC236}">
                      <a16:creationId xmlns:a16="http://schemas.microsoft.com/office/drawing/2014/main" id="{629CD436-7FD9-F65C-6A8D-16DA08C0D029}"/>
                    </a:ext>
                  </a:extLst>
                </p:cNvPr>
                <p:cNvPicPr/>
                <p:nvPr/>
              </p:nvPicPr>
              <p:blipFill>
                <a:blip r:embed="rId317"/>
                <a:stretch>
                  <a:fillRect/>
                </a:stretch>
              </p:blipFill>
              <p:spPr>
                <a:xfrm>
                  <a:off x="10374840" y="4242672"/>
                  <a:ext cx="87120" cy="7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8">
              <p14:nvContentPartPr>
                <p14:cNvPr id="164" name="Ink 163">
                  <a:extLst>
                    <a:ext uri="{FF2B5EF4-FFF2-40B4-BE49-F238E27FC236}">
                      <a16:creationId xmlns:a16="http://schemas.microsoft.com/office/drawing/2014/main" id="{7253306F-DD59-FDCF-996F-7A2DC3F51393}"/>
                    </a:ext>
                  </a:extLst>
                </p14:cNvPr>
                <p14:cNvContentPartPr/>
                <p14:nvPr/>
              </p14:nvContentPartPr>
              <p14:xfrm>
                <a:off x="10495440" y="4043952"/>
                <a:ext cx="193320" cy="247680"/>
              </p14:xfrm>
            </p:contentPart>
          </mc:Choice>
          <mc:Fallback>
            <p:pic>
              <p:nvPicPr>
                <p:cNvPr id="164" name="Ink 163">
                  <a:extLst>
                    <a:ext uri="{FF2B5EF4-FFF2-40B4-BE49-F238E27FC236}">
                      <a16:creationId xmlns:a16="http://schemas.microsoft.com/office/drawing/2014/main" id="{7253306F-DD59-FDCF-996F-7A2DC3F51393}"/>
                    </a:ext>
                  </a:extLst>
                </p:cNvPr>
                <p:cNvPicPr/>
                <p:nvPr/>
              </p:nvPicPr>
              <p:blipFill>
                <a:blip r:embed="rId319"/>
                <a:stretch>
                  <a:fillRect/>
                </a:stretch>
              </p:blipFill>
              <p:spPr>
                <a:xfrm>
                  <a:off x="10489320" y="4037832"/>
                  <a:ext cx="205560" cy="25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0">
              <p14:nvContentPartPr>
                <p14:cNvPr id="165" name="Ink 164">
                  <a:extLst>
                    <a:ext uri="{FF2B5EF4-FFF2-40B4-BE49-F238E27FC236}">
                      <a16:creationId xmlns:a16="http://schemas.microsoft.com/office/drawing/2014/main" id="{4A55A833-6482-5C57-1F6A-51AD1E9ACA4F}"/>
                    </a:ext>
                  </a:extLst>
                </p14:cNvPr>
                <p14:cNvContentPartPr/>
                <p14:nvPr/>
              </p14:nvContentPartPr>
              <p14:xfrm>
                <a:off x="10705320" y="4211352"/>
                <a:ext cx="101160" cy="147240"/>
              </p14:xfrm>
            </p:contentPart>
          </mc:Choice>
          <mc:Fallback>
            <p:pic>
              <p:nvPicPr>
                <p:cNvPr id="165" name="Ink 164">
                  <a:extLst>
                    <a:ext uri="{FF2B5EF4-FFF2-40B4-BE49-F238E27FC236}">
                      <a16:creationId xmlns:a16="http://schemas.microsoft.com/office/drawing/2014/main" id="{4A55A833-6482-5C57-1F6A-51AD1E9ACA4F}"/>
                    </a:ext>
                  </a:extLst>
                </p:cNvPr>
                <p:cNvPicPr/>
                <p:nvPr/>
              </p:nvPicPr>
              <p:blipFill>
                <a:blip r:embed="rId321"/>
                <a:stretch>
                  <a:fillRect/>
                </a:stretch>
              </p:blipFill>
              <p:spPr>
                <a:xfrm>
                  <a:off x="10699200" y="4205232"/>
                  <a:ext cx="113400" cy="15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2">
              <p14:nvContentPartPr>
                <p14:cNvPr id="167" name="Ink 166">
                  <a:extLst>
                    <a:ext uri="{FF2B5EF4-FFF2-40B4-BE49-F238E27FC236}">
                      <a16:creationId xmlns:a16="http://schemas.microsoft.com/office/drawing/2014/main" id="{EC9E067D-8A5D-5E94-C9DD-B47EE2E67C45}"/>
                    </a:ext>
                  </a:extLst>
                </p14:cNvPr>
                <p14:cNvContentPartPr/>
                <p14:nvPr/>
              </p14:nvContentPartPr>
              <p14:xfrm>
                <a:off x="7299360" y="4569192"/>
                <a:ext cx="3415680" cy="161280"/>
              </p14:xfrm>
            </p:contentPart>
          </mc:Choice>
          <mc:Fallback>
            <p:pic>
              <p:nvPicPr>
                <p:cNvPr id="167" name="Ink 166">
                  <a:extLst>
                    <a:ext uri="{FF2B5EF4-FFF2-40B4-BE49-F238E27FC236}">
                      <a16:creationId xmlns:a16="http://schemas.microsoft.com/office/drawing/2014/main" id="{EC9E067D-8A5D-5E94-C9DD-B47EE2E67C45}"/>
                    </a:ext>
                  </a:extLst>
                </p:cNvPr>
                <p:cNvPicPr/>
                <p:nvPr/>
              </p:nvPicPr>
              <p:blipFill>
                <a:blip r:embed="rId323"/>
                <a:stretch>
                  <a:fillRect/>
                </a:stretch>
              </p:blipFill>
              <p:spPr>
                <a:xfrm>
                  <a:off x="7293240" y="4563072"/>
                  <a:ext cx="3427920" cy="17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4">
              <p14:nvContentPartPr>
                <p14:cNvPr id="168" name="Ink 167">
                  <a:extLst>
                    <a:ext uri="{FF2B5EF4-FFF2-40B4-BE49-F238E27FC236}">
                      <a16:creationId xmlns:a16="http://schemas.microsoft.com/office/drawing/2014/main" id="{1CB4D485-E58C-DBF0-C916-87475E38378A}"/>
                    </a:ext>
                  </a:extLst>
                </p14:cNvPr>
                <p14:cNvContentPartPr/>
                <p14:nvPr/>
              </p14:nvContentPartPr>
              <p14:xfrm>
                <a:off x="9864000" y="3591072"/>
                <a:ext cx="1058400" cy="26640"/>
              </p14:xfrm>
            </p:contentPart>
          </mc:Choice>
          <mc:Fallback>
            <p:pic>
              <p:nvPicPr>
                <p:cNvPr id="168" name="Ink 167">
                  <a:extLst>
                    <a:ext uri="{FF2B5EF4-FFF2-40B4-BE49-F238E27FC236}">
                      <a16:creationId xmlns:a16="http://schemas.microsoft.com/office/drawing/2014/main" id="{1CB4D485-E58C-DBF0-C916-87475E38378A}"/>
                    </a:ext>
                  </a:extLst>
                </p:cNvPr>
                <p:cNvPicPr/>
                <p:nvPr/>
              </p:nvPicPr>
              <p:blipFill>
                <a:blip r:embed="rId325"/>
                <a:stretch>
                  <a:fillRect/>
                </a:stretch>
              </p:blipFill>
              <p:spPr>
                <a:xfrm>
                  <a:off x="9857880" y="3584952"/>
                  <a:ext cx="1070640" cy="3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6">
              <p14:nvContentPartPr>
                <p14:cNvPr id="254" name="Ink 253">
                  <a:extLst>
                    <a:ext uri="{FF2B5EF4-FFF2-40B4-BE49-F238E27FC236}">
                      <a16:creationId xmlns:a16="http://schemas.microsoft.com/office/drawing/2014/main" id="{2A7108EC-45C1-2E1F-BEF1-50DA62F461F6}"/>
                    </a:ext>
                  </a:extLst>
                </p14:cNvPr>
                <p14:cNvContentPartPr/>
                <p14:nvPr/>
              </p14:nvContentPartPr>
              <p14:xfrm>
                <a:off x="7669800" y="5070672"/>
                <a:ext cx="100080" cy="141840"/>
              </p14:xfrm>
            </p:contentPart>
          </mc:Choice>
          <mc:Fallback>
            <p:pic>
              <p:nvPicPr>
                <p:cNvPr id="254" name="Ink 253">
                  <a:extLst>
                    <a:ext uri="{FF2B5EF4-FFF2-40B4-BE49-F238E27FC236}">
                      <a16:creationId xmlns:a16="http://schemas.microsoft.com/office/drawing/2014/main" id="{2A7108EC-45C1-2E1F-BEF1-50DA62F461F6}"/>
                    </a:ext>
                  </a:extLst>
                </p:cNvPr>
                <p:cNvPicPr/>
                <p:nvPr/>
              </p:nvPicPr>
              <p:blipFill>
                <a:blip r:embed="rId327"/>
                <a:stretch>
                  <a:fillRect/>
                </a:stretch>
              </p:blipFill>
              <p:spPr>
                <a:xfrm>
                  <a:off x="7663680" y="5064552"/>
                  <a:ext cx="112320" cy="15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8">
              <p14:nvContentPartPr>
                <p14:cNvPr id="255" name="Ink 254">
                  <a:extLst>
                    <a:ext uri="{FF2B5EF4-FFF2-40B4-BE49-F238E27FC236}">
                      <a16:creationId xmlns:a16="http://schemas.microsoft.com/office/drawing/2014/main" id="{9A669E22-0914-34A0-1415-D3BDA5E43CC4}"/>
                    </a:ext>
                  </a:extLst>
                </p14:cNvPr>
                <p14:cNvContentPartPr/>
                <p14:nvPr/>
              </p14:nvContentPartPr>
              <p14:xfrm>
                <a:off x="7820280" y="5068512"/>
                <a:ext cx="98280" cy="95760"/>
              </p14:xfrm>
            </p:contentPart>
          </mc:Choice>
          <mc:Fallback>
            <p:pic>
              <p:nvPicPr>
                <p:cNvPr id="255" name="Ink 254">
                  <a:extLst>
                    <a:ext uri="{FF2B5EF4-FFF2-40B4-BE49-F238E27FC236}">
                      <a16:creationId xmlns:a16="http://schemas.microsoft.com/office/drawing/2014/main" id="{9A669E22-0914-34A0-1415-D3BDA5E43CC4}"/>
                    </a:ext>
                  </a:extLst>
                </p:cNvPr>
                <p:cNvPicPr/>
                <p:nvPr/>
              </p:nvPicPr>
              <p:blipFill>
                <a:blip r:embed="rId329"/>
                <a:stretch>
                  <a:fillRect/>
                </a:stretch>
              </p:blipFill>
              <p:spPr>
                <a:xfrm>
                  <a:off x="7814160" y="5062392"/>
                  <a:ext cx="110520" cy="10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0">
              <p14:nvContentPartPr>
                <p14:cNvPr id="256" name="Ink 255">
                  <a:extLst>
                    <a:ext uri="{FF2B5EF4-FFF2-40B4-BE49-F238E27FC236}">
                      <a16:creationId xmlns:a16="http://schemas.microsoft.com/office/drawing/2014/main" id="{A39173B7-6B8F-A331-C776-A67A20144E2F}"/>
                    </a:ext>
                  </a:extLst>
                </p14:cNvPr>
                <p14:cNvContentPartPr/>
                <p14:nvPr/>
              </p14:nvContentPartPr>
              <p14:xfrm>
                <a:off x="8002800" y="4948632"/>
                <a:ext cx="59760" cy="211680"/>
              </p14:xfrm>
            </p:contentPart>
          </mc:Choice>
          <mc:Fallback>
            <p:pic>
              <p:nvPicPr>
                <p:cNvPr id="256" name="Ink 255">
                  <a:extLst>
                    <a:ext uri="{FF2B5EF4-FFF2-40B4-BE49-F238E27FC236}">
                      <a16:creationId xmlns:a16="http://schemas.microsoft.com/office/drawing/2014/main" id="{A39173B7-6B8F-A331-C776-A67A20144E2F}"/>
                    </a:ext>
                  </a:extLst>
                </p:cNvPr>
                <p:cNvPicPr/>
                <p:nvPr/>
              </p:nvPicPr>
              <p:blipFill>
                <a:blip r:embed="rId331"/>
                <a:stretch>
                  <a:fillRect/>
                </a:stretch>
              </p:blipFill>
              <p:spPr>
                <a:xfrm>
                  <a:off x="7996680" y="4942512"/>
                  <a:ext cx="72000" cy="22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2">
              <p14:nvContentPartPr>
                <p14:cNvPr id="257" name="Ink 256">
                  <a:extLst>
                    <a:ext uri="{FF2B5EF4-FFF2-40B4-BE49-F238E27FC236}">
                      <a16:creationId xmlns:a16="http://schemas.microsoft.com/office/drawing/2014/main" id="{A83E2B0F-7DB4-B421-BEA7-20DD354D25B2}"/>
                    </a:ext>
                  </a:extLst>
                </p14:cNvPr>
                <p14:cNvContentPartPr/>
                <p14:nvPr/>
              </p14:nvContentPartPr>
              <p14:xfrm>
                <a:off x="7964640" y="5069592"/>
                <a:ext cx="102600" cy="2880"/>
              </p14:xfrm>
            </p:contentPart>
          </mc:Choice>
          <mc:Fallback>
            <p:pic>
              <p:nvPicPr>
                <p:cNvPr id="257" name="Ink 256">
                  <a:extLst>
                    <a:ext uri="{FF2B5EF4-FFF2-40B4-BE49-F238E27FC236}">
                      <a16:creationId xmlns:a16="http://schemas.microsoft.com/office/drawing/2014/main" id="{A83E2B0F-7DB4-B421-BEA7-20DD354D25B2}"/>
                    </a:ext>
                  </a:extLst>
                </p:cNvPr>
                <p:cNvPicPr/>
                <p:nvPr/>
              </p:nvPicPr>
              <p:blipFill>
                <a:blip r:embed="rId333"/>
                <a:stretch>
                  <a:fillRect/>
                </a:stretch>
              </p:blipFill>
              <p:spPr>
                <a:xfrm>
                  <a:off x="7958520" y="5063472"/>
                  <a:ext cx="114840" cy="1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4">
              <p14:nvContentPartPr>
                <p14:cNvPr id="258" name="Ink 257">
                  <a:extLst>
                    <a:ext uri="{FF2B5EF4-FFF2-40B4-BE49-F238E27FC236}">
                      <a16:creationId xmlns:a16="http://schemas.microsoft.com/office/drawing/2014/main" id="{93D75613-0918-9092-F4C6-05BCA394C679}"/>
                    </a:ext>
                  </a:extLst>
                </p14:cNvPr>
                <p14:cNvContentPartPr/>
                <p14:nvPr/>
              </p14:nvContentPartPr>
              <p14:xfrm>
                <a:off x="8218080" y="4990032"/>
                <a:ext cx="15120" cy="146520"/>
              </p14:xfrm>
            </p:contentPart>
          </mc:Choice>
          <mc:Fallback>
            <p:pic>
              <p:nvPicPr>
                <p:cNvPr id="258" name="Ink 257">
                  <a:extLst>
                    <a:ext uri="{FF2B5EF4-FFF2-40B4-BE49-F238E27FC236}">
                      <a16:creationId xmlns:a16="http://schemas.microsoft.com/office/drawing/2014/main" id="{93D75613-0918-9092-F4C6-05BCA394C679}"/>
                    </a:ext>
                  </a:extLst>
                </p:cNvPr>
                <p:cNvPicPr/>
                <p:nvPr/>
              </p:nvPicPr>
              <p:blipFill>
                <a:blip r:embed="rId335"/>
                <a:stretch>
                  <a:fillRect/>
                </a:stretch>
              </p:blipFill>
              <p:spPr>
                <a:xfrm>
                  <a:off x="8211960" y="4983912"/>
                  <a:ext cx="27360" cy="15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6">
              <p14:nvContentPartPr>
                <p14:cNvPr id="259" name="Ink 258">
                  <a:extLst>
                    <a:ext uri="{FF2B5EF4-FFF2-40B4-BE49-F238E27FC236}">
                      <a16:creationId xmlns:a16="http://schemas.microsoft.com/office/drawing/2014/main" id="{E0EA14AF-273A-4E9C-18DD-8BE0ADED2F7E}"/>
                    </a:ext>
                  </a:extLst>
                </p14:cNvPr>
                <p14:cNvContentPartPr/>
                <p14:nvPr/>
              </p14:nvContentPartPr>
              <p14:xfrm>
                <a:off x="8108640" y="4949352"/>
                <a:ext cx="201240" cy="234360"/>
              </p14:xfrm>
            </p:contentPart>
          </mc:Choice>
          <mc:Fallback>
            <p:pic>
              <p:nvPicPr>
                <p:cNvPr id="259" name="Ink 258">
                  <a:extLst>
                    <a:ext uri="{FF2B5EF4-FFF2-40B4-BE49-F238E27FC236}">
                      <a16:creationId xmlns:a16="http://schemas.microsoft.com/office/drawing/2014/main" id="{E0EA14AF-273A-4E9C-18DD-8BE0ADED2F7E}"/>
                    </a:ext>
                  </a:extLst>
                </p:cNvPr>
                <p:cNvPicPr/>
                <p:nvPr/>
              </p:nvPicPr>
              <p:blipFill>
                <a:blip r:embed="rId337"/>
                <a:stretch>
                  <a:fillRect/>
                </a:stretch>
              </p:blipFill>
              <p:spPr>
                <a:xfrm>
                  <a:off x="8102520" y="4943232"/>
                  <a:ext cx="213480" cy="24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8">
              <p14:nvContentPartPr>
                <p14:cNvPr id="260" name="Ink 259">
                  <a:extLst>
                    <a:ext uri="{FF2B5EF4-FFF2-40B4-BE49-F238E27FC236}">
                      <a16:creationId xmlns:a16="http://schemas.microsoft.com/office/drawing/2014/main" id="{3AC158A1-C6B2-6852-EDD1-1E185EBA4B68}"/>
                    </a:ext>
                  </a:extLst>
                </p14:cNvPr>
                <p14:cNvContentPartPr/>
                <p14:nvPr/>
              </p14:nvContentPartPr>
              <p14:xfrm>
                <a:off x="8371800" y="5046912"/>
                <a:ext cx="127080" cy="63000"/>
              </p14:xfrm>
            </p:contentPart>
          </mc:Choice>
          <mc:Fallback>
            <p:pic>
              <p:nvPicPr>
                <p:cNvPr id="260" name="Ink 259">
                  <a:extLst>
                    <a:ext uri="{FF2B5EF4-FFF2-40B4-BE49-F238E27FC236}">
                      <a16:creationId xmlns:a16="http://schemas.microsoft.com/office/drawing/2014/main" id="{3AC158A1-C6B2-6852-EDD1-1E185EBA4B68}"/>
                    </a:ext>
                  </a:extLst>
                </p:cNvPr>
                <p:cNvPicPr/>
                <p:nvPr/>
              </p:nvPicPr>
              <p:blipFill>
                <a:blip r:embed="rId339"/>
                <a:stretch>
                  <a:fillRect/>
                </a:stretch>
              </p:blipFill>
              <p:spPr>
                <a:xfrm>
                  <a:off x="8365680" y="5040792"/>
                  <a:ext cx="139320" cy="7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0">
              <p14:nvContentPartPr>
                <p14:cNvPr id="261" name="Ink 260">
                  <a:extLst>
                    <a:ext uri="{FF2B5EF4-FFF2-40B4-BE49-F238E27FC236}">
                      <a16:creationId xmlns:a16="http://schemas.microsoft.com/office/drawing/2014/main" id="{43E02F39-3725-D50A-6718-6F25606906E1}"/>
                    </a:ext>
                  </a:extLst>
                </p14:cNvPr>
                <p14:cNvContentPartPr/>
                <p14:nvPr/>
              </p14:nvContentPartPr>
              <p14:xfrm>
                <a:off x="8537760" y="4905432"/>
                <a:ext cx="59040" cy="199440"/>
              </p14:xfrm>
            </p:contentPart>
          </mc:Choice>
          <mc:Fallback>
            <p:pic>
              <p:nvPicPr>
                <p:cNvPr id="261" name="Ink 260">
                  <a:extLst>
                    <a:ext uri="{FF2B5EF4-FFF2-40B4-BE49-F238E27FC236}">
                      <a16:creationId xmlns:a16="http://schemas.microsoft.com/office/drawing/2014/main" id="{43E02F39-3725-D50A-6718-6F25606906E1}"/>
                    </a:ext>
                  </a:extLst>
                </p:cNvPr>
                <p:cNvPicPr/>
                <p:nvPr/>
              </p:nvPicPr>
              <p:blipFill>
                <a:blip r:embed="rId341"/>
                <a:stretch>
                  <a:fillRect/>
                </a:stretch>
              </p:blipFill>
              <p:spPr>
                <a:xfrm>
                  <a:off x="8531640" y="4899312"/>
                  <a:ext cx="71280" cy="21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2">
              <p14:nvContentPartPr>
                <p14:cNvPr id="262" name="Ink 261">
                  <a:extLst>
                    <a:ext uri="{FF2B5EF4-FFF2-40B4-BE49-F238E27FC236}">
                      <a16:creationId xmlns:a16="http://schemas.microsoft.com/office/drawing/2014/main" id="{26D79324-C731-A659-78DE-B44235B6B2A8}"/>
                    </a:ext>
                  </a:extLst>
                </p14:cNvPr>
                <p14:cNvContentPartPr/>
                <p14:nvPr/>
              </p14:nvContentPartPr>
              <p14:xfrm>
                <a:off x="8513280" y="5015592"/>
                <a:ext cx="300240" cy="84600"/>
              </p14:xfrm>
            </p:contentPart>
          </mc:Choice>
          <mc:Fallback>
            <p:pic>
              <p:nvPicPr>
                <p:cNvPr id="262" name="Ink 261">
                  <a:extLst>
                    <a:ext uri="{FF2B5EF4-FFF2-40B4-BE49-F238E27FC236}">
                      <a16:creationId xmlns:a16="http://schemas.microsoft.com/office/drawing/2014/main" id="{26D79324-C731-A659-78DE-B44235B6B2A8}"/>
                    </a:ext>
                  </a:extLst>
                </p:cNvPr>
                <p:cNvPicPr/>
                <p:nvPr/>
              </p:nvPicPr>
              <p:blipFill>
                <a:blip r:embed="rId343"/>
                <a:stretch>
                  <a:fillRect/>
                </a:stretch>
              </p:blipFill>
              <p:spPr>
                <a:xfrm>
                  <a:off x="8507160" y="5009472"/>
                  <a:ext cx="312480" cy="9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4">
              <p14:nvContentPartPr>
                <p14:cNvPr id="264" name="Ink 263">
                  <a:extLst>
                    <a:ext uri="{FF2B5EF4-FFF2-40B4-BE49-F238E27FC236}">
                      <a16:creationId xmlns:a16="http://schemas.microsoft.com/office/drawing/2014/main" id="{9FF1155A-DCFF-3E06-A4DF-70C900C3D5D7}"/>
                    </a:ext>
                  </a:extLst>
                </p14:cNvPr>
                <p14:cNvContentPartPr/>
                <p14:nvPr/>
              </p14:nvContentPartPr>
              <p14:xfrm>
                <a:off x="7665840" y="5409432"/>
                <a:ext cx="316440" cy="243000"/>
              </p14:xfrm>
            </p:contentPart>
          </mc:Choice>
          <mc:Fallback>
            <p:pic>
              <p:nvPicPr>
                <p:cNvPr id="264" name="Ink 263">
                  <a:extLst>
                    <a:ext uri="{FF2B5EF4-FFF2-40B4-BE49-F238E27FC236}">
                      <a16:creationId xmlns:a16="http://schemas.microsoft.com/office/drawing/2014/main" id="{9FF1155A-DCFF-3E06-A4DF-70C900C3D5D7}"/>
                    </a:ext>
                  </a:extLst>
                </p:cNvPr>
                <p:cNvPicPr/>
                <p:nvPr/>
              </p:nvPicPr>
              <p:blipFill>
                <a:blip r:embed="rId345"/>
                <a:stretch>
                  <a:fillRect/>
                </a:stretch>
              </p:blipFill>
              <p:spPr>
                <a:xfrm>
                  <a:off x="7659720" y="5403312"/>
                  <a:ext cx="328680" cy="25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6">
              <p14:nvContentPartPr>
                <p14:cNvPr id="265" name="Ink 264">
                  <a:extLst>
                    <a:ext uri="{FF2B5EF4-FFF2-40B4-BE49-F238E27FC236}">
                      <a16:creationId xmlns:a16="http://schemas.microsoft.com/office/drawing/2014/main" id="{AD5AA524-6E74-C893-47FB-3BBA07ED92C1}"/>
                    </a:ext>
                  </a:extLst>
                </p14:cNvPr>
                <p14:cNvContentPartPr/>
                <p14:nvPr/>
              </p14:nvContentPartPr>
              <p14:xfrm>
                <a:off x="8055000" y="5307192"/>
                <a:ext cx="83160" cy="187200"/>
              </p14:xfrm>
            </p:contentPart>
          </mc:Choice>
          <mc:Fallback>
            <p:pic>
              <p:nvPicPr>
                <p:cNvPr id="265" name="Ink 264">
                  <a:extLst>
                    <a:ext uri="{FF2B5EF4-FFF2-40B4-BE49-F238E27FC236}">
                      <a16:creationId xmlns:a16="http://schemas.microsoft.com/office/drawing/2014/main" id="{AD5AA524-6E74-C893-47FB-3BBA07ED92C1}"/>
                    </a:ext>
                  </a:extLst>
                </p:cNvPr>
                <p:cNvPicPr/>
                <p:nvPr/>
              </p:nvPicPr>
              <p:blipFill>
                <a:blip r:embed="rId347"/>
                <a:stretch>
                  <a:fillRect/>
                </a:stretch>
              </p:blipFill>
              <p:spPr>
                <a:xfrm>
                  <a:off x="8048880" y="5301072"/>
                  <a:ext cx="95400" cy="19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8">
              <p14:nvContentPartPr>
                <p14:cNvPr id="266" name="Ink 265">
                  <a:extLst>
                    <a:ext uri="{FF2B5EF4-FFF2-40B4-BE49-F238E27FC236}">
                      <a16:creationId xmlns:a16="http://schemas.microsoft.com/office/drawing/2014/main" id="{75686474-24F0-1528-58A2-E0E2C387622F}"/>
                    </a:ext>
                  </a:extLst>
                </p14:cNvPr>
                <p14:cNvContentPartPr/>
                <p14:nvPr/>
              </p14:nvContentPartPr>
              <p14:xfrm>
                <a:off x="8020800" y="5384952"/>
                <a:ext cx="163800" cy="12600"/>
              </p14:xfrm>
            </p:contentPart>
          </mc:Choice>
          <mc:Fallback>
            <p:pic>
              <p:nvPicPr>
                <p:cNvPr id="266" name="Ink 265">
                  <a:extLst>
                    <a:ext uri="{FF2B5EF4-FFF2-40B4-BE49-F238E27FC236}">
                      <a16:creationId xmlns:a16="http://schemas.microsoft.com/office/drawing/2014/main" id="{75686474-24F0-1528-58A2-E0E2C387622F}"/>
                    </a:ext>
                  </a:extLst>
                </p:cNvPr>
                <p:cNvPicPr/>
                <p:nvPr/>
              </p:nvPicPr>
              <p:blipFill>
                <a:blip r:embed="rId349"/>
                <a:stretch>
                  <a:fillRect/>
                </a:stretch>
              </p:blipFill>
              <p:spPr>
                <a:xfrm>
                  <a:off x="8014680" y="5378832"/>
                  <a:ext cx="176040" cy="2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0">
              <p14:nvContentPartPr>
                <p14:cNvPr id="267" name="Ink 266">
                  <a:extLst>
                    <a:ext uri="{FF2B5EF4-FFF2-40B4-BE49-F238E27FC236}">
                      <a16:creationId xmlns:a16="http://schemas.microsoft.com/office/drawing/2014/main" id="{541750FE-3570-0FD8-35CA-F92BC06D7C75}"/>
                    </a:ext>
                  </a:extLst>
                </p14:cNvPr>
                <p14:cNvContentPartPr/>
                <p14:nvPr/>
              </p14:nvContentPartPr>
              <p14:xfrm>
                <a:off x="8303400" y="5299632"/>
                <a:ext cx="29520" cy="146520"/>
              </p14:xfrm>
            </p:contentPart>
          </mc:Choice>
          <mc:Fallback>
            <p:pic>
              <p:nvPicPr>
                <p:cNvPr id="267" name="Ink 266">
                  <a:extLst>
                    <a:ext uri="{FF2B5EF4-FFF2-40B4-BE49-F238E27FC236}">
                      <a16:creationId xmlns:a16="http://schemas.microsoft.com/office/drawing/2014/main" id="{541750FE-3570-0FD8-35CA-F92BC06D7C75}"/>
                    </a:ext>
                  </a:extLst>
                </p:cNvPr>
                <p:cNvPicPr/>
                <p:nvPr/>
              </p:nvPicPr>
              <p:blipFill>
                <a:blip r:embed="rId351"/>
                <a:stretch>
                  <a:fillRect/>
                </a:stretch>
              </p:blipFill>
              <p:spPr>
                <a:xfrm>
                  <a:off x="8297280" y="5293512"/>
                  <a:ext cx="41760" cy="15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2">
              <p14:nvContentPartPr>
                <p14:cNvPr id="268" name="Ink 267">
                  <a:extLst>
                    <a:ext uri="{FF2B5EF4-FFF2-40B4-BE49-F238E27FC236}">
                      <a16:creationId xmlns:a16="http://schemas.microsoft.com/office/drawing/2014/main" id="{AACBC4AB-FB08-B7BF-0AD1-351307B583ED}"/>
                    </a:ext>
                  </a:extLst>
                </p14:cNvPr>
                <p14:cNvContentPartPr/>
                <p14:nvPr/>
              </p14:nvContentPartPr>
              <p14:xfrm>
                <a:off x="8247600" y="5295672"/>
                <a:ext cx="166320" cy="212400"/>
              </p14:xfrm>
            </p:contentPart>
          </mc:Choice>
          <mc:Fallback>
            <p:pic>
              <p:nvPicPr>
                <p:cNvPr id="268" name="Ink 267">
                  <a:extLst>
                    <a:ext uri="{FF2B5EF4-FFF2-40B4-BE49-F238E27FC236}">
                      <a16:creationId xmlns:a16="http://schemas.microsoft.com/office/drawing/2014/main" id="{AACBC4AB-FB08-B7BF-0AD1-351307B583ED}"/>
                    </a:ext>
                  </a:extLst>
                </p:cNvPr>
                <p:cNvPicPr/>
                <p:nvPr/>
              </p:nvPicPr>
              <p:blipFill>
                <a:blip r:embed="rId353"/>
                <a:stretch>
                  <a:fillRect/>
                </a:stretch>
              </p:blipFill>
              <p:spPr>
                <a:xfrm>
                  <a:off x="8241480" y="5289552"/>
                  <a:ext cx="178560" cy="22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4">
              <p14:nvContentPartPr>
                <p14:cNvPr id="269" name="Ink 268">
                  <a:extLst>
                    <a:ext uri="{FF2B5EF4-FFF2-40B4-BE49-F238E27FC236}">
                      <a16:creationId xmlns:a16="http://schemas.microsoft.com/office/drawing/2014/main" id="{809A16BD-F3D0-E0C3-5536-E3F721AD0357}"/>
                    </a:ext>
                  </a:extLst>
                </p14:cNvPr>
                <p14:cNvContentPartPr/>
                <p14:nvPr/>
              </p14:nvContentPartPr>
              <p14:xfrm>
                <a:off x="8461800" y="5355792"/>
                <a:ext cx="139680" cy="100800"/>
              </p14:xfrm>
            </p:contentPart>
          </mc:Choice>
          <mc:Fallback>
            <p:pic>
              <p:nvPicPr>
                <p:cNvPr id="269" name="Ink 268">
                  <a:extLst>
                    <a:ext uri="{FF2B5EF4-FFF2-40B4-BE49-F238E27FC236}">
                      <a16:creationId xmlns:a16="http://schemas.microsoft.com/office/drawing/2014/main" id="{809A16BD-F3D0-E0C3-5536-E3F721AD0357}"/>
                    </a:ext>
                  </a:extLst>
                </p:cNvPr>
                <p:cNvPicPr/>
                <p:nvPr/>
              </p:nvPicPr>
              <p:blipFill>
                <a:blip r:embed="rId355"/>
                <a:stretch>
                  <a:fillRect/>
                </a:stretch>
              </p:blipFill>
              <p:spPr>
                <a:xfrm>
                  <a:off x="8455680" y="5349672"/>
                  <a:ext cx="151920" cy="11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6">
              <p14:nvContentPartPr>
                <p14:cNvPr id="270" name="Ink 269">
                  <a:extLst>
                    <a:ext uri="{FF2B5EF4-FFF2-40B4-BE49-F238E27FC236}">
                      <a16:creationId xmlns:a16="http://schemas.microsoft.com/office/drawing/2014/main" id="{2B9614E4-D85C-9711-2B78-30B8ED3EFF88}"/>
                    </a:ext>
                  </a:extLst>
                </p14:cNvPr>
                <p14:cNvContentPartPr/>
                <p14:nvPr/>
              </p14:nvContentPartPr>
              <p14:xfrm>
                <a:off x="8642520" y="5272272"/>
                <a:ext cx="51480" cy="181080"/>
              </p14:xfrm>
            </p:contentPart>
          </mc:Choice>
          <mc:Fallback>
            <p:pic>
              <p:nvPicPr>
                <p:cNvPr id="270" name="Ink 269">
                  <a:extLst>
                    <a:ext uri="{FF2B5EF4-FFF2-40B4-BE49-F238E27FC236}">
                      <a16:creationId xmlns:a16="http://schemas.microsoft.com/office/drawing/2014/main" id="{2B9614E4-D85C-9711-2B78-30B8ED3EFF88}"/>
                    </a:ext>
                  </a:extLst>
                </p:cNvPr>
                <p:cNvPicPr/>
                <p:nvPr/>
              </p:nvPicPr>
              <p:blipFill>
                <a:blip r:embed="rId357"/>
                <a:stretch>
                  <a:fillRect/>
                </a:stretch>
              </p:blipFill>
              <p:spPr>
                <a:xfrm>
                  <a:off x="8636400" y="5266152"/>
                  <a:ext cx="63720" cy="19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8">
              <p14:nvContentPartPr>
                <p14:cNvPr id="271" name="Ink 270">
                  <a:extLst>
                    <a:ext uri="{FF2B5EF4-FFF2-40B4-BE49-F238E27FC236}">
                      <a16:creationId xmlns:a16="http://schemas.microsoft.com/office/drawing/2014/main" id="{23854E6B-EA39-B521-4BF2-3B5AE086F08C}"/>
                    </a:ext>
                  </a:extLst>
                </p14:cNvPr>
                <p14:cNvContentPartPr/>
                <p14:nvPr/>
              </p14:nvContentPartPr>
              <p14:xfrm>
                <a:off x="8613360" y="5340312"/>
                <a:ext cx="344880" cy="111960"/>
              </p14:xfrm>
            </p:contentPart>
          </mc:Choice>
          <mc:Fallback>
            <p:pic>
              <p:nvPicPr>
                <p:cNvPr id="271" name="Ink 270">
                  <a:extLst>
                    <a:ext uri="{FF2B5EF4-FFF2-40B4-BE49-F238E27FC236}">
                      <a16:creationId xmlns:a16="http://schemas.microsoft.com/office/drawing/2014/main" id="{23854E6B-EA39-B521-4BF2-3B5AE086F08C}"/>
                    </a:ext>
                  </a:extLst>
                </p:cNvPr>
                <p:cNvPicPr/>
                <p:nvPr/>
              </p:nvPicPr>
              <p:blipFill>
                <a:blip r:embed="rId359"/>
                <a:stretch>
                  <a:fillRect/>
                </a:stretch>
              </p:blipFill>
              <p:spPr>
                <a:xfrm>
                  <a:off x="8607240" y="5334192"/>
                  <a:ext cx="357120" cy="12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0">
              <p14:nvContentPartPr>
                <p14:cNvPr id="272" name="Ink 271">
                  <a:extLst>
                    <a:ext uri="{FF2B5EF4-FFF2-40B4-BE49-F238E27FC236}">
                      <a16:creationId xmlns:a16="http://schemas.microsoft.com/office/drawing/2014/main" id="{7E4B5C6E-711D-319D-BF81-985331FAFCA7}"/>
                    </a:ext>
                  </a:extLst>
                </p14:cNvPr>
                <p14:cNvContentPartPr/>
                <p14:nvPr/>
              </p14:nvContentPartPr>
              <p14:xfrm>
                <a:off x="7708680" y="5790672"/>
                <a:ext cx="81000" cy="112320"/>
              </p14:xfrm>
            </p:contentPart>
          </mc:Choice>
          <mc:Fallback>
            <p:pic>
              <p:nvPicPr>
                <p:cNvPr id="272" name="Ink 271">
                  <a:extLst>
                    <a:ext uri="{FF2B5EF4-FFF2-40B4-BE49-F238E27FC236}">
                      <a16:creationId xmlns:a16="http://schemas.microsoft.com/office/drawing/2014/main" id="{7E4B5C6E-711D-319D-BF81-985331FAFCA7}"/>
                    </a:ext>
                  </a:extLst>
                </p:cNvPr>
                <p:cNvPicPr/>
                <p:nvPr/>
              </p:nvPicPr>
              <p:blipFill>
                <a:blip r:embed="rId361"/>
                <a:stretch>
                  <a:fillRect/>
                </a:stretch>
              </p:blipFill>
              <p:spPr>
                <a:xfrm>
                  <a:off x="7702560" y="5784552"/>
                  <a:ext cx="93240" cy="12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2">
              <p14:nvContentPartPr>
                <p14:cNvPr id="273" name="Ink 272">
                  <a:extLst>
                    <a:ext uri="{FF2B5EF4-FFF2-40B4-BE49-F238E27FC236}">
                      <a16:creationId xmlns:a16="http://schemas.microsoft.com/office/drawing/2014/main" id="{F8509E95-921F-6969-A463-764C9D5E4037}"/>
                    </a:ext>
                  </a:extLst>
                </p14:cNvPr>
                <p14:cNvContentPartPr/>
                <p14:nvPr/>
              </p14:nvContentPartPr>
              <p14:xfrm>
                <a:off x="7867080" y="5764392"/>
                <a:ext cx="102600" cy="66240"/>
              </p14:xfrm>
            </p:contentPart>
          </mc:Choice>
          <mc:Fallback>
            <p:pic>
              <p:nvPicPr>
                <p:cNvPr id="273" name="Ink 272">
                  <a:extLst>
                    <a:ext uri="{FF2B5EF4-FFF2-40B4-BE49-F238E27FC236}">
                      <a16:creationId xmlns:a16="http://schemas.microsoft.com/office/drawing/2014/main" id="{F8509E95-921F-6969-A463-764C9D5E4037}"/>
                    </a:ext>
                  </a:extLst>
                </p:cNvPr>
                <p:cNvPicPr/>
                <p:nvPr/>
              </p:nvPicPr>
              <p:blipFill>
                <a:blip r:embed="rId363"/>
                <a:stretch>
                  <a:fillRect/>
                </a:stretch>
              </p:blipFill>
              <p:spPr>
                <a:xfrm>
                  <a:off x="7860960" y="5758272"/>
                  <a:ext cx="114840" cy="7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4">
              <p14:nvContentPartPr>
                <p14:cNvPr id="274" name="Ink 273">
                  <a:extLst>
                    <a:ext uri="{FF2B5EF4-FFF2-40B4-BE49-F238E27FC236}">
                      <a16:creationId xmlns:a16="http://schemas.microsoft.com/office/drawing/2014/main" id="{4798F039-2A14-1032-CD33-231FA250C1DA}"/>
                    </a:ext>
                  </a:extLst>
                </p14:cNvPr>
                <p14:cNvContentPartPr/>
                <p14:nvPr/>
              </p14:nvContentPartPr>
              <p14:xfrm>
                <a:off x="8073360" y="5663952"/>
                <a:ext cx="120960" cy="158040"/>
              </p14:xfrm>
            </p:contentPart>
          </mc:Choice>
          <mc:Fallback>
            <p:pic>
              <p:nvPicPr>
                <p:cNvPr id="274" name="Ink 273">
                  <a:extLst>
                    <a:ext uri="{FF2B5EF4-FFF2-40B4-BE49-F238E27FC236}">
                      <a16:creationId xmlns:a16="http://schemas.microsoft.com/office/drawing/2014/main" id="{4798F039-2A14-1032-CD33-231FA250C1DA}"/>
                    </a:ext>
                  </a:extLst>
                </p:cNvPr>
                <p:cNvPicPr/>
                <p:nvPr/>
              </p:nvPicPr>
              <p:blipFill>
                <a:blip r:embed="rId365"/>
                <a:stretch>
                  <a:fillRect/>
                </a:stretch>
              </p:blipFill>
              <p:spPr>
                <a:xfrm>
                  <a:off x="8067240" y="5657832"/>
                  <a:ext cx="133200" cy="17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6">
              <p14:nvContentPartPr>
                <p14:cNvPr id="275" name="Ink 274">
                  <a:extLst>
                    <a:ext uri="{FF2B5EF4-FFF2-40B4-BE49-F238E27FC236}">
                      <a16:creationId xmlns:a16="http://schemas.microsoft.com/office/drawing/2014/main" id="{C0B32682-FE13-1A2E-A9A3-96D1B324338A}"/>
                    </a:ext>
                  </a:extLst>
                </p14:cNvPr>
                <p14:cNvContentPartPr/>
                <p14:nvPr/>
              </p14:nvContentPartPr>
              <p14:xfrm>
                <a:off x="8028000" y="5719032"/>
                <a:ext cx="183240" cy="27360"/>
              </p14:xfrm>
            </p:contentPart>
          </mc:Choice>
          <mc:Fallback>
            <p:pic>
              <p:nvPicPr>
                <p:cNvPr id="275" name="Ink 274">
                  <a:extLst>
                    <a:ext uri="{FF2B5EF4-FFF2-40B4-BE49-F238E27FC236}">
                      <a16:creationId xmlns:a16="http://schemas.microsoft.com/office/drawing/2014/main" id="{C0B32682-FE13-1A2E-A9A3-96D1B324338A}"/>
                    </a:ext>
                  </a:extLst>
                </p:cNvPr>
                <p:cNvPicPr/>
                <p:nvPr/>
              </p:nvPicPr>
              <p:blipFill>
                <a:blip r:embed="rId367"/>
                <a:stretch>
                  <a:fillRect/>
                </a:stretch>
              </p:blipFill>
              <p:spPr>
                <a:xfrm>
                  <a:off x="8021880" y="5712912"/>
                  <a:ext cx="195480" cy="3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8">
              <p14:nvContentPartPr>
                <p14:cNvPr id="276" name="Ink 275">
                  <a:extLst>
                    <a:ext uri="{FF2B5EF4-FFF2-40B4-BE49-F238E27FC236}">
                      <a16:creationId xmlns:a16="http://schemas.microsoft.com/office/drawing/2014/main" id="{8AB514CE-5346-3211-C07B-91451C71C360}"/>
                    </a:ext>
                  </a:extLst>
                </p14:cNvPr>
                <p14:cNvContentPartPr/>
                <p14:nvPr/>
              </p14:nvContentPartPr>
              <p14:xfrm>
                <a:off x="8289000" y="5609592"/>
                <a:ext cx="176040" cy="149040"/>
              </p14:xfrm>
            </p:contentPart>
          </mc:Choice>
          <mc:Fallback>
            <p:pic>
              <p:nvPicPr>
                <p:cNvPr id="276" name="Ink 275">
                  <a:extLst>
                    <a:ext uri="{FF2B5EF4-FFF2-40B4-BE49-F238E27FC236}">
                      <a16:creationId xmlns:a16="http://schemas.microsoft.com/office/drawing/2014/main" id="{8AB514CE-5346-3211-C07B-91451C71C360}"/>
                    </a:ext>
                  </a:extLst>
                </p:cNvPr>
                <p:cNvPicPr/>
                <p:nvPr/>
              </p:nvPicPr>
              <p:blipFill>
                <a:blip r:embed="rId369"/>
                <a:stretch>
                  <a:fillRect/>
                </a:stretch>
              </p:blipFill>
              <p:spPr>
                <a:xfrm>
                  <a:off x="8282880" y="5603472"/>
                  <a:ext cx="188280" cy="16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0">
              <p14:nvContentPartPr>
                <p14:cNvPr id="277" name="Ink 276">
                  <a:extLst>
                    <a:ext uri="{FF2B5EF4-FFF2-40B4-BE49-F238E27FC236}">
                      <a16:creationId xmlns:a16="http://schemas.microsoft.com/office/drawing/2014/main" id="{410E1188-01CA-6C67-F4D8-5D1B4EA93C6E}"/>
                    </a:ext>
                  </a:extLst>
                </p14:cNvPr>
                <p14:cNvContentPartPr/>
                <p14:nvPr/>
              </p14:nvContentPartPr>
              <p14:xfrm>
                <a:off x="8510760" y="5656752"/>
                <a:ext cx="75960" cy="80640"/>
              </p14:xfrm>
            </p:contentPart>
          </mc:Choice>
          <mc:Fallback>
            <p:pic>
              <p:nvPicPr>
                <p:cNvPr id="277" name="Ink 276">
                  <a:extLst>
                    <a:ext uri="{FF2B5EF4-FFF2-40B4-BE49-F238E27FC236}">
                      <a16:creationId xmlns:a16="http://schemas.microsoft.com/office/drawing/2014/main" id="{410E1188-01CA-6C67-F4D8-5D1B4EA93C6E}"/>
                    </a:ext>
                  </a:extLst>
                </p:cNvPr>
                <p:cNvPicPr/>
                <p:nvPr/>
              </p:nvPicPr>
              <p:blipFill>
                <a:blip r:embed="rId371"/>
                <a:stretch>
                  <a:fillRect/>
                </a:stretch>
              </p:blipFill>
              <p:spPr>
                <a:xfrm>
                  <a:off x="8504640" y="5650632"/>
                  <a:ext cx="88200" cy="9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2">
              <p14:nvContentPartPr>
                <p14:cNvPr id="278" name="Ink 277">
                  <a:extLst>
                    <a:ext uri="{FF2B5EF4-FFF2-40B4-BE49-F238E27FC236}">
                      <a16:creationId xmlns:a16="http://schemas.microsoft.com/office/drawing/2014/main" id="{9C3BC22D-80BE-37BD-D527-D85E377F0C49}"/>
                    </a:ext>
                  </a:extLst>
                </p14:cNvPr>
                <p14:cNvContentPartPr/>
                <p14:nvPr/>
              </p14:nvContentPartPr>
              <p14:xfrm>
                <a:off x="8608320" y="5652432"/>
                <a:ext cx="119880" cy="99360"/>
              </p14:xfrm>
            </p:contentPart>
          </mc:Choice>
          <mc:Fallback>
            <p:pic>
              <p:nvPicPr>
                <p:cNvPr id="278" name="Ink 277">
                  <a:extLst>
                    <a:ext uri="{FF2B5EF4-FFF2-40B4-BE49-F238E27FC236}">
                      <a16:creationId xmlns:a16="http://schemas.microsoft.com/office/drawing/2014/main" id="{9C3BC22D-80BE-37BD-D527-D85E377F0C49}"/>
                    </a:ext>
                  </a:extLst>
                </p:cNvPr>
                <p:cNvPicPr/>
                <p:nvPr/>
              </p:nvPicPr>
              <p:blipFill>
                <a:blip r:embed="rId373"/>
                <a:stretch>
                  <a:fillRect/>
                </a:stretch>
              </p:blipFill>
              <p:spPr>
                <a:xfrm>
                  <a:off x="8602200" y="5646312"/>
                  <a:ext cx="132120" cy="11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4">
              <p14:nvContentPartPr>
                <p14:cNvPr id="279" name="Ink 278">
                  <a:extLst>
                    <a:ext uri="{FF2B5EF4-FFF2-40B4-BE49-F238E27FC236}">
                      <a16:creationId xmlns:a16="http://schemas.microsoft.com/office/drawing/2014/main" id="{D9DEF8EF-2A95-8A04-E0C3-B7A20802036F}"/>
                    </a:ext>
                  </a:extLst>
                </p14:cNvPr>
                <p14:cNvContentPartPr/>
                <p14:nvPr/>
              </p14:nvContentPartPr>
              <p14:xfrm>
                <a:off x="8676720" y="5679432"/>
                <a:ext cx="95400" cy="51480"/>
              </p14:xfrm>
            </p:contentPart>
          </mc:Choice>
          <mc:Fallback>
            <p:pic>
              <p:nvPicPr>
                <p:cNvPr id="279" name="Ink 278">
                  <a:extLst>
                    <a:ext uri="{FF2B5EF4-FFF2-40B4-BE49-F238E27FC236}">
                      <a16:creationId xmlns:a16="http://schemas.microsoft.com/office/drawing/2014/main" id="{D9DEF8EF-2A95-8A04-E0C3-B7A20802036F}"/>
                    </a:ext>
                  </a:extLst>
                </p:cNvPr>
                <p:cNvPicPr/>
                <p:nvPr/>
              </p:nvPicPr>
              <p:blipFill>
                <a:blip r:embed="rId375"/>
                <a:stretch>
                  <a:fillRect/>
                </a:stretch>
              </p:blipFill>
              <p:spPr>
                <a:xfrm>
                  <a:off x="8670600" y="5673312"/>
                  <a:ext cx="107640" cy="6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6">
              <p14:nvContentPartPr>
                <p14:cNvPr id="280" name="Ink 279">
                  <a:extLst>
                    <a:ext uri="{FF2B5EF4-FFF2-40B4-BE49-F238E27FC236}">
                      <a16:creationId xmlns:a16="http://schemas.microsoft.com/office/drawing/2014/main" id="{CF79CEBB-423D-F054-7437-6E90412426A6}"/>
                    </a:ext>
                  </a:extLst>
                </p14:cNvPr>
                <p14:cNvContentPartPr/>
                <p14:nvPr/>
              </p14:nvContentPartPr>
              <p14:xfrm>
                <a:off x="8894520" y="5570352"/>
                <a:ext cx="38520" cy="145440"/>
              </p14:xfrm>
            </p:contentPart>
          </mc:Choice>
          <mc:Fallback>
            <p:pic>
              <p:nvPicPr>
                <p:cNvPr id="280" name="Ink 279">
                  <a:extLst>
                    <a:ext uri="{FF2B5EF4-FFF2-40B4-BE49-F238E27FC236}">
                      <a16:creationId xmlns:a16="http://schemas.microsoft.com/office/drawing/2014/main" id="{CF79CEBB-423D-F054-7437-6E90412426A6}"/>
                    </a:ext>
                  </a:extLst>
                </p:cNvPr>
                <p:cNvPicPr/>
                <p:nvPr/>
              </p:nvPicPr>
              <p:blipFill>
                <a:blip r:embed="rId377"/>
                <a:stretch>
                  <a:fillRect/>
                </a:stretch>
              </p:blipFill>
              <p:spPr>
                <a:xfrm>
                  <a:off x="8888400" y="5564232"/>
                  <a:ext cx="50760" cy="15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8">
              <p14:nvContentPartPr>
                <p14:cNvPr id="281" name="Ink 280">
                  <a:extLst>
                    <a:ext uri="{FF2B5EF4-FFF2-40B4-BE49-F238E27FC236}">
                      <a16:creationId xmlns:a16="http://schemas.microsoft.com/office/drawing/2014/main" id="{62CF4521-1656-3BE3-EE66-3A44F3192011}"/>
                    </a:ext>
                  </a:extLst>
                </p14:cNvPr>
                <p14:cNvContentPartPr/>
                <p14:nvPr/>
              </p14:nvContentPartPr>
              <p14:xfrm>
                <a:off x="8837640" y="5634792"/>
                <a:ext cx="136800" cy="13320"/>
              </p14:xfrm>
            </p:contentPart>
          </mc:Choice>
          <mc:Fallback>
            <p:pic>
              <p:nvPicPr>
                <p:cNvPr id="281" name="Ink 280">
                  <a:extLst>
                    <a:ext uri="{FF2B5EF4-FFF2-40B4-BE49-F238E27FC236}">
                      <a16:creationId xmlns:a16="http://schemas.microsoft.com/office/drawing/2014/main" id="{62CF4521-1656-3BE3-EE66-3A44F3192011}"/>
                    </a:ext>
                  </a:extLst>
                </p:cNvPr>
                <p:cNvPicPr/>
                <p:nvPr/>
              </p:nvPicPr>
              <p:blipFill>
                <a:blip r:embed="rId379"/>
                <a:stretch>
                  <a:fillRect/>
                </a:stretch>
              </p:blipFill>
              <p:spPr>
                <a:xfrm>
                  <a:off x="8831520" y="5628672"/>
                  <a:ext cx="149040" cy="2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0">
              <p14:nvContentPartPr>
                <p14:cNvPr id="282" name="Ink 281">
                  <a:extLst>
                    <a:ext uri="{FF2B5EF4-FFF2-40B4-BE49-F238E27FC236}">
                      <a16:creationId xmlns:a16="http://schemas.microsoft.com/office/drawing/2014/main" id="{26BFB65A-73AC-C221-22E0-A30B28B43A6A}"/>
                    </a:ext>
                  </a:extLst>
                </p14:cNvPr>
                <p14:cNvContentPartPr/>
                <p14:nvPr/>
              </p14:nvContentPartPr>
              <p14:xfrm>
                <a:off x="7703640" y="5974992"/>
                <a:ext cx="268920" cy="243000"/>
              </p14:xfrm>
            </p:contentPart>
          </mc:Choice>
          <mc:Fallback>
            <p:pic>
              <p:nvPicPr>
                <p:cNvPr id="282" name="Ink 281">
                  <a:extLst>
                    <a:ext uri="{FF2B5EF4-FFF2-40B4-BE49-F238E27FC236}">
                      <a16:creationId xmlns:a16="http://schemas.microsoft.com/office/drawing/2014/main" id="{26BFB65A-73AC-C221-22E0-A30B28B43A6A}"/>
                    </a:ext>
                  </a:extLst>
                </p:cNvPr>
                <p:cNvPicPr/>
                <p:nvPr/>
              </p:nvPicPr>
              <p:blipFill>
                <a:blip r:embed="rId381"/>
                <a:stretch>
                  <a:fillRect/>
                </a:stretch>
              </p:blipFill>
              <p:spPr>
                <a:xfrm>
                  <a:off x="7697520" y="5968872"/>
                  <a:ext cx="281160" cy="25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2">
              <p14:nvContentPartPr>
                <p14:cNvPr id="283" name="Ink 282">
                  <a:extLst>
                    <a:ext uri="{FF2B5EF4-FFF2-40B4-BE49-F238E27FC236}">
                      <a16:creationId xmlns:a16="http://schemas.microsoft.com/office/drawing/2014/main" id="{8A87C1CD-597B-5F48-20E5-C09CF68DFFE6}"/>
                    </a:ext>
                  </a:extLst>
                </p14:cNvPr>
                <p14:cNvContentPartPr/>
                <p14:nvPr/>
              </p14:nvContentPartPr>
              <p14:xfrm>
                <a:off x="8037720" y="5886432"/>
                <a:ext cx="66240" cy="164880"/>
              </p14:xfrm>
            </p:contentPart>
          </mc:Choice>
          <mc:Fallback>
            <p:pic>
              <p:nvPicPr>
                <p:cNvPr id="283" name="Ink 282">
                  <a:extLst>
                    <a:ext uri="{FF2B5EF4-FFF2-40B4-BE49-F238E27FC236}">
                      <a16:creationId xmlns:a16="http://schemas.microsoft.com/office/drawing/2014/main" id="{8A87C1CD-597B-5F48-20E5-C09CF68DFFE6}"/>
                    </a:ext>
                  </a:extLst>
                </p:cNvPr>
                <p:cNvPicPr/>
                <p:nvPr/>
              </p:nvPicPr>
              <p:blipFill>
                <a:blip r:embed="rId383"/>
                <a:stretch>
                  <a:fillRect/>
                </a:stretch>
              </p:blipFill>
              <p:spPr>
                <a:xfrm>
                  <a:off x="8031600" y="5880312"/>
                  <a:ext cx="78480" cy="17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4">
              <p14:nvContentPartPr>
                <p14:cNvPr id="284" name="Ink 283">
                  <a:extLst>
                    <a:ext uri="{FF2B5EF4-FFF2-40B4-BE49-F238E27FC236}">
                      <a16:creationId xmlns:a16="http://schemas.microsoft.com/office/drawing/2014/main" id="{EA9AF22E-E12B-D456-089E-E9983D35F414}"/>
                    </a:ext>
                  </a:extLst>
                </p14:cNvPr>
                <p14:cNvContentPartPr/>
                <p14:nvPr/>
              </p14:nvContentPartPr>
              <p14:xfrm>
                <a:off x="8011080" y="5974272"/>
                <a:ext cx="139320" cy="4320"/>
              </p14:xfrm>
            </p:contentPart>
          </mc:Choice>
          <mc:Fallback>
            <p:pic>
              <p:nvPicPr>
                <p:cNvPr id="284" name="Ink 283">
                  <a:extLst>
                    <a:ext uri="{FF2B5EF4-FFF2-40B4-BE49-F238E27FC236}">
                      <a16:creationId xmlns:a16="http://schemas.microsoft.com/office/drawing/2014/main" id="{EA9AF22E-E12B-D456-089E-E9983D35F414}"/>
                    </a:ext>
                  </a:extLst>
                </p:cNvPr>
                <p:cNvPicPr/>
                <p:nvPr/>
              </p:nvPicPr>
              <p:blipFill>
                <a:blip r:embed="rId385"/>
                <a:stretch>
                  <a:fillRect/>
                </a:stretch>
              </p:blipFill>
              <p:spPr>
                <a:xfrm>
                  <a:off x="8004960" y="5968152"/>
                  <a:ext cx="151560" cy="1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6">
              <p14:nvContentPartPr>
                <p14:cNvPr id="285" name="Ink 284">
                  <a:extLst>
                    <a:ext uri="{FF2B5EF4-FFF2-40B4-BE49-F238E27FC236}">
                      <a16:creationId xmlns:a16="http://schemas.microsoft.com/office/drawing/2014/main" id="{EEDCEB33-F9C3-03B0-56A7-203FDAFC9107}"/>
                    </a:ext>
                  </a:extLst>
                </p14:cNvPr>
                <p14:cNvContentPartPr/>
                <p14:nvPr/>
              </p14:nvContentPartPr>
              <p14:xfrm>
                <a:off x="8262000" y="5882112"/>
                <a:ext cx="202680" cy="148680"/>
              </p14:xfrm>
            </p:contentPart>
          </mc:Choice>
          <mc:Fallback>
            <p:pic>
              <p:nvPicPr>
                <p:cNvPr id="285" name="Ink 284">
                  <a:extLst>
                    <a:ext uri="{FF2B5EF4-FFF2-40B4-BE49-F238E27FC236}">
                      <a16:creationId xmlns:a16="http://schemas.microsoft.com/office/drawing/2014/main" id="{EEDCEB33-F9C3-03B0-56A7-203FDAFC9107}"/>
                    </a:ext>
                  </a:extLst>
                </p:cNvPr>
                <p:cNvPicPr/>
                <p:nvPr/>
              </p:nvPicPr>
              <p:blipFill>
                <a:blip r:embed="rId387"/>
                <a:stretch>
                  <a:fillRect/>
                </a:stretch>
              </p:blipFill>
              <p:spPr>
                <a:xfrm>
                  <a:off x="8255880" y="5875992"/>
                  <a:ext cx="214920" cy="16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8">
              <p14:nvContentPartPr>
                <p14:cNvPr id="286" name="Ink 285">
                  <a:extLst>
                    <a:ext uri="{FF2B5EF4-FFF2-40B4-BE49-F238E27FC236}">
                      <a16:creationId xmlns:a16="http://schemas.microsoft.com/office/drawing/2014/main" id="{13971570-9BCE-2835-ACB4-A8B4AD7DA801}"/>
                    </a:ext>
                  </a:extLst>
                </p14:cNvPr>
                <p14:cNvContentPartPr/>
                <p14:nvPr/>
              </p14:nvContentPartPr>
              <p14:xfrm>
                <a:off x="8501040" y="5911272"/>
                <a:ext cx="90720" cy="105480"/>
              </p14:xfrm>
            </p:contentPart>
          </mc:Choice>
          <mc:Fallback>
            <p:pic>
              <p:nvPicPr>
                <p:cNvPr id="286" name="Ink 285">
                  <a:extLst>
                    <a:ext uri="{FF2B5EF4-FFF2-40B4-BE49-F238E27FC236}">
                      <a16:creationId xmlns:a16="http://schemas.microsoft.com/office/drawing/2014/main" id="{13971570-9BCE-2835-ACB4-A8B4AD7DA801}"/>
                    </a:ext>
                  </a:extLst>
                </p:cNvPr>
                <p:cNvPicPr/>
                <p:nvPr/>
              </p:nvPicPr>
              <p:blipFill>
                <a:blip r:embed="rId389"/>
                <a:stretch>
                  <a:fillRect/>
                </a:stretch>
              </p:blipFill>
              <p:spPr>
                <a:xfrm>
                  <a:off x="8494920" y="5905152"/>
                  <a:ext cx="102960" cy="11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0">
              <p14:nvContentPartPr>
                <p14:cNvPr id="287" name="Ink 286">
                  <a:extLst>
                    <a:ext uri="{FF2B5EF4-FFF2-40B4-BE49-F238E27FC236}">
                      <a16:creationId xmlns:a16="http://schemas.microsoft.com/office/drawing/2014/main" id="{E9EA35F6-C99B-EB6D-8F31-5C331B253517}"/>
                    </a:ext>
                  </a:extLst>
                </p14:cNvPr>
                <p14:cNvContentPartPr/>
                <p14:nvPr/>
              </p14:nvContentPartPr>
              <p14:xfrm>
                <a:off x="8615520" y="5914152"/>
                <a:ext cx="119880" cy="95400"/>
              </p14:xfrm>
            </p:contentPart>
          </mc:Choice>
          <mc:Fallback>
            <p:pic>
              <p:nvPicPr>
                <p:cNvPr id="287" name="Ink 286">
                  <a:extLst>
                    <a:ext uri="{FF2B5EF4-FFF2-40B4-BE49-F238E27FC236}">
                      <a16:creationId xmlns:a16="http://schemas.microsoft.com/office/drawing/2014/main" id="{E9EA35F6-C99B-EB6D-8F31-5C331B253517}"/>
                    </a:ext>
                  </a:extLst>
                </p:cNvPr>
                <p:cNvPicPr/>
                <p:nvPr/>
              </p:nvPicPr>
              <p:blipFill>
                <a:blip r:embed="rId391"/>
                <a:stretch>
                  <a:fillRect/>
                </a:stretch>
              </p:blipFill>
              <p:spPr>
                <a:xfrm>
                  <a:off x="8609400" y="5908032"/>
                  <a:ext cx="132120" cy="10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2">
              <p14:nvContentPartPr>
                <p14:cNvPr id="288" name="Ink 287">
                  <a:extLst>
                    <a:ext uri="{FF2B5EF4-FFF2-40B4-BE49-F238E27FC236}">
                      <a16:creationId xmlns:a16="http://schemas.microsoft.com/office/drawing/2014/main" id="{4BFD6BE3-45A1-B52F-CADA-80EF79FF5B64}"/>
                    </a:ext>
                  </a:extLst>
                </p14:cNvPr>
                <p14:cNvContentPartPr/>
                <p14:nvPr/>
              </p14:nvContentPartPr>
              <p14:xfrm>
                <a:off x="8661960" y="5945112"/>
                <a:ext cx="90720" cy="40320"/>
              </p14:xfrm>
            </p:contentPart>
          </mc:Choice>
          <mc:Fallback>
            <p:pic>
              <p:nvPicPr>
                <p:cNvPr id="288" name="Ink 287">
                  <a:extLst>
                    <a:ext uri="{FF2B5EF4-FFF2-40B4-BE49-F238E27FC236}">
                      <a16:creationId xmlns:a16="http://schemas.microsoft.com/office/drawing/2014/main" id="{4BFD6BE3-45A1-B52F-CADA-80EF79FF5B64}"/>
                    </a:ext>
                  </a:extLst>
                </p:cNvPr>
                <p:cNvPicPr/>
                <p:nvPr/>
              </p:nvPicPr>
              <p:blipFill>
                <a:blip r:embed="rId393"/>
                <a:stretch>
                  <a:fillRect/>
                </a:stretch>
              </p:blipFill>
              <p:spPr>
                <a:xfrm>
                  <a:off x="8655840" y="5938992"/>
                  <a:ext cx="102960" cy="5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4">
              <p14:nvContentPartPr>
                <p14:cNvPr id="289" name="Ink 288">
                  <a:extLst>
                    <a:ext uri="{FF2B5EF4-FFF2-40B4-BE49-F238E27FC236}">
                      <a16:creationId xmlns:a16="http://schemas.microsoft.com/office/drawing/2014/main" id="{C0CD461C-F248-784B-0D80-DAE3CDD68E2C}"/>
                    </a:ext>
                  </a:extLst>
                </p14:cNvPr>
                <p14:cNvContentPartPr/>
                <p14:nvPr/>
              </p14:nvContentPartPr>
              <p14:xfrm>
                <a:off x="8854560" y="5863032"/>
                <a:ext cx="41760" cy="142920"/>
              </p14:xfrm>
            </p:contentPart>
          </mc:Choice>
          <mc:Fallback>
            <p:pic>
              <p:nvPicPr>
                <p:cNvPr id="289" name="Ink 288">
                  <a:extLst>
                    <a:ext uri="{FF2B5EF4-FFF2-40B4-BE49-F238E27FC236}">
                      <a16:creationId xmlns:a16="http://schemas.microsoft.com/office/drawing/2014/main" id="{C0CD461C-F248-784B-0D80-DAE3CDD68E2C}"/>
                    </a:ext>
                  </a:extLst>
                </p:cNvPr>
                <p:cNvPicPr/>
                <p:nvPr/>
              </p:nvPicPr>
              <p:blipFill>
                <a:blip r:embed="rId395"/>
                <a:stretch>
                  <a:fillRect/>
                </a:stretch>
              </p:blipFill>
              <p:spPr>
                <a:xfrm>
                  <a:off x="8848440" y="5856912"/>
                  <a:ext cx="54000" cy="15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6">
              <p14:nvContentPartPr>
                <p14:cNvPr id="290" name="Ink 289">
                  <a:extLst>
                    <a:ext uri="{FF2B5EF4-FFF2-40B4-BE49-F238E27FC236}">
                      <a16:creationId xmlns:a16="http://schemas.microsoft.com/office/drawing/2014/main" id="{36B37000-0B58-FCC8-6924-5FACA61CA8A3}"/>
                    </a:ext>
                  </a:extLst>
                </p14:cNvPr>
                <p14:cNvContentPartPr/>
                <p14:nvPr/>
              </p14:nvContentPartPr>
              <p14:xfrm>
                <a:off x="8776440" y="5923152"/>
                <a:ext cx="163800" cy="30600"/>
              </p14:xfrm>
            </p:contentPart>
          </mc:Choice>
          <mc:Fallback>
            <p:pic>
              <p:nvPicPr>
                <p:cNvPr id="290" name="Ink 289">
                  <a:extLst>
                    <a:ext uri="{FF2B5EF4-FFF2-40B4-BE49-F238E27FC236}">
                      <a16:creationId xmlns:a16="http://schemas.microsoft.com/office/drawing/2014/main" id="{36B37000-0B58-FCC8-6924-5FACA61CA8A3}"/>
                    </a:ext>
                  </a:extLst>
                </p:cNvPr>
                <p:cNvPicPr/>
                <p:nvPr/>
              </p:nvPicPr>
              <p:blipFill>
                <a:blip r:embed="rId397"/>
                <a:stretch>
                  <a:fillRect/>
                </a:stretch>
              </p:blipFill>
              <p:spPr>
                <a:xfrm>
                  <a:off x="8770320" y="5917032"/>
                  <a:ext cx="176040" cy="4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8">
              <p14:nvContentPartPr>
                <p14:cNvPr id="291" name="Ink 290">
                  <a:extLst>
                    <a:ext uri="{FF2B5EF4-FFF2-40B4-BE49-F238E27FC236}">
                      <a16:creationId xmlns:a16="http://schemas.microsoft.com/office/drawing/2014/main" id="{847A33F9-EFB7-7A21-5494-6EFF5FA606F0}"/>
                    </a:ext>
                  </a:extLst>
                </p14:cNvPr>
                <p14:cNvContentPartPr/>
                <p14:nvPr/>
              </p14:nvContentPartPr>
              <p14:xfrm>
                <a:off x="8981280" y="5812632"/>
                <a:ext cx="83160" cy="172800"/>
              </p14:xfrm>
            </p:contentPart>
          </mc:Choice>
          <mc:Fallback>
            <p:pic>
              <p:nvPicPr>
                <p:cNvPr id="291" name="Ink 290">
                  <a:extLst>
                    <a:ext uri="{FF2B5EF4-FFF2-40B4-BE49-F238E27FC236}">
                      <a16:creationId xmlns:a16="http://schemas.microsoft.com/office/drawing/2014/main" id="{847A33F9-EFB7-7A21-5494-6EFF5FA606F0}"/>
                    </a:ext>
                  </a:extLst>
                </p:cNvPr>
                <p:cNvPicPr/>
                <p:nvPr/>
              </p:nvPicPr>
              <p:blipFill>
                <a:blip r:embed="rId399"/>
                <a:stretch>
                  <a:fillRect/>
                </a:stretch>
              </p:blipFill>
              <p:spPr>
                <a:xfrm>
                  <a:off x="8975160" y="5806512"/>
                  <a:ext cx="95400" cy="18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0">
              <p14:nvContentPartPr>
                <p14:cNvPr id="294" name="Ink 293">
                  <a:extLst>
                    <a:ext uri="{FF2B5EF4-FFF2-40B4-BE49-F238E27FC236}">
                      <a16:creationId xmlns:a16="http://schemas.microsoft.com/office/drawing/2014/main" id="{95C060A3-66CF-59ED-1E9B-05056DD20E28}"/>
                    </a:ext>
                  </a:extLst>
                </p14:cNvPr>
                <p14:cNvContentPartPr/>
                <p14:nvPr/>
              </p14:nvContentPartPr>
              <p14:xfrm>
                <a:off x="9028080" y="5498712"/>
                <a:ext cx="87840" cy="167760"/>
              </p14:xfrm>
            </p:contentPart>
          </mc:Choice>
          <mc:Fallback>
            <p:pic>
              <p:nvPicPr>
                <p:cNvPr id="294" name="Ink 293">
                  <a:extLst>
                    <a:ext uri="{FF2B5EF4-FFF2-40B4-BE49-F238E27FC236}">
                      <a16:creationId xmlns:a16="http://schemas.microsoft.com/office/drawing/2014/main" id="{95C060A3-66CF-59ED-1E9B-05056DD20E28}"/>
                    </a:ext>
                  </a:extLst>
                </p:cNvPr>
                <p:cNvPicPr/>
                <p:nvPr/>
              </p:nvPicPr>
              <p:blipFill>
                <a:blip r:embed="rId401"/>
                <a:stretch>
                  <a:fillRect/>
                </a:stretch>
              </p:blipFill>
              <p:spPr>
                <a:xfrm>
                  <a:off x="9021960" y="5492592"/>
                  <a:ext cx="100080" cy="18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2">
              <p14:nvContentPartPr>
                <p14:cNvPr id="297" name="Ink 296">
                  <a:extLst>
                    <a:ext uri="{FF2B5EF4-FFF2-40B4-BE49-F238E27FC236}">
                      <a16:creationId xmlns:a16="http://schemas.microsoft.com/office/drawing/2014/main" id="{71DFB20F-77D6-D957-1EA3-E6672C85B31F}"/>
                    </a:ext>
                  </a:extLst>
                </p14:cNvPr>
                <p14:cNvContentPartPr/>
                <p14:nvPr/>
              </p14:nvContentPartPr>
              <p14:xfrm>
                <a:off x="8978400" y="5260752"/>
                <a:ext cx="78840" cy="151560"/>
              </p14:xfrm>
            </p:contentPart>
          </mc:Choice>
          <mc:Fallback>
            <p:pic>
              <p:nvPicPr>
                <p:cNvPr id="297" name="Ink 296">
                  <a:extLst>
                    <a:ext uri="{FF2B5EF4-FFF2-40B4-BE49-F238E27FC236}">
                      <a16:creationId xmlns:a16="http://schemas.microsoft.com/office/drawing/2014/main" id="{71DFB20F-77D6-D957-1EA3-E6672C85B31F}"/>
                    </a:ext>
                  </a:extLst>
                </p:cNvPr>
                <p:cNvPicPr/>
                <p:nvPr/>
              </p:nvPicPr>
              <p:blipFill>
                <a:blip r:embed="rId403"/>
                <a:stretch>
                  <a:fillRect/>
                </a:stretch>
              </p:blipFill>
              <p:spPr>
                <a:xfrm>
                  <a:off x="8972280" y="5254632"/>
                  <a:ext cx="91080" cy="16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4">
              <p14:nvContentPartPr>
                <p14:cNvPr id="299" name="Ink 298">
                  <a:extLst>
                    <a:ext uri="{FF2B5EF4-FFF2-40B4-BE49-F238E27FC236}">
                      <a16:creationId xmlns:a16="http://schemas.microsoft.com/office/drawing/2014/main" id="{E9EFD5CE-C9A6-F82B-FEE7-C53C64E08B55}"/>
                    </a:ext>
                  </a:extLst>
                </p14:cNvPr>
                <p14:cNvContentPartPr/>
                <p14:nvPr/>
              </p14:nvContentPartPr>
              <p14:xfrm>
                <a:off x="8742600" y="4833432"/>
                <a:ext cx="214920" cy="338760"/>
              </p14:xfrm>
            </p:contentPart>
          </mc:Choice>
          <mc:Fallback>
            <p:pic>
              <p:nvPicPr>
                <p:cNvPr id="299" name="Ink 298">
                  <a:extLst>
                    <a:ext uri="{FF2B5EF4-FFF2-40B4-BE49-F238E27FC236}">
                      <a16:creationId xmlns:a16="http://schemas.microsoft.com/office/drawing/2014/main" id="{E9EFD5CE-C9A6-F82B-FEE7-C53C64E08B55}"/>
                    </a:ext>
                  </a:extLst>
                </p:cNvPr>
                <p:cNvPicPr/>
                <p:nvPr/>
              </p:nvPicPr>
              <p:blipFill>
                <a:blip r:embed="rId405"/>
                <a:stretch>
                  <a:fillRect/>
                </a:stretch>
              </p:blipFill>
              <p:spPr>
                <a:xfrm>
                  <a:off x="8736480" y="4827312"/>
                  <a:ext cx="227160" cy="35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6">
              <p14:nvContentPartPr>
                <p14:cNvPr id="344" name="Ink 343">
                  <a:extLst>
                    <a:ext uri="{FF2B5EF4-FFF2-40B4-BE49-F238E27FC236}">
                      <a16:creationId xmlns:a16="http://schemas.microsoft.com/office/drawing/2014/main" id="{4F88D6DB-224A-140B-C786-C7A716C6E07B}"/>
                    </a:ext>
                  </a:extLst>
                </p14:cNvPr>
                <p14:cNvContentPartPr/>
                <p14:nvPr/>
              </p14:nvContentPartPr>
              <p14:xfrm>
                <a:off x="7513560" y="5046912"/>
                <a:ext cx="41760" cy="128880"/>
              </p14:xfrm>
            </p:contentPart>
          </mc:Choice>
          <mc:Fallback>
            <p:pic>
              <p:nvPicPr>
                <p:cNvPr id="344" name="Ink 343">
                  <a:extLst>
                    <a:ext uri="{FF2B5EF4-FFF2-40B4-BE49-F238E27FC236}">
                      <a16:creationId xmlns:a16="http://schemas.microsoft.com/office/drawing/2014/main" id="{4F88D6DB-224A-140B-C786-C7A716C6E07B}"/>
                    </a:ext>
                  </a:extLst>
                </p:cNvPr>
                <p:cNvPicPr/>
                <p:nvPr/>
              </p:nvPicPr>
              <p:blipFill>
                <a:blip r:embed="rId407"/>
                <a:stretch>
                  <a:fillRect/>
                </a:stretch>
              </p:blipFill>
              <p:spPr>
                <a:xfrm>
                  <a:off x="7507440" y="5040792"/>
                  <a:ext cx="54000" cy="14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8">
              <p14:nvContentPartPr>
                <p14:cNvPr id="345" name="Ink 344">
                  <a:extLst>
                    <a:ext uri="{FF2B5EF4-FFF2-40B4-BE49-F238E27FC236}">
                      <a16:creationId xmlns:a16="http://schemas.microsoft.com/office/drawing/2014/main" id="{2376B687-2BAE-6728-B4E8-D924973EEA30}"/>
                    </a:ext>
                  </a:extLst>
                </p14:cNvPr>
                <p14:cNvContentPartPr/>
                <p14:nvPr/>
              </p14:nvContentPartPr>
              <p14:xfrm>
                <a:off x="7472160" y="5129712"/>
                <a:ext cx="111600" cy="13680"/>
              </p14:xfrm>
            </p:contentPart>
          </mc:Choice>
          <mc:Fallback>
            <p:pic>
              <p:nvPicPr>
                <p:cNvPr id="345" name="Ink 344">
                  <a:extLst>
                    <a:ext uri="{FF2B5EF4-FFF2-40B4-BE49-F238E27FC236}">
                      <a16:creationId xmlns:a16="http://schemas.microsoft.com/office/drawing/2014/main" id="{2376B687-2BAE-6728-B4E8-D924973EEA30}"/>
                    </a:ext>
                  </a:extLst>
                </p:cNvPr>
                <p:cNvPicPr/>
                <p:nvPr/>
              </p:nvPicPr>
              <p:blipFill>
                <a:blip r:embed="rId409"/>
                <a:stretch>
                  <a:fillRect/>
                </a:stretch>
              </p:blipFill>
              <p:spPr>
                <a:xfrm>
                  <a:off x="7466040" y="5123592"/>
                  <a:ext cx="123840" cy="2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0">
              <p14:nvContentPartPr>
                <p14:cNvPr id="346" name="Ink 345">
                  <a:extLst>
                    <a:ext uri="{FF2B5EF4-FFF2-40B4-BE49-F238E27FC236}">
                      <a16:creationId xmlns:a16="http://schemas.microsoft.com/office/drawing/2014/main" id="{C90A84D3-B671-7B6C-7A15-4019B82C2558}"/>
                    </a:ext>
                  </a:extLst>
                </p14:cNvPr>
                <p14:cNvContentPartPr/>
                <p14:nvPr/>
              </p14:nvContentPartPr>
              <p14:xfrm>
                <a:off x="7491600" y="5467752"/>
                <a:ext cx="18360" cy="130680"/>
              </p14:xfrm>
            </p:contentPart>
          </mc:Choice>
          <mc:Fallback>
            <p:pic>
              <p:nvPicPr>
                <p:cNvPr id="346" name="Ink 345">
                  <a:extLst>
                    <a:ext uri="{FF2B5EF4-FFF2-40B4-BE49-F238E27FC236}">
                      <a16:creationId xmlns:a16="http://schemas.microsoft.com/office/drawing/2014/main" id="{C90A84D3-B671-7B6C-7A15-4019B82C2558}"/>
                    </a:ext>
                  </a:extLst>
                </p:cNvPr>
                <p:cNvPicPr/>
                <p:nvPr/>
              </p:nvPicPr>
              <p:blipFill>
                <a:blip r:embed="rId411"/>
                <a:stretch>
                  <a:fillRect/>
                </a:stretch>
              </p:blipFill>
              <p:spPr>
                <a:xfrm>
                  <a:off x="7485480" y="5461632"/>
                  <a:ext cx="30600" cy="14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2">
              <p14:nvContentPartPr>
                <p14:cNvPr id="347" name="Ink 346">
                  <a:extLst>
                    <a:ext uri="{FF2B5EF4-FFF2-40B4-BE49-F238E27FC236}">
                      <a16:creationId xmlns:a16="http://schemas.microsoft.com/office/drawing/2014/main" id="{88761C1F-016F-88A8-47EC-3A942491E3BA}"/>
                    </a:ext>
                  </a:extLst>
                </p14:cNvPr>
                <p14:cNvContentPartPr/>
                <p14:nvPr/>
              </p14:nvContentPartPr>
              <p14:xfrm>
                <a:off x="7430760" y="5519952"/>
                <a:ext cx="148680" cy="46080"/>
              </p14:xfrm>
            </p:contentPart>
          </mc:Choice>
          <mc:Fallback>
            <p:pic>
              <p:nvPicPr>
                <p:cNvPr id="347" name="Ink 346">
                  <a:extLst>
                    <a:ext uri="{FF2B5EF4-FFF2-40B4-BE49-F238E27FC236}">
                      <a16:creationId xmlns:a16="http://schemas.microsoft.com/office/drawing/2014/main" id="{88761C1F-016F-88A8-47EC-3A942491E3BA}"/>
                    </a:ext>
                  </a:extLst>
                </p:cNvPr>
                <p:cNvPicPr/>
                <p:nvPr/>
              </p:nvPicPr>
              <p:blipFill>
                <a:blip r:embed="rId413"/>
                <a:stretch>
                  <a:fillRect/>
                </a:stretch>
              </p:blipFill>
              <p:spPr>
                <a:xfrm>
                  <a:off x="7424640" y="5513832"/>
                  <a:ext cx="160920" cy="5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4">
              <p14:nvContentPartPr>
                <p14:cNvPr id="348" name="Ink 347">
                  <a:extLst>
                    <a:ext uri="{FF2B5EF4-FFF2-40B4-BE49-F238E27FC236}">
                      <a16:creationId xmlns:a16="http://schemas.microsoft.com/office/drawing/2014/main" id="{50618095-D52E-60C4-BABD-A8CAC8136C21}"/>
                    </a:ext>
                  </a:extLst>
                </p14:cNvPr>
                <p14:cNvContentPartPr/>
                <p14:nvPr/>
              </p14:nvContentPartPr>
              <p14:xfrm>
                <a:off x="7530480" y="5841792"/>
                <a:ext cx="13320" cy="99360"/>
              </p14:xfrm>
            </p:contentPart>
          </mc:Choice>
          <mc:Fallback>
            <p:pic>
              <p:nvPicPr>
                <p:cNvPr id="348" name="Ink 347">
                  <a:extLst>
                    <a:ext uri="{FF2B5EF4-FFF2-40B4-BE49-F238E27FC236}">
                      <a16:creationId xmlns:a16="http://schemas.microsoft.com/office/drawing/2014/main" id="{50618095-D52E-60C4-BABD-A8CAC8136C21}"/>
                    </a:ext>
                  </a:extLst>
                </p:cNvPr>
                <p:cNvPicPr/>
                <p:nvPr/>
              </p:nvPicPr>
              <p:blipFill>
                <a:blip r:embed="rId415"/>
                <a:stretch>
                  <a:fillRect/>
                </a:stretch>
              </p:blipFill>
              <p:spPr>
                <a:xfrm>
                  <a:off x="7524360" y="5835672"/>
                  <a:ext cx="25560" cy="11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6">
              <p14:nvContentPartPr>
                <p14:cNvPr id="349" name="Ink 348">
                  <a:extLst>
                    <a:ext uri="{FF2B5EF4-FFF2-40B4-BE49-F238E27FC236}">
                      <a16:creationId xmlns:a16="http://schemas.microsoft.com/office/drawing/2014/main" id="{54DEA2B9-D280-D984-E32B-2106F3E55497}"/>
                    </a:ext>
                  </a:extLst>
                </p14:cNvPr>
                <p14:cNvContentPartPr/>
                <p14:nvPr/>
              </p14:nvContentPartPr>
              <p14:xfrm>
                <a:off x="7501320" y="5877792"/>
                <a:ext cx="110160" cy="19800"/>
              </p14:xfrm>
            </p:contentPart>
          </mc:Choice>
          <mc:Fallback>
            <p:pic>
              <p:nvPicPr>
                <p:cNvPr id="349" name="Ink 348">
                  <a:extLst>
                    <a:ext uri="{FF2B5EF4-FFF2-40B4-BE49-F238E27FC236}">
                      <a16:creationId xmlns:a16="http://schemas.microsoft.com/office/drawing/2014/main" id="{54DEA2B9-D280-D984-E32B-2106F3E55497}"/>
                    </a:ext>
                  </a:extLst>
                </p:cNvPr>
                <p:cNvPicPr/>
                <p:nvPr/>
              </p:nvPicPr>
              <p:blipFill>
                <a:blip r:embed="rId417"/>
                <a:stretch>
                  <a:fillRect/>
                </a:stretch>
              </p:blipFill>
              <p:spPr>
                <a:xfrm>
                  <a:off x="7495200" y="5871672"/>
                  <a:ext cx="122400" cy="3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8">
              <p14:nvContentPartPr>
                <p14:cNvPr id="350" name="Ink 349">
                  <a:extLst>
                    <a:ext uri="{FF2B5EF4-FFF2-40B4-BE49-F238E27FC236}">
                      <a16:creationId xmlns:a16="http://schemas.microsoft.com/office/drawing/2014/main" id="{BC1A7710-D14C-1DAB-742D-AE64CF10182A}"/>
                    </a:ext>
                  </a:extLst>
                </p14:cNvPr>
                <p14:cNvContentPartPr/>
                <p14:nvPr/>
              </p14:nvContentPartPr>
              <p14:xfrm>
                <a:off x="7506360" y="6084072"/>
                <a:ext cx="17280" cy="123120"/>
              </p14:xfrm>
            </p:contentPart>
          </mc:Choice>
          <mc:Fallback>
            <p:pic>
              <p:nvPicPr>
                <p:cNvPr id="350" name="Ink 349">
                  <a:extLst>
                    <a:ext uri="{FF2B5EF4-FFF2-40B4-BE49-F238E27FC236}">
                      <a16:creationId xmlns:a16="http://schemas.microsoft.com/office/drawing/2014/main" id="{BC1A7710-D14C-1DAB-742D-AE64CF10182A}"/>
                    </a:ext>
                  </a:extLst>
                </p:cNvPr>
                <p:cNvPicPr/>
                <p:nvPr/>
              </p:nvPicPr>
              <p:blipFill>
                <a:blip r:embed="rId419"/>
                <a:stretch>
                  <a:fillRect/>
                </a:stretch>
              </p:blipFill>
              <p:spPr>
                <a:xfrm>
                  <a:off x="7500240" y="6077952"/>
                  <a:ext cx="29520" cy="13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0">
              <p14:nvContentPartPr>
                <p14:cNvPr id="351" name="Ink 350">
                  <a:extLst>
                    <a:ext uri="{FF2B5EF4-FFF2-40B4-BE49-F238E27FC236}">
                      <a16:creationId xmlns:a16="http://schemas.microsoft.com/office/drawing/2014/main" id="{9C2E4DEA-A29C-0889-F32E-0A36A2E6A907}"/>
                    </a:ext>
                  </a:extLst>
                </p14:cNvPr>
                <p14:cNvContentPartPr/>
                <p14:nvPr/>
              </p14:nvContentPartPr>
              <p14:xfrm>
                <a:off x="7467120" y="6116472"/>
                <a:ext cx="156600" cy="61200"/>
              </p14:xfrm>
            </p:contentPart>
          </mc:Choice>
          <mc:Fallback>
            <p:pic>
              <p:nvPicPr>
                <p:cNvPr id="351" name="Ink 350">
                  <a:extLst>
                    <a:ext uri="{FF2B5EF4-FFF2-40B4-BE49-F238E27FC236}">
                      <a16:creationId xmlns:a16="http://schemas.microsoft.com/office/drawing/2014/main" id="{9C2E4DEA-A29C-0889-F32E-0A36A2E6A907}"/>
                    </a:ext>
                  </a:extLst>
                </p:cNvPr>
                <p:cNvPicPr/>
                <p:nvPr/>
              </p:nvPicPr>
              <p:blipFill>
                <a:blip r:embed="rId421"/>
                <a:stretch>
                  <a:fillRect/>
                </a:stretch>
              </p:blipFill>
              <p:spPr>
                <a:xfrm>
                  <a:off x="7461000" y="6110352"/>
                  <a:ext cx="168840" cy="7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2">
              <p14:nvContentPartPr>
                <p14:cNvPr id="354" name="Ink 353">
                  <a:extLst>
                    <a:ext uri="{FF2B5EF4-FFF2-40B4-BE49-F238E27FC236}">
                      <a16:creationId xmlns:a16="http://schemas.microsoft.com/office/drawing/2014/main" id="{34CEBD82-0F4D-3557-DC43-0508EE769E1C}"/>
                    </a:ext>
                  </a:extLst>
                </p14:cNvPr>
                <p14:cNvContentPartPr/>
                <p14:nvPr/>
              </p14:nvContentPartPr>
              <p14:xfrm>
                <a:off x="8912520" y="4920912"/>
                <a:ext cx="92520" cy="145080"/>
              </p14:xfrm>
            </p:contentPart>
          </mc:Choice>
          <mc:Fallback>
            <p:pic>
              <p:nvPicPr>
                <p:cNvPr id="354" name="Ink 353">
                  <a:extLst>
                    <a:ext uri="{FF2B5EF4-FFF2-40B4-BE49-F238E27FC236}">
                      <a16:creationId xmlns:a16="http://schemas.microsoft.com/office/drawing/2014/main" id="{34CEBD82-0F4D-3557-DC43-0508EE769E1C}"/>
                    </a:ext>
                  </a:extLst>
                </p:cNvPr>
                <p:cNvPicPr/>
                <p:nvPr/>
              </p:nvPicPr>
              <p:blipFill>
                <a:blip r:embed="rId423"/>
                <a:stretch>
                  <a:fillRect/>
                </a:stretch>
              </p:blipFill>
              <p:spPr>
                <a:xfrm>
                  <a:off x="8906400" y="4914792"/>
                  <a:ext cx="104760" cy="15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4">
              <p14:nvContentPartPr>
                <p14:cNvPr id="355" name="Ink 354">
                  <a:extLst>
                    <a:ext uri="{FF2B5EF4-FFF2-40B4-BE49-F238E27FC236}">
                      <a16:creationId xmlns:a16="http://schemas.microsoft.com/office/drawing/2014/main" id="{01DB3049-95B6-7CC6-E3BA-7CABE22EDD9E}"/>
                    </a:ext>
                  </a:extLst>
                </p14:cNvPr>
                <p14:cNvContentPartPr/>
                <p14:nvPr/>
              </p14:nvContentPartPr>
              <p14:xfrm>
                <a:off x="9064440" y="4895712"/>
                <a:ext cx="39240" cy="150840"/>
              </p14:xfrm>
            </p:contentPart>
          </mc:Choice>
          <mc:Fallback>
            <p:pic>
              <p:nvPicPr>
                <p:cNvPr id="355" name="Ink 354">
                  <a:extLst>
                    <a:ext uri="{FF2B5EF4-FFF2-40B4-BE49-F238E27FC236}">
                      <a16:creationId xmlns:a16="http://schemas.microsoft.com/office/drawing/2014/main" id="{01DB3049-95B6-7CC6-E3BA-7CABE22EDD9E}"/>
                    </a:ext>
                  </a:extLst>
                </p:cNvPr>
                <p:cNvPicPr/>
                <p:nvPr/>
              </p:nvPicPr>
              <p:blipFill>
                <a:blip r:embed="rId425"/>
                <a:stretch>
                  <a:fillRect/>
                </a:stretch>
              </p:blipFill>
              <p:spPr>
                <a:xfrm>
                  <a:off x="9058320" y="4889592"/>
                  <a:ext cx="51480" cy="16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6">
              <p14:nvContentPartPr>
                <p14:cNvPr id="356" name="Ink 355">
                  <a:extLst>
                    <a:ext uri="{FF2B5EF4-FFF2-40B4-BE49-F238E27FC236}">
                      <a16:creationId xmlns:a16="http://schemas.microsoft.com/office/drawing/2014/main" id="{EDD3BE38-96BE-F862-84E2-A8B62319968F}"/>
                    </a:ext>
                  </a:extLst>
                </p14:cNvPr>
                <p14:cNvContentPartPr/>
                <p14:nvPr/>
              </p14:nvContentPartPr>
              <p14:xfrm>
                <a:off x="9049680" y="4971672"/>
                <a:ext cx="214920" cy="32040"/>
              </p14:xfrm>
            </p:contentPart>
          </mc:Choice>
          <mc:Fallback>
            <p:pic>
              <p:nvPicPr>
                <p:cNvPr id="356" name="Ink 355">
                  <a:extLst>
                    <a:ext uri="{FF2B5EF4-FFF2-40B4-BE49-F238E27FC236}">
                      <a16:creationId xmlns:a16="http://schemas.microsoft.com/office/drawing/2014/main" id="{EDD3BE38-96BE-F862-84E2-A8B62319968F}"/>
                    </a:ext>
                  </a:extLst>
                </p:cNvPr>
                <p:cNvPicPr/>
                <p:nvPr/>
              </p:nvPicPr>
              <p:blipFill>
                <a:blip r:embed="rId427"/>
                <a:stretch>
                  <a:fillRect/>
                </a:stretch>
              </p:blipFill>
              <p:spPr>
                <a:xfrm>
                  <a:off x="9043560" y="4965552"/>
                  <a:ext cx="227160" cy="4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8">
              <p14:nvContentPartPr>
                <p14:cNvPr id="357" name="Ink 356">
                  <a:extLst>
                    <a:ext uri="{FF2B5EF4-FFF2-40B4-BE49-F238E27FC236}">
                      <a16:creationId xmlns:a16="http://schemas.microsoft.com/office/drawing/2014/main" id="{F09D20FB-5EB8-EB79-EAC8-32F6A62DCD8F}"/>
                    </a:ext>
                  </a:extLst>
                </p14:cNvPr>
                <p14:cNvContentPartPr/>
                <p14:nvPr/>
              </p14:nvContentPartPr>
              <p14:xfrm>
                <a:off x="9288720" y="4837032"/>
                <a:ext cx="358920" cy="186840"/>
              </p14:xfrm>
            </p:contentPart>
          </mc:Choice>
          <mc:Fallback>
            <p:pic>
              <p:nvPicPr>
                <p:cNvPr id="357" name="Ink 356">
                  <a:extLst>
                    <a:ext uri="{FF2B5EF4-FFF2-40B4-BE49-F238E27FC236}">
                      <a16:creationId xmlns:a16="http://schemas.microsoft.com/office/drawing/2014/main" id="{F09D20FB-5EB8-EB79-EAC8-32F6A62DCD8F}"/>
                    </a:ext>
                  </a:extLst>
                </p:cNvPr>
                <p:cNvPicPr/>
                <p:nvPr/>
              </p:nvPicPr>
              <p:blipFill>
                <a:blip r:embed="rId429"/>
                <a:stretch>
                  <a:fillRect/>
                </a:stretch>
              </p:blipFill>
              <p:spPr>
                <a:xfrm>
                  <a:off x="9282600" y="4830912"/>
                  <a:ext cx="371160" cy="19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0">
              <p14:nvContentPartPr>
                <p14:cNvPr id="358" name="Ink 357">
                  <a:extLst>
                    <a:ext uri="{FF2B5EF4-FFF2-40B4-BE49-F238E27FC236}">
                      <a16:creationId xmlns:a16="http://schemas.microsoft.com/office/drawing/2014/main" id="{2388B239-F67E-A6F4-0EF1-82CB621A5442}"/>
                    </a:ext>
                  </a:extLst>
                </p14:cNvPr>
                <p14:cNvContentPartPr/>
                <p14:nvPr/>
              </p14:nvContentPartPr>
              <p14:xfrm>
                <a:off x="9681840" y="4842072"/>
                <a:ext cx="72720" cy="136440"/>
              </p14:xfrm>
            </p:contentPart>
          </mc:Choice>
          <mc:Fallback>
            <p:pic>
              <p:nvPicPr>
                <p:cNvPr id="358" name="Ink 357">
                  <a:extLst>
                    <a:ext uri="{FF2B5EF4-FFF2-40B4-BE49-F238E27FC236}">
                      <a16:creationId xmlns:a16="http://schemas.microsoft.com/office/drawing/2014/main" id="{2388B239-F67E-A6F4-0EF1-82CB621A5442}"/>
                    </a:ext>
                  </a:extLst>
                </p:cNvPr>
                <p:cNvPicPr/>
                <p:nvPr/>
              </p:nvPicPr>
              <p:blipFill>
                <a:blip r:embed="rId431"/>
                <a:stretch>
                  <a:fillRect/>
                </a:stretch>
              </p:blipFill>
              <p:spPr>
                <a:xfrm>
                  <a:off x="9675720" y="4835952"/>
                  <a:ext cx="84960" cy="14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2">
              <p14:nvContentPartPr>
                <p14:cNvPr id="359" name="Ink 358">
                  <a:extLst>
                    <a:ext uri="{FF2B5EF4-FFF2-40B4-BE49-F238E27FC236}">
                      <a16:creationId xmlns:a16="http://schemas.microsoft.com/office/drawing/2014/main" id="{233E65CB-5DDC-D2D7-8C3D-C956583A949C}"/>
                    </a:ext>
                  </a:extLst>
                </p14:cNvPr>
                <p14:cNvContentPartPr/>
                <p14:nvPr/>
              </p14:nvContentPartPr>
              <p14:xfrm>
                <a:off x="9615240" y="4854312"/>
                <a:ext cx="161280" cy="35280"/>
              </p14:xfrm>
            </p:contentPart>
          </mc:Choice>
          <mc:Fallback>
            <p:pic>
              <p:nvPicPr>
                <p:cNvPr id="359" name="Ink 358">
                  <a:extLst>
                    <a:ext uri="{FF2B5EF4-FFF2-40B4-BE49-F238E27FC236}">
                      <a16:creationId xmlns:a16="http://schemas.microsoft.com/office/drawing/2014/main" id="{233E65CB-5DDC-D2D7-8C3D-C956583A949C}"/>
                    </a:ext>
                  </a:extLst>
                </p:cNvPr>
                <p:cNvPicPr/>
                <p:nvPr/>
              </p:nvPicPr>
              <p:blipFill>
                <a:blip r:embed="rId433"/>
                <a:stretch>
                  <a:fillRect/>
                </a:stretch>
              </p:blipFill>
              <p:spPr>
                <a:xfrm>
                  <a:off x="9609120" y="4848192"/>
                  <a:ext cx="173520" cy="4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4">
              <p14:nvContentPartPr>
                <p14:cNvPr id="360" name="Ink 359">
                  <a:extLst>
                    <a:ext uri="{FF2B5EF4-FFF2-40B4-BE49-F238E27FC236}">
                      <a16:creationId xmlns:a16="http://schemas.microsoft.com/office/drawing/2014/main" id="{4A31F148-7CC6-57EF-8A7B-C75258C2B13E}"/>
                    </a:ext>
                  </a:extLst>
                </p14:cNvPr>
                <p14:cNvContentPartPr/>
                <p14:nvPr/>
              </p14:nvContentPartPr>
              <p14:xfrm>
                <a:off x="9818280" y="4785192"/>
                <a:ext cx="74160" cy="261360"/>
              </p14:xfrm>
            </p:contentPart>
          </mc:Choice>
          <mc:Fallback>
            <p:pic>
              <p:nvPicPr>
                <p:cNvPr id="360" name="Ink 359">
                  <a:extLst>
                    <a:ext uri="{FF2B5EF4-FFF2-40B4-BE49-F238E27FC236}">
                      <a16:creationId xmlns:a16="http://schemas.microsoft.com/office/drawing/2014/main" id="{4A31F148-7CC6-57EF-8A7B-C75258C2B13E}"/>
                    </a:ext>
                  </a:extLst>
                </p:cNvPr>
                <p:cNvPicPr/>
                <p:nvPr/>
              </p:nvPicPr>
              <p:blipFill>
                <a:blip r:embed="rId435"/>
                <a:stretch>
                  <a:fillRect/>
                </a:stretch>
              </p:blipFill>
              <p:spPr>
                <a:xfrm>
                  <a:off x="9812160" y="4779072"/>
                  <a:ext cx="86400" cy="27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6">
              <p14:nvContentPartPr>
                <p14:cNvPr id="361" name="Ink 360">
                  <a:extLst>
                    <a:ext uri="{FF2B5EF4-FFF2-40B4-BE49-F238E27FC236}">
                      <a16:creationId xmlns:a16="http://schemas.microsoft.com/office/drawing/2014/main" id="{5FB10596-3269-E627-4228-E0522D55106D}"/>
                    </a:ext>
                  </a:extLst>
                </p14:cNvPr>
                <p14:cNvContentPartPr/>
                <p14:nvPr/>
              </p14:nvContentPartPr>
              <p14:xfrm>
                <a:off x="10071360" y="4880232"/>
                <a:ext cx="17280" cy="39240"/>
              </p14:xfrm>
            </p:contentPart>
          </mc:Choice>
          <mc:Fallback>
            <p:pic>
              <p:nvPicPr>
                <p:cNvPr id="361" name="Ink 360">
                  <a:extLst>
                    <a:ext uri="{FF2B5EF4-FFF2-40B4-BE49-F238E27FC236}">
                      <a16:creationId xmlns:a16="http://schemas.microsoft.com/office/drawing/2014/main" id="{5FB10596-3269-E627-4228-E0522D55106D}"/>
                    </a:ext>
                  </a:extLst>
                </p:cNvPr>
                <p:cNvPicPr/>
                <p:nvPr/>
              </p:nvPicPr>
              <p:blipFill>
                <a:blip r:embed="rId437"/>
                <a:stretch>
                  <a:fillRect/>
                </a:stretch>
              </p:blipFill>
              <p:spPr>
                <a:xfrm>
                  <a:off x="10065240" y="4874112"/>
                  <a:ext cx="29520" cy="5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8">
              <p14:nvContentPartPr>
                <p14:cNvPr id="362" name="Ink 361">
                  <a:extLst>
                    <a:ext uri="{FF2B5EF4-FFF2-40B4-BE49-F238E27FC236}">
                      <a16:creationId xmlns:a16="http://schemas.microsoft.com/office/drawing/2014/main" id="{887C0CAA-4AC5-04BE-3B26-0AD0BF045A47}"/>
                    </a:ext>
                  </a:extLst>
                </p14:cNvPr>
                <p14:cNvContentPartPr/>
                <p14:nvPr/>
              </p14:nvContentPartPr>
              <p14:xfrm>
                <a:off x="10061640" y="4952592"/>
                <a:ext cx="24840" cy="22320"/>
              </p14:xfrm>
            </p:contentPart>
          </mc:Choice>
          <mc:Fallback>
            <p:pic>
              <p:nvPicPr>
                <p:cNvPr id="362" name="Ink 361">
                  <a:extLst>
                    <a:ext uri="{FF2B5EF4-FFF2-40B4-BE49-F238E27FC236}">
                      <a16:creationId xmlns:a16="http://schemas.microsoft.com/office/drawing/2014/main" id="{887C0CAA-4AC5-04BE-3B26-0AD0BF045A47}"/>
                    </a:ext>
                  </a:extLst>
                </p:cNvPr>
                <p:cNvPicPr/>
                <p:nvPr/>
              </p:nvPicPr>
              <p:blipFill>
                <a:blip r:embed="rId439"/>
                <a:stretch>
                  <a:fillRect/>
                </a:stretch>
              </p:blipFill>
              <p:spPr>
                <a:xfrm>
                  <a:off x="10055520" y="4946472"/>
                  <a:ext cx="37080" cy="3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0">
              <p14:nvContentPartPr>
                <p14:cNvPr id="363" name="Ink 362">
                  <a:extLst>
                    <a:ext uri="{FF2B5EF4-FFF2-40B4-BE49-F238E27FC236}">
                      <a16:creationId xmlns:a16="http://schemas.microsoft.com/office/drawing/2014/main" id="{A9E5CAB4-6D33-53DA-4ACF-FF0AA29D4C9F}"/>
                    </a:ext>
                  </a:extLst>
                </p14:cNvPr>
                <p14:cNvContentPartPr/>
                <p14:nvPr/>
              </p14:nvContentPartPr>
              <p14:xfrm>
                <a:off x="10237320" y="4840272"/>
                <a:ext cx="119880" cy="125640"/>
              </p14:xfrm>
            </p:contentPart>
          </mc:Choice>
          <mc:Fallback>
            <p:pic>
              <p:nvPicPr>
                <p:cNvPr id="363" name="Ink 362">
                  <a:extLst>
                    <a:ext uri="{FF2B5EF4-FFF2-40B4-BE49-F238E27FC236}">
                      <a16:creationId xmlns:a16="http://schemas.microsoft.com/office/drawing/2014/main" id="{A9E5CAB4-6D33-53DA-4ACF-FF0AA29D4C9F}"/>
                    </a:ext>
                  </a:extLst>
                </p:cNvPr>
                <p:cNvPicPr/>
                <p:nvPr/>
              </p:nvPicPr>
              <p:blipFill>
                <a:blip r:embed="rId441"/>
                <a:stretch>
                  <a:fillRect/>
                </a:stretch>
              </p:blipFill>
              <p:spPr>
                <a:xfrm>
                  <a:off x="10231200" y="4834152"/>
                  <a:ext cx="132120" cy="13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2">
              <p14:nvContentPartPr>
                <p14:cNvPr id="364" name="Ink 363">
                  <a:extLst>
                    <a:ext uri="{FF2B5EF4-FFF2-40B4-BE49-F238E27FC236}">
                      <a16:creationId xmlns:a16="http://schemas.microsoft.com/office/drawing/2014/main" id="{A064DA82-B2B0-B17B-9C34-3153AF2E3A87}"/>
                    </a:ext>
                  </a:extLst>
                </p14:cNvPr>
                <p14:cNvContentPartPr/>
                <p14:nvPr/>
              </p14:nvContentPartPr>
              <p14:xfrm>
                <a:off x="10373040" y="4878072"/>
                <a:ext cx="57240" cy="75960"/>
              </p14:xfrm>
            </p:contentPart>
          </mc:Choice>
          <mc:Fallback>
            <p:pic>
              <p:nvPicPr>
                <p:cNvPr id="364" name="Ink 363">
                  <a:extLst>
                    <a:ext uri="{FF2B5EF4-FFF2-40B4-BE49-F238E27FC236}">
                      <a16:creationId xmlns:a16="http://schemas.microsoft.com/office/drawing/2014/main" id="{A064DA82-B2B0-B17B-9C34-3153AF2E3A87}"/>
                    </a:ext>
                  </a:extLst>
                </p:cNvPr>
                <p:cNvPicPr/>
                <p:nvPr/>
              </p:nvPicPr>
              <p:blipFill>
                <a:blip r:embed="rId443"/>
                <a:stretch>
                  <a:fillRect/>
                </a:stretch>
              </p:blipFill>
              <p:spPr>
                <a:xfrm>
                  <a:off x="10366920" y="4871952"/>
                  <a:ext cx="69480" cy="8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4">
              <p14:nvContentPartPr>
                <p14:cNvPr id="365" name="Ink 364">
                  <a:extLst>
                    <a:ext uri="{FF2B5EF4-FFF2-40B4-BE49-F238E27FC236}">
                      <a16:creationId xmlns:a16="http://schemas.microsoft.com/office/drawing/2014/main" id="{EF83A42C-30FD-78DE-7BC1-348580C83CEF}"/>
                    </a:ext>
                  </a:extLst>
                </p14:cNvPr>
                <p14:cNvContentPartPr/>
                <p14:nvPr/>
              </p14:nvContentPartPr>
              <p14:xfrm>
                <a:off x="10493280" y="4905432"/>
                <a:ext cx="7560" cy="46800"/>
              </p14:xfrm>
            </p:contentPart>
          </mc:Choice>
          <mc:Fallback>
            <p:pic>
              <p:nvPicPr>
                <p:cNvPr id="365" name="Ink 364">
                  <a:extLst>
                    <a:ext uri="{FF2B5EF4-FFF2-40B4-BE49-F238E27FC236}">
                      <a16:creationId xmlns:a16="http://schemas.microsoft.com/office/drawing/2014/main" id="{EF83A42C-30FD-78DE-7BC1-348580C83CEF}"/>
                    </a:ext>
                  </a:extLst>
                </p:cNvPr>
                <p:cNvPicPr/>
                <p:nvPr/>
              </p:nvPicPr>
              <p:blipFill>
                <a:blip r:embed="rId445"/>
                <a:stretch>
                  <a:fillRect/>
                </a:stretch>
              </p:blipFill>
              <p:spPr>
                <a:xfrm>
                  <a:off x="10487160" y="4899312"/>
                  <a:ext cx="19800" cy="5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6">
              <p14:nvContentPartPr>
                <p14:cNvPr id="366" name="Ink 365">
                  <a:extLst>
                    <a:ext uri="{FF2B5EF4-FFF2-40B4-BE49-F238E27FC236}">
                      <a16:creationId xmlns:a16="http://schemas.microsoft.com/office/drawing/2014/main" id="{62E346B3-D2BD-6F19-3DE8-3F1833DB6CDD}"/>
                    </a:ext>
                  </a:extLst>
                </p14:cNvPr>
                <p14:cNvContentPartPr/>
                <p14:nvPr/>
              </p14:nvContentPartPr>
              <p14:xfrm>
                <a:off x="10539360" y="4810392"/>
                <a:ext cx="12600" cy="63720"/>
              </p14:xfrm>
            </p:contentPart>
          </mc:Choice>
          <mc:Fallback>
            <p:pic>
              <p:nvPicPr>
                <p:cNvPr id="366" name="Ink 365">
                  <a:extLst>
                    <a:ext uri="{FF2B5EF4-FFF2-40B4-BE49-F238E27FC236}">
                      <a16:creationId xmlns:a16="http://schemas.microsoft.com/office/drawing/2014/main" id="{62E346B3-D2BD-6F19-3DE8-3F1833DB6CDD}"/>
                    </a:ext>
                  </a:extLst>
                </p:cNvPr>
                <p:cNvPicPr/>
                <p:nvPr/>
              </p:nvPicPr>
              <p:blipFill>
                <a:blip r:embed="rId447"/>
                <a:stretch>
                  <a:fillRect/>
                </a:stretch>
              </p:blipFill>
              <p:spPr>
                <a:xfrm>
                  <a:off x="10533240" y="4804272"/>
                  <a:ext cx="24840" cy="7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8">
              <p14:nvContentPartPr>
                <p14:cNvPr id="367" name="Ink 366">
                  <a:extLst>
                    <a:ext uri="{FF2B5EF4-FFF2-40B4-BE49-F238E27FC236}">
                      <a16:creationId xmlns:a16="http://schemas.microsoft.com/office/drawing/2014/main" id="{A0C25A54-81B2-45D9-BFAC-B5010D8A55DE}"/>
                    </a:ext>
                  </a:extLst>
                </p14:cNvPr>
                <p14:cNvContentPartPr/>
                <p14:nvPr/>
              </p14:nvContentPartPr>
              <p14:xfrm>
                <a:off x="10616400" y="4768632"/>
                <a:ext cx="128520" cy="196920"/>
              </p14:xfrm>
            </p:contentPart>
          </mc:Choice>
          <mc:Fallback>
            <p:pic>
              <p:nvPicPr>
                <p:cNvPr id="367" name="Ink 366">
                  <a:extLst>
                    <a:ext uri="{FF2B5EF4-FFF2-40B4-BE49-F238E27FC236}">
                      <a16:creationId xmlns:a16="http://schemas.microsoft.com/office/drawing/2014/main" id="{A0C25A54-81B2-45D9-BFAC-B5010D8A55DE}"/>
                    </a:ext>
                  </a:extLst>
                </p:cNvPr>
                <p:cNvPicPr/>
                <p:nvPr/>
              </p:nvPicPr>
              <p:blipFill>
                <a:blip r:embed="rId449"/>
                <a:stretch>
                  <a:fillRect/>
                </a:stretch>
              </p:blipFill>
              <p:spPr>
                <a:xfrm>
                  <a:off x="10610280" y="4762512"/>
                  <a:ext cx="140760" cy="20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0">
              <p14:nvContentPartPr>
                <p14:cNvPr id="369" name="Ink 368">
                  <a:extLst>
                    <a:ext uri="{FF2B5EF4-FFF2-40B4-BE49-F238E27FC236}">
                      <a16:creationId xmlns:a16="http://schemas.microsoft.com/office/drawing/2014/main" id="{1E58C52D-DDE8-FC5C-2696-91BE77D5570F}"/>
                    </a:ext>
                  </a:extLst>
                </p14:cNvPr>
                <p14:cNvContentPartPr/>
                <p14:nvPr/>
              </p14:nvContentPartPr>
              <p14:xfrm>
                <a:off x="9232560" y="5460552"/>
                <a:ext cx="232200" cy="195480"/>
              </p14:xfrm>
            </p:contentPart>
          </mc:Choice>
          <mc:Fallback>
            <p:pic>
              <p:nvPicPr>
                <p:cNvPr id="369" name="Ink 368">
                  <a:extLst>
                    <a:ext uri="{FF2B5EF4-FFF2-40B4-BE49-F238E27FC236}">
                      <a16:creationId xmlns:a16="http://schemas.microsoft.com/office/drawing/2014/main" id="{1E58C52D-DDE8-FC5C-2696-91BE77D5570F}"/>
                    </a:ext>
                  </a:extLst>
                </p:cNvPr>
                <p:cNvPicPr/>
                <p:nvPr/>
              </p:nvPicPr>
              <p:blipFill>
                <a:blip r:embed="rId451"/>
                <a:stretch>
                  <a:fillRect/>
                </a:stretch>
              </p:blipFill>
              <p:spPr>
                <a:xfrm>
                  <a:off x="9226440" y="5454432"/>
                  <a:ext cx="244440" cy="20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2">
              <p14:nvContentPartPr>
                <p14:cNvPr id="370" name="Ink 369">
                  <a:extLst>
                    <a:ext uri="{FF2B5EF4-FFF2-40B4-BE49-F238E27FC236}">
                      <a16:creationId xmlns:a16="http://schemas.microsoft.com/office/drawing/2014/main" id="{F13DDA91-6B1D-32B0-9F92-1E2ABA82C011}"/>
                    </a:ext>
                  </a:extLst>
                </p14:cNvPr>
                <p14:cNvContentPartPr/>
                <p14:nvPr/>
              </p14:nvContentPartPr>
              <p14:xfrm>
                <a:off x="9513000" y="5558112"/>
                <a:ext cx="51480" cy="54000"/>
              </p14:xfrm>
            </p:contentPart>
          </mc:Choice>
          <mc:Fallback>
            <p:pic>
              <p:nvPicPr>
                <p:cNvPr id="370" name="Ink 369">
                  <a:extLst>
                    <a:ext uri="{FF2B5EF4-FFF2-40B4-BE49-F238E27FC236}">
                      <a16:creationId xmlns:a16="http://schemas.microsoft.com/office/drawing/2014/main" id="{F13DDA91-6B1D-32B0-9F92-1E2ABA82C011}"/>
                    </a:ext>
                  </a:extLst>
                </p:cNvPr>
                <p:cNvPicPr/>
                <p:nvPr/>
              </p:nvPicPr>
              <p:blipFill>
                <a:blip r:embed="rId453"/>
                <a:stretch>
                  <a:fillRect/>
                </a:stretch>
              </p:blipFill>
              <p:spPr>
                <a:xfrm>
                  <a:off x="9506880" y="5551992"/>
                  <a:ext cx="63720" cy="6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4">
              <p14:nvContentPartPr>
                <p14:cNvPr id="371" name="Ink 370">
                  <a:extLst>
                    <a:ext uri="{FF2B5EF4-FFF2-40B4-BE49-F238E27FC236}">
                      <a16:creationId xmlns:a16="http://schemas.microsoft.com/office/drawing/2014/main" id="{2B2734F9-51EA-2CC2-06D7-7EE482218621}"/>
                    </a:ext>
                  </a:extLst>
                </p14:cNvPr>
                <p14:cNvContentPartPr/>
                <p14:nvPr/>
              </p14:nvContentPartPr>
              <p14:xfrm>
                <a:off x="9505800" y="5554152"/>
                <a:ext cx="124560" cy="160560"/>
              </p14:xfrm>
            </p:contentPart>
          </mc:Choice>
          <mc:Fallback>
            <p:pic>
              <p:nvPicPr>
                <p:cNvPr id="371" name="Ink 370">
                  <a:extLst>
                    <a:ext uri="{FF2B5EF4-FFF2-40B4-BE49-F238E27FC236}">
                      <a16:creationId xmlns:a16="http://schemas.microsoft.com/office/drawing/2014/main" id="{2B2734F9-51EA-2CC2-06D7-7EE482218621}"/>
                    </a:ext>
                  </a:extLst>
                </p:cNvPr>
                <p:cNvPicPr/>
                <p:nvPr/>
              </p:nvPicPr>
              <p:blipFill>
                <a:blip r:embed="rId455"/>
                <a:stretch>
                  <a:fillRect/>
                </a:stretch>
              </p:blipFill>
              <p:spPr>
                <a:xfrm>
                  <a:off x="9499680" y="5548032"/>
                  <a:ext cx="136800" cy="17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6">
              <p14:nvContentPartPr>
                <p14:cNvPr id="372" name="Ink 371">
                  <a:extLst>
                    <a:ext uri="{FF2B5EF4-FFF2-40B4-BE49-F238E27FC236}">
                      <a16:creationId xmlns:a16="http://schemas.microsoft.com/office/drawing/2014/main" id="{A3F1C95B-7AD6-758D-01DF-FCE15D203B3A}"/>
                    </a:ext>
                  </a:extLst>
                </p14:cNvPr>
                <p14:cNvContentPartPr/>
                <p14:nvPr/>
              </p14:nvContentPartPr>
              <p14:xfrm>
                <a:off x="9653400" y="5400072"/>
                <a:ext cx="116280" cy="262800"/>
              </p14:xfrm>
            </p:contentPart>
          </mc:Choice>
          <mc:Fallback>
            <p:pic>
              <p:nvPicPr>
                <p:cNvPr id="372" name="Ink 371">
                  <a:extLst>
                    <a:ext uri="{FF2B5EF4-FFF2-40B4-BE49-F238E27FC236}">
                      <a16:creationId xmlns:a16="http://schemas.microsoft.com/office/drawing/2014/main" id="{A3F1C95B-7AD6-758D-01DF-FCE15D203B3A}"/>
                    </a:ext>
                  </a:extLst>
                </p:cNvPr>
                <p:cNvPicPr/>
                <p:nvPr/>
              </p:nvPicPr>
              <p:blipFill>
                <a:blip r:embed="rId457"/>
                <a:stretch>
                  <a:fillRect/>
                </a:stretch>
              </p:blipFill>
              <p:spPr>
                <a:xfrm>
                  <a:off x="9647280" y="5393952"/>
                  <a:ext cx="128520" cy="27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8">
              <p14:nvContentPartPr>
                <p14:cNvPr id="373" name="Ink 372">
                  <a:extLst>
                    <a:ext uri="{FF2B5EF4-FFF2-40B4-BE49-F238E27FC236}">
                      <a16:creationId xmlns:a16="http://schemas.microsoft.com/office/drawing/2014/main" id="{407E72A8-B031-E865-B51A-98F148CCAFE6}"/>
                    </a:ext>
                  </a:extLst>
                </p14:cNvPr>
                <p14:cNvContentPartPr/>
                <p14:nvPr/>
              </p14:nvContentPartPr>
              <p14:xfrm>
                <a:off x="9730080" y="5507712"/>
                <a:ext cx="360" cy="360"/>
              </p14:xfrm>
            </p:contentPart>
          </mc:Choice>
          <mc:Fallback>
            <p:pic>
              <p:nvPicPr>
                <p:cNvPr id="373" name="Ink 372">
                  <a:extLst>
                    <a:ext uri="{FF2B5EF4-FFF2-40B4-BE49-F238E27FC236}">
                      <a16:creationId xmlns:a16="http://schemas.microsoft.com/office/drawing/2014/main" id="{407E72A8-B031-E865-B51A-98F148CCAFE6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9723960" y="5501592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9">
              <p14:nvContentPartPr>
                <p14:cNvPr id="374" name="Ink 373">
                  <a:extLst>
                    <a:ext uri="{FF2B5EF4-FFF2-40B4-BE49-F238E27FC236}">
                      <a16:creationId xmlns:a16="http://schemas.microsoft.com/office/drawing/2014/main" id="{7AED339A-7EF9-E9CF-9C69-E2FBBF2484B3}"/>
                    </a:ext>
                  </a:extLst>
                </p14:cNvPr>
                <p14:cNvContentPartPr/>
                <p14:nvPr/>
              </p14:nvContentPartPr>
              <p14:xfrm>
                <a:off x="9725760" y="5507712"/>
                <a:ext cx="77040" cy="97200"/>
              </p14:xfrm>
            </p:contentPart>
          </mc:Choice>
          <mc:Fallback>
            <p:pic>
              <p:nvPicPr>
                <p:cNvPr id="374" name="Ink 373">
                  <a:extLst>
                    <a:ext uri="{FF2B5EF4-FFF2-40B4-BE49-F238E27FC236}">
                      <a16:creationId xmlns:a16="http://schemas.microsoft.com/office/drawing/2014/main" id="{7AED339A-7EF9-E9CF-9C69-E2FBBF2484B3}"/>
                    </a:ext>
                  </a:extLst>
                </p:cNvPr>
                <p:cNvPicPr/>
                <p:nvPr/>
              </p:nvPicPr>
              <p:blipFill>
                <a:blip r:embed="rId460"/>
                <a:stretch>
                  <a:fillRect/>
                </a:stretch>
              </p:blipFill>
              <p:spPr>
                <a:xfrm>
                  <a:off x="9719640" y="5501592"/>
                  <a:ext cx="89280" cy="10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1">
              <p14:nvContentPartPr>
                <p14:cNvPr id="375" name="Ink 374">
                  <a:extLst>
                    <a:ext uri="{FF2B5EF4-FFF2-40B4-BE49-F238E27FC236}">
                      <a16:creationId xmlns:a16="http://schemas.microsoft.com/office/drawing/2014/main" id="{804152BE-D133-1F08-88F4-7C0388242247}"/>
                    </a:ext>
                  </a:extLst>
                </p14:cNvPr>
                <p14:cNvContentPartPr/>
                <p14:nvPr/>
              </p14:nvContentPartPr>
              <p14:xfrm>
                <a:off x="9849600" y="5545152"/>
                <a:ext cx="141840" cy="46800"/>
              </p14:xfrm>
            </p:contentPart>
          </mc:Choice>
          <mc:Fallback>
            <p:pic>
              <p:nvPicPr>
                <p:cNvPr id="375" name="Ink 374">
                  <a:extLst>
                    <a:ext uri="{FF2B5EF4-FFF2-40B4-BE49-F238E27FC236}">
                      <a16:creationId xmlns:a16="http://schemas.microsoft.com/office/drawing/2014/main" id="{804152BE-D133-1F08-88F4-7C0388242247}"/>
                    </a:ext>
                  </a:extLst>
                </p:cNvPr>
                <p:cNvPicPr/>
                <p:nvPr/>
              </p:nvPicPr>
              <p:blipFill>
                <a:blip r:embed="rId462"/>
                <a:stretch>
                  <a:fillRect/>
                </a:stretch>
              </p:blipFill>
              <p:spPr>
                <a:xfrm>
                  <a:off x="9843480" y="5539032"/>
                  <a:ext cx="154080" cy="5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3">
              <p14:nvContentPartPr>
                <p14:cNvPr id="376" name="Ink 375">
                  <a:extLst>
                    <a:ext uri="{FF2B5EF4-FFF2-40B4-BE49-F238E27FC236}">
                      <a16:creationId xmlns:a16="http://schemas.microsoft.com/office/drawing/2014/main" id="{DF5D828C-9913-EFE2-43D6-61F85E52CBFA}"/>
                    </a:ext>
                  </a:extLst>
                </p14:cNvPr>
                <p14:cNvContentPartPr/>
                <p14:nvPr/>
              </p14:nvContentPartPr>
              <p14:xfrm>
                <a:off x="9990720" y="5527872"/>
                <a:ext cx="73800" cy="59400"/>
              </p14:xfrm>
            </p:contentPart>
          </mc:Choice>
          <mc:Fallback>
            <p:pic>
              <p:nvPicPr>
                <p:cNvPr id="376" name="Ink 375">
                  <a:extLst>
                    <a:ext uri="{FF2B5EF4-FFF2-40B4-BE49-F238E27FC236}">
                      <a16:creationId xmlns:a16="http://schemas.microsoft.com/office/drawing/2014/main" id="{DF5D828C-9913-EFE2-43D6-61F85E52CBFA}"/>
                    </a:ext>
                  </a:extLst>
                </p:cNvPr>
                <p:cNvPicPr/>
                <p:nvPr/>
              </p:nvPicPr>
              <p:blipFill>
                <a:blip r:embed="rId464"/>
                <a:stretch>
                  <a:fillRect/>
                </a:stretch>
              </p:blipFill>
              <p:spPr>
                <a:xfrm>
                  <a:off x="9984600" y="5521752"/>
                  <a:ext cx="86040" cy="7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5">
              <p14:nvContentPartPr>
                <p14:cNvPr id="377" name="Ink 376">
                  <a:extLst>
                    <a:ext uri="{FF2B5EF4-FFF2-40B4-BE49-F238E27FC236}">
                      <a16:creationId xmlns:a16="http://schemas.microsoft.com/office/drawing/2014/main" id="{B451479B-7AE1-EF46-95AF-60B08D72E2FE}"/>
                    </a:ext>
                  </a:extLst>
                </p14:cNvPr>
                <p14:cNvContentPartPr/>
                <p14:nvPr/>
              </p14:nvContentPartPr>
              <p14:xfrm>
                <a:off x="10116000" y="5524992"/>
                <a:ext cx="99360" cy="52200"/>
              </p14:xfrm>
            </p:contentPart>
          </mc:Choice>
          <mc:Fallback>
            <p:pic>
              <p:nvPicPr>
                <p:cNvPr id="377" name="Ink 376">
                  <a:extLst>
                    <a:ext uri="{FF2B5EF4-FFF2-40B4-BE49-F238E27FC236}">
                      <a16:creationId xmlns:a16="http://schemas.microsoft.com/office/drawing/2014/main" id="{B451479B-7AE1-EF46-95AF-60B08D72E2FE}"/>
                    </a:ext>
                  </a:extLst>
                </p:cNvPr>
                <p:cNvPicPr/>
                <p:nvPr/>
              </p:nvPicPr>
              <p:blipFill>
                <a:blip r:embed="rId466"/>
                <a:stretch>
                  <a:fillRect/>
                </a:stretch>
              </p:blipFill>
              <p:spPr>
                <a:xfrm>
                  <a:off x="10109880" y="5518872"/>
                  <a:ext cx="111600" cy="6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7">
              <p14:nvContentPartPr>
                <p14:cNvPr id="378" name="Ink 377">
                  <a:extLst>
                    <a:ext uri="{FF2B5EF4-FFF2-40B4-BE49-F238E27FC236}">
                      <a16:creationId xmlns:a16="http://schemas.microsoft.com/office/drawing/2014/main" id="{24BAE916-66CB-57E6-42EB-7E87974E9583}"/>
                    </a:ext>
                  </a:extLst>
                </p14:cNvPr>
                <p14:cNvContentPartPr/>
                <p14:nvPr/>
              </p14:nvContentPartPr>
              <p14:xfrm>
                <a:off x="10234800" y="5506272"/>
                <a:ext cx="37080" cy="59040"/>
              </p14:xfrm>
            </p:contentPart>
          </mc:Choice>
          <mc:Fallback>
            <p:pic>
              <p:nvPicPr>
                <p:cNvPr id="378" name="Ink 377">
                  <a:extLst>
                    <a:ext uri="{FF2B5EF4-FFF2-40B4-BE49-F238E27FC236}">
                      <a16:creationId xmlns:a16="http://schemas.microsoft.com/office/drawing/2014/main" id="{24BAE916-66CB-57E6-42EB-7E87974E9583}"/>
                    </a:ext>
                  </a:extLst>
                </p:cNvPr>
                <p:cNvPicPr/>
                <p:nvPr/>
              </p:nvPicPr>
              <p:blipFill>
                <a:blip r:embed="rId468"/>
                <a:stretch>
                  <a:fillRect/>
                </a:stretch>
              </p:blipFill>
              <p:spPr>
                <a:xfrm>
                  <a:off x="10228680" y="5500152"/>
                  <a:ext cx="49320" cy="7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9">
              <p14:nvContentPartPr>
                <p14:cNvPr id="379" name="Ink 378">
                  <a:extLst>
                    <a:ext uri="{FF2B5EF4-FFF2-40B4-BE49-F238E27FC236}">
                      <a16:creationId xmlns:a16="http://schemas.microsoft.com/office/drawing/2014/main" id="{F84F0FF6-8CBD-617E-AD84-33EF959A628F}"/>
                    </a:ext>
                  </a:extLst>
                </p14:cNvPr>
                <p14:cNvContentPartPr/>
                <p14:nvPr/>
              </p14:nvContentPartPr>
              <p14:xfrm>
                <a:off x="10321920" y="5424552"/>
                <a:ext cx="144720" cy="134280"/>
              </p14:xfrm>
            </p:contentPart>
          </mc:Choice>
          <mc:Fallback>
            <p:pic>
              <p:nvPicPr>
                <p:cNvPr id="379" name="Ink 378">
                  <a:extLst>
                    <a:ext uri="{FF2B5EF4-FFF2-40B4-BE49-F238E27FC236}">
                      <a16:creationId xmlns:a16="http://schemas.microsoft.com/office/drawing/2014/main" id="{F84F0FF6-8CBD-617E-AD84-33EF959A628F}"/>
                    </a:ext>
                  </a:extLst>
                </p:cNvPr>
                <p:cNvPicPr/>
                <p:nvPr/>
              </p:nvPicPr>
              <p:blipFill>
                <a:blip r:embed="rId470"/>
                <a:stretch>
                  <a:fillRect/>
                </a:stretch>
              </p:blipFill>
              <p:spPr>
                <a:xfrm>
                  <a:off x="10315800" y="5418432"/>
                  <a:ext cx="156960" cy="14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1">
              <p14:nvContentPartPr>
                <p14:cNvPr id="380" name="Ink 379">
                  <a:extLst>
                    <a:ext uri="{FF2B5EF4-FFF2-40B4-BE49-F238E27FC236}">
                      <a16:creationId xmlns:a16="http://schemas.microsoft.com/office/drawing/2014/main" id="{DA6C8679-36AE-6A0C-3799-379A75D77C1A}"/>
                    </a:ext>
                  </a:extLst>
                </p14:cNvPr>
                <p14:cNvContentPartPr/>
                <p14:nvPr/>
              </p14:nvContentPartPr>
              <p14:xfrm>
                <a:off x="10485360" y="5496552"/>
                <a:ext cx="52200" cy="41040"/>
              </p14:xfrm>
            </p:contentPart>
          </mc:Choice>
          <mc:Fallback>
            <p:pic>
              <p:nvPicPr>
                <p:cNvPr id="380" name="Ink 379">
                  <a:extLst>
                    <a:ext uri="{FF2B5EF4-FFF2-40B4-BE49-F238E27FC236}">
                      <a16:creationId xmlns:a16="http://schemas.microsoft.com/office/drawing/2014/main" id="{DA6C8679-36AE-6A0C-3799-379A75D77C1A}"/>
                    </a:ext>
                  </a:extLst>
                </p:cNvPr>
                <p:cNvPicPr/>
                <p:nvPr/>
              </p:nvPicPr>
              <p:blipFill>
                <a:blip r:embed="rId472"/>
                <a:stretch>
                  <a:fillRect/>
                </a:stretch>
              </p:blipFill>
              <p:spPr>
                <a:xfrm>
                  <a:off x="10479240" y="5490432"/>
                  <a:ext cx="64440" cy="5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3">
              <p14:nvContentPartPr>
                <p14:cNvPr id="381" name="Ink 380">
                  <a:extLst>
                    <a:ext uri="{FF2B5EF4-FFF2-40B4-BE49-F238E27FC236}">
                      <a16:creationId xmlns:a16="http://schemas.microsoft.com/office/drawing/2014/main" id="{7E3C5900-B638-29C8-32AE-71EA85E823BD}"/>
                    </a:ext>
                  </a:extLst>
                </p14:cNvPr>
                <p14:cNvContentPartPr/>
                <p14:nvPr/>
              </p14:nvContentPartPr>
              <p14:xfrm>
                <a:off x="10536480" y="5371992"/>
                <a:ext cx="132480" cy="163440"/>
              </p14:xfrm>
            </p:contentPart>
          </mc:Choice>
          <mc:Fallback>
            <p:pic>
              <p:nvPicPr>
                <p:cNvPr id="381" name="Ink 380">
                  <a:extLst>
                    <a:ext uri="{FF2B5EF4-FFF2-40B4-BE49-F238E27FC236}">
                      <a16:creationId xmlns:a16="http://schemas.microsoft.com/office/drawing/2014/main" id="{7E3C5900-B638-29C8-32AE-71EA85E823BD}"/>
                    </a:ext>
                  </a:extLst>
                </p:cNvPr>
                <p:cNvPicPr/>
                <p:nvPr/>
              </p:nvPicPr>
              <p:blipFill>
                <a:blip r:embed="rId474"/>
                <a:stretch>
                  <a:fillRect/>
                </a:stretch>
              </p:blipFill>
              <p:spPr>
                <a:xfrm>
                  <a:off x="10530360" y="5365872"/>
                  <a:ext cx="144720" cy="17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5">
              <p14:nvContentPartPr>
                <p14:cNvPr id="382" name="Ink 381">
                  <a:extLst>
                    <a:ext uri="{FF2B5EF4-FFF2-40B4-BE49-F238E27FC236}">
                      <a16:creationId xmlns:a16="http://schemas.microsoft.com/office/drawing/2014/main" id="{1EC370B5-B498-5907-6F4A-D3155087EF11}"/>
                    </a:ext>
                  </a:extLst>
                </p14:cNvPr>
                <p14:cNvContentPartPr/>
                <p14:nvPr/>
              </p14:nvContentPartPr>
              <p14:xfrm>
                <a:off x="10671120" y="5456232"/>
                <a:ext cx="44640" cy="69840"/>
              </p14:xfrm>
            </p:contentPart>
          </mc:Choice>
          <mc:Fallback>
            <p:pic>
              <p:nvPicPr>
                <p:cNvPr id="382" name="Ink 381">
                  <a:extLst>
                    <a:ext uri="{FF2B5EF4-FFF2-40B4-BE49-F238E27FC236}">
                      <a16:creationId xmlns:a16="http://schemas.microsoft.com/office/drawing/2014/main" id="{1EC370B5-B498-5907-6F4A-D3155087EF11}"/>
                    </a:ext>
                  </a:extLst>
                </p:cNvPr>
                <p:cNvPicPr/>
                <p:nvPr/>
              </p:nvPicPr>
              <p:blipFill>
                <a:blip r:embed="rId476"/>
                <a:stretch>
                  <a:fillRect/>
                </a:stretch>
              </p:blipFill>
              <p:spPr>
                <a:xfrm>
                  <a:off x="10665000" y="5450112"/>
                  <a:ext cx="56880" cy="8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7">
              <p14:nvContentPartPr>
                <p14:cNvPr id="383" name="Ink 382">
                  <a:extLst>
                    <a:ext uri="{FF2B5EF4-FFF2-40B4-BE49-F238E27FC236}">
                      <a16:creationId xmlns:a16="http://schemas.microsoft.com/office/drawing/2014/main" id="{7AFBC206-65BD-44CA-CF61-0E5B020C796D}"/>
                    </a:ext>
                  </a:extLst>
                </p14:cNvPr>
                <p14:cNvContentPartPr/>
                <p14:nvPr/>
              </p14:nvContentPartPr>
              <p14:xfrm>
                <a:off x="10680120" y="5340312"/>
                <a:ext cx="91080" cy="257040"/>
              </p14:xfrm>
            </p:contentPart>
          </mc:Choice>
          <mc:Fallback>
            <p:pic>
              <p:nvPicPr>
                <p:cNvPr id="383" name="Ink 382">
                  <a:extLst>
                    <a:ext uri="{FF2B5EF4-FFF2-40B4-BE49-F238E27FC236}">
                      <a16:creationId xmlns:a16="http://schemas.microsoft.com/office/drawing/2014/main" id="{7AFBC206-65BD-44CA-CF61-0E5B020C796D}"/>
                    </a:ext>
                  </a:extLst>
                </p:cNvPr>
                <p:cNvPicPr/>
                <p:nvPr/>
              </p:nvPicPr>
              <p:blipFill>
                <a:blip r:embed="rId478"/>
                <a:stretch>
                  <a:fillRect/>
                </a:stretch>
              </p:blipFill>
              <p:spPr>
                <a:xfrm>
                  <a:off x="10674000" y="5334192"/>
                  <a:ext cx="103320" cy="26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9">
              <p14:nvContentPartPr>
                <p14:cNvPr id="385" name="Ink 384">
                  <a:extLst>
                    <a:ext uri="{FF2B5EF4-FFF2-40B4-BE49-F238E27FC236}">
                      <a16:creationId xmlns:a16="http://schemas.microsoft.com/office/drawing/2014/main" id="{4AE9CEC7-9E8C-4772-222E-B82B40B34F79}"/>
                    </a:ext>
                  </a:extLst>
                </p14:cNvPr>
                <p14:cNvContentPartPr/>
                <p14:nvPr/>
              </p14:nvContentPartPr>
              <p14:xfrm>
                <a:off x="9057096" y="5394456"/>
                <a:ext cx="19800" cy="15840"/>
              </p14:xfrm>
            </p:contentPart>
          </mc:Choice>
          <mc:Fallback>
            <p:pic>
              <p:nvPicPr>
                <p:cNvPr id="385" name="Ink 384">
                  <a:extLst>
                    <a:ext uri="{FF2B5EF4-FFF2-40B4-BE49-F238E27FC236}">
                      <a16:creationId xmlns:a16="http://schemas.microsoft.com/office/drawing/2014/main" id="{4AE9CEC7-9E8C-4772-222E-B82B40B34F79}"/>
                    </a:ext>
                  </a:extLst>
                </p:cNvPr>
                <p:cNvPicPr/>
                <p:nvPr/>
              </p:nvPicPr>
              <p:blipFill>
                <a:blip r:embed="rId480"/>
                <a:stretch>
                  <a:fillRect/>
                </a:stretch>
              </p:blipFill>
              <p:spPr>
                <a:xfrm>
                  <a:off x="9050976" y="5388336"/>
                  <a:ext cx="32040" cy="2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1">
              <p14:nvContentPartPr>
                <p14:cNvPr id="386" name="Ink 385">
                  <a:extLst>
                    <a:ext uri="{FF2B5EF4-FFF2-40B4-BE49-F238E27FC236}">
                      <a16:creationId xmlns:a16="http://schemas.microsoft.com/office/drawing/2014/main" id="{E139384B-0A1C-FA89-10E2-9A7358BE3F24}"/>
                    </a:ext>
                  </a:extLst>
                </p14:cNvPr>
                <p14:cNvContentPartPr/>
                <p14:nvPr/>
              </p14:nvContentPartPr>
              <p14:xfrm>
                <a:off x="9165096" y="5258016"/>
                <a:ext cx="68040" cy="165240"/>
              </p14:xfrm>
            </p:contentPart>
          </mc:Choice>
          <mc:Fallback>
            <p:pic>
              <p:nvPicPr>
                <p:cNvPr id="386" name="Ink 385">
                  <a:extLst>
                    <a:ext uri="{FF2B5EF4-FFF2-40B4-BE49-F238E27FC236}">
                      <a16:creationId xmlns:a16="http://schemas.microsoft.com/office/drawing/2014/main" id="{E139384B-0A1C-FA89-10E2-9A7358BE3F24}"/>
                    </a:ext>
                  </a:extLst>
                </p:cNvPr>
                <p:cNvPicPr/>
                <p:nvPr/>
              </p:nvPicPr>
              <p:blipFill>
                <a:blip r:embed="rId482"/>
                <a:stretch>
                  <a:fillRect/>
                </a:stretch>
              </p:blipFill>
              <p:spPr>
                <a:xfrm>
                  <a:off x="9158976" y="5251896"/>
                  <a:ext cx="80280" cy="17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3">
              <p14:nvContentPartPr>
                <p14:cNvPr id="387" name="Ink 386">
                  <a:extLst>
                    <a:ext uri="{FF2B5EF4-FFF2-40B4-BE49-F238E27FC236}">
                      <a16:creationId xmlns:a16="http://schemas.microsoft.com/office/drawing/2014/main" id="{2F597D69-964E-8F91-91B0-3A04C504595D}"/>
                    </a:ext>
                  </a:extLst>
                </p14:cNvPr>
                <p14:cNvContentPartPr/>
                <p14:nvPr/>
              </p14:nvContentPartPr>
              <p14:xfrm>
                <a:off x="9413136" y="5267016"/>
                <a:ext cx="5400" cy="36000"/>
              </p14:xfrm>
            </p:contentPart>
          </mc:Choice>
          <mc:Fallback>
            <p:pic>
              <p:nvPicPr>
                <p:cNvPr id="387" name="Ink 386">
                  <a:extLst>
                    <a:ext uri="{FF2B5EF4-FFF2-40B4-BE49-F238E27FC236}">
                      <a16:creationId xmlns:a16="http://schemas.microsoft.com/office/drawing/2014/main" id="{2F597D69-964E-8F91-91B0-3A04C504595D}"/>
                    </a:ext>
                  </a:extLst>
                </p:cNvPr>
                <p:cNvPicPr/>
                <p:nvPr/>
              </p:nvPicPr>
              <p:blipFill>
                <a:blip r:embed="rId484"/>
                <a:stretch>
                  <a:fillRect/>
                </a:stretch>
              </p:blipFill>
              <p:spPr>
                <a:xfrm>
                  <a:off x="9407016" y="5260896"/>
                  <a:ext cx="17640" cy="4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5">
              <p14:nvContentPartPr>
                <p14:cNvPr id="388" name="Ink 387">
                  <a:extLst>
                    <a:ext uri="{FF2B5EF4-FFF2-40B4-BE49-F238E27FC236}">
                      <a16:creationId xmlns:a16="http://schemas.microsoft.com/office/drawing/2014/main" id="{CDAC9915-2F54-AF97-837F-D853EAB04687}"/>
                    </a:ext>
                  </a:extLst>
                </p14:cNvPr>
                <p14:cNvContentPartPr/>
                <p14:nvPr/>
              </p14:nvContentPartPr>
              <p14:xfrm>
                <a:off x="9413136" y="5340816"/>
                <a:ext cx="22320" cy="16560"/>
              </p14:xfrm>
            </p:contentPart>
          </mc:Choice>
          <mc:Fallback>
            <p:pic>
              <p:nvPicPr>
                <p:cNvPr id="388" name="Ink 387">
                  <a:extLst>
                    <a:ext uri="{FF2B5EF4-FFF2-40B4-BE49-F238E27FC236}">
                      <a16:creationId xmlns:a16="http://schemas.microsoft.com/office/drawing/2014/main" id="{CDAC9915-2F54-AF97-837F-D853EAB04687}"/>
                    </a:ext>
                  </a:extLst>
                </p:cNvPr>
                <p:cNvPicPr/>
                <p:nvPr/>
              </p:nvPicPr>
              <p:blipFill>
                <a:blip r:embed="rId486"/>
                <a:stretch>
                  <a:fillRect/>
                </a:stretch>
              </p:blipFill>
              <p:spPr>
                <a:xfrm>
                  <a:off x="9407016" y="5334696"/>
                  <a:ext cx="34560" cy="2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7">
              <p14:nvContentPartPr>
                <p14:cNvPr id="389" name="Ink 388">
                  <a:extLst>
                    <a:ext uri="{FF2B5EF4-FFF2-40B4-BE49-F238E27FC236}">
                      <a16:creationId xmlns:a16="http://schemas.microsoft.com/office/drawing/2014/main" id="{C0BD3632-D130-8924-6CAB-EC0AE4F5984E}"/>
                    </a:ext>
                  </a:extLst>
                </p14:cNvPr>
                <p14:cNvContentPartPr/>
                <p14:nvPr/>
              </p14:nvContentPartPr>
              <p14:xfrm>
                <a:off x="9596016" y="5206896"/>
                <a:ext cx="102600" cy="134640"/>
              </p14:xfrm>
            </p:contentPart>
          </mc:Choice>
          <mc:Fallback>
            <p:pic>
              <p:nvPicPr>
                <p:cNvPr id="389" name="Ink 388">
                  <a:extLst>
                    <a:ext uri="{FF2B5EF4-FFF2-40B4-BE49-F238E27FC236}">
                      <a16:creationId xmlns:a16="http://schemas.microsoft.com/office/drawing/2014/main" id="{C0BD3632-D130-8924-6CAB-EC0AE4F5984E}"/>
                    </a:ext>
                  </a:extLst>
                </p:cNvPr>
                <p:cNvPicPr/>
                <p:nvPr/>
              </p:nvPicPr>
              <p:blipFill>
                <a:blip r:embed="rId488"/>
                <a:stretch>
                  <a:fillRect/>
                </a:stretch>
              </p:blipFill>
              <p:spPr>
                <a:xfrm>
                  <a:off x="9589896" y="5200776"/>
                  <a:ext cx="114840" cy="14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9">
              <p14:nvContentPartPr>
                <p14:cNvPr id="390" name="Ink 389">
                  <a:extLst>
                    <a:ext uri="{FF2B5EF4-FFF2-40B4-BE49-F238E27FC236}">
                      <a16:creationId xmlns:a16="http://schemas.microsoft.com/office/drawing/2014/main" id="{A88E632B-C4D1-4A41-4788-374FAFF1539D}"/>
                    </a:ext>
                  </a:extLst>
                </p14:cNvPr>
                <p14:cNvContentPartPr/>
                <p14:nvPr/>
              </p14:nvContentPartPr>
              <p14:xfrm>
                <a:off x="9830016" y="5144256"/>
                <a:ext cx="61200" cy="163080"/>
              </p14:xfrm>
            </p:contentPart>
          </mc:Choice>
          <mc:Fallback>
            <p:pic>
              <p:nvPicPr>
                <p:cNvPr id="390" name="Ink 389">
                  <a:extLst>
                    <a:ext uri="{FF2B5EF4-FFF2-40B4-BE49-F238E27FC236}">
                      <a16:creationId xmlns:a16="http://schemas.microsoft.com/office/drawing/2014/main" id="{A88E632B-C4D1-4A41-4788-374FAFF1539D}"/>
                    </a:ext>
                  </a:extLst>
                </p:cNvPr>
                <p:cNvPicPr/>
                <p:nvPr/>
              </p:nvPicPr>
              <p:blipFill>
                <a:blip r:embed="rId490"/>
                <a:stretch>
                  <a:fillRect/>
                </a:stretch>
              </p:blipFill>
              <p:spPr>
                <a:xfrm>
                  <a:off x="9823896" y="5138136"/>
                  <a:ext cx="73440" cy="17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1">
              <p14:nvContentPartPr>
                <p14:cNvPr id="391" name="Ink 390">
                  <a:extLst>
                    <a:ext uri="{FF2B5EF4-FFF2-40B4-BE49-F238E27FC236}">
                      <a16:creationId xmlns:a16="http://schemas.microsoft.com/office/drawing/2014/main" id="{8E4C6B67-B7F8-8F51-20E3-76906AFB8A1F}"/>
                    </a:ext>
                  </a:extLst>
                </p14:cNvPr>
                <p14:cNvContentPartPr/>
                <p14:nvPr/>
              </p14:nvContentPartPr>
              <p14:xfrm>
                <a:off x="9791136" y="5242536"/>
                <a:ext cx="319680" cy="44280"/>
              </p14:xfrm>
            </p:contentPart>
          </mc:Choice>
          <mc:Fallback>
            <p:pic>
              <p:nvPicPr>
                <p:cNvPr id="391" name="Ink 390">
                  <a:extLst>
                    <a:ext uri="{FF2B5EF4-FFF2-40B4-BE49-F238E27FC236}">
                      <a16:creationId xmlns:a16="http://schemas.microsoft.com/office/drawing/2014/main" id="{8E4C6B67-B7F8-8F51-20E3-76906AFB8A1F}"/>
                    </a:ext>
                  </a:extLst>
                </p:cNvPr>
                <p:cNvPicPr/>
                <p:nvPr/>
              </p:nvPicPr>
              <p:blipFill>
                <a:blip r:embed="rId492"/>
                <a:stretch>
                  <a:fillRect/>
                </a:stretch>
              </p:blipFill>
              <p:spPr>
                <a:xfrm>
                  <a:off x="9785016" y="5236416"/>
                  <a:ext cx="331920" cy="5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3">
              <p14:nvContentPartPr>
                <p14:cNvPr id="392" name="Ink 391">
                  <a:extLst>
                    <a:ext uri="{FF2B5EF4-FFF2-40B4-BE49-F238E27FC236}">
                      <a16:creationId xmlns:a16="http://schemas.microsoft.com/office/drawing/2014/main" id="{432A469D-763C-D945-9C23-69BC9C9FF7A2}"/>
                    </a:ext>
                  </a:extLst>
                </p14:cNvPr>
                <p14:cNvContentPartPr/>
                <p14:nvPr/>
              </p14:nvContentPartPr>
              <p14:xfrm>
                <a:off x="10127376" y="5099616"/>
                <a:ext cx="551520" cy="195840"/>
              </p14:xfrm>
            </p:contentPart>
          </mc:Choice>
          <mc:Fallback>
            <p:pic>
              <p:nvPicPr>
                <p:cNvPr id="392" name="Ink 391">
                  <a:extLst>
                    <a:ext uri="{FF2B5EF4-FFF2-40B4-BE49-F238E27FC236}">
                      <a16:creationId xmlns:a16="http://schemas.microsoft.com/office/drawing/2014/main" id="{432A469D-763C-D945-9C23-69BC9C9FF7A2}"/>
                    </a:ext>
                  </a:extLst>
                </p:cNvPr>
                <p:cNvPicPr/>
                <p:nvPr/>
              </p:nvPicPr>
              <p:blipFill>
                <a:blip r:embed="rId494"/>
                <a:stretch>
                  <a:fillRect/>
                </a:stretch>
              </p:blipFill>
              <p:spPr>
                <a:xfrm>
                  <a:off x="10121256" y="5093496"/>
                  <a:ext cx="563760" cy="20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5">
              <p14:nvContentPartPr>
                <p14:cNvPr id="393" name="Ink 392">
                  <a:extLst>
                    <a:ext uri="{FF2B5EF4-FFF2-40B4-BE49-F238E27FC236}">
                      <a16:creationId xmlns:a16="http://schemas.microsoft.com/office/drawing/2014/main" id="{6345A06A-6264-C018-708D-DD7EB50D89DF}"/>
                    </a:ext>
                  </a:extLst>
                </p14:cNvPr>
                <p14:cNvContentPartPr/>
                <p14:nvPr/>
              </p14:nvContentPartPr>
              <p14:xfrm>
                <a:off x="10754136" y="5105376"/>
                <a:ext cx="54000" cy="136800"/>
              </p14:xfrm>
            </p:contentPart>
          </mc:Choice>
          <mc:Fallback>
            <p:pic>
              <p:nvPicPr>
                <p:cNvPr id="393" name="Ink 392">
                  <a:extLst>
                    <a:ext uri="{FF2B5EF4-FFF2-40B4-BE49-F238E27FC236}">
                      <a16:creationId xmlns:a16="http://schemas.microsoft.com/office/drawing/2014/main" id="{6345A06A-6264-C018-708D-DD7EB50D89DF}"/>
                    </a:ext>
                  </a:extLst>
                </p:cNvPr>
                <p:cNvPicPr/>
                <p:nvPr/>
              </p:nvPicPr>
              <p:blipFill>
                <a:blip r:embed="rId496"/>
                <a:stretch>
                  <a:fillRect/>
                </a:stretch>
              </p:blipFill>
              <p:spPr>
                <a:xfrm>
                  <a:off x="10748016" y="5099256"/>
                  <a:ext cx="66240" cy="14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7">
              <p14:nvContentPartPr>
                <p14:cNvPr id="394" name="Ink 393">
                  <a:extLst>
                    <a:ext uri="{FF2B5EF4-FFF2-40B4-BE49-F238E27FC236}">
                      <a16:creationId xmlns:a16="http://schemas.microsoft.com/office/drawing/2014/main" id="{210AAC5B-496E-6B81-32DA-2A0619ADB55A}"/>
                    </a:ext>
                  </a:extLst>
                </p14:cNvPr>
                <p14:cNvContentPartPr/>
                <p14:nvPr/>
              </p14:nvContentPartPr>
              <p14:xfrm>
                <a:off x="10722456" y="5175216"/>
                <a:ext cx="129600" cy="4320"/>
              </p14:xfrm>
            </p:contentPart>
          </mc:Choice>
          <mc:Fallback>
            <p:pic>
              <p:nvPicPr>
                <p:cNvPr id="394" name="Ink 393">
                  <a:extLst>
                    <a:ext uri="{FF2B5EF4-FFF2-40B4-BE49-F238E27FC236}">
                      <a16:creationId xmlns:a16="http://schemas.microsoft.com/office/drawing/2014/main" id="{210AAC5B-496E-6B81-32DA-2A0619ADB55A}"/>
                    </a:ext>
                  </a:extLst>
                </p:cNvPr>
                <p:cNvPicPr/>
                <p:nvPr/>
              </p:nvPicPr>
              <p:blipFill>
                <a:blip r:embed="rId498"/>
                <a:stretch>
                  <a:fillRect/>
                </a:stretch>
              </p:blipFill>
              <p:spPr>
                <a:xfrm>
                  <a:off x="10716336" y="5169096"/>
                  <a:ext cx="141840" cy="1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9">
              <p14:nvContentPartPr>
                <p14:cNvPr id="396" name="Ink 395">
                  <a:extLst>
                    <a:ext uri="{FF2B5EF4-FFF2-40B4-BE49-F238E27FC236}">
                      <a16:creationId xmlns:a16="http://schemas.microsoft.com/office/drawing/2014/main" id="{4E8EB829-0CF1-11EE-F80F-4039D05DD3C8}"/>
                    </a:ext>
                  </a:extLst>
                </p14:cNvPr>
                <p14:cNvContentPartPr/>
                <p14:nvPr/>
              </p14:nvContentPartPr>
              <p14:xfrm>
                <a:off x="9179136" y="5805216"/>
                <a:ext cx="93240" cy="186840"/>
              </p14:xfrm>
            </p:contentPart>
          </mc:Choice>
          <mc:Fallback>
            <p:pic>
              <p:nvPicPr>
                <p:cNvPr id="396" name="Ink 395">
                  <a:extLst>
                    <a:ext uri="{FF2B5EF4-FFF2-40B4-BE49-F238E27FC236}">
                      <a16:creationId xmlns:a16="http://schemas.microsoft.com/office/drawing/2014/main" id="{4E8EB829-0CF1-11EE-F80F-4039D05DD3C8}"/>
                    </a:ext>
                  </a:extLst>
                </p:cNvPr>
                <p:cNvPicPr/>
                <p:nvPr/>
              </p:nvPicPr>
              <p:blipFill>
                <a:blip r:embed="rId500"/>
                <a:stretch>
                  <a:fillRect/>
                </a:stretch>
              </p:blipFill>
              <p:spPr>
                <a:xfrm>
                  <a:off x="9173016" y="5799096"/>
                  <a:ext cx="105480" cy="19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1">
              <p14:nvContentPartPr>
                <p14:cNvPr id="397" name="Ink 396">
                  <a:extLst>
                    <a:ext uri="{FF2B5EF4-FFF2-40B4-BE49-F238E27FC236}">
                      <a16:creationId xmlns:a16="http://schemas.microsoft.com/office/drawing/2014/main" id="{FE9F65F4-6FAD-481D-6836-7DC5284C9E3F}"/>
                    </a:ext>
                  </a:extLst>
                </p14:cNvPr>
                <p14:cNvContentPartPr/>
                <p14:nvPr/>
              </p14:nvContentPartPr>
              <p14:xfrm>
                <a:off x="9388656" y="5831856"/>
                <a:ext cx="32040" cy="60480"/>
              </p14:xfrm>
            </p:contentPart>
          </mc:Choice>
          <mc:Fallback>
            <p:pic>
              <p:nvPicPr>
                <p:cNvPr id="397" name="Ink 396">
                  <a:extLst>
                    <a:ext uri="{FF2B5EF4-FFF2-40B4-BE49-F238E27FC236}">
                      <a16:creationId xmlns:a16="http://schemas.microsoft.com/office/drawing/2014/main" id="{FE9F65F4-6FAD-481D-6836-7DC5284C9E3F}"/>
                    </a:ext>
                  </a:extLst>
                </p:cNvPr>
                <p:cNvPicPr/>
                <p:nvPr/>
              </p:nvPicPr>
              <p:blipFill>
                <a:blip r:embed="rId502"/>
                <a:stretch>
                  <a:fillRect/>
                </a:stretch>
              </p:blipFill>
              <p:spPr>
                <a:xfrm>
                  <a:off x="9382536" y="5825736"/>
                  <a:ext cx="44280" cy="7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3">
              <p14:nvContentPartPr>
                <p14:cNvPr id="398" name="Ink 397">
                  <a:extLst>
                    <a:ext uri="{FF2B5EF4-FFF2-40B4-BE49-F238E27FC236}">
                      <a16:creationId xmlns:a16="http://schemas.microsoft.com/office/drawing/2014/main" id="{76901E32-8C07-5A69-375A-38B1A1EAD90C}"/>
                    </a:ext>
                  </a:extLst>
                </p14:cNvPr>
                <p14:cNvContentPartPr/>
                <p14:nvPr/>
              </p14:nvContentPartPr>
              <p14:xfrm>
                <a:off x="9391176" y="5938416"/>
                <a:ext cx="7560" cy="30600"/>
              </p14:xfrm>
            </p:contentPart>
          </mc:Choice>
          <mc:Fallback>
            <p:pic>
              <p:nvPicPr>
                <p:cNvPr id="398" name="Ink 397">
                  <a:extLst>
                    <a:ext uri="{FF2B5EF4-FFF2-40B4-BE49-F238E27FC236}">
                      <a16:creationId xmlns:a16="http://schemas.microsoft.com/office/drawing/2014/main" id="{76901E32-8C07-5A69-375A-38B1A1EAD90C}"/>
                    </a:ext>
                  </a:extLst>
                </p:cNvPr>
                <p:cNvPicPr/>
                <p:nvPr/>
              </p:nvPicPr>
              <p:blipFill>
                <a:blip r:embed="rId504"/>
                <a:stretch>
                  <a:fillRect/>
                </a:stretch>
              </p:blipFill>
              <p:spPr>
                <a:xfrm>
                  <a:off x="9385056" y="5932296"/>
                  <a:ext cx="19800" cy="4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5">
              <p14:nvContentPartPr>
                <p14:cNvPr id="399" name="Ink 398">
                  <a:extLst>
                    <a:ext uri="{FF2B5EF4-FFF2-40B4-BE49-F238E27FC236}">
                      <a16:creationId xmlns:a16="http://schemas.microsoft.com/office/drawing/2014/main" id="{AC47900F-F599-0595-0D70-8395DDFA7F76}"/>
                    </a:ext>
                  </a:extLst>
                </p14:cNvPr>
                <p14:cNvContentPartPr/>
                <p14:nvPr/>
              </p14:nvContentPartPr>
              <p14:xfrm>
                <a:off x="9556776" y="5743296"/>
                <a:ext cx="351360" cy="218160"/>
              </p14:xfrm>
            </p:contentPart>
          </mc:Choice>
          <mc:Fallback>
            <p:pic>
              <p:nvPicPr>
                <p:cNvPr id="399" name="Ink 398">
                  <a:extLst>
                    <a:ext uri="{FF2B5EF4-FFF2-40B4-BE49-F238E27FC236}">
                      <a16:creationId xmlns:a16="http://schemas.microsoft.com/office/drawing/2014/main" id="{AC47900F-F599-0595-0D70-8395DDFA7F76}"/>
                    </a:ext>
                  </a:extLst>
                </p:cNvPr>
                <p:cNvPicPr/>
                <p:nvPr/>
              </p:nvPicPr>
              <p:blipFill>
                <a:blip r:embed="rId506"/>
                <a:stretch>
                  <a:fillRect/>
                </a:stretch>
              </p:blipFill>
              <p:spPr>
                <a:xfrm>
                  <a:off x="9550656" y="5737176"/>
                  <a:ext cx="363600" cy="23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7">
              <p14:nvContentPartPr>
                <p14:cNvPr id="400" name="Ink 399">
                  <a:extLst>
                    <a:ext uri="{FF2B5EF4-FFF2-40B4-BE49-F238E27FC236}">
                      <a16:creationId xmlns:a16="http://schemas.microsoft.com/office/drawing/2014/main" id="{B32E6F6E-832B-7BAA-A995-5D94A230CBC3}"/>
                    </a:ext>
                  </a:extLst>
                </p14:cNvPr>
                <p14:cNvContentPartPr/>
                <p14:nvPr/>
              </p14:nvContentPartPr>
              <p14:xfrm>
                <a:off x="9971496" y="5803416"/>
                <a:ext cx="61200" cy="28080"/>
              </p14:xfrm>
            </p:contentPart>
          </mc:Choice>
          <mc:Fallback>
            <p:pic>
              <p:nvPicPr>
                <p:cNvPr id="400" name="Ink 399">
                  <a:extLst>
                    <a:ext uri="{FF2B5EF4-FFF2-40B4-BE49-F238E27FC236}">
                      <a16:creationId xmlns:a16="http://schemas.microsoft.com/office/drawing/2014/main" id="{B32E6F6E-832B-7BAA-A995-5D94A230CBC3}"/>
                    </a:ext>
                  </a:extLst>
                </p:cNvPr>
                <p:cNvPicPr/>
                <p:nvPr/>
              </p:nvPicPr>
              <p:blipFill>
                <a:blip r:embed="rId508"/>
                <a:stretch>
                  <a:fillRect/>
                </a:stretch>
              </p:blipFill>
              <p:spPr>
                <a:xfrm>
                  <a:off x="9965376" y="5797296"/>
                  <a:ext cx="73440" cy="4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9">
              <p14:nvContentPartPr>
                <p14:cNvPr id="401" name="Ink 400">
                  <a:extLst>
                    <a:ext uri="{FF2B5EF4-FFF2-40B4-BE49-F238E27FC236}">
                      <a16:creationId xmlns:a16="http://schemas.microsoft.com/office/drawing/2014/main" id="{C1405CED-6A0E-858A-D9F8-922A6B212D83}"/>
                    </a:ext>
                  </a:extLst>
                </p14:cNvPr>
                <p14:cNvContentPartPr/>
                <p14:nvPr/>
              </p14:nvContentPartPr>
              <p14:xfrm>
                <a:off x="9944496" y="5800176"/>
                <a:ext cx="127080" cy="169560"/>
              </p14:xfrm>
            </p:contentPart>
          </mc:Choice>
          <mc:Fallback>
            <p:pic>
              <p:nvPicPr>
                <p:cNvPr id="401" name="Ink 400">
                  <a:extLst>
                    <a:ext uri="{FF2B5EF4-FFF2-40B4-BE49-F238E27FC236}">
                      <a16:creationId xmlns:a16="http://schemas.microsoft.com/office/drawing/2014/main" id="{C1405CED-6A0E-858A-D9F8-922A6B212D83}"/>
                    </a:ext>
                  </a:extLst>
                </p:cNvPr>
                <p:cNvPicPr/>
                <p:nvPr/>
              </p:nvPicPr>
              <p:blipFill>
                <a:blip r:embed="rId510"/>
                <a:stretch>
                  <a:fillRect/>
                </a:stretch>
              </p:blipFill>
              <p:spPr>
                <a:xfrm>
                  <a:off x="9938376" y="5794056"/>
                  <a:ext cx="139320" cy="18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1">
              <p14:nvContentPartPr>
                <p14:cNvPr id="402" name="Ink 401">
                  <a:extLst>
                    <a:ext uri="{FF2B5EF4-FFF2-40B4-BE49-F238E27FC236}">
                      <a16:creationId xmlns:a16="http://schemas.microsoft.com/office/drawing/2014/main" id="{EA2A1710-D041-FD23-C379-2F876D471199}"/>
                    </a:ext>
                  </a:extLst>
                </p14:cNvPr>
                <p14:cNvContentPartPr/>
                <p14:nvPr/>
              </p14:nvContentPartPr>
              <p14:xfrm>
                <a:off x="10107576" y="5780376"/>
                <a:ext cx="126000" cy="149040"/>
              </p14:xfrm>
            </p:contentPart>
          </mc:Choice>
          <mc:Fallback>
            <p:pic>
              <p:nvPicPr>
                <p:cNvPr id="402" name="Ink 401">
                  <a:extLst>
                    <a:ext uri="{FF2B5EF4-FFF2-40B4-BE49-F238E27FC236}">
                      <a16:creationId xmlns:a16="http://schemas.microsoft.com/office/drawing/2014/main" id="{EA2A1710-D041-FD23-C379-2F876D471199}"/>
                    </a:ext>
                  </a:extLst>
                </p:cNvPr>
                <p:cNvPicPr/>
                <p:nvPr/>
              </p:nvPicPr>
              <p:blipFill>
                <a:blip r:embed="rId512"/>
                <a:stretch>
                  <a:fillRect/>
                </a:stretch>
              </p:blipFill>
              <p:spPr>
                <a:xfrm>
                  <a:off x="10101456" y="5774256"/>
                  <a:ext cx="138240" cy="16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3">
              <p14:nvContentPartPr>
                <p14:cNvPr id="403" name="Ink 402">
                  <a:extLst>
                    <a:ext uri="{FF2B5EF4-FFF2-40B4-BE49-F238E27FC236}">
                      <a16:creationId xmlns:a16="http://schemas.microsoft.com/office/drawing/2014/main" id="{A412CE37-8D7C-B5B1-896C-28BB2AFB67DE}"/>
                    </a:ext>
                  </a:extLst>
                </p14:cNvPr>
                <p14:cNvContentPartPr/>
                <p14:nvPr/>
              </p14:nvContentPartPr>
              <p14:xfrm>
                <a:off x="10164096" y="5808456"/>
                <a:ext cx="360" cy="360"/>
              </p14:xfrm>
            </p:contentPart>
          </mc:Choice>
          <mc:Fallback>
            <p:pic>
              <p:nvPicPr>
                <p:cNvPr id="403" name="Ink 402">
                  <a:extLst>
                    <a:ext uri="{FF2B5EF4-FFF2-40B4-BE49-F238E27FC236}">
                      <a16:creationId xmlns:a16="http://schemas.microsoft.com/office/drawing/2014/main" id="{A412CE37-8D7C-B5B1-896C-28BB2AFB67DE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10157976" y="5802336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4">
              <p14:nvContentPartPr>
                <p14:cNvPr id="404" name="Ink 403">
                  <a:extLst>
                    <a:ext uri="{FF2B5EF4-FFF2-40B4-BE49-F238E27FC236}">
                      <a16:creationId xmlns:a16="http://schemas.microsoft.com/office/drawing/2014/main" id="{E4F65E23-7B65-68E7-F94E-D97E31102B15}"/>
                    </a:ext>
                  </a:extLst>
                </p14:cNvPr>
                <p14:cNvContentPartPr/>
                <p14:nvPr/>
              </p14:nvContentPartPr>
              <p14:xfrm>
                <a:off x="10156536" y="5808456"/>
                <a:ext cx="258840" cy="93600"/>
              </p14:xfrm>
            </p:contentPart>
          </mc:Choice>
          <mc:Fallback>
            <p:pic>
              <p:nvPicPr>
                <p:cNvPr id="404" name="Ink 403">
                  <a:extLst>
                    <a:ext uri="{FF2B5EF4-FFF2-40B4-BE49-F238E27FC236}">
                      <a16:creationId xmlns:a16="http://schemas.microsoft.com/office/drawing/2014/main" id="{E4F65E23-7B65-68E7-F94E-D97E31102B15}"/>
                    </a:ext>
                  </a:extLst>
                </p:cNvPr>
                <p:cNvPicPr/>
                <p:nvPr/>
              </p:nvPicPr>
              <p:blipFill>
                <a:blip r:embed="rId515"/>
                <a:stretch>
                  <a:fillRect/>
                </a:stretch>
              </p:blipFill>
              <p:spPr>
                <a:xfrm>
                  <a:off x="10150416" y="5802336"/>
                  <a:ext cx="271080" cy="10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6">
              <p14:nvContentPartPr>
                <p14:cNvPr id="405" name="Ink 404">
                  <a:extLst>
                    <a:ext uri="{FF2B5EF4-FFF2-40B4-BE49-F238E27FC236}">
                      <a16:creationId xmlns:a16="http://schemas.microsoft.com/office/drawing/2014/main" id="{54C15A01-F614-7A21-C68C-8B8C228B43BE}"/>
                    </a:ext>
                  </a:extLst>
                </p14:cNvPr>
                <p14:cNvContentPartPr/>
                <p14:nvPr/>
              </p14:nvContentPartPr>
              <p14:xfrm>
                <a:off x="10436976" y="5816016"/>
                <a:ext cx="97920" cy="97560"/>
              </p14:xfrm>
            </p:contentPart>
          </mc:Choice>
          <mc:Fallback>
            <p:pic>
              <p:nvPicPr>
                <p:cNvPr id="405" name="Ink 404">
                  <a:extLst>
                    <a:ext uri="{FF2B5EF4-FFF2-40B4-BE49-F238E27FC236}">
                      <a16:creationId xmlns:a16="http://schemas.microsoft.com/office/drawing/2014/main" id="{54C15A01-F614-7A21-C68C-8B8C228B43BE}"/>
                    </a:ext>
                  </a:extLst>
                </p:cNvPr>
                <p:cNvPicPr/>
                <p:nvPr/>
              </p:nvPicPr>
              <p:blipFill>
                <a:blip r:embed="rId517"/>
                <a:stretch>
                  <a:fillRect/>
                </a:stretch>
              </p:blipFill>
              <p:spPr>
                <a:xfrm>
                  <a:off x="10430856" y="5809896"/>
                  <a:ext cx="110160" cy="10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8">
              <p14:nvContentPartPr>
                <p14:cNvPr id="406" name="Ink 405">
                  <a:extLst>
                    <a:ext uri="{FF2B5EF4-FFF2-40B4-BE49-F238E27FC236}">
                      <a16:creationId xmlns:a16="http://schemas.microsoft.com/office/drawing/2014/main" id="{5288FDFC-3172-E10B-E2D4-400DFBAD0111}"/>
                    </a:ext>
                  </a:extLst>
                </p14:cNvPr>
                <p14:cNvContentPartPr/>
                <p14:nvPr/>
              </p14:nvContentPartPr>
              <p14:xfrm>
                <a:off x="10605096" y="5785416"/>
                <a:ext cx="150840" cy="110160"/>
              </p14:xfrm>
            </p:contentPart>
          </mc:Choice>
          <mc:Fallback>
            <p:pic>
              <p:nvPicPr>
                <p:cNvPr id="406" name="Ink 405">
                  <a:extLst>
                    <a:ext uri="{FF2B5EF4-FFF2-40B4-BE49-F238E27FC236}">
                      <a16:creationId xmlns:a16="http://schemas.microsoft.com/office/drawing/2014/main" id="{5288FDFC-3172-E10B-E2D4-400DFBAD0111}"/>
                    </a:ext>
                  </a:extLst>
                </p:cNvPr>
                <p:cNvPicPr/>
                <p:nvPr/>
              </p:nvPicPr>
              <p:blipFill>
                <a:blip r:embed="rId519"/>
                <a:stretch>
                  <a:fillRect/>
                </a:stretch>
              </p:blipFill>
              <p:spPr>
                <a:xfrm>
                  <a:off x="10598976" y="5779296"/>
                  <a:ext cx="163080" cy="12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0">
              <p14:nvContentPartPr>
                <p14:cNvPr id="407" name="Ink 406">
                  <a:extLst>
                    <a:ext uri="{FF2B5EF4-FFF2-40B4-BE49-F238E27FC236}">
                      <a16:creationId xmlns:a16="http://schemas.microsoft.com/office/drawing/2014/main" id="{82628EE6-1AF0-C8E0-13C3-3680EEC9222E}"/>
                    </a:ext>
                  </a:extLst>
                </p14:cNvPr>
                <p14:cNvContentPartPr/>
                <p14:nvPr/>
              </p14:nvContentPartPr>
              <p14:xfrm>
                <a:off x="10787976" y="5845536"/>
                <a:ext cx="69480" cy="49320"/>
              </p14:xfrm>
            </p:contentPart>
          </mc:Choice>
          <mc:Fallback>
            <p:pic>
              <p:nvPicPr>
                <p:cNvPr id="407" name="Ink 406">
                  <a:extLst>
                    <a:ext uri="{FF2B5EF4-FFF2-40B4-BE49-F238E27FC236}">
                      <a16:creationId xmlns:a16="http://schemas.microsoft.com/office/drawing/2014/main" id="{82628EE6-1AF0-C8E0-13C3-3680EEC9222E}"/>
                    </a:ext>
                  </a:extLst>
                </p:cNvPr>
                <p:cNvPicPr/>
                <p:nvPr/>
              </p:nvPicPr>
              <p:blipFill>
                <a:blip r:embed="rId521"/>
                <a:stretch>
                  <a:fillRect/>
                </a:stretch>
              </p:blipFill>
              <p:spPr>
                <a:xfrm>
                  <a:off x="10781856" y="5839416"/>
                  <a:ext cx="81720" cy="6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2">
              <p14:nvContentPartPr>
                <p14:cNvPr id="408" name="Ink 407">
                  <a:extLst>
                    <a:ext uri="{FF2B5EF4-FFF2-40B4-BE49-F238E27FC236}">
                      <a16:creationId xmlns:a16="http://schemas.microsoft.com/office/drawing/2014/main" id="{CF3EE9BE-525C-108E-2C3A-0AAAC7AF77EB}"/>
                    </a:ext>
                  </a:extLst>
                </p14:cNvPr>
                <p14:cNvContentPartPr/>
                <p14:nvPr/>
              </p14:nvContentPartPr>
              <p14:xfrm>
                <a:off x="10936656" y="5728176"/>
                <a:ext cx="164160" cy="186120"/>
              </p14:xfrm>
            </p:contentPart>
          </mc:Choice>
          <mc:Fallback>
            <p:pic>
              <p:nvPicPr>
                <p:cNvPr id="408" name="Ink 407">
                  <a:extLst>
                    <a:ext uri="{FF2B5EF4-FFF2-40B4-BE49-F238E27FC236}">
                      <a16:creationId xmlns:a16="http://schemas.microsoft.com/office/drawing/2014/main" id="{CF3EE9BE-525C-108E-2C3A-0AAAC7AF77EB}"/>
                    </a:ext>
                  </a:extLst>
                </p:cNvPr>
                <p:cNvPicPr/>
                <p:nvPr/>
              </p:nvPicPr>
              <p:blipFill>
                <a:blip r:embed="rId523"/>
                <a:stretch>
                  <a:fillRect/>
                </a:stretch>
              </p:blipFill>
              <p:spPr>
                <a:xfrm>
                  <a:off x="10930536" y="5722056"/>
                  <a:ext cx="176400" cy="19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4">
              <p14:nvContentPartPr>
                <p14:cNvPr id="409" name="Ink 408">
                  <a:extLst>
                    <a:ext uri="{FF2B5EF4-FFF2-40B4-BE49-F238E27FC236}">
                      <a16:creationId xmlns:a16="http://schemas.microsoft.com/office/drawing/2014/main" id="{A685B446-B934-D885-E5B5-31B119683BC4}"/>
                    </a:ext>
                  </a:extLst>
                </p14:cNvPr>
                <p14:cNvContentPartPr/>
                <p14:nvPr/>
              </p14:nvContentPartPr>
              <p14:xfrm>
                <a:off x="11109816" y="5852016"/>
                <a:ext cx="68400" cy="67320"/>
              </p14:xfrm>
            </p:contentPart>
          </mc:Choice>
          <mc:Fallback>
            <p:pic>
              <p:nvPicPr>
                <p:cNvPr id="409" name="Ink 408">
                  <a:extLst>
                    <a:ext uri="{FF2B5EF4-FFF2-40B4-BE49-F238E27FC236}">
                      <a16:creationId xmlns:a16="http://schemas.microsoft.com/office/drawing/2014/main" id="{A685B446-B934-D885-E5B5-31B119683BC4}"/>
                    </a:ext>
                  </a:extLst>
                </p:cNvPr>
                <p:cNvPicPr/>
                <p:nvPr/>
              </p:nvPicPr>
              <p:blipFill>
                <a:blip r:embed="rId525"/>
                <a:stretch>
                  <a:fillRect/>
                </a:stretch>
              </p:blipFill>
              <p:spPr>
                <a:xfrm>
                  <a:off x="11103696" y="5845896"/>
                  <a:ext cx="80640" cy="7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6">
              <p14:nvContentPartPr>
                <p14:cNvPr id="411" name="Ink 410">
                  <a:extLst>
                    <a:ext uri="{FF2B5EF4-FFF2-40B4-BE49-F238E27FC236}">
                      <a16:creationId xmlns:a16="http://schemas.microsoft.com/office/drawing/2014/main" id="{A006C031-F321-AD28-B678-BF909E56EF52}"/>
                    </a:ext>
                  </a:extLst>
                </p14:cNvPr>
                <p14:cNvContentPartPr/>
                <p14:nvPr/>
              </p14:nvContentPartPr>
              <p14:xfrm>
                <a:off x="10973376" y="5427936"/>
                <a:ext cx="7560" cy="29520"/>
              </p14:xfrm>
            </p:contentPart>
          </mc:Choice>
          <mc:Fallback>
            <p:pic>
              <p:nvPicPr>
                <p:cNvPr id="411" name="Ink 410">
                  <a:extLst>
                    <a:ext uri="{FF2B5EF4-FFF2-40B4-BE49-F238E27FC236}">
                      <a16:creationId xmlns:a16="http://schemas.microsoft.com/office/drawing/2014/main" id="{A006C031-F321-AD28-B678-BF909E56EF52}"/>
                    </a:ext>
                  </a:extLst>
                </p:cNvPr>
                <p:cNvPicPr/>
                <p:nvPr/>
              </p:nvPicPr>
              <p:blipFill>
                <a:blip r:embed="rId527"/>
                <a:stretch>
                  <a:fillRect/>
                </a:stretch>
              </p:blipFill>
              <p:spPr>
                <a:xfrm>
                  <a:off x="10967256" y="5421816"/>
                  <a:ext cx="19800" cy="4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8">
              <p14:nvContentPartPr>
                <p14:cNvPr id="412" name="Ink 411">
                  <a:extLst>
                    <a:ext uri="{FF2B5EF4-FFF2-40B4-BE49-F238E27FC236}">
                      <a16:creationId xmlns:a16="http://schemas.microsoft.com/office/drawing/2014/main" id="{68ADF03D-1879-6746-0064-1978D476B62D}"/>
                    </a:ext>
                  </a:extLst>
                </p14:cNvPr>
                <p14:cNvContentPartPr/>
                <p14:nvPr/>
              </p14:nvContentPartPr>
              <p14:xfrm>
                <a:off x="10951416" y="5501016"/>
                <a:ext cx="44280" cy="11880"/>
              </p14:xfrm>
            </p:contentPart>
          </mc:Choice>
          <mc:Fallback>
            <p:pic>
              <p:nvPicPr>
                <p:cNvPr id="412" name="Ink 411">
                  <a:extLst>
                    <a:ext uri="{FF2B5EF4-FFF2-40B4-BE49-F238E27FC236}">
                      <a16:creationId xmlns:a16="http://schemas.microsoft.com/office/drawing/2014/main" id="{68ADF03D-1879-6746-0064-1978D476B62D}"/>
                    </a:ext>
                  </a:extLst>
                </p:cNvPr>
                <p:cNvPicPr/>
                <p:nvPr/>
              </p:nvPicPr>
              <p:blipFill>
                <a:blip r:embed="rId529"/>
                <a:stretch>
                  <a:fillRect/>
                </a:stretch>
              </p:blipFill>
              <p:spPr>
                <a:xfrm>
                  <a:off x="10945296" y="5494896"/>
                  <a:ext cx="56520" cy="2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0">
              <p14:nvContentPartPr>
                <p14:cNvPr id="413" name="Ink 412">
                  <a:extLst>
                    <a:ext uri="{FF2B5EF4-FFF2-40B4-BE49-F238E27FC236}">
                      <a16:creationId xmlns:a16="http://schemas.microsoft.com/office/drawing/2014/main" id="{0B208A27-85CE-99DE-4187-DCF45A075DAD}"/>
                    </a:ext>
                  </a:extLst>
                </p14:cNvPr>
                <p14:cNvContentPartPr/>
                <p14:nvPr/>
              </p14:nvContentPartPr>
              <p14:xfrm>
                <a:off x="11183256" y="5374656"/>
                <a:ext cx="95400" cy="123120"/>
              </p14:xfrm>
            </p:contentPart>
          </mc:Choice>
          <mc:Fallback>
            <p:pic>
              <p:nvPicPr>
                <p:cNvPr id="413" name="Ink 412">
                  <a:extLst>
                    <a:ext uri="{FF2B5EF4-FFF2-40B4-BE49-F238E27FC236}">
                      <a16:creationId xmlns:a16="http://schemas.microsoft.com/office/drawing/2014/main" id="{0B208A27-85CE-99DE-4187-DCF45A075DAD}"/>
                    </a:ext>
                  </a:extLst>
                </p:cNvPr>
                <p:cNvPicPr/>
                <p:nvPr/>
              </p:nvPicPr>
              <p:blipFill>
                <a:blip r:embed="rId531"/>
                <a:stretch>
                  <a:fillRect/>
                </a:stretch>
              </p:blipFill>
              <p:spPr>
                <a:xfrm>
                  <a:off x="11177136" y="5368536"/>
                  <a:ext cx="107640" cy="13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2">
              <p14:nvContentPartPr>
                <p14:cNvPr id="414" name="Ink 413">
                  <a:extLst>
                    <a:ext uri="{FF2B5EF4-FFF2-40B4-BE49-F238E27FC236}">
                      <a16:creationId xmlns:a16="http://schemas.microsoft.com/office/drawing/2014/main" id="{A248DF48-F66E-CBDC-E5DC-4E927ED17FD9}"/>
                    </a:ext>
                  </a:extLst>
                </p14:cNvPr>
                <p14:cNvContentPartPr/>
                <p14:nvPr/>
              </p14:nvContentPartPr>
              <p14:xfrm>
                <a:off x="11333736" y="5401656"/>
                <a:ext cx="88920" cy="93960"/>
              </p14:xfrm>
            </p:contentPart>
          </mc:Choice>
          <mc:Fallback>
            <p:pic>
              <p:nvPicPr>
                <p:cNvPr id="414" name="Ink 413">
                  <a:extLst>
                    <a:ext uri="{FF2B5EF4-FFF2-40B4-BE49-F238E27FC236}">
                      <a16:creationId xmlns:a16="http://schemas.microsoft.com/office/drawing/2014/main" id="{A248DF48-F66E-CBDC-E5DC-4E927ED17FD9}"/>
                    </a:ext>
                  </a:extLst>
                </p:cNvPr>
                <p:cNvPicPr/>
                <p:nvPr/>
              </p:nvPicPr>
              <p:blipFill>
                <a:blip r:embed="rId533"/>
                <a:stretch>
                  <a:fillRect/>
                </a:stretch>
              </p:blipFill>
              <p:spPr>
                <a:xfrm>
                  <a:off x="11327616" y="5395536"/>
                  <a:ext cx="101160" cy="10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4">
              <p14:nvContentPartPr>
                <p14:cNvPr id="415" name="Ink 414">
                  <a:extLst>
                    <a:ext uri="{FF2B5EF4-FFF2-40B4-BE49-F238E27FC236}">
                      <a16:creationId xmlns:a16="http://schemas.microsoft.com/office/drawing/2014/main" id="{45D4C2F8-A62A-EE78-E699-4B34DFD49B3A}"/>
                    </a:ext>
                  </a:extLst>
                </p14:cNvPr>
                <p14:cNvContentPartPr/>
                <p14:nvPr/>
              </p14:nvContentPartPr>
              <p14:xfrm>
                <a:off x="11507616" y="5448096"/>
                <a:ext cx="2880" cy="23760"/>
              </p14:xfrm>
            </p:contentPart>
          </mc:Choice>
          <mc:Fallback>
            <p:pic>
              <p:nvPicPr>
                <p:cNvPr id="415" name="Ink 414">
                  <a:extLst>
                    <a:ext uri="{FF2B5EF4-FFF2-40B4-BE49-F238E27FC236}">
                      <a16:creationId xmlns:a16="http://schemas.microsoft.com/office/drawing/2014/main" id="{45D4C2F8-A62A-EE78-E699-4B34DFD49B3A}"/>
                    </a:ext>
                  </a:extLst>
                </p:cNvPr>
                <p:cNvPicPr/>
                <p:nvPr/>
              </p:nvPicPr>
              <p:blipFill>
                <a:blip r:embed="rId535"/>
                <a:stretch>
                  <a:fillRect/>
                </a:stretch>
              </p:blipFill>
              <p:spPr>
                <a:xfrm>
                  <a:off x="11501496" y="5441976"/>
                  <a:ext cx="1512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6">
              <p14:nvContentPartPr>
                <p14:cNvPr id="416" name="Ink 415">
                  <a:extLst>
                    <a:ext uri="{FF2B5EF4-FFF2-40B4-BE49-F238E27FC236}">
                      <a16:creationId xmlns:a16="http://schemas.microsoft.com/office/drawing/2014/main" id="{2FE43B7E-F8A5-E4D8-3154-788BFCE5E874}"/>
                    </a:ext>
                  </a:extLst>
                </p14:cNvPr>
                <p14:cNvContentPartPr/>
                <p14:nvPr/>
              </p14:nvContentPartPr>
              <p14:xfrm>
                <a:off x="11541816" y="5337576"/>
                <a:ext cx="17280" cy="51480"/>
              </p14:xfrm>
            </p:contentPart>
          </mc:Choice>
          <mc:Fallback>
            <p:pic>
              <p:nvPicPr>
                <p:cNvPr id="416" name="Ink 415">
                  <a:extLst>
                    <a:ext uri="{FF2B5EF4-FFF2-40B4-BE49-F238E27FC236}">
                      <a16:creationId xmlns:a16="http://schemas.microsoft.com/office/drawing/2014/main" id="{2FE43B7E-F8A5-E4D8-3154-788BFCE5E874}"/>
                    </a:ext>
                  </a:extLst>
                </p:cNvPr>
                <p:cNvPicPr/>
                <p:nvPr/>
              </p:nvPicPr>
              <p:blipFill>
                <a:blip r:embed="rId537"/>
                <a:stretch>
                  <a:fillRect/>
                </a:stretch>
              </p:blipFill>
              <p:spPr>
                <a:xfrm>
                  <a:off x="11535696" y="5331456"/>
                  <a:ext cx="29520" cy="6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8">
              <p14:nvContentPartPr>
                <p14:cNvPr id="417" name="Ink 416">
                  <a:extLst>
                    <a:ext uri="{FF2B5EF4-FFF2-40B4-BE49-F238E27FC236}">
                      <a16:creationId xmlns:a16="http://schemas.microsoft.com/office/drawing/2014/main" id="{B22F93E7-77C0-49CA-E1F5-A0994CF9F7B7}"/>
                    </a:ext>
                  </a:extLst>
                </p14:cNvPr>
                <p14:cNvContentPartPr/>
                <p14:nvPr/>
              </p14:nvContentPartPr>
              <p14:xfrm>
                <a:off x="11627856" y="5272776"/>
                <a:ext cx="159120" cy="229320"/>
              </p14:xfrm>
            </p:contentPart>
          </mc:Choice>
          <mc:Fallback>
            <p:pic>
              <p:nvPicPr>
                <p:cNvPr id="417" name="Ink 416">
                  <a:extLst>
                    <a:ext uri="{FF2B5EF4-FFF2-40B4-BE49-F238E27FC236}">
                      <a16:creationId xmlns:a16="http://schemas.microsoft.com/office/drawing/2014/main" id="{B22F93E7-77C0-49CA-E1F5-A0994CF9F7B7}"/>
                    </a:ext>
                  </a:extLst>
                </p:cNvPr>
                <p:cNvPicPr/>
                <p:nvPr/>
              </p:nvPicPr>
              <p:blipFill>
                <a:blip r:embed="rId539"/>
                <a:stretch>
                  <a:fillRect/>
                </a:stretch>
              </p:blipFill>
              <p:spPr>
                <a:xfrm>
                  <a:off x="11621736" y="5266656"/>
                  <a:ext cx="171360" cy="24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0">
              <p14:nvContentPartPr>
                <p14:cNvPr id="420" name="Ink 419">
                  <a:extLst>
                    <a:ext uri="{FF2B5EF4-FFF2-40B4-BE49-F238E27FC236}">
                      <a16:creationId xmlns:a16="http://schemas.microsoft.com/office/drawing/2014/main" id="{5804377D-5A56-350B-DD1A-FFBCCFD82BED}"/>
                    </a:ext>
                  </a:extLst>
                </p14:cNvPr>
                <p14:cNvContentPartPr/>
                <p14:nvPr/>
              </p14:nvContentPartPr>
              <p14:xfrm>
                <a:off x="9934776" y="2869416"/>
                <a:ext cx="1990080" cy="3475080"/>
              </p14:xfrm>
            </p:contentPart>
          </mc:Choice>
          <mc:Fallback>
            <p:pic>
              <p:nvPicPr>
                <p:cNvPr id="420" name="Ink 419">
                  <a:extLst>
                    <a:ext uri="{FF2B5EF4-FFF2-40B4-BE49-F238E27FC236}">
                      <a16:creationId xmlns:a16="http://schemas.microsoft.com/office/drawing/2014/main" id="{5804377D-5A56-350B-DD1A-FFBCCFD82BED}"/>
                    </a:ext>
                  </a:extLst>
                </p:cNvPr>
                <p:cNvPicPr/>
                <p:nvPr/>
              </p:nvPicPr>
              <p:blipFill>
                <a:blip r:embed="rId541"/>
                <a:stretch>
                  <a:fillRect/>
                </a:stretch>
              </p:blipFill>
              <p:spPr>
                <a:xfrm>
                  <a:off x="9928656" y="2863296"/>
                  <a:ext cx="2002320" cy="348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2">
              <p14:nvContentPartPr>
                <p14:cNvPr id="421" name="Ink 420">
                  <a:extLst>
                    <a:ext uri="{FF2B5EF4-FFF2-40B4-BE49-F238E27FC236}">
                      <a16:creationId xmlns:a16="http://schemas.microsoft.com/office/drawing/2014/main" id="{EA33415E-5F5A-BEFF-AEF3-D7815CFDA8EA}"/>
                    </a:ext>
                  </a:extLst>
                </p14:cNvPr>
                <p14:cNvContentPartPr/>
                <p14:nvPr/>
              </p14:nvContentPartPr>
              <p14:xfrm>
                <a:off x="10710216" y="4530816"/>
                <a:ext cx="1248840" cy="101160"/>
              </p14:xfrm>
            </p:contentPart>
          </mc:Choice>
          <mc:Fallback>
            <p:pic>
              <p:nvPicPr>
                <p:cNvPr id="421" name="Ink 420">
                  <a:extLst>
                    <a:ext uri="{FF2B5EF4-FFF2-40B4-BE49-F238E27FC236}">
                      <a16:creationId xmlns:a16="http://schemas.microsoft.com/office/drawing/2014/main" id="{EA33415E-5F5A-BEFF-AEF3-D7815CFDA8EA}"/>
                    </a:ext>
                  </a:extLst>
                </p:cNvPr>
                <p:cNvPicPr/>
                <p:nvPr/>
              </p:nvPicPr>
              <p:blipFill>
                <a:blip r:embed="rId543"/>
                <a:stretch>
                  <a:fillRect/>
                </a:stretch>
              </p:blipFill>
              <p:spPr>
                <a:xfrm>
                  <a:off x="10704096" y="4524696"/>
                  <a:ext cx="1261080" cy="11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4">
              <p14:nvContentPartPr>
                <p14:cNvPr id="422" name="Ink 421">
                  <a:extLst>
                    <a:ext uri="{FF2B5EF4-FFF2-40B4-BE49-F238E27FC236}">
                      <a16:creationId xmlns:a16="http://schemas.microsoft.com/office/drawing/2014/main" id="{A7A44CB9-56F7-41C3-8154-19328FE7734B}"/>
                    </a:ext>
                  </a:extLst>
                </p14:cNvPr>
                <p14:cNvContentPartPr/>
                <p14:nvPr/>
              </p14:nvContentPartPr>
              <p14:xfrm>
                <a:off x="10761336" y="3565296"/>
                <a:ext cx="1166040" cy="54000"/>
              </p14:xfrm>
            </p:contentPart>
          </mc:Choice>
          <mc:Fallback>
            <p:pic>
              <p:nvPicPr>
                <p:cNvPr id="422" name="Ink 421">
                  <a:extLst>
                    <a:ext uri="{FF2B5EF4-FFF2-40B4-BE49-F238E27FC236}">
                      <a16:creationId xmlns:a16="http://schemas.microsoft.com/office/drawing/2014/main" id="{A7A44CB9-56F7-41C3-8154-19328FE7734B}"/>
                    </a:ext>
                  </a:extLst>
                </p:cNvPr>
                <p:cNvPicPr/>
                <p:nvPr/>
              </p:nvPicPr>
              <p:blipFill>
                <a:blip r:embed="rId545"/>
                <a:stretch>
                  <a:fillRect/>
                </a:stretch>
              </p:blipFill>
              <p:spPr>
                <a:xfrm>
                  <a:off x="10755216" y="3559176"/>
                  <a:ext cx="1178280" cy="66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50" name="Group 449">
            <a:extLst>
              <a:ext uri="{FF2B5EF4-FFF2-40B4-BE49-F238E27FC236}">
                <a16:creationId xmlns:a16="http://schemas.microsoft.com/office/drawing/2014/main" id="{94421485-CCBD-6D9E-BDAD-A97CEEAA69B3}"/>
              </a:ext>
            </a:extLst>
          </p:cNvPr>
          <p:cNvGrpSpPr/>
          <p:nvPr/>
        </p:nvGrpSpPr>
        <p:grpSpPr>
          <a:xfrm>
            <a:off x="2937096" y="3535776"/>
            <a:ext cx="3876480" cy="3228480"/>
            <a:chOff x="2937096" y="3535776"/>
            <a:chExt cx="3876480" cy="3228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46">
              <p14:nvContentPartPr>
                <p14:cNvPr id="173" name="Ink 172">
                  <a:extLst>
                    <a:ext uri="{FF2B5EF4-FFF2-40B4-BE49-F238E27FC236}">
                      <a16:creationId xmlns:a16="http://schemas.microsoft.com/office/drawing/2014/main" id="{CD306BFF-255B-3F34-FA54-1124194A32C7}"/>
                    </a:ext>
                  </a:extLst>
                </p14:cNvPr>
                <p14:cNvContentPartPr/>
                <p14:nvPr/>
              </p14:nvContentPartPr>
              <p14:xfrm>
                <a:off x="3209976" y="3739896"/>
                <a:ext cx="307800" cy="320400"/>
              </p14:xfrm>
            </p:contentPart>
          </mc:Choice>
          <mc:Fallback>
            <p:pic>
              <p:nvPicPr>
                <p:cNvPr id="173" name="Ink 172">
                  <a:extLst>
                    <a:ext uri="{FF2B5EF4-FFF2-40B4-BE49-F238E27FC236}">
                      <a16:creationId xmlns:a16="http://schemas.microsoft.com/office/drawing/2014/main" id="{CD306BFF-255B-3F34-FA54-1124194A32C7}"/>
                    </a:ext>
                  </a:extLst>
                </p:cNvPr>
                <p:cNvPicPr/>
                <p:nvPr/>
              </p:nvPicPr>
              <p:blipFill>
                <a:blip r:embed="rId547"/>
                <a:stretch>
                  <a:fillRect/>
                </a:stretch>
              </p:blipFill>
              <p:spPr>
                <a:xfrm>
                  <a:off x="3203856" y="3733776"/>
                  <a:ext cx="320040" cy="33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8">
              <p14:nvContentPartPr>
                <p14:cNvPr id="174" name="Ink 173">
                  <a:extLst>
                    <a:ext uri="{FF2B5EF4-FFF2-40B4-BE49-F238E27FC236}">
                      <a16:creationId xmlns:a16="http://schemas.microsoft.com/office/drawing/2014/main" id="{375D9828-DBBC-CE61-799A-80489545D4C5}"/>
                    </a:ext>
                  </a:extLst>
                </p14:cNvPr>
                <p14:cNvContentPartPr/>
                <p14:nvPr/>
              </p14:nvContentPartPr>
              <p14:xfrm>
                <a:off x="3556296" y="3884616"/>
                <a:ext cx="68760" cy="48240"/>
              </p14:xfrm>
            </p:contentPart>
          </mc:Choice>
          <mc:Fallback>
            <p:pic>
              <p:nvPicPr>
                <p:cNvPr id="174" name="Ink 173">
                  <a:extLst>
                    <a:ext uri="{FF2B5EF4-FFF2-40B4-BE49-F238E27FC236}">
                      <a16:creationId xmlns:a16="http://schemas.microsoft.com/office/drawing/2014/main" id="{375D9828-DBBC-CE61-799A-80489545D4C5}"/>
                    </a:ext>
                  </a:extLst>
                </p:cNvPr>
                <p:cNvPicPr/>
                <p:nvPr/>
              </p:nvPicPr>
              <p:blipFill>
                <a:blip r:embed="rId549"/>
                <a:stretch>
                  <a:fillRect/>
                </a:stretch>
              </p:blipFill>
              <p:spPr>
                <a:xfrm>
                  <a:off x="3550176" y="3878496"/>
                  <a:ext cx="81000" cy="6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0">
              <p14:nvContentPartPr>
                <p14:cNvPr id="176" name="Ink 175">
                  <a:extLst>
                    <a:ext uri="{FF2B5EF4-FFF2-40B4-BE49-F238E27FC236}">
                      <a16:creationId xmlns:a16="http://schemas.microsoft.com/office/drawing/2014/main" id="{C103DCCD-8366-99C2-2FDD-678C2F1264BF}"/>
                    </a:ext>
                  </a:extLst>
                </p14:cNvPr>
                <p14:cNvContentPartPr/>
                <p14:nvPr/>
              </p14:nvContentPartPr>
              <p14:xfrm>
                <a:off x="3423816" y="3860856"/>
                <a:ext cx="248760" cy="399240"/>
              </p14:xfrm>
            </p:contentPart>
          </mc:Choice>
          <mc:Fallback>
            <p:pic>
              <p:nvPicPr>
                <p:cNvPr id="176" name="Ink 175">
                  <a:extLst>
                    <a:ext uri="{FF2B5EF4-FFF2-40B4-BE49-F238E27FC236}">
                      <a16:creationId xmlns:a16="http://schemas.microsoft.com/office/drawing/2014/main" id="{C103DCCD-8366-99C2-2FDD-678C2F1264BF}"/>
                    </a:ext>
                  </a:extLst>
                </p:cNvPr>
                <p:cNvPicPr/>
                <p:nvPr/>
              </p:nvPicPr>
              <p:blipFill>
                <a:blip r:embed="rId551"/>
                <a:stretch>
                  <a:fillRect/>
                </a:stretch>
              </p:blipFill>
              <p:spPr>
                <a:xfrm>
                  <a:off x="3417696" y="3854736"/>
                  <a:ext cx="261000" cy="41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2">
              <p14:nvContentPartPr>
                <p14:cNvPr id="177" name="Ink 176">
                  <a:extLst>
                    <a:ext uri="{FF2B5EF4-FFF2-40B4-BE49-F238E27FC236}">
                      <a16:creationId xmlns:a16="http://schemas.microsoft.com/office/drawing/2014/main" id="{25235BD1-02C9-B737-129E-B95D86DBB1F5}"/>
                    </a:ext>
                  </a:extLst>
                </p14:cNvPr>
                <p14:cNvContentPartPr/>
                <p14:nvPr/>
              </p14:nvContentPartPr>
              <p14:xfrm>
                <a:off x="3699936" y="3718656"/>
                <a:ext cx="213120" cy="200160"/>
              </p14:xfrm>
            </p:contentPart>
          </mc:Choice>
          <mc:Fallback>
            <p:pic>
              <p:nvPicPr>
                <p:cNvPr id="177" name="Ink 176">
                  <a:extLst>
                    <a:ext uri="{FF2B5EF4-FFF2-40B4-BE49-F238E27FC236}">
                      <a16:creationId xmlns:a16="http://schemas.microsoft.com/office/drawing/2014/main" id="{25235BD1-02C9-B737-129E-B95D86DBB1F5}"/>
                    </a:ext>
                  </a:extLst>
                </p:cNvPr>
                <p:cNvPicPr/>
                <p:nvPr/>
              </p:nvPicPr>
              <p:blipFill>
                <a:blip r:embed="rId553"/>
                <a:stretch>
                  <a:fillRect/>
                </a:stretch>
              </p:blipFill>
              <p:spPr>
                <a:xfrm>
                  <a:off x="3693816" y="3712536"/>
                  <a:ext cx="225360" cy="21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4">
              <p14:nvContentPartPr>
                <p14:cNvPr id="178" name="Ink 177">
                  <a:extLst>
                    <a:ext uri="{FF2B5EF4-FFF2-40B4-BE49-F238E27FC236}">
                      <a16:creationId xmlns:a16="http://schemas.microsoft.com/office/drawing/2014/main" id="{3AFD2654-7959-9C11-B674-F2492CB5D521}"/>
                    </a:ext>
                  </a:extLst>
                </p14:cNvPr>
                <p14:cNvContentPartPr/>
                <p14:nvPr/>
              </p14:nvContentPartPr>
              <p14:xfrm>
                <a:off x="3809736" y="3791016"/>
                <a:ext cx="129600" cy="97200"/>
              </p14:xfrm>
            </p:contentPart>
          </mc:Choice>
          <mc:Fallback>
            <p:pic>
              <p:nvPicPr>
                <p:cNvPr id="178" name="Ink 177">
                  <a:extLst>
                    <a:ext uri="{FF2B5EF4-FFF2-40B4-BE49-F238E27FC236}">
                      <a16:creationId xmlns:a16="http://schemas.microsoft.com/office/drawing/2014/main" id="{3AFD2654-7959-9C11-B674-F2492CB5D521}"/>
                    </a:ext>
                  </a:extLst>
                </p:cNvPr>
                <p:cNvPicPr/>
                <p:nvPr/>
              </p:nvPicPr>
              <p:blipFill>
                <a:blip r:embed="rId555"/>
                <a:stretch>
                  <a:fillRect/>
                </a:stretch>
              </p:blipFill>
              <p:spPr>
                <a:xfrm>
                  <a:off x="3803616" y="3784896"/>
                  <a:ext cx="141840" cy="10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6">
              <p14:nvContentPartPr>
                <p14:cNvPr id="179" name="Ink 178">
                  <a:extLst>
                    <a:ext uri="{FF2B5EF4-FFF2-40B4-BE49-F238E27FC236}">
                      <a16:creationId xmlns:a16="http://schemas.microsoft.com/office/drawing/2014/main" id="{57399567-85E4-8EC2-C066-6E593D57A1A8}"/>
                    </a:ext>
                  </a:extLst>
                </p14:cNvPr>
                <p14:cNvContentPartPr/>
                <p14:nvPr/>
              </p14:nvContentPartPr>
              <p14:xfrm>
                <a:off x="3985416" y="3795696"/>
                <a:ext cx="141840" cy="52920"/>
              </p14:xfrm>
            </p:contentPart>
          </mc:Choice>
          <mc:Fallback>
            <p:pic>
              <p:nvPicPr>
                <p:cNvPr id="179" name="Ink 178">
                  <a:extLst>
                    <a:ext uri="{FF2B5EF4-FFF2-40B4-BE49-F238E27FC236}">
                      <a16:creationId xmlns:a16="http://schemas.microsoft.com/office/drawing/2014/main" id="{57399567-85E4-8EC2-C066-6E593D57A1A8}"/>
                    </a:ext>
                  </a:extLst>
                </p:cNvPr>
                <p:cNvPicPr/>
                <p:nvPr/>
              </p:nvPicPr>
              <p:blipFill>
                <a:blip r:embed="rId557"/>
                <a:stretch>
                  <a:fillRect/>
                </a:stretch>
              </p:blipFill>
              <p:spPr>
                <a:xfrm>
                  <a:off x="3979296" y="3789576"/>
                  <a:ext cx="154080" cy="6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8">
              <p14:nvContentPartPr>
                <p14:cNvPr id="180" name="Ink 179">
                  <a:extLst>
                    <a:ext uri="{FF2B5EF4-FFF2-40B4-BE49-F238E27FC236}">
                      <a16:creationId xmlns:a16="http://schemas.microsoft.com/office/drawing/2014/main" id="{CE96A0C7-5936-07A5-5457-AD3CB232C51E}"/>
                    </a:ext>
                  </a:extLst>
                </p14:cNvPr>
                <p14:cNvContentPartPr/>
                <p14:nvPr/>
              </p14:nvContentPartPr>
              <p14:xfrm>
                <a:off x="4163256" y="3753576"/>
                <a:ext cx="107640" cy="114120"/>
              </p14:xfrm>
            </p:contentPart>
          </mc:Choice>
          <mc:Fallback>
            <p:pic>
              <p:nvPicPr>
                <p:cNvPr id="180" name="Ink 179">
                  <a:extLst>
                    <a:ext uri="{FF2B5EF4-FFF2-40B4-BE49-F238E27FC236}">
                      <a16:creationId xmlns:a16="http://schemas.microsoft.com/office/drawing/2014/main" id="{CE96A0C7-5936-07A5-5457-AD3CB232C51E}"/>
                    </a:ext>
                  </a:extLst>
                </p:cNvPr>
                <p:cNvPicPr/>
                <p:nvPr/>
              </p:nvPicPr>
              <p:blipFill>
                <a:blip r:embed="rId559"/>
                <a:stretch>
                  <a:fillRect/>
                </a:stretch>
              </p:blipFill>
              <p:spPr>
                <a:xfrm>
                  <a:off x="4157136" y="3747456"/>
                  <a:ext cx="119880" cy="12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0">
              <p14:nvContentPartPr>
                <p14:cNvPr id="181" name="Ink 180">
                  <a:extLst>
                    <a:ext uri="{FF2B5EF4-FFF2-40B4-BE49-F238E27FC236}">
                      <a16:creationId xmlns:a16="http://schemas.microsoft.com/office/drawing/2014/main" id="{A366E45C-F1F4-8F7F-FD52-3DF986920FCB}"/>
                    </a:ext>
                  </a:extLst>
                </p14:cNvPr>
                <p14:cNvContentPartPr/>
                <p14:nvPr/>
              </p14:nvContentPartPr>
              <p14:xfrm>
                <a:off x="4331376" y="3791736"/>
                <a:ext cx="176400" cy="52920"/>
              </p14:xfrm>
            </p:contentPart>
          </mc:Choice>
          <mc:Fallback>
            <p:pic>
              <p:nvPicPr>
                <p:cNvPr id="181" name="Ink 180">
                  <a:extLst>
                    <a:ext uri="{FF2B5EF4-FFF2-40B4-BE49-F238E27FC236}">
                      <a16:creationId xmlns:a16="http://schemas.microsoft.com/office/drawing/2014/main" id="{A366E45C-F1F4-8F7F-FD52-3DF986920FCB}"/>
                    </a:ext>
                  </a:extLst>
                </p:cNvPr>
                <p:cNvPicPr/>
                <p:nvPr/>
              </p:nvPicPr>
              <p:blipFill>
                <a:blip r:embed="rId561"/>
                <a:stretch>
                  <a:fillRect/>
                </a:stretch>
              </p:blipFill>
              <p:spPr>
                <a:xfrm>
                  <a:off x="4325256" y="3785616"/>
                  <a:ext cx="188640" cy="6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2">
              <p14:nvContentPartPr>
                <p14:cNvPr id="182" name="Ink 181">
                  <a:extLst>
                    <a:ext uri="{FF2B5EF4-FFF2-40B4-BE49-F238E27FC236}">
                      <a16:creationId xmlns:a16="http://schemas.microsoft.com/office/drawing/2014/main" id="{407A50B9-4D3E-262B-FBA5-ECD012A92786}"/>
                    </a:ext>
                  </a:extLst>
                </p14:cNvPr>
                <p14:cNvContentPartPr/>
                <p14:nvPr/>
              </p14:nvContentPartPr>
              <p14:xfrm>
                <a:off x="4529016" y="3745656"/>
                <a:ext cx="149400" cy="131760"/>
              </p14:xfrm>
            </p:contentPart>
          </mc:Choice>
          <mc:Fallback>
            <p:pic>
              <p:nvPicPr>
                <p:cNvPr id="182" name="Ink 181">
                  <a:extLst>
                    <a:ext uri="{FF2B5EF4-FFF2-40B4-BE49-F238E27FC236}">
                      <a16:creationId xmlns:a16="http://schemas.microsoft.com/office/drawing/2014/main" id="{407A50B9-4D3E-262B-FBA5-ECD012A92786}"/>
                    </a:ext>
                  </a:extLst>
                </p:cNvPr>
                <p:cNvPicPr/>
                <p:nvPr/>
              </p:nvPicPr>
              <p:blipFill>
                <a:blip r:embed="rId563"/>
                <a:stretch>
                  <a:fillRect/>
                </a:stretch>
              </p:blipFill>
              <p:spPr>
                <a:xfrm>
                  <a:off x="4522896" y="3739536"/>
                  <a:ext cx="161640" cy="14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4">
              <p14:nvContentPartPr>
                <p14:cNvPr id="183" name="Ink 182">
                  <a:extLst>
                    <a:ext uri="{FF2B5EF4-FFF2-40B4-BE49-F238E27FC236}">
                      <a16:creationId xmlns:a16="http://schemas.microsoft.com/office/drawing/2014/main" id="{CEEDA5DC-044B-1123-D5E5-E2B2497022F1}"/>
                    </a:ext>
                  </a:extLst>
                </p14:cNvPr>
                <p14:cNvContentPartPr/>
                <p14:nvPr/>
              </p14:nvContentPartPr>
              <p14:xfrm>
                <a:off x="2937096" y="3749616"/>
                <a:ext cx="132120" cy="1913040"/>
              </p14:xfrm>
            </p:contentPart>
          </mc:Choice>
          <mc:Fallback>
            <p:pic>
              <p:nvPicPr>
                <p:cNvPr id="183" name="Ink 182">
                  <a:extLst>
                    <a:ext uri="{FF2B5EF4-FFF2-40B4-BE49-F238E27FC236}">
                      <a16:creationId xmlns:a16="http://schemas.microsoft.com/office/drawing/2014/main" id="{CEEDA5DC-044B-1123-D5E5-E2B2497022F1}"/>
                    </a:ext>
                  </a:extLst>
                </p:cNvPr>
                <p:cNvPicPr/>
                <p:nvPr/>
              </p:nvPicPr>
              <p:blipFill>
                <a:blip r:embed="rId565"/>
                <a:stretch>
                  <a:fillRect/>
                </a:stretch>
              </p:blipFill>
              <p:spPr>
                <a:xfrm>
                  <a:off x="2930976" y="3743496"/>
                  <a:ext cx="144360" cy="192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6">
              <p14:nvContentPartPr>
                <p14:cNvPr id="184" name="Ink 183">
                  <a:extLst>
                    <a:ext uri="{FF2B5EF4-FFF2-40B4-BE49-F238E27FC236}">
                      <a16:creationId xmlns:a16="http://schemas.microsoft.com/office/drawing/2014/main" id="{8B7AF671-1409-217B-E40B-4ED22E388E8F}"/>
                    </a:ext>
                  </a:extLst>
                </p14:cNvPr>
                <p14:cNvContentPartPr/>
                <p14:nvPr/>
              </p14:nvContentPartPr>
              <p14:xfrm>
                <a:off x="2948976" y="3564216"/>
                <a:ext cx="2241000" cy="165240"/>
              </p14:xfrm>
            </p:contentPart>
          </mc:Choice>
          <mc:Fallback>
            <p:pic>
              <p:nvPicPr>
                <p:cNvPr id="184" name="Ink 183">
                  <a:extLst>
                    <a:ext uri="{FF2B5EF4-FFF2-40B4-BE49-F238E27FC236}">
                      <a16:creationId xmlns:a16="http://schemas.microsoft.com/office/drawing/2014/main" id="{8B7AF671-1409-217B-E40B-4ED22E388E8F}"/>
                    </a:ext>
                  </a:extLst>
                </p:cNvPr>
                <p:cNvPicPr/>
                <p:nvPr/>
              </p:nvPicPr>
              <p:blipFill>
                <a:blip r:embed="rId567"/>
                <a:stretch>
                  <a:fillRect/>
                </a:stretch>
              </p:blipFill>
              <p:spPr>
                <a:xfrm>
                  <a:off x="2942856" y="3558096"/>
                  <a:ext cx="2253240" cy="17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8">
              <p14:nvContentPartPr>
                <p14:cNvPr id="185" name="Ink 184">
                  <a:extLst>
                    <a:ext uri="{FF2B5EF4-FFF2-40B4-BE49-F238E27FC236}">
                      <a16:creationId xmlns:a16="http://schemas.microsoft.com/office/drawing/2014/main" id="{9A068E1C-E83D-1755-CD9E-B8F969F6E292}"/>
                    </a:ext>
                  </a:extLst>
                </p14:cNvPr>
                <p14:cNvContentPartPr/>
                <p14:nvPr/>
              </p14:nvContentPartPr>
              <p14:xfrm>
                <a:off x="2973096" y="3966696"/>
                <a:ext cx="2378160" cy="263160"/>
              </p14:xfrm>
            </p:contentPart>
          </mc:Choice>
          <mc:Fallback>
            <p:pic>
              <p:nvPicPr>
                <p:cNvPr id="185" name="Ink 184">
                  <a:extLst>
                    <a:ext uri="{FF2B5EF4-FFF2-40B4-BE49-F238E27FC236}">
                      <a16:creationId xmlns:a16="http://schemas.microsoft.com/office/drawing/2014/main" id="{9A068E1C-E83D-1755-CD9E-B8F969F6E292}"/>
                    </a:ext>
                  </a:extLst>
                </p:cNvPr>
                <p:cNvPicPr/>
                <p:nvPr/>
              </p:nvPicPr>
              <p:blipFill>
                <a:blip r:embed="rId569"/>
                <a:stretch>
                  <a:fillRect/>
                </a:stretch>
              </p:blipFill>
              <p:spPr>
                <a:xfrm>
                  <a:off x="2966976" y="3960576"/>
                  <a:ext cx="2390400" cy="27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70">
              <p14:nvContentPartPr>
                <p14:cNvPr id="187" name="Ink 186">
                  <a:extLst>
                    <a:ext uri="{FF2B5EF4-FFF2-40B4-BE49-F238E27FC236}">
                      <a16:creationId xmlns:a16="http://schemas.microsoft.com/office/drawing/2014/main" id="{70D811E2-DB01-03CD-1EAB-D305D78CD936}"/>
                    </a:ext>
                  </a:extLst>
                </p14:cNvPr>
                <p14:cNvContentPartPr/>
                <p14:nvPr/>
              </p14:nvContentPartPr>
              <p14:xfrm>
                <a:off x="3188016" y="4490136"/>
                <a:ext cx="227160" cy="39240"/>
              </p14:xfrm>
            </p:contentPart>
          </mc:Choice>
          <mc:Fallback>
            <p:pic>
              <p:nvPicPr>
                <p:cNvPr id="187" name="Ink 186">
                  <a:extLst>
                    <a:ext uri="{FF2B5EF4-FFF2-40B4-BE49-F238E27FC236}">
                      <a16:creationId xmlns:a16="http://schemas.microsoft.com/office/drawing/2014/main" id="{70D811E2-DB01-03CD-1EAB-D305D78CD936}"/>
                    </a:ext>
                  </a:extLst>
                </p:cNvPr>
                <p:cNvPicPr/>
                <p:nvPr/>
              </p:nvPicPr>
              <p:blipFill>
                <a:blip r:embed="rId571"/>
                <a:stretch>
                  <a:fillRect/>
                </a:stretch>
              </p:blipFill>
              <p:spPr>
                <a:xfrm>
                  <a:off x="3181896" y="4484016"/>
                  <a:ext cx="239400" cy="5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72">
              <p14:nvContentPartPr>
                <p14:cNvPr id="201" name="Ink 200">
                  <a:extLst>
                    <a:ext uri="{FF2B5EF4-FFF2-40B4-BE49-F238E27FC236}">
                      <a16:creationId xmlns:a16="http://schemas.microsoft.com/office/drawing/2014/main" id="{22958FBB-2ABA-380C-640E-CF9F24EDCC77}"/>
                    </a:ext>
                  </a:extLst>
                </p14:cNvPr>
                <p14:cNvContentPartPr/>
                <p14:nvPr/>
              </p14:nvContentPartPr>
              <p14:xfrm>
                <a:off x="3590496" y="4269096"/>
                <a:ext cx="149040" cy="279000"/>
              </p14:xfrm>
            </p:contentPart>
          </mc:Choice>
          <mc:Fallback>
            <p:pic>
              <p:nvPicPr>
                <p:cNvPr id="201" name="Ink 200">
                  <a:extLst>
                    <a:ext uri="{FF2B5EF4-FFF2-40B4-BE49-F238E27FC236}">
                      <a16:creationId xmlns:a16="http://schemas.microsoft.com/office/drawing/2014/main" id="{22958FBB-2ABA-380C-640E-CF9F24EDCC77}"/>
                    </a:ext>
                  </a:extLst>
                </p:cNvPr>
                <p:cNvPicPr/>
                <p:nvPr/>
              </p:nvPicPr>
              <p:blipFill>
                <a:blip r:embed="rId573"/>
                <a:stretch>
                  <a:fillRect/>
                </a:stretch>
              </p:blipFill>
              <p:spPr>
                <a:xfrm>
                  <a:off x="3584376" y="4262976"/>
                  <a:ext cx="161280" cy="29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74">
              <p14:nvContentPartPr>
                <p14:cNvPr id="202" name="Ink 201">
                  <a:extLst>
                    <a:ext uri="{FF2B5EF4-FFF2-40B4-BE49-F238E27FC236}">
                      <a16:creationId xmlns:a16="http://schemas.microsoft.com/office/drawing/2014/main" id="{EE1253AD-A377-1DC7-7D33-0D82F133F690}"/>
                    </a:ext>
                  </a:extLst>
                </p14:cNvPr>
                <p14:cNvContentPartPr/>
                <p14:nvPr/>
              </p14:nvContentPartPr>
              <p14:xfrm>
                <a:off x="3568536" y="4351176"/>
                <a:ext cx="249120" cy="106200"/>
              </p14:xfrm>
            </p:contentPart>
          </mc:Choice>
          <mc:Fallback>
            <p:pic>
              <p:nvPicPr>
                <p:cNvPr id="202" name="Ink 201">
                  <a:extLst>
                    <a:ext uri="{FF2B5EF4-FFF2-40B4-BE49-F238E27FC236}">
                      <a16:creationId xmlns:a16="http://schemas.microsoft.com/office/drawing/2014/main" id="{EE1253AD-A377-1DC7-7D33-0D82F133F690}"/>
                    </a:ext>
                  </a:extLst>
                </p:cNvPr>
                <p:cNvPicPr/>
                <p:nvPr/>
              </p:nvPicPr>
              <p:blipFill>
                <a:blip r:embed="rId575"/>
                <a:stretch>
                  <a:fillRect/>
                </a:stretch>
              </p:blipFill>
              <p:spPr>
                <a:xfrm>
                  <a:off x="3562416" y="4345056"/>
                  <a:ext cx="261360" cy="11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76">
              <p14:nvContentPartPr>
                <p14:cNvPr id="203" name="Ink 202">
                  <a:extLst>
                    <a:ext uri="{FF2B5EF4-FFF2-40B4-BE49-F238E27FC236}">
                      <a16:creationId xmlns:a16="http://schemas.microsoft.com/office/drawing/2014/main" id="{0E3893A9-FD27-5228-F91F-04D63E15E16A}"/>
                    </a:ext>
                  </a:extLst>
                </p14:cNvPr>
                <p14:cNvContentPartPr/>
                <p14:nvPr/>
              </p14:nvContentPartPr>
              <p14:xfrm>
                <a:off x="3878136" y="4333176"/>
                <a:ext cx="214920" cy="104760"/>
              </p14:xfrm>
            </p:contentPart>
          </mc:Choice>
          <mc:Fallback>
            <p:pic>
              <p:nvPicPr>
                <p:cNvPr id="203" name="Ink 202">
                  <a:extLst>
                    <a:ext uri="{FF2B5EF4-FFF2-40B4-BE49-F238E27FC236}">
                      <a16:creationId xmlns:a16="http://schemas.microsoft.com/office/drawing/2014/main" id="{0E3893A9-FD27-5228-F91F-04D63E15E16A}"/>
                    </a:ext>
                  </a:extLst>
                </p:cNvPr>
                <p:cNvPicPr/>
                <p:nvPr/>
              </p:nvPicPr>
              <p:blipFill>
                <a:blip r:embed="rId577"/>
                <a:stretch>
                  <a:fillRect/>
                </a:stretch>
              </p:blipFill>
              <p:spPr>
                <a:xfrm>
                  <a:off x="3872016" y="4327056"/>
                  <a:ext cx="227160" cy="11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78">
              <p14:nvContentPartPr>
                <p14:cNvPr id="204" name="Ink 203">
                  <a:extLst>
                    <a:ext uri="{FF2B5EF4-FFF2-40B4-BE49-F238E27FC236}">
                      <a16:creationId xmlns:a16="http://schemas.microsoft.com/office/drawing/2014/main" id="{713D2FA9-C082-79F4-567C-1A62CE805A58}"/>
                    </a:ext>
                  </a:extLst>
                </p14:cNvPr>
                <p14:cNvContentPartPr/>
                <p14:nvPr/>
              </p14:nvContentPartPr>
              <p14:xfrm>
                <a:off x="4192056" y="4217616"/>
                <a:ext cx="54360" cy="167760"/>
              </p14:xfrm>
            </p:contentPart>
          </mc:Choice>
          <mc:Fallback>
            <p:pic>
              <p:nvPicPr>
                <p:cNvPr id="204" name="Ink 203">
                  <a:extLst>
                    <a:ext uri="{FF2B5EF4-FFF2-40B4-BE49-F238E27FC236}">
                      <a16:creationId xmlns:a16="http://schemas.microsoft.com/office/drawing/2014/main" id="{713D2FA9-C082-79F4-567C-1A62CE805A58}"/>
                    </a:ext>
                  </a:extLst>
                </p:cNvPr>
                <p:cNvPicPr/>
                <p:nvPr/>
              </p:nvPicPr>
              <p:blipFill>
                <a:blip r:embed="rId579"/>
                <a:stretch>
                  <a:fillRect/>
                </a:stretch>
              </p:blipFill>
              <p:spPr>
                <a:xfrm>
                  <a:off x="4185936" y="4211496"/>
                  <a:ext cx="66600" cy="18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0">
              <p14:nvContentPartPr>
                <p14:cNvPr id="205" name="Ink 204">
                  <a:extLst>
                    <a:ext uri="{FF2B5EF4-FFF2-40B4-BE49-F238E27FC236}">
                      <a16:creationId xmlns:a16="http://schemas.microsoft.com/office/drawing/2014/main" id="{A2A0490A-6236-153A-B583-79088C34E2E8}"/>
                    </a:ext>
                  </a:extLst>
                </p14:cNvPr>
                <p14:cNvContentPartPr/>
                <p14:nvPr/>
              </p14:nvContentPartPr>
              <p14:xfrm>
                <a:off x="4151376" y="4307256"/>
                <a:ext cx="127080" cy="6120"/>
              </p14:xfrm>
            </p:contentPart>
          </mc:Choice>
          <mc:Fallback>
            <p:pic>
              <p:nvPicPr>
                <p:cNvPr id="205" name="Ink 204">
                  <a:extLst>
                    <a:ext uri="{FF2B5EF4-FFF2-40B4-BE49-F238E27FC236}">
                      <a16:creationId xmlns:a16="http://schemas.microsoft.com/office/drawing/2014/main" id="{A2A0490A-6236-153A-B583-79088C34E2E8}"/>
                    </a:ext>
                  </a:extLst>
                </p:cNvPr>
                <p:cNvPicPr/>
                <p:nvPr/>
              </p:nvPicPr>
              <p:blipFill>
                <a:blip r:embed="rId581"/>
                <a:stretch>
                  <a:fillRect/>
                </a:stretch>
              </p:blipFill>
              <p:spPr>
                <a:xfrm>
                  <a:off x="4145256" y="4301136"/>
                  <a:ext cx="139320" cy="1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2">
              <p14:nvContentPartPr>
                <p14:cNvPr id="207" name="Ink 206">
                  <a:extLst>
                    <a:ext uri="{FF2B5EF4-FFF2-40B4-BE49-F238E27FC236}">
                      <a16:creationId xmlns:a16="http://schemas.microsoft.com/office/drawing/2014/main" id="{080F2199-B31A-5521-5732-DA142038C1A7}"/>
                    </a:ext>
                  </a:extLst>
                </p14:cNvPr>
                <p14:cNvContentPartPr/>
                <p14:nvPr/>
              </p14:nvContentPartPr>
              <p14:xfrm>
                <a:off x="3595176" y="4722696"/>
                <a:ext cx="90720" cy="110880"/>
              </p14:xfrm>
            </p:contentPart>
          </mc:Choice>
          <mc:Fallback>
            <p:pic>
              <p:nvPicPr>
                <p:cNvPr id="207" name="Ink 206">
                  <a:extLst>
                    <a:ext uri="{FF2B5EF4-FFF2-40B4-BE49-F238E27FC236}">
                      <a16:creationId xmlns:a16="http://schemas.microsoft.com/office/drawing/2014/main" id="{080F2199-B31A-5521-5732-DA142038C1A7}"/>
                    </a:ext>
                  </a:extLst>
                </p:cNvPr>
                <p:cNvPicPr/>
                <p:nvPr/>
              </p:nvPicPr>
              <p:blipFill>
                <a:blip r:embed="rId583"/>
                <a:stretch>
                  <a:fillRect/>
                </a:stretch>
              </p:blipFill>
              <p:spPr>
                <a:xfrm>
                  <a:off x="3589056" y="4716576"/>
                  <a:ext cx="102960" cy="12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4">
              <p14:nvContentPartPr>
                <p14:cNvPr id="208" name="Ink 207">
                  <a:extLst>
                    <a:ext uri="{FF2B5EF4-FFF2-40B4-BE49-F238E27FC236}">
                      <a16:creationId xmlns:a16="http://schemas.microsoft.com/office/drawing/2014/main" id="{A8B21FB3-7890-94C0-618D-82C902AEF3CD}"/>
                    </a:ext>
                  </a:extLst>
                </p14:cNvPr>
                <p14:cNvContentPartPr/>
                <p14:nvPr/>
              </p14:nvContentPartPr>
              <p14:xfrm>
                <a:off x="3748896" y="4710456"/>
                <a:ext cx="151560" cy="88920"/>
              </p14:xfrm>
            </p:contentPart>
          </mc:Choice>
          <mc:Fallback>
            <p:pic>
              <p:nvPicPr>
                <p:cNvPr id="208" name="Ink 207">
                  <a:extLst>
                    <a:ext uri="{FF2B5EF4-FFF2-40B4-BE49-F238E27FC236}">
                      <a16:creationId xmlns:a16="http://schemas.microsoft.com/office/drawing/2014/main" id="{A8B21FB3-7890-94C0-618D-82C902AEF3CD}"/>
                    </a:ext>
                  </a:extLst>
                </p:cNvPr>
                <p:cNvPicPr/>
                <p:nvPr/>
              </p:nvPicPr>
              <p:blipFill>
                <a:blip r:embed="rId585"/>
                <a:stretch>
                  <a:fillRect/>
                </a:stretch>
              </p:blipFill>
              <p:spPr>
                <a:xfrm>
                  <a:off x="3742776" y="4704336"/>
                  <a:ext cx="163800" cy="10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6">
              <p14:nvContentPartPr>
                <p14:cNvPr id="209" name="Ink 208">
                  <a:extLst>
                    <a:ext uri="{FF2B5EF4-FFF2-40B4-BE49-F238E27FC236}">
                      <a16:creationId xmlns:a16="http://schemas.microsoft.com/office/drawing/2014/main" id="{3DDFBDBD-FE6D-2C43-D09F-34275857E2E6}"/>
                    </a:ext>
                  </a:extLst>
                </p14:cNvPr>
                <p14:cNvContentPartPr/>
                <p14:nvPr/>
              </p14:nvContentPartPr>
              <p14:xfrm>
                <a:off x="3936096" y="4692456"/>
                <a:ext cx="149400" cy="81000"/>
              </p14:xfrm>
            </p:contentPart>
          </mc:Choice>
          <mc:Fallback>
            <p:pic>
              <p:nvPicPr>
                <p:cNvPr id="209" name="Ink 208">
                  <a:extLst>
                    <a:ext uri="{FF2B5EF4-FFF2-40B4-BE49-F238E27FC236}">
                      <a16:creationId xmlns:a16="http://schemas.microsoft.com/office/drawing/2014/main" id="{3DDFBDBD-FE6D-2C43-D09F-34275857E2E6}"/>
                    </a:ext>
                  </a:extLst>
                </p:cNvPr>
                <p:cNvPicPr/>
                <p:nvPr/>
              </p:nvPicPr>
              <p:blipFill>
                <a:blip r:embed="rId587"/>
                <a:stretch>
                  <a:fillRect/>
                </a:stretch>
              </p:blipFill>
              <p:spPr>
                <a:xfrm>
                  <a:off x="3929976" y="4686336"/>
                  <a:ext cx="161640" cy="9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8">
              <p14:nvContentPartPr>
                <p14:cNvPr id="210" name="Ink 209">
                  <a:extLst>
                    <a:ext uri="{FF2B5EF4-FFF2-40B4-BE49-F238E27FC236}">
                      <a16:creationId xmlns:a16="http://schemas.microsoft.com/office/drawing/2014/main" id="{2DC5284C-9437-BA93-0F10-4DE021D8E6E5}"/>
                    </a:ext>
                  </a:extLst>
                </p14:cNvPr>
                <p14:cNvContentPartPr/>
                <p14:nvPr/>
              </p14:nvContentPartPr>
              <p14:xfrm>
                <a:off x="4109616" y="4677696"/>
                <a:ext cx="114840" cy="104400"/>
              </p14:xfrm>
            </p:contentPart>
          </mc:Choice>
          <mc:Fallback>
            <p:pic>
              <p:nvPicPr>
                <p:cNvPr id="210" name="Ink 209">
                  <a:extLst>
                    <a:ext uri="{FF2B5EF4-FFF2-40B4-BE49-F238E27FC236}">
                      <a16:creationId xmlns:a16="http://schemas.microsoft.com/office/drawing/2014/main" id="{2DC5284C-9437-BA93-0F10-4DE021D8E6E5}"/>
                    </a:ext>
                  </a:extLst>
                </p:cNvPr>
                <p:cNvPicPr/>
                <p:nvPr/>
              </p:nvPicPr>
              <p:blipFill>
                <a:blip r:embed="rId589"/>
                <a:stretch>
                  <a:fillRect/>
                </a:stretch>
              </p:blipFill>
              <p:spPr>
                <a:xfrm>
                  <a:off x="4103496" y="4671576"/>
                  <a:ext cx="127080" cy="11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90">
              <p14:nvContentPartPr>
                <p14:cNvPr id="212" name="Ink 211">
                  <a:extLst>
                    <a:ext uri="{FF2B5EF4-FFF2-40B4-BE49-F238E27FC236}">
                      <a16:creationId xmlns:a16="http://schemas.microsoft.com/office/drawing/2014/main" id="{809D83FE-0996-A99C-5770-338EF469C68C}"/>
                    </a:ext>
                  </a:extLst>
                </p14:cNvPr>
                <p14:cNvContentPartPr/>
                <p14:nvPr/>
              </p14:nvContentPartPr>
              <p14:xfrm>
                <a:off x="4417056" y="4214376"/>
                <a:ext cx="20520" cy="64440"/>
              </p14:xfrm>
            </p:contentPart>
          </mc:Choice>
          <mc:Fallback>
            <p:pic>
              <p:nvPicPr>
                <p:cNvPr id="212" name="Ink 211">
                  <a:extLst>
                    <a:ext uri="{FF2B5EF4-FFF2-40B4-BE49-F238E27FC236}">
                      <a16:creationId xmlns:a16="http://schemas.microsoft.com/office/drawing/2014/main" id="{809D83FE-0996-A99C-5770-338EF469C68C}"/>
                    </a:ext>
                  </a:extLst>
                </p:cNvPr>
                <p:cNvPicPr/>
                <p:nvPr/>
              </p:nvPicPr>
              <p:blipFill>
                <a:blip r:embed="rId591"/>
                <a:stretch>
                  <a:fillRect/>
                </a:stretch>
              </p:blipFill>
              <p:spPr>
                <a:xfrm>
                  <a:off x="4410936" y="4208256"/>
                  <a:ext cx="32760" cy="7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92">
              <p14:nvContentPartPr>
                <p14:cNvPr id="213" name="Ink 212">
                  <a:extLst>
                    <a:ext uri="{FF2B5EF4-FFF2-40B4-BE49-F238E27FC236}">
                      <a16:creationId xmlns:a16="http://schemas.microsoft.com/office/drawing/2014/main" id="{6F14DDFD-D773-2358-D9D5-DCAAB412F10E}"/>
                    </a:ext>
                  </a:extLst>
                </p14:cNvPr>
                <p14:cNvContentPartPr/>
                <p14:nvPr/>
              </p14:nvContentPartPr>
              <p14:xfrm>
                <a:off x="4417056" y="4278816"/>
                <a:ext cx="360" cy="360"/>
              </p14:xfrm>
            </p:contentPart>
          </mc:Choice>
          <mc:Fallback>
            <p:pic>
              <p:nvPicPr>
                <p:cNvPr id="213" name="Ink 212">
                  <a:extLst>
                    <a:ext uri="{FF2B5EF4-FFF2-40B4-BE49-F238E27FC236}">
                      <a16:creationId xmlns:a16="http://schemas.microsoft.com/office/drawing/2014/main" id="{6F14DDFD-D773-2358-D9D5-DCAAB412F10E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4410936" y="4272696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93">
              <p14:nvContentPartPr>
                <p14:cNvPr id="214" name="Ink 213">
                  <a:extLst>
                    <a:ext uri="{FF2B5EF4-FFF2-40B4-BE49-F238E27FC236}">
                      <a16:creationId xmlns:a16="http://schemas.microsoft.com/office/drawing/2014/main" id="{BECBCF96-B037-A701-C46F-F3D92C650425}"/>
                    </a:ext>
                  </a:extLst>
                </p14:cNvPr>
                <p14:cNvContentPartPr/>
                <p14:nvPr/>
              </p14:nvContentPartPr>
              <p14:xfrm>
                <a:off x="4417056" y="4278816"/>
                <a:ext cx="63720" cy="57240"/>
              </p14:xfrm>
            </p:contentPart>
          </mc:Choice>
          <mc:Fallback>
            <p:pic>
              <p:nvPicPr>
                <p:cNvPr id="214" name="Ink 213">
                  <a:extLst>
                    <a:ext uri="{FF2B5EF4-FFF2-40B4-BE49-F238E27FC236}">
                      <a16:creationId xmlns:a16="http://schemas.microsoft.com/office/drawing/2014/main" id="{BECBCF96-B037-A701-C46F-F3D92C650425}"/>
                    </a:ext>
                  </a:extLst>
                </p:cNvPr>
                <p:cNvPicPr/>
                <p:nvPr/>
              </p:nvPicPr>
              <p:blipFill>
                <a:blip r:embed="rId594"/>
                <a:stretch>
                  <a:fillRect/>
                </a:stretch>
              </p:blipFill>
              <p:spPr>
                <a:xfrm>
                  <a:off x="4410936" y="4272696"/>
                  <a:ext cx="75960" cy="6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95">
              <p14:nvContentPartPr>
                <p14:cNvPr id="215" name="Ink 214">
                  <a:extLst>
                    <a:ext uri="{FF2B5EF4-FFF2-40B4-BE49-F238E27FC236}">
                      <a16:creationId xmlns:a16="http://schemas.microsoft.com/office/drawing/2014/main" id="{25910C74-91B7-278D-85BE-6BD93B45BFF0}"/>
                    </a:ext>
                  </a:extLst>
                </p14:cNvPr>
                <p14:cNvContentPartPr/>
                <p14:nvPr/>
              </p14:nvContentPartPr>
              <p14:xfrm>
                <a:off x="4624056" y="4163616"/>
                <a:ext cx="192600" cy="277200"/>
              </p14:xfrm>
            </p:contentPart>
          </mc:Choice>
          <mc:Fallback>
            <p:pic>
              <p:nvPicPr>
                <p:cNvPr id="215" name="Ink 214">
                  <a:extLst>
                    <a:ext uri="{FF2B5EF4-FFF2-40B4-BE49-F238E27FC236}">
                      <a16:creationId xmlns:a16="http://schemas.microsoft.com/office/drawing/2014/main" id="{25910C74-91B7-278D-85BE-6BD93B45BFF0}"/>
                    </a:ext>
                  </a:extLst>
                </p:cNvPr>
                <p:cNvPicPr/>
                <p:nvPr/>
              </p:nvPicPr>
              <p:blipFill>
                <a:blip r:embed="rId596"/>
                <a:stretch>
                  <a:fillRect/>
                </a:stretch>
              </p:blipFill>
              <p:spPr>
                <a:xfrm>
                  <a:off x="4617936" y="4157496"/>
                  <a:ext cx="204840" cy="28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97">
              <p14:nvContentPartPr>
                <p14:cNvPr id="216" name="Ink 215">
                  <a:extLst>
                    <a:ext uri="{FF2B5EF4-FFF2-40B4-BE49-F238E27FC236}">
                      <a16:creationId xmlns:a16="http://schemas.microsoft.com/office/drawing/2014/main" id="{C6DB742F-2393-2DD6-7630-EA8B818EAA91}"/>
                    </a:ext>
                  </a:extLst>
                </p14:cNvPr>
                <p14:cNvContentPartPr/>
                <p14:nvPr/>
              </p14:nvContentPartPr>
              <p14:xfrm>
                <a:off x="4877856" y="4247856"/>
                <a:ext cx="66240" cy="15120"/>
              </p14:xfrm>
            </p:contentPart>
          </mc:Choice>
          <mc:Fallback>
            <p:pic>
              <p:nvPicPr>
                <p:cNvPr id="216" name="Ink 215">
                  <a:extLst>
                    <a:ext uri="{FF2B5EF4-FFF2-40B4-BE49-F238E27FC236}">
                      <a16:creationId xmlns:a16="http://schemas.microsoft.com/office/drawing/2014/main" id="{C6DB742F-2393-2DD6-7630-EA8B818EAA91}"/>
                    </a:ext>
                  </a:extLst>
                </p:cNvPr>
                <p:cNvPicPr/>
                <p:nvPr/>
              </p:nvPicPr>
              <p:blipFill>
                <a:blip r:embed="rId598"/>
                <a:stretch>
                  <a:fillRect/>
                </a:stretch>
              </p:blipFill>
              <p:spPr>
                <a:xfrm>
                  <a:off x="4871736" y="4241736"/>
                  <a:ext cx="78480" cy="2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99">
              <p14:nvContentPartPr>
                <p14:cNvPr id="217" name="Ink 216">
                  <a:extLst>
                    <a:ext uri="{FF2B5EF4-FFF2-40B4-BE49-F238E27FC236}">
                      <a16:creationId xmlns:a16="http://schemas.microsoft.com/office/drawing/2014/main" id="{3F68C656-4A5A-738A-0542-C756892F51AD}"/>
                    </a:ext>
                  </a:extLst>
                </p14:cNvPr>
                <p14:cNvContentPartPr/>
                <p14:nvPr/>
              </p14:nvContentPartPr>
              <p14:xfrm>
                <a:off x="4809456" y="4227696"/>
                <a:ext cx="178200" cy="240120"/>
              </p14:xfrm>
            </p:contentPart>
          </mc:Choice>
          <mc:Fallback>
            <p:pic>
              <p:nvPicPr>
                <p:cNvPr id="217" name="Ink 216">
                  <a:extLst>
                    <a:ext uri="{FF2B5EF4-FFF2-40B4-BE49-F238E27FC236}">
                      <a16:creationId xmlns:a16="http://schemas.microsoft.com/office/drawing/2014/main" id="{3F68C656-4A5A-738A-0542-C756892F51AD}"/>
                    </a:ext>
                  </a:extLst>
                </p:cNvPr>
                <p:cNvPicPr/>
                <p:nvPr/>
              </p:nvPicPr>
              <p:blipFill>
                <a:blip r:embed="rId600"/>
                <a:stretch>
                  <a:fillRect/>
                </a:stretch>
              </p:blipFill>
              <p:spPr>
                <a:xfrm>
                  <a:off x="4803336" y="4221576"/>
                  <a:ext cx="190440" cy="25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1">
              <p14:nvContentPartPr>
                <p14:cNvPr id="218" name="Ink 217">
                  <a:extLst>
                    <a:ext uri="{FF2B5EF4-FFF2-40B4-BE49-F238E27FC236}">
                      <a16:creationId xmlns:a16="http://schemas.microsoft.com/office/drawing/2014/main" id="{DF327B41-C41A-7A67-A790-6A8CFE03168D}"/>
                    </a:ext>
                  </a:extLst>
                </p14:cNvPr>
                <p14:cNvContentPartPr/>
                <p14:nvPr/>
              </p14:nvContentPartPr>
              <p14:xfrm>
                <a:off x="5024016" y="4135536"/>
                <a:ext cx="149400" cy="214560"/>
              </p14:xfrm>
            </p:contentPart>
          </mc:Choice>
          <mc:Fallback>
            <p:pic>
              <p:nvPicPr>
                <p:cNvPr id="218" name="Ink 217">
                  <a:extLst>
                    <a:ext uri="{FF2B5EF4-FFF2-40B4-BE49-F238E27FC236}">
                      <a16:creationId xmlns:a16="http://schemas.microsoft.com/office/drawing/2014/main" id="{DF327B41-C41A-7A67-A790-6A8CFE03168D}"/>
                    </a:ext>
                  </a:extLst>
                </p:cNvPr>
                <p:cNvPicPr/>
                <p:nvPr/>
              </p:nvPicPr>
              <p:blipFill>
                <a:blip r:embed="rId602"/>
                <a:stretch>
                  <a:fillRect/>
                </a:stretch>
              </p:blipFill>
              <p:spPr>
                <a:xfrm>
                  <a:off x="5017896" y="4129416"/>
                  <a:ext cx="161640" cy="22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3">
              <p14:nvContentPartPr>
                <p14:cNvPr id="219" name="Ink 218">
                  <a:extLst>
                    <a:ext uri="{FF2B5EF4-FFF2-40B4-BE49-F238E27FC236}">
                      <a16:creationId xmlns:a16="http://schemas.microsoft.com/office/drawing/2014/main" id="{D6D2B625-B658-DEC6-9428-29824F345EE5}"/>
                    </a:ext>
                  </a:extLst>
                </p14:cNvPr>
                <p14:cNvContentPartPr/>
                <p14:nvPr/>
              </p14:nvContentPartPr>
              <p14:xfrm>
                <a:off x="5077656" y="4204656"/>
                <a:ext cx="360" cy="360"/>
              </p14:xfrm>
            </p:contentPart>
          </mc:Choice>
          <mc:Fallback>
            <p:pic>
              <p:nvPicPr>
                <p:cNvPr id="219" name="Ink 218">
                  <a:extLst>
                    <a:ext uri="{FF2B5EF4-FFF2-40B4-BE49-F238E27FC236}">
                      <a16:creationId xmlns:a16="http://schemas.microsoft.com/office/drawing/2014/main" id="{D6D2B625-B658-DEC6-9428-29824F345EE5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5071536" y="4198536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4">
              <p14:nvContentPartPr>
                <p14:cNvPr id="220" name="Ink 219">
                  <a:extLst>
                    <a:ext uri="{FF2B5EF4-FFF2-40B4-BE49-F238E27FC236}">
                      <a16:creationId xmlns:a16="http://schemas.microsoft.com/office/drawing/2014/main" id="{3B07881D-CEAD-9A61-7F73-79A5F8115FA6}"/>
                    </a:ext>
                  </a:extLst>
                </p14:cNvPr>
                <p14:cNvContentPartPr/>
                <p14:nvPr/>
              </p14:nvContentPartPr>
              <p14:xfrm>
                <a:off x="5072976" y="4204656"/>
                <a:ext cx="68760" cy="101880"/>
              </p14:xfrm>
            </p:contentPart>
          </mc:Choice>
          <mc:Fallback>
            <p:pic>
              <p:nvPicPr>
                <p:cNvPr id="220" name="Ink 219">
                  <a:extLst>
                    <a:ext uri="{FF2B5EF4-FFF2-40B4-BE49-F238E27FC236}">
                      <a16:creationId xmlns:a16="http://schemas.microsoft.com/office/drawing/2014/main" id="{3B07881D-CEAD-9A61-7F73-79A5F8115FA6}"/>
                    </a:ext>
                  </a:extLst>
                </p:cNvPr>
                <p:cNvPicPr/>
                <p:nvPr/>
              </p:nvPicPr>
              <p:blipFill>
                <a:blip r:embed="rId605"/>
                <a:stretch>
                  <a:fillRect/>
                </a:stretch>
              </p:blipFill>
              <p:spPr>
                <a:xfrm>
                  <a:off x="5066856" y="4198536"/>
                  <a:ext cx="81000" cy="11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6">
              <p14:nvContentPartPr>
                <p14:cNvPr id="221" name="Ink 220">
                  <a:extLst>
                    <a:ext uri="{FF2B5EF4-FFF2-40B4-BE49-F238E27FC236}">
                      <a16:creationId xmlns:a16="http://schemas.microsoft.com/office/drawing/2014/main" id="{B5AD45E0-B1FF-3190-7F8A-479BB33E1FF6}"/>
                    </a:ext>
                  </a:extLst>
                </p14:cNvPr>
                <p14:cNvContentPartPr/>
                <p14:nvPr/>
              </p14:nvContentPartPr>
              <p14:xfrm>
                <a:off x="5202216" y="4241376"/>
                <a:ext cx="132120" cy="55440"/>
              </p14:xfrm>
            </p:contentPart>
          </mc:Choice>
          <mc:Fallback>
            <p:pic>
              <p:nvPicPr>
                <p:cNvPr id="221" name="Ink 220">
                  <a:extLst>
                    <a:ext uri="{FF2B5EF4-FFF2-40B4-BE49-F238E27FC236}">
                      <a16:creationId xmlns:a16="http://schemas.microsoft.com/office/drawing/2014/main" id="{B5AD45E0-B1FF-3190-7F8A-479BB33E1FF6}"/>
                    </a:ext>
                  </a:extLst>
                </p:cNvPr>
                <p:cNvPicPr/>
                <p:nvPr/>
              </p:nvPicPr>
              <p:blipFill>
                <a:blip r:embed="rId607"/>
                <a:stretch>
                  <a:fillRect/>
                </a:stretch>
              </p:blipFill>
              <p:spPr>
                <a:xfrm>
                  <a:off x="5196096" y="4235256"/>
                  <a:ext cx="144360" cy="6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8">
              <p14:nvContentPartPr>
                <p14:cNvPr id="222" name="Ink 221">
                  <a:extLst>
                    <a:ext uri="{FF2B5EF4-FFF2-40B4-BE49-F238E27FC236}">
                      <a16:creationId xmlns:a16="http://schemas.microsoft.com/office/drawing/2014/main" id="{A40812FB-5BE2-2887-71C7-412D04C2CF71}"/>
                    </a:ext>
                  </a:extLst>
                </p14:cNvPr>
                <p14:cNvContentPartPr/>
                <p14:nvPr/>
              </p14:nvContentPartPr>
              <p14:xfrm>
                <a:off x="5365296" y="4213656"/>
                <a:ext cx="92880" cy="68040"/>
              </p14:xfrm>
            </p:contentPart>
          </mc:Choice>
          <mc:Fallback>
            <p:pic>
              <p:nvPicPr>
                <p:cNvPr id="222" name="Ink 221">
                  <a:extLst>
                    <a:ext uri="{FF2B5EF4-FFF2-40B4-BE49-F238E27FC236}">
                      <a16:creationId xmlns:a16="http://schemas.microsoft.com/office/drawing/2014/main" id="{A40812FB-5BE2-2887-71C7-412D04C2CF71}"/>
                    </a:ext>
                  </a:extLst>
                </p:cNvPr>
                <p:cNvPicPr/>
                <p:nvPr/>
              </p:nvPicPr>
              <p:blipFill>
                <a:blip r:embed="rId609"/>
                <a:stretch>
                  <a:fillRect/>
                </a:stretch>
              </p:blipFill>
              <p:spPr>
                <a:xfrm>
                  <a:off x="5359176" y="4207536"/>
                  <a:ext cx="105120" cy="8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10">
              <p14:nvContentPartPr>
                <p14:cNvPr id="223" name="Ink 222">
                  <a:extLst>
                    <a:ext uri="{FF2B5EF4-FFF2-40B4-BE49-F238E27FC236}">
                      <a16:creationId xmlns:a16="http://schemas.microsoft.com/office/drawing/2014/main" id="{D50FCAB7-27E4-46F2-6A2E-D6FDDFABBB2D}"/>
                    </a:ext>
                  </a:extLst>
                </p14:cNvPr>
                <p14:cNvContentPartPr/>
                <p14:nvPr/>
              </p14:nvContentPartPr>
              <p14:xfrm>
                <a:off x="5511096" y="4176216"/>
                <a:ext cx="140040" cy="78120"/>
              </p14:xfrm>
            </p:contentPart>
          </mc:Choice>
          <mc:Fallback>
            <p:pic>
              <p:nvPicPr>
                <p:cNvPr id="223" name="Ink 222">
                  <a:extLst>
                    <a:ext uri="{FF2B5EF4-FFF2-40B4-BE49-F238E27FC236}">
                      <a16:creationId xmlns:a16="http://schemas.microsoft.com/office/drawing/2014/main" id="{D50FCAB7-27E4-46F2-6A2E-D6FDDFABBB2D}"/>
                    </a:ext>
                  </a:extLst>
                </p:cNvPr>
                <p:cNvPicPr/>
                <p:nvPr/>
              </p:nvPicPr>
              <p:blipFill>
                <a:blip r:embed="rId611"/>
                <a:stretch>
                  <a:fillRect/>
                </a:stretch>
              </p:blipFill>
              <p:spPr>
                <a:xfrm>
                  <a:off x="5504976" y="4170096"/>
                  <a:ext cx="152280" cy="9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12">
              <p14:nvContentPartPr>
                <p14:cNvPr id="224" name="Ink 223">
                  <a:extLst>
                    <a:ext uri="{FF2B5EF4-FFF2-40B4-BE49-F238E27FC236}">
                      <a16:creationId xmlns:a16="http://schemas.microsoft.com/office/drawing/2014/main" id="{3358CEDB-E16C-0950-421B-DAC0F5B2F562}"/>
                    </a:ext>
                  </a:extLst>
                </p14:cNvPr>
                <p14:cNvContentPartPr/>
                <p14:nvPr/>
              </p14:nvContentPartPr>
              <p14:xfrm>
                <a:off x="5683896" y="4173336"/>
                <a:ext cx="55800" cy="67320"/>
              </p14:xfrm>
            </p:contentPart>
          </mc:Choice>
          <mc:Fallback>
            <p:pic>
              <p:nvPicPr>
                <p:cNvPr id="224" name="Ink 223">
                  <a:extLst>
                    <a:ext uri="{FF2B5EF4-FFF2-40B4-BE49-F238E27FC236}">
                      <a16:creationId xmlns:a16="http://schemas.microsoft.com/office/drawing/2014/main" id="{3358CEDB-E16C-0950-421B-DAC0F5B2F562}"/>
                    </a:ext>
                  </a:extLst>
                </p:cNvPr>
                <p:cNvPicPr/>
                <p:nvPr/>
              </p:nvPicPr>
              <p:blipFill>
                <a:blip r:embed="rId613"/>
                <a:stretch>
                  <a:fillRect/>
                </a:stretch>
              </p:blipFill>
              <p:spPr>
                <a:xfrm>
                  <a:off x="5677776" y="4167216"/>
                  <a:ext cx="68040" cy="7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14">
              <p14:nvContentPartPr>
                <p14:cNvPr id="226" name="Ink 225">
                  <a:extLst>
                    <a:ext uri="{FF2B5EF4-FFF2-40B4-BE49-F238E27FC236}">
                      <a16:creationId xmlns:a16="http://schemas.microsoft.com/office/drawing/2014/main" id="{87FD0B36-B36F-47A5-2C7C-6DE674E6B730}"/>
                    </a:ext>
                  </a:extLst>
                </p14:cNvPr>
                <p14:cNvContentPartPr/>
                <p14:nvPr/>
              </p14:nvContentPartPr>
              <p14:xfrm>
                <a:off x="5814216" y="4092696"/>
                <a:ext cx="158760" cy="137160"/>
              </p14:xfrm>
            </p:contentPart>
          </mc:Choice>
          <mc:Fallback>
            <p:pic>
              <p:nvPicPr>
                <p:cNvPr id="226" name="Ink 225">
                  <a:extLst>
                    <a:ext uri="{FF2B5EF4-FFF2-40B4-BE49-F238E27FC236}">
                      <a16:creationId xmlns:a16="http://schemas.microsoft.com/office/drawing/2014/main" id="{87FD0B36-B36F-47A5-2C7C-6DE674E6B730}"/>
                    </a:ext>
                  </a:extLst>
                </p:cNvPr>
                <p:cNvPicPr/>
                <p:nvPr/>
              </p:nvPicPr>
              <p:blipFill>
                <a:blip r:embed="rId615"/>
                <a:stretch>
                  <a:fillRect/>
                </a:stretch>
              </p:blipFill>
              <p:spPr>
                <a:xfrm>
                  <a:off x="5808096" y="4086576"/>
                  <a:ext cx="171000" cy="14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16">
              <p14:nvContentPartPr>
                <p14:cNvPr id="227" name="Ink 226">
                  <a:extLst>
                    <a:ext uri="{FF2B5EF4-FFF2-40B4-BE49-F238E27FC236}">
                      <a16:creationId xmlns:a16="http://schemas.microsoft.com/office/drawing/2014/main" id="{117E2A21-1B0A-E328-6BA1-C565953FB933}"/>
                    </a:ext>
                  </a:extLst>
                </p14:cNvPr>
                <p14:cNvContentPartPr/>
                <p14:nvPr/>
              </p14:nvContentPartPr>
              <p14:xfrm>
                <a:off x="6005016" y="4139136"/>
                <a:ext cx="75960" cy="46440"/>
              </p14:xfrm>
            </p:contentPart>
          </mc:Choice>
          <mc:Fallback>
            <p:pic>
              <p:nvPicPr>
                <p:cNvPr id="227" name="Ink 226">
                  <a:extLst>
                    <a:ext uri="{FF2B5EF4-FFF2-40B4-BE49-F238E27FC236}">
                      <a16:creationId xmlns:a16="http://schemas.microsoft.com/office/drawing/2014/main" id="{117E2A21-1B0A-E328-6BA1-C565953FB933}"/>
                    </a:ext>
                  </a:extLst>
                </p:cNvPr>
                <p:cNvPicPr/>
                <p:nvPr/>
              </p:nvPicPr>
              <p:blipFill>
                <a:blip r:embed="rId617"/>
                <a:stretch>
                  <a:fillRect/>
                </a:stretch>
              </p:blipFill>
              <p:spPr>
                <a:xfrm>
                  <a:off x="5998896" y="4133016"/>
                  <a:ext cx="88200" cy="5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18">
              <p14:nvContentPartPr>
                <p14:cNvPr id="228" name="Ink 227">
                  <a:extLst>
                    <a:ext uri="{FF2B5EF4-FFF2-40B4-BE49-F238E27FC236}">
                      <a16:creationId xmlns:a16="http://schemas.microsoft.com/office/drawing/2014/main" id="{E36B1CF9-B1F4-7054-F328-98BE76DE8990}"/>
                    </a:ext>
                  </a:extLst>
                </p14:cNvPr>
                <p14:cNvContentPartPr/>
                <p14:nvPr/>
              </p14:nvContentPartPr>
              <p14:xfrm>
                <a:off x="6128496" y="3983616"/>
                <a:ext cx="211680" cy="196920"/>
              </p14:xfrm>
            </p:contentPart>
          </mc:Choice>
          <mc:Fallback>
            <p:pic>
              <p:nvPicPr>
                <p:cNvPr id="228" name="Ink 227">
                  <a:extLst>
                    <a:ext uri="{FF2B5EF4-FFF2-40B4-BE49-F238E27FC236}">
                      <a16:creationId xmlns:a16="http://schemas.microsoft.com/office/drawing/2014/main" id="{E36B1CF9-B1F4-7054-F328-98BE76DE8990}"/>
                    </a:ext>
                  </a:extLst>
                </p:cNvPr>
                <p:cNvPicPr/>
                <p:nvPr/>
              </p:nvPicPr>
              <p:blipFill>
                <a:blip r:embed="rId619"/>
                <a:stretch>
                  <a:fillRect/>
                </a:stretch>
              </p:blipFill>
              <p:spPr>
                <a:xfrm>
                  <a:off x="6122376" y="3977496"/>
                  <a:ext cx="223920" cy="20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0">
              <p14:nvContentPartPr>
                <p14:cNvPr id="229" name="Ink 228">
                  <a:extLst>
                    <a:ext uri="{FF2B5EF4-FFF2-40B4-BE49-F238E27FC236}">
                      <a16:creationId xmlns:a16="http://schemas.microsoft.com/office/drawing/2014/main" id="{CF359A89-AC17-556F-F5DA-460DA8C56EBF}"/>
                    </a:ext>
                  </a:extLst>
                </p14:cNvPr>
                <p14:cNvContentPartPr/>
                <p14:nvPr/>
              </p14:nvContentPartPr>
              <p14:xfrm>
                <a:off x="6370056" y="4067856"/>
                <a:ext cx="86760" cy="109800"/>
              </p14:xfrm>
            </p:contentPart>
          </mc:Choice>
          <mc:Fallback>
            <p:pic>
              <p:nvPicPr>
                <p:cNvPr id="229" name="Ink 228">
                  <a:extLst>
                    <a:ext uri="{FF2B5EF4-FFF2-40B4-BE49-F238E27FC236}">
                      <a16:creationId xmlns:a16="http://schemas.microsoft.com/office/drawing/2014/main" id="{CF359A89-AC17-556F-F5DA-460DA8C56EBF}"/>
                    </a:ext>
                  </a:extLst>
                </p:cNvPr>
                <p:cNvPicPr/>
                <p:nvPr/>
              </p:nvPicPr>
              <p:blipFill>
                <a:blip r:embed="rId621"/>
                <a:stretch>
                  <a:fillRect/>
                </a:stretch>
              </p:blipFill>
              <p:spPr>
                <a:xfrm>
                  <a:off x="6363936" y="4061736"/>
                  <a:ext cx="99000" cy="12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2">
              <p14:nvContentPartPr>
                <p14:cNvPr id="230" name="Ink 229">
                  <a:extLst>
                    <a:ext uri="{FF2B5EF4-FFF2-40B4-BE49-F238E27FC236}">
                      <a16:creationId xmlns:a16="http://schemas.microsoft.com/office/drawing/2014/main" id="{5AD0AFF2-E728-5FAF-3BC3-4272CE2F993F}"/>
                    </a:ext>
                  </a:extLst>
                </p14:cNvPr>
                <p14:cNvContentPartPr/>
                <p14:nvPr/>
              </p14:nvContentPartPr>
              <p14:xfrm>
                <a:off x="4346136" y="4646736"/>
                <a:ext cx="19800" cy="26640"/>
              </p14:xfrm>
            </p:contentPart>
          </mc:Choice>
          <mc:Fallback>
            <p:pic>
              <p:nvPicPr>
                <p:cNvPr id="230" name="Ink 229">
                  <a:extLst>
                    <a:ext uri="{FF2B5EF4-FFF2-40B4-BE49-F238E27FC236}">
                      <a16:creationId xmlns:a16="http://schemas.microsoft.com/office/drawing/2014/main" id="{5AD0AFF2-E728-5FAF-3BC3-4272CE2F993F}"/>
                    </a:ext>
                  </a:extLst>
                </p:cNvPr>
                <p:cNvPicPr/>
                <p:nvPr/>
              </p:nvPicPr>
              <p:blipFill>
                <a:blip r:embed="rId623"/>
                <a:stretch>
                  <a:fillRect/>
                </a:stretch>
              </p:blipFill>
              <p:spPr>
                <a:xfrm>
                  <a:off x="4340016" y="4640616"/>
                  <a:ext cx="32040" cy="3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4">
              <p14:nvContentPartPr>
                <p14:cNvPr id="231" name="Ink 230">
                  <a:extLst>
                    <a:ext uri="{FF2B5EF4-FFF2-40B4-BE49-F238E27FC236}">
                      <a16:creationId xmlns:a16="http://schemas.microsoft.com/office/drawing/2014/main" id="{8674F3DC-9B14-33C5-F847-C50150888E1A}"/>
                    </a:ext>
                  </a:extLst>
                </p14:cNvPr>
                <p14:cNvContentPartPr/>
                <p14:nvPr/>
              </p14:nvContentPartPr>
              <p14:xfrm>
                <a:off x="4341456" y="4760856"/>
                <a:ext cx="63720" cy="27360"/>
              </p14:xfrm>
            </p:contentPart>
          </mc:Choice>
          <mc:Fallback>
            <p:pic>
              <p:nvPicPr>
                <p:cNvPr id="231" name="Ink 230">
                  <a:extLst>
                    <a:ext uri="{FF2B5EF4-FFF2-40B4-BE49-F238E27FC236}">
                      <a16:creationId xmlns:a16="http://schemas.microsoft.com/office/drawing/2014/main" id="{8674F3DC-9B14-33C5-F847-C50150888E1A}"/>
                    </a:ext>
                  </a:extLst>
                </p:cNvPr>
                <p:cNvPicPr/>
                <p:nvPr/>
              </p:nvPicPr>
              <p:blipFill>
                <a:blip r:embed="rId625"/>
                <a:stretch>
                  <a:fillRect/>
                </a:stretch>
              </p:blipFill>
              <p:spPr>
                <a:xfrm>
                  <a:off x="4335336" y="4754736"/>
                  <a:ext cx="75960" cy="3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6">
              <p14:nvContentPartPr>
                <p14:cNvPr id="232" name="Ink 231">
                  <a:extLst>
                    <a:ext uri="{FF2B5EF4-FFF2-40B4-BE49-F238E27FC236}">
                      <a16:creationId xmlns:a16="http://schemas.microsoft.com/office/drawing/2014/main" id="{14B7368D-B4D8-BB7C-9CC2-3ECBE0022CEB}"/>
                    </a:ext>
                  </a:extLst>
                </p14:cNvPr>
                <p14:cNvContentPartPr/>
                <p14:nvPr/>
              </p14:nvContentPartPr>
              <p14:xfrm>
                <a:off x="4463136" y="4575096"/>
                <a:ext cx="297720" cy="266400"/>
              </p14:xfrm>
            </p:contentPart>
          </mc:Choice>
          <mc:Fallback>
            <p:pic>
              <p:nvPicPr>
                <p:cNvPr id="232" name="Ink 231">
                  <a:extLst>
                    <a:ext uri="{FF2B5EF4-FFF2-40B4-BE49-F238E27FC236}">
                      <a16:creationId xmlns:a16="http://schemas.microsoft.com/office/drawing/2014/main" id="{14B7368D-B4D8-BB7C-9CC2-3ECBE0022CEB}"/>
                    </a:ext>
                  </a:extLst>
                </p:cNvPr>
                <p:cNvPicPr/>
                <p:nvPr/>
              </p:nvPicPr>
              <p:blipFill>
                <a:blip r:embed="rId627"/>
                <a:stretch>
                  <a:fillRect/>
                </a:stretch>
              </p:blipFill>
              <p:spPr>
                <a:xfrm>
                  <a:off x="4457016" y="4568976"/>
                  <a:ext cx="309960" cy="27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8">
              <p14:nvContentPartPr>
                <p14:cNvPr id="233" name="Ink 232">
                  <a:extLst>
                    <a:ext uri="{FF2B5EF4-FFF2-40B4-BE49-F238E27FC236}">
                      <a16:creationId xmlns:a16="http://schemas.microsoft.com/office/drawing/2014/main" id="{D025CB06-A85E-CFD8-05B8-DCCCC3AF3CF0}"/>
                    </a:ext>
                  </a:extLst>
                </p14:cNvPr>
                <p14:cNvContentPartPr/>
                <p14:nvPr/>
              </p14:nvContentPartPr>
              <p14:xfrm>
                <a:off x="4797216" y="4646736"/>
                <a:ext cx="83160" cy="14040"/>
              </p14:xfrm>
            </p:contentPart>
          </mc:Choice>
          <mc:Fallback>
            <p:pic>
              <p:nvPicPr>
                <p:cNvPr id="233" name="Ink 232">
                  <a:extLst>
                    <a:ext uri="{FF2B5EF4-FFF2-40B4-BE49-F238E27FC236}">
                      <a16:creationId xmlns:a16="http://schemas.microsoft.com/office/drawing/2014/main" id="{D025CB06-A85E-CFD8-05B8-DCCCC3AF3CF0}"/>
                    </a:ext>
                  </a:extLst>
                </p:cNvPr>
                <p:cNvPicPr/>
                <p:nvPr/>
              </p:nvPicPr>
              <p:blipFill>
                <a:blip r:embed="rId629"/>
                <a:stretch>
                  <a:fillRect/>
                </a:stretch>
              </p:blipFill>
              <p:spPr>
                <a:xfrm>
                  <a:off x="4791096" y="4640616"/>
                  <a:ext cx="95400" cy="2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30">
              <p14:nvContentPartPr>
                <p14:cNvPr id="234" name="Ink 233">
                  <a:extLst>
                    <a:ext uri="{FF2B5EF4-FFF2-40B4-BE49-F238E27FC236}">
                      <a16:creationId xmlns:a16="http://schemas.microsoft.com/office/drawing/2014/main" id="{5F6C77E8-8C04-F8BF-1661-B4007D99E30E}"/>
                    </a:ext>
                  </a:extLst>
                </p14:cNvPr>
                <p14:cNvContentPartPr/>
                <p14:nvPr/>
              </p14:nvContentPartPr>
              <p14:xfrm>
                <a:off x="4753296" y="4633056"/>
                <a:ext cx="144360" cy="238320"/>
              </p14:xfrm>
            </p:contentPart>
          </mc:Choice>
          <mc:Fallback>
            <p:pic>
              <p:nvPicPr>
                <p:cNvPr id="234" name="Ink 233">
                  <a:extLst>
                    <a:ext uri="{FF2B5EF4-FFF2-40B4-BE49-F238E27FC236}">
                      <a16:creationId xmlns:a16="http://schemas.microsoft.com/office/drawing/2014/main" id="{5F6C77E8-8C04-F8BF-1661-B4007D99E30E}"/>
                    </a:ext>
                  </a:extLst>
                </p:cNvPr>
                <p:cNvPicPr/>
                <p:nvPr/>
              </p:nvPicPr>
              <p:blipFill>
                <a:blip r:embed="rId631"/>
                <a:stretch>
                  <a:fillRect/>
                </a:stretch>
              </p:blipFill>
              <p:spPr>
                <a:xfrm>
                  <a:off x="4747176" y="4626936"/>
                  <a:ext cx="156600" cy="25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32">
              <p14:nvContentPartPr>
                <p14:cNvPr id="235" name="Ink 234">
                  <a:extLst>
                    <a:ext uri="{FF2B5EF4-FFF2-40B4-BE49-F238E27FC236}">
                      <a16:creationId xmlns:a16="http://schemas.microsoft.com/office/drawing/2014/main" id="{145D3721-0DD9-81C6-07FC-E3DA06D02DA5}"/>
                    </a:ext>
                  </a:extLst>
                </p14:cNvPr>
                <p14:cNvContentPartPr/>
                <p14:nvPr/>
              </p14:nvContentPartPr>
              <p14:xfrm>
                <a:off x="4958136" y="4555296"/>
                <a:ext cx="117000" cy="191880"/>
              </p14:xfrm>
            </p:contentPart>
          </mc:Choice>
          <mc:Fallback>
            <p:pic>
              <p:nvPicPr>
                <p:cNvPr id="235" name="Ink 234">
                  <a:extLst>
                    <a:ext uri="{FF2B5EF4-FFF2-40B4-BE49-F238E27FC236}">
                      <a16:creationId xmlns:a16="http://schemas.microsoft.com/office/drawing/2014/main" id="{145D3721-0DD9-81C6-07FC-E3DA06D02DA5}"/>
                    </a:ext>
                  </a:extLst>
                </p:cNvPr>
                <p:cNvPicPr/>
                <p:nvPr/>
              </p:nvPicPr>
              <p:blipFill>
                <a:blip r:embed="rId633"/>
                <a:stretch>
                  <a:fillRect/>
                </a:stretch>
              </p:blipFill>
              <p:spPr>
                <a:xfrm>
                  <a:off x="4952016" y="4549176"/>
                  <a:ext cx="129240" cy="20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34">
              <p14:nvContentPartPr>
                <p14:cNvPr id="236" name="Ink 235">
                  <a:extLst>
                    <a:ext uri="{FF2B5EF4-FFF2-40B4-BE49-F238E27FC236}">
                      <a16:creationId xmlns:a16="http://schemas.microsoft.com/office/drawing/2014/main" id="{8B420EA9-546A-33CE-8A38-FA525A6B8E5D}"/>
                    </a:ext>
                  </a:extLst>
                </p14:cNvPr>
                <p14:cNvContentPartPr/>
                <p14:nvPr/>
              </p14:nvContentPartPr>
              <p14:xfrm>
                <a:off x="4985136" y="4686696"/>
                <a:ext cx="102960" cy="43200"/>
              </p14:xfrm>
            </p:contentPart>
          </mc:Choice>
          <mc:Fallback>
            <p:pic>
              <p:nvPicPr>
                <p:cNvPr id="236" name="Ink 235">
                  <a:extLst>
                    <a:ext uri="{FF2B5EF4-FFF2-40B4-BE49-F238E27FC236}">
                      <a16:creationId xmlns:a16="http://schemas.microsoft.com/office/drawing/2014/main" id="{8B420EA9-546A-33CE-8A38-FA525A6B8E5D}"/>
                    </a:ext>
                  </a:extLst>
                </p:cNvPr>
                <p:cNvPicPr/>
                <p:nvPr/>
              </p:nvPicPr>
              <p:blipFill>
                <a:blip r:embed="rId635"/>
                <a:stretch>
                  <a:fillRect/>
                </a:stretch>
              </p:blipFill>
              <p:spPr>
                <a:xfrm>
                  <a:off x="4979016" y="4680576"/>
                  <a:ext cx="115200" cy="5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36">
              <p14:nvContentPartPr>
                <p14:cNvPr id="237" name="Ink 236">
                  <a:extLst>
                    <a:ext uri="{FF2B5EF4-FFF2-40B4-BE49-F238E27FC236}">
                      <a16:creationId xmlns:a16="http://schemas.microsoft.com/office/drawing/2014/main" id="{3CFC4AD1-F618-3724-98BE-D550A96B5413}"/>
                    </a:ext>
                  </a:extLst>
                </p14:cNvPr>
                <p14:cNvContentPartPr/>
                <p14:nvPr/>
              </p14:nvContentPartPr>
              <p14:xfrm>
                <a:off x="5119056" y="4660776"/>
                <a:ext cx="149040" cy="45720"/>
              </p14:xfrm>
            </p:contentPart>
          </mc:Choice>
          <mc:Fallback>
            <p:pic>
              <p:nvPicPr>
                <p:cNvPr id="237" name="Ink 236">
                  <a:extLst>
                    <a:ext uri="{FF2B5EF4-FFF2-40B4-BE49-F238E27FC236}">
                      <a16:creationId xmlns:a16="http://schemas.microsoft.com/office/drawing/2014/main" id="{3CFC4AD1-F618-3724-98BE-D550A96B5413}"/>
                    </a:ext>
                  </a:extLst>
                </p:cNvPr>
                <p:cNvPicPr/>
                <p:nvPr/>
              </p:nvPicPr>
              <p:blipFill>
                <a:blip r:embed="rId637"/>
                <a:stretch>
                  <a:fillRect/>
                </a:stretch>
              </p:blipFill>
              <p:spPr>
                <a:xfrm>
                  <a:off x="5112936" y="4654656"/>
                  <a:ext cx="161280" cy="5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38">
              <p14:nvContentPartPr>
                <p14:cNvPr id="238" name="Ink 237">
                  <a:extLst>
                    <a:ext uri="{FF2B5EF4-FFF2-40B4-BE49-F238E27FC236}">
                      <a16:creationId xmlns:a16="http://schemas.microsoft.com/office/drawing/2014/main" id="{2511A7D8-8016-F65D-2DF9-F079ED67C300}"/>
                    </a:ext>
                  </a:extLst>
                </p14:cNvPr>
                <p14:cNvContentPartPr/>
                <p14:nvPr/>
              </p14:nvContentPartPr>
              <p14:xfrm>
                <a:off x="5290056" y="4619736"/>
                <a:ext cx="92520" cy="60840"/>
              </p14:xfrm>
            </p:contentPart>
          </mc:Choice>
          <mc:Fallback>
            <p:pic>
              <p:nvPicPr>
                <p:cNvPr id="238" name="Ink 237">
                  <a:extLst>
                    <a:ext uri="{FF2B5EF4-FFF2-40B4-BE49-F238E27FC236}">
                      <a16:creationId xmlns:a16="http://schemas.microsoft.com/office/drawing/2014/main" id="{2511A7D8-8016-F65D-2DF9-F079ED67C300}"/>
                    </a:ext>
                  </a:extLst>
                </p:cNvPr>
                <p:cNvPicPr/>
                <p:nvPr/>
              </p:nvPicPr>
              <p:blipFill>
                <a:blip r:embed="rId639"/>
                <a:stretch>
                  <a:fillRect/>
                </a:stretch>
              </p:blipFill>
              <p:spPr>
                <a:xfrm>
                  <a:off x="5283936" y="4613616"/>
                  <a:ext cx="104760" cy="7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0">
              <p14:nvContentPartPr>
                <p14:cNvPr id="239" name="Ink 238">
                  <a:extLst>
                    <a:ext uri="{FF2B5EF4-FFF2-40B4-BE49-F238E27FC236}">
                      <a16:creationId xmlns:a16="http://schemas.microsoft.com/office/drawing/2014/main" id="{2C582C1C-7D86-0B3C-4CC8-72A2B920D4FF}"/>
                    </a:ext>
                  </a:extLst>
                </p14:cNvPr>
                <p14:cNvContentPartPr/>
                <p14:nvPr/>
              </p14:nvContentPartPr>
              <p14:xfrm>
                <a:off x="5445936" y="4630896"/>
                <a:ext cx="127080" cy="24480"/>
              </p14:xfrm>
            </p:contentPart>
          </mc:Choice>
          <mc:Fallback>
            <p:pic>
              <p:nvPicPr>
                <p:cNvPr id="239" name="Ink 238">
                  <a:extLst>
                    <a:ext uri="{FF2B5EF4-FFF2-40B4-BE49-F238E27FC236}">
                      <a16:creationId xmlns:a16="http://schemas.microsoft.com/office/drawing/2014/main" id="{2C582C1C-7D86-0B3C-4CC8-72A2B920D4FF}"/>
                    </a:ext>
                  </a:extLst>
                </p:cNvPr>
                <p:cNvPicPr/>
                <p:nvPr/>
              </p:nvPicPr>
              <p:blipFill>
                <a:blip r:embed="rId641"/>
                <a:stretch>
                  <a:fillRect/>
                </a:stretch>
              </p:blipFill>
              <p:spPr>
                <a:xfrm>
                  <a:off x="5439816" y="4624776"/>
                  <a:ext cx="139320" cy="3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2">
              <p14:nvContentPartPr>
                <p14:cNvPr id="240" name="Ink 239">
                  <a:extLst>
                    <a:ext uri="{FF2B5EF4-FFF2-40B4-BE49-F238E27FC236}">
                      <a16:creationId xmlns:a16="http://schemas.microsoft.com/office/drawing/2014/main" id="{42CAD908-10D3-F22A-CFBF-079B6DD44567}"/>
                    </a:ext>
                  </a:extLst>
                </p14:cNvPr>
                <p14:cNvContentPartPr/>
                <p14:nvPr/>
              </p14:nvContentPartPr>
              <p14:xfrm>
                <a:off x="5611536" y="4574016"/>
                <a:ext cx="83880" cy="74880"/>
              </p14:xfrm>
            </p:contentPart>
          </mc:Choice>
          <mc:Fallback>
            <p:pic>
              <p:nvPicPr>
                <p:cNvPr id="240" name="Ink 239">
                  <a:extLst>
                    <a:ext uri="{FF2B5EF4-FFF2-40B4-BE49-F238E27FC236}">
                      <a16:creationId xmlns:a16="http://schemas.microsoft.com/office/drawing/2014/main" id="{42CAD908-10D3-F22A-CFBF-079B6DD44567}"/>
                    </a:ext>
                  </a:extLst>
                </p:cNvPr>
                <p:cNvPicPr/>
                <p:nvPr/>
              </p:nvPicPr>
              <p:blipFill>
                <a:blip r:embed="rId643"/>
                <a:stretch>
                  <a:fillRect/>
                </a:stretch>
              </p:blipFill>
              <p:spPr>
                <a:xfrm>
                  <a:off x="5605416" y="4567896"/>
                  <a:ext cx="96120" cy="8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4">
              <p14:nvContentPartPr>
                <p14:cNvPr id="241" name="Ink 240">
                  <a:extLst>
                    <a:ext uri="{FF2B5EF4-FFF2-40B4-BE49-F238E27FC236}">
                      <a16:creationId xmlns:a16="http://schemas.microsoft.com/office/drawing/2014/main" id="{B7DAFF57-8AE1-7DA8-5E28-0156D03DFD79}"/>
                    </a:ext>
                  </a:extLst>
                </p14:cNvPr>
                <p14:cNvContentPartPr/>
                <p14:nvPr/>
              </p14:nvContentPartPr>
              <p14:xfrm>
                <a:off x="5767776" y="4542696"/>
                <a:ext cx="46800" cy="100800"/>
              </p14:xfrm>
            </p:contentPart>
          </mc:Choice>
          <mc:Fallback>
            <p:pic>
              <p:nvPicPr>
                <p:cNvPr id="241" name="Ink 240">
                  <a:extLst>
                    <a:ext uri="{FF2B5EF4-FFF2-40B4-BE49-F238E27FC236}">
                      <a16:creationId xmlns:a16="http://schemas.microsoft.com/office/drawing/2014/main" id="{B7DAFF57-8AE1-7DA8-5E28-0156D03DFD79}"/>
                    </a:ext>
                  </a:extLst>
                </p:cNvPr>
                <p:cNvPicPr/>
                <p:nvPr/>
              </p:nvPicPr>
              <p:blipFill>
                <a:blip r:embed="rId645"/>
                <a:stretch>
                  <a:fillRect/>
                </a:stretch>
              </p:blipFill>
              <p:spPr>
                <a:xfrm>
                  <a:off x="5761656" y="4536576"/>
                  <a:ext cx="59040" cy="11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6">
              <p14:nvContentPartPr>
                <p14:cNvPr id="242" name="Ink 241">
                  <a:extLst>
                    <a:ext uri="{FF2B5EF4-FFF2-40B4-BE49-F238E27FC236}">
                      <a16:creationId xmlns:a16="http://schemas.microsoft.com/office/drawing/2014/main" id="{4FBFAF69-4E21-084F-DBE4-2C82A0C6AD81}"/>
                    </a:ext>
                  </a:extLst>
                </p14:cNvPr>
                <p14:cNvContentPartPr/>
                <p14:nvPr/>
              </p14:nvContentPartPr>
              <p14:xfrm>
                <a:off x="5814216" y="4487616"/>
                <a:ext cx="166320" cy="125640"/>
              </p14:xfrm>
            </p:contentPart>
          </mc:Choice>
          <mc:Fallback>
            <p:pic>
              <p:nvPicPr>
                <p:cNvPr id="242" name="Ink 241">
                  <a:extLst>
                    <a:ext uri="{FF2B5EF4-FFF2-40B4-BE49-F238E27FC236}">
                      <a16:creationId xmlns:a16="http://schemas.microsoft.com/office/drawing/2014/main" id="{4FBFAF69-4E21-084F-DBE4-2C82A0C6AD81}"/>
                    </a:ext>
                  </a:extLst>
                </p:cNvPr>
                <p:cNvPicPr/>
                <p:nvPr/>
              </p:nvPicPr>
              <p:blipFill>
                <a:blip r:embed="rId647"/>
                <a:stretch>
                  <a:fillRect/>
                </a:stretch>
              </p:blipFill>
              <p:spPr>
                <a:xfrm>
                  <a:off x="5808096" y="4481496"/>
                  <a:ext cx="178560" cy="13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8">
              <p14:nvContentPartPr>
                <p14:cNvPr id="243" name="Ink 242">
                  <a:extLst>
                    <a:ext uri="{FF2B5EF4-FFF2-40B4-BE49-F238E27FC236}">
                      <a16:creationId xmlns:a16="http://schemas.microsoft.com/office/drawing/2014/main" id="{F5DF6160-9981-AA5E-9297-323EE06A0FE5}"/>
                    </a:ext>
                  </a:extLst>
                </p14:cNvPr>
                <p14:cNvContentPartPr/>
                <p14:nvPr/>
              </p14:nvContentPartPr>
              <p14:xfrm>
                <a:off x="6008976" y="4543776"/>
                <a:ext cx="86040" cy="64440"/>
              </p14:xfrm>
            </p:contentPart>
          </mc:Choice>
          <mc:Fallback>
            <p:pic>
              <p:nvPicPr>
                <p:cNvPr id="243" name="Ink 242">
                  <a:extLst>
                    <a:ext uri="{FF2B5EF4-FFF2-40B4-BE49-F238E27FC236}">
                      <a16:creationId xmlns:a16="http://schemas.microsoft.com/office/drawing/2014/main" id="{F5DF6160-9981-AA5E-9297-323EE06A0FE5}"/>
                    </a:ext>
                  </a:extLst>
                </p:cNvPr>
                <p:cNvPicPr/>
                <p:nvPr/>
              </p:nvPicPr>
              <p:blipFill>
                <a:blip r:embed="rId649"/>
                <a:stretch>
                  <a:fillRect/>
                </a:stretch>
              </p:blipFill>
              <p:spPr>
                <a:xfrm>
                  <a:off x="6002856" y="4537656"/>
                  <a:ext cx="98280" cy="7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50">
              <p14:nvContentPartPr>
                <p14:cNvPr id="244" name="Ink 243">
                  <a:extLst>
                    <a:ext uri="{FF2B5EF4-FFF2-40B4-BE49-F238E27FC236}">
                      <a16:creationId xmlns:a16="http://schemas.microsoft.com/office/drawing/2014/main" id="{46C32B22-F223-772F-1D4B-2FA75739BAEF}"/>
                    </a:ext>
                  </a:extLst>
                </p14:cNvPr>
                <p14:cNvContentPartPr/>
                <p14:nvPr/>
              </p14:nvContentPartPr>
              <p14:xfrm>
                <a:off x="6125976" y="4393296"/>
                <a:ext cx="227520" cy="192600"/>
              </p14:xfrm>
            </p:contentPart>
          </mc:Choice>
          <mc:Fallback>
            <p:pic>
              <p:nvPicPr>
                <p:cNvPr id="244" name="Ink 243">
                  <a:extLst>
                    <a:ext uri="{FF2B5EF4-FFF2-40B4-BE49-F238E27FC236}">
                      <a16:creationId xmlns:a16="http://schemas.microsoft.com/office/drawing/2014/main" id="{46C32B22-F223-772F-1D4B-2FA75739BAEF}"/>
                    </a:ext>
                  </a:extLst>
                </p:cNvPr>
                <p:cNvPicPr/>
                <p:nvPr/>
              </p:nvPicPr>
              <p:blipFill>
                <a:blip r:embed="rId651"/>
                <a:stretch>
                  <a:fillRect/>
                </a:stretch>
              </p:blipFill>
              <p:spPr>
                <a:xfrm>
                  <a:off x="6119856" y="4387176"/>
                  <a:ext cx="239760" cy="20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52">
              <p14:nvContentPartPr>
                <p14:cNvPr id="245" name="Ink 244">
                  <a:extLst>
                    <a:ext uri="{FF2B5EF4-FFF2-40B4-BE49-F238E27FC236}">
                      <a16:creationId xmlns:a16="http://schemas.microsoft.com/office/drawing/2014/main" id="{551F2483-7666-6D14-C8C9-0076D4A3AB8E}"/>
                    </a:ext>
                  </a:extLst>
                </p14:cNvPr>
                <p14:cNvContentPartPr/>
                <p14:nvPr/>
              </p14:nvContentPartPr>
              <p14:xfrm>
                <a:off x="6372576" y="4518936"/>
                <a:ext cx="90720" cy="101880"/>
              </p14:xfrm>
            </p:contentPart>
          </mc:Choice>
          <mc:Fallback>
            <p:pic>
              <p:nvPicPr>
                <p:cNvPr id="245" name="Ink 244">
                  <a:extLst>
                    <a:ext uri="{FF2B5EF4-FFF2-40B4-BE49-F238E27FC236}">
                      <a16:creationId xmlns:a16="http://schemas.microsoft.com/office/drawing/2014/main" id="{551F2483-7666-6D14-C8C9-0076D4A3AB8E}"/>
                    </a:ext>
                  </a:extLst>
                </p:cNvPr>
                <p:cNvPicPr/>
                <p:nvPr/>
              </p:nvPicPr>
              <p:blipFill>
                <a:blip r:embed="rId653"/>
                <a:stretch>
                  <a:fillRect/>
                </a:stretch>
              </p:blipFill>
              <p:spPr>
                <a:xfrm>
                  <a:off x="6366456" y="4512816"/>
                  <a:ext cx="102960" cy="11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54">
              <p14:nvContentPartPr>
                <p14:cNvPr id="246" name="Ink 245">
                  <a:extLst>
                    <a:ext uri="{FF2B5EF4-FFF2-40B4-BE49-F238E27FC236}">
                      <a16:creationId xmlns:a16="http://schemas.microsoft.com/office/drawing/2014/main" id="{A404A338-8E4D-0D2F-F7B4-89F27936E58A}"/>
                    </a:ext>
                  </a:extLst>
                </p14:cNvPr>
                <p14:cNvContentPartPr/>
                <p14:nvPr/>
              </p14:nvContentPartPr>
              <p14:xfrm>
                <a:off x="5221656" y="3891096"/>
                <a:ext cx="1343160" cy="100440"/>
              </p14:xfrm>
            </p:contentPart>
          </mc:Choice>
          <mc:Fallback>
            <p:pic>
              <p:nvPicPr>
                <p:cNvPr id="246" name="Ink 245">
                  <a:extLst>
                    <a:ext uri="{FF2B5EF4-FFF2-40B4-BE49-F238E27FC236}">
                      <a16:creationId xmlns:a16="http://schemas.microsoft.com/office/drawing/2014/main" id="{A404A338-8E4D-0D2F-F7B4-89F27936E58A}"/>
                    </a:ext>
                  </a:extLst>
                </p:cNvPr>
                <p:cNvPicPr/>
                <p:nvPr/>
              </p:nvPicPr>
              <p:blipFill>
                <a:blip r:embed="rId655"/>
                <a:stretch>
                  <a:fillRect/>
                </a:stretch>
              </p:blipFill>
              <p:spPr>
                <a:xfrm>
                  <a:off x="5215536" y="3884976"/>
                  <a:ext cx="1355400" cy="11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56">
              <p14:nvContentPartPr>
                <p14:cNvPr id="248" name="Ink 247">
                  <a:extLst>
                    <a:ext uri="{FF2B5EF4-FFF2-40B4-BE49-F238E27FC236}">
                      <a16:creationId xmlns:a16="http://schemas.microsoft.com/office/drawing/2014/main" id="{22903C77-5BDF-4758-D652-65585C3C6A0C}"/>
                    </a:ext>
                  </a:extLst>
                </p14:cNvPr>
                <p14:cNvContentPartPr/>
                <p14:nvPr/>
              </p14:nvContentPartPr>
              <p14:xfrm>
                <a:off x="5092416" y="3535776"/>
                <a:ext cx="1590120" cy="1788840"/>
              </p14:xfrm>
            </p:contentPart>
          </mc:Choice>
          <mc:Fallback>
            <p:pic>
              <p:nvPicPr>
                <p:cNvPr id="248" name="Ink 247">
                  <a:extLst>
                    <a:ext uri="{FF2B5EF4-FFF2-40B4-BE49-F238E27FC236}">
                      <a16:creationId xmlns:a16="http://schemas.microsoft.com/office/drawing/2014/main" id="{22903C77-5BDF-4758-D652-65585C3C6A0C}"/>
                    </a:ext>
                  </a:extLst>
                </p:cNvPr>
                <p:cNvPicPr/>
                <p:nvPr/>
              </p:nvPicPr>
              <p:blipFill>
                <a:blip r:embed="rId657"/>
                <a:stretch>
                  <a:fillRect/>
                </a:stretch>
              </p:blipFill>
              <p:spPr>
                <a:xfrm>
                  <a:off x="5086296" y="3529656"/>
                  <a:ext cx="1602360" cy="180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58">
              <p14:nvContentPartPr>
                <p14:cNvPr id="249" name="Ink 248">
                  <a:extLst>
                    <a:ext uri="{FF2B5EF4-FFF2-40B4-BE49-F238E27FC236}">
                      <a16:creationId xmlns:a16="http://schemas.microsoft.com/office/drawing/2014/main" id="{77B9C178-FCC5-44AC-1A99-461C709BB30F}"/>
                    </a:ext>
                  </a:extLst>
                </p14:cNvPr>
                <p14:cNvContentPartPr/>
                <p14:nvPr/>
              </p14:nvContentPartPr>
              <p14:xfrm>
                <a:off x="3035736" y="4910976"/>
                <a:ext cx="3667320" cy="304200"/>
              </p14:xfrm>
            </p:contentPart>
          </mc:Choice>
          <mc:Fallback>
            <p:pic>
              <p:nvPicPr>
                <p:cNvPr id="249" name="Ink 248">
                  <a:extLst>
                    <a:ext uri="{FF2B5EF4-FFF2-40B4-BE49-F238E27FC236}">
                      <a16:creationId xmlns:a16="http://schemas.microsoft.com/office/drawing/2014/main" id="{77B9C178-FCC5-44AC-1A99-461C709BB30F}"/>
                    </a:ext>
                  </a:extLst>
                </p:cNvPr>
                <p:cNvPicPr/>
                <p:nvPr/>
              </p:nvPicPr>
              <p:blipFill>
                <a:blip r:embed="rId659"/>
                <a:stretch>
                  <a:fillRect/>
                </a:stretch>
              </p:blipFill>
              <p:spPr>
                <a:xfrm>
                  <a:off x="3029616" y="4904856"/>
                  <a:ext cx="3679560" cy="31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0">
              <p14:nvContentPartPr>
                <p14:cNvPr id="250" name="Ink 249">
                  <a:extLst>
                    <a:ext uri="{FF2B5EF4-FFF2-40B4-BE49-F238E27FC236}">
                      <a16:creationId xmlns:a16="http://schemas.microsoft.com/office/drawing/2014/main" id="{E31CE8DC-982C-6DF3-E536-AF2A63FE8DB3}"/>
                    </a:ext>
                  </a:extLst>
                </p14:cNvPr>
                <p14:cNvContentPartPr/>
                <p14:nvPr/>
              </p14:nvContentPartPr>
              <p14:xfrm>
                <a:off x="3076056" y="5654016"/>
                <a:ext cx="32040" cy="16560"/>
              </p14:xfrm>
            </p:contentPart>
          </mc:Choice>
          <mc:Fallback>
            <p:pic>
              <p:nvPicPr>
                <p:cNvPr id="250" name="Ink 249">
                  <a:extLst>
                    <a:ext uri="{FF2B5EF4-FFF2-40B4-BE49-F238E27FC236}">
                      <a16:creationId xmlns:a16="http://schemas.microsoft.com/office/drawing/2014/main" id="{E31CE8DC-982C-6DF3-E536-AF2A63FE8DB3}"/>
                    </a:ext>
                  </a:extLst>
                </p:cNvPr>
                <p:cNvPicPr/>
                <p:nvPr/>
              </p:nvPicPr>
              <p:blipFill>
                <a:blip r:embed="rId661"/>
                <a:stretch>
                  <a:fillRect/>
                </a:stretch>
              </p:blipFill>
              <p:spPr>
                <a:xfrm>
                  <a:off x="3069936" y="5647896"/>
                  <a:ext cx="44280" cy="2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2">
              <p14:nvContentPartPr>
                <p14:cNvPr id="251" name="Ink 250">
                  <a:extLst>
                    <a:ext uri="{FF2B5EF4-FFF2-40B4-BE49-F238E27FC236}">
                      <a16:creationId xmlns:a16="http://schemas.microsoft.com/office/drawing/2014/main" id="{39971447-4C38-D2F6-1CE8-B465FC567CB3}"/>
                    </a:ext>
                  </a:extLst>
                </p14:cNvPr>
                <p14:cNvContentPartPr/>
                <p14:nvPr/>
              </p14:nvContentPartPr>
              <p14:xfrm>
                <a:off x="3049056" y="5652936"/>
                <a:ext cx="3764520" cy="1111320"/>
              </p14:xfrm>
            </p:contentPart>
          </mc:Choice>
          <mc:Fallback>
            <p:pic>
              <p:nvPicPr>
                <p:cNvPr id="251" name="Ink 250">
                  <a:extLst>
                    <a:ext uri="{FF2B5EF4-FFF2-40B4-BE49-F238E27FC236}">
                      <a16:creationId xmlns:a16="http://schemas.microsoft.com/office/drawing/2014/main" id="{39971447-4C38-D2F6-1CE8-B465FC567CB3}"/>
                    </a:ext>
                  </a:extLst>
                </p:cNvPr>
                <p:cNvPicPr/>
                <p:nvPr/>
              </p:nvPicPr>
              <p:blipFill>
                <a:blip r:embed="rId663"/>
                <a:stretch>
                  <a:fillRect/>
                </a:stretch>
              </p:blipFill>
              <p:spPr>
                <a:xfrm>
                  <a:off x="3042936" y="5646816"/>
                  <a:ext cx="3776760" cy="112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4">
              <p14:nvContentPartPr>
                <p14:cNvPr id="252" name="Ink 251">
                  <a:extLst>
                    <a:ext uri="{FF2B5EF4-FFF2-40B4-BE49-F238E27FC236}">
                      <a16:creationId xmlns:a16="http://schemas.microsoft.com/office/drawing/2014/main" id="{EE1F1109-A8F8-1E84-DB62-3A69F0F57B15}"/>
                    </a:ext>
                  </a:extLst>
                </p14:cNvPr>
                <p14:cNvContentPartPr/>
                <p14:nvPr/>
              </p14:nvContentPartPr>
              <p14:xfrm>
                <a:off x="6686856" y="5272416"/>
                <a:ext cx="115920" cy="1191600"/>
              </p14:xfrm>
            </p:contentPart>
          </mc:Choice>
          <mc:Fallback>
            <p:pic>
              <p:nvPicPr>
                <p:cNvPr id="252" name="Ink 251">
                  <a:extLst>
                    <a:ext uri="{FF2B5EF4-FFF2-40B4-BE49-F238E27FC236}">
                      <a16:creationId xmlns:a16="http://schemas.microsoft.com/office/drawing/2014/main" id="{EE1F1109-A8F8-1E84-DB62-3A69F0F57B15}"/>
                    </a:ext>
                  </a:extLst>
                </p:cNvPr>
                <p:cNvPicPr/>
                <p:nvPr/>
              </p:nvPicPr>
              <p:blipFill>
                <a:blip r:embed="rId665"/>
                <a:stretch>
                  <a:fillRect/>
                </a:stretch>
              </p:blipFill>
              <p:spPr>
                <a:xfrm>
                  <a:off x="6680736" y="5266296"/>
                  <a:ext cx="128160" cy="120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6">
              <p14:nvContentPartPr>
                <p14:cNvPr id="302" name="Ink 301">
                  <a:extLst>
                    <a:ext uri="{FF2B5EF4-FFF2-40B4-BE49-F238E27FC236}">
                      <a16:creationId xmlns:a16="http://schemas.microsoft.com/office/drawing/2014/main" id="{CB063109-8511-D069-D997-B0A0B754AB25}"/>
                    </a:ext>
                  </a:extLst>
                </p14:cNvPr>
                <p14:cNvContentPartPr/>
                <p14:nvPr/>
              </p14:nvContentPartPr>
              <p14:xfrm>
                <a:off x="3307536" y="5485176"/>
                <a:ext cx="27000" cy="156240"/>
              </p14:xfrm>
            </p:contentPart>
          </mc:Choice>
          <mc:Fallback>
            <p:pic>
              <p:nvPicPr>
                <p:cNvPr id="302" name="Ink 301">
                  <a:extLst>
                    <a:ext uri="{FF2B5EF4-FFF2-40B4-BE49-F238E27FC236}">
                      <a16:creationId xmlns:a16="http://schemas.microsoft.com/office/drawing/2014/main" id="{CB063109-8511-D069-D997-B0A0B754AB25}"/>
                    </a:ext>
                  </a:extLst>
                </p:cNvPr>
                <p:cNvPicPr/>
                <p:nvPr/>
              </p:nvPicPr>
              <p:blipFill>
                <a:blip r:embed="rId667"/>
                <a:stretch>
                  <a:fillRect/>
                </a:stretch>
              </p:blipFill>
              <p:spPr>
                <a:xfrm>
                  <a:off x="3301416" y="5479056"/>
                  <a:ext cx="39240" cy="16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8">
              <p14:nvContentPartPr>
                <p14:cNvPr id="303" name="Ink 302">
                  <a:extLst>
                    <a:ext uri="{FF2B5EF4-FFF2-40B4-BE49-F238E27FC236}">
                      <a16:creationId xmlns:a16="http://schemas.microsoft.com/office/drawing/2014/main" id="{F08E3ECB-5F42-8822-B30D-B9963496DF43}"/>
                    </a:ext>
                  </a:extLst>
                </p14:cNvPr>
                <p14:cNvContentPartPr/>
                <p14:nvPr/>
              </p14:nvContentPartPr>
              <p14:xfrm>
                <a:off x="3244176" y="5556456"/>
                <a:ext cx="127080" cy="45000"/>
              </p14:xfrm>
            </p:contentPart>
          </mc:Choice>
          <mc:Fallback>
            <p:pic>
              <p:nvPicPr>
                <p:cNvPr id="303" name="Ink 302">
                  <a:extLst>
                    <a:ext uri="{FF2B5EF4-FFF2-40B4-BE49-F238E27FC236}">
                      <a16:creationId xmlns:a16="http://schemas.microsoft.com/office/drawing/2014/main" id="{F08E3ECB-5F42-8822-B30D-B9963496DF43}"/>
                    </a:ext>
                  </a:extLst>
                </p:cNvPr>
                <p:cNvPicPr/>
                <p:nvPr/>
              </p:nvPicPr>
              <p:blipFill>
                <a:blip r:embed="rId669"/>
                <a:stretch>
                  <a:fillRect/>
                </a:stretch>
              </p:blipFill>
              <p:spPr>
                <a:xfrm>
                  <a:off x="3238056" y="5550336"/>
                  <a:ext cx="139320" cy="5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70">
              <p14:nvContentPartPr>
                <p14:cNvPr id="304" name="Ink 303">
                  <a:extLst>
                    <a:ext uri="{FF2B5EF4-FFF2-40B4-BE49-F238E27FC236}">
                      <a16:creationId xmlns:a16="http://schemas.microsoft.com/office/drawing/2014/main" id="{928D8770-B550-3C20-7269-E18EFD4F1874}"/>
                    </a:ext>
                  </a:extLst>
                </p14:cNvPr>
                <p14:cNvContentPartPr/>
                <p14:nvPr/>
              </p14:nvContentPartPr>
              <p14:xfrm>
                <a:off x="3574656" y="5485896"/>
                <a:ext cx="106560" cy="115200"/>
              </p14:xfrm>
            </p:contentPart>
          </mc:Choice>
          <mc:Fallback>
            <p:pic>
              <p:nvPicPr>
                <p:cNvPr id="304" name="Ink 303">
                  <a:extLst>
                    <a:ext uri="{FF2B5EF4-FFF2-40B4-BE49-F238E27FC236}">
                      <a16:creationId xmlns:a16="http://schemas.microsoft.com/office/drawing/2014/main" id="{928D8770-B550-3C20-7269-E18EFD4F1874}"/>
                    </a:ext>
                  </a:extLst>
                </p:cNvPr>
                <p:cNvPicPr/>
                <p:nvPr/>
              </p:nvPicPr>
              <p:blipFill>
                <a:blip r:embed="rId671"/>
                <a:stretch>
                  <a:fillRect/>
                </a:stretch>
              </p:blipFill>
              <p:spPr>
                <a:xfrm>
                  <a:off x="3568536" y="5479776"/>
                  <a:ext cx="118800" cy="12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72">
              <p14:nvContentPartPr>
                <p14:cNvPr id="305" name="Ink 304">
                  <a:extLst>
                    <a:ext uri="{FF2B5EF4-FFF2-40B4-BE49-F238E27FC236}">
                      <a16:creationId xmlns:a16="http://schemas.microsoft.com/office/drawing/2014/main" id="{825ED307-76BB-80F0-CBA6-96A502FF8F2C}"/>
                    </a:ext>
                  </a:extLst>
                </p14:cNvPr>
                <p14:cNvContentPartPr/>
                <p14:nvPr/>
              </p14:nvContentPartPr>
              <p14:xfrm>
                <a:off x="3724416" y="5496336"/>
                <a:ext cx="190440" cy="57600"/>
              </p14:xfrm>
            </p:contentPart>
          </mc:Choice>
          <mc:Fallback>
            <p:pic>
              <p:nvPicPr>
                <p:cNvPr id="305" name="Ink 304">
                  <a:extLst>
                    <a:ext uri="{FF2B5EF4-FFF2-40B4-BE49-F238E27FC236}">
                      <a16:creationId xmlns:a16="http://schemas.microsoft.com/office/drawing/2014/main" id="{825ED307-76BB-80F0-CBA6-96A502FF8F2C}"/>
                    </a:ext>
                  </a:extLst>
                </p:cNvPr>
                <p:cNvPicPr/>
                <p:nvPr/>
              </p:nvPicPr>
              <p:blipFill>
                <a:blip r:embed="rId673"/>
                <a:stretch>
                  <a:fillRect/>
                </a:stretch>
              </p:blipFill>
              <p:spPr>
                <a:xfrm>
                  <a:off x="3718296" y="5490216"/>
                  <a:ext cx="202680" cy="6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74">
              <p14:nvContentPartPr>
                <p14:cNvPr id="306" name="Ink 305">
                  <a:extLst>
                    <a:ext uri="{FF2B5EF4-FFF2-40B4-BE49-F238E27FC236}">
                      <a16:creationId xmlns:a16="http://schemas.microsoft.com/office/drawing/2014/main" id="{014F316E-467D-1EDE-1CD7-220C8917089C}"/>
                    </a:ext>
                  </a:extLst>
                </p14:cNvPr>
                <p14:cNvContentPartPr/>
                <p14:nvPr/>
              </p14:nvContentPartPr>
              <p14:xfrm>
                <a:off x="3824496" y="5460336"/>
                <a:ext cx="195480" cy="288720"/>
              </p14:xfrm>
            </p:contentPart>
          </mc:Choice>
          <mc:Fallback>
            <p:pic>
              <p:nvPicPr>
                <p:cNvPr id="306" name="Ink 305">
                  <a:extLst>
                    <a:ext uri="{FF2B5EF4-FFF2-40B4-BE49-F238E27FC236}">
                      <a16:creationId xmlns:a16="http://schemas.microsoft.com/office/drawing/2014/main" id="{014F316E-467D-1EDE-1CD7-220C8917089C}"/>
                    </a:ext>
                  </a:extLst>
                </p:cNvPr>
                <p:cNvPicPr/>
                <p:nvPr/>
              </p:nvPicPr>
              <p:blipFill>
                <a:blip r:embed="rId675"/>
                <a:stretch>
                  <a:fillRect/>
                </a:stretch>
              </p:blipFill>
              <p:spPr>
                <a:xfrm>
                  <a:off x="3818376" y="5454216"/>
                  <a:ext cx="207720" cy="30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76">
              <p14:nvContentPartPr>
                <p14:cNvPr id="307" name="Ink 306">
                  <a:extLst>
                    <a:ext uri="{FF2B5EF4-FFF2-40B4-BE49-F238E27FC236}">
                      <a16:creationId xmlns:a16="http://schemas.microsoft.com/office/drawing/2014/main" id="{319D6248-7AAC-7D0A-3C20-2ACD1B2EF936}"/>
                    </a:ext>
                  </a:extLst>
                </p14:cNvPr>
                <p14:cNvContentPartPr/>
                <p14:nvPr/>
              </p14:nvContentPartPr>
              <p14:xfrm>
                <a:off x="4048776" y="5486616"/>
                <a:ext cx="156240" cy="71280"/>
              </p14:xfrm>
            </p:contentPart>
          </mc:Choice>
          <mc:Fallback>
            <p:pic>
              <p:nvPicPr>
                <p:cNvPr id="307" name="Ink 306">
                  <a:extLst>
                    <a:ext uri="{FF2B5EF4-FFF2-40B4-BE49-F238E27FC236}">
                      <a16:creationId xmlns:a16="http://schemas.microsoft.com/office/drawing/2014/main" id="{319D6248-7AAC-7D0A-3C20-2ACD1B2EF936}"/>
                    </a:ext>
                  </a:extLst>
                </p:cNvPr>
                <p:cNvPicPr/>
                <p:nvPr/>
              </p:nvPicPr>
              <p:blipFill>
                <a:blip r:embed="rId677"/>
                <a:stretch>
                  <a:fillRect/>
                </a:stretch>
              </p:blipFill>
              <p:spPr>
                <a:xfrm>
                  <a:off x="4042656" y="5480496"/>
                  <a:ext cx="168480" cy="8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78">
              <p14:nvContentPartPr>
                <p14:cNvPr id="308" name="Ink 307">
                  <a:extLst>
                    <a:ext uri="{FF2B5EF4-FFF2-40B4-BE49-F238E27FC236}">
                      <a16:creationId xmlns:a16="http://schemas.microsoft.com/office/drawing/2014/main" id="{FFF5EB17-B558-657F-27E3-0568F53A4E57}"/>
                    </a:ext>
                  </a:extLst>
                </p14:cNvPr>
                <p14:cNvContentPartPr/>
                <p14:nvPr/>
              </p14:nvContentPartPr>
              <p14:xfrm>
                <a:off x="4229136" y="5440176"/>
                <a:ext cx="111600" cy="94680"/>
              </p14:xfrm>
            </p:contentPart>
          </mc:Choice>
          <mc:Fallback>
            <p:pic>
              <p:nvPicPr>
                <p:cNvPr id="308" name="Ink 307">
                  <a:extLst>
                    <a:ext uri="{FF2B5EF4-FFF2-40B4-BE49-F238E27FC236}">
                      <a16:creationId xmlns:a16="http://schemas.microsoft.com/office/drawing/2014/main" id="{FFF5EB17-B558-657F-27E3-0568F53A4E57}"/>
                    </a:ext>
                  </a:extLst>
                </p:cNvPr>
                <p:cNvPicPr/>
                <p:nvPr/>
              </p:nvPicPr>
              <p:blipFill>
                <a:blip r:embed="rId679"/>
                <a:stretch>
                  <a:fillRect/>
                </a:stretch>
              </p:blipFill>
              <p:spPr>
                <a:xfrm>
                  <a:off x="4223016" y="5434056"/>
                  <a:ext cx="123840" cy="10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0">
              <p14:nvContentPartPr>
                <p14:cNvPr id="309" name="Ink 308">
                  <a:extLst>
                    <a:ext uri="{FF2B5EF4-FFF2-40B4-BE49-F238E27FC236}">
                      <a16:creationId xmlns:a16="http://schemas.microsoft.com/office/drawing/2014/main" id="{A170EB9B-5526-9E47-B67A-872AF8008502}"/>
                    </a:ext>
                  </a:extLst>
                </p14:cNvPr>
                <p14:cNvContentPartPr/>
                <p14:nvPr/>
              </p14:nvContentPartPr>
              <p14:xfrm>
                <a:off x="4399776" y="5447376"/>
                <a:ext cx="204840" cy="58320"/>
              </p14:xfrm>
            </p:contentPart>
          </mc:Choice>
          <mc:Fallback>
            <p:pic>
              <p:nvPicPr>
                <p:cNvPr id="309" name="Ink 308">
                  <a:extLst>
                    <a:ext uri="{FF2B5EF4-FFF2-40B4-BE49-F238E27FC236}">
                      <a16:creationId xmlns:a16="http://schemas.microsoft.com/office/drawing/2014/main" id="{A170EB9B-5526-9E47-B67A-872AF8008502}"/>
                    </a:ext>
                  </a:extLst>
                </p:cNvPr>
                <p:cNvPicPr/>
                <p:nvPr/>
              </p:nvPicPr>
              <p:blipFill>
                <a:blip r:embed="rId681"/>
                <a:stretch>
                  <a:fillRect/>
                </a:stretch>
              </p:blipFill>
              <p:spPr>
                <a:xfrm>
                  <a:off x="4393656" y="5441256"/>
                  <a:ext cx="217080" cy="7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2">
              <p14:nvContentPartPr>
                <p14:cNvPr id="310" name="Ink 309">
                  <a:extLst>
                    <a:ext uri="{FF2B5EF4-FFF2-40B4-BE49-F238E27FC236}">
                      <a16:creationId xmlns:a16="http://schemas.microsoft.com/office/drawing/2014/main" id="{A9040E37-DF60-5490-0D9A-363DBB408E65}"/>
                    </a:ext>
                  </a:extLst>
                </p14:cNvPr>
                <p14:cNvContentPartPr/>
                <p14:nvPr/>
              </p14:nvContentPartPr>
              <p14:xfrm>
                <a:off x="4648536" y="5399496"/>
                <a:ext cx="176040" cy="68400"/>
              </p14:xfrm>
            </p:contentPart>
          </mc:Choice>
          <mc:Fallback>
            <p:pic>
              <p:nvPicPr>
                <p:cNvPr id="310" name="Ink 309">
                  <a:extLst>
                    <a:ext uri="{FF2B5EF4-FFF2-40B4-BE49-F238E27FC236}">
                      <a16:creationId xmlns:a16="http://schemas.microsoft.com/office/drawing/2014/main" id="{A9040E37-DF60-5490-0D9A-363DBB408E65}"/>
                    </a:ext>
                  </a:extLst>
                </p:cNvPr>
                <p:cNvPicPr/>
                <p:nvPr/>
              </p:nvPicPr>
              <p:blipFill>
                <a:blip r:embed="rId683"/>
                <a:stretch>
                  <a:fillRect/>
                </a:stretch>
              </p:blipFill>
              <p:spPr>
                <a:xfrm>
                  <a:off x="4642416" y="5393376"/>
                  <a:ext cx="188280" cy="8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4">
              <p14:nvContentPartPr>
                <p14:cNvPr id="311" name="Ink 310">
                  <a:extLst>
                    <a:ext uri="{FF2B5EF4-FFF2-40B4-BE49-F238E27FC236}">
                      <a16:creationId xmlns:a16="http://schemas.microsoft.com/office/drawing/2014/main" id="{70EA3755-6DE2-650B-1EB7-2F04D04E8B82}"/>
                    </a:ext>
                  </a:extLst>
                </p14:cNvPr>
                <p14:cNvContentPartPr/>
                <p14:nvPr/>
              </p14:nvContentPartPr>
              <p14:xfrm>
                <a:off x="3322296" y="5992776"/>
                <a:ext cx="5400" cy="124560"/>
              </p14:xfrm>
            </p:contentPart>
          </mc:Choice>
          <mc:Fallback>
            <p:pic>
              <p:nvPicPr>
                <p:cNvPr id="311" name="Ink 310">
                  <a:extLst>
                    <a:ext uri="{FF2B5EF4-FFF2-40B4-BE49-F238E27FC236}">
                      <a16:creationId xmlns:a16="http://schemas.microsoft.com/office/drawing/2014/main" id="{70EA3755-6DE2-650B-1EB7-2F04D04E8B82}"/>
                    </a:ext>
                  </a:extLst>
                </p:cNvPr>
                <p:cNvPicPr/>
                <p:nvPr/>
              </p:nvPicPr>
              <p:blipFill>
                <a:blip r:embed="rId685"/>
                <a:stretch>
                  <a:fillRect/>
                </a:stretch>
              </p:blipFill>
              <p:spPr>
                <a:xfrm>
                  <a:off x="3316176" y="5986656"/>
                  <a:ext cx="17640" cy="13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6">
              <p14:nvContentPartPr>
                <p14:cNvPr id="312" name="Ink 311">
                  <a:extLst>
                    <a:ext uri="{FF2B5EF4-FFF2-40B4-BE49-F238E27FC236}">
                      <a16:creationId xmlns:a16="http://schemas.microsoft.com/office/drawing/2014/main" id="{8CF35351-E64D-AB54-236F-100D031F7E78}"/>
                    </a:ext>
                  </a:extLst>
                </p14:cNvPr>
                <p14:cNvContentPartPr/>
                <p14:nvPr/>
              </p14:nvContentPartPr>
              <p14:xfrm>
                <a:off x="3270816" y="6041736"/>
                <a:ext cx="173520" cy="22320"/>
              </p14:xfrm>
            </p:contentPart>
          </mc:Choice>
          <mc:Fallback>
            <p:pic>
              <p:nvPicPr>
                <p:cNvPr id="312" name="Ink 311">
                  <a:extLst>
                    <a:ext uri="{FF2B5EF4-FFF2-40B4-BE49-F238E27FC236}">
                      <a16:creationId xmlns:a16="http://schemas.microsoft.com/office/drawing/2014/main" id="{8CF35351-E64D-AB54-236F-100D031F7E78}"/>
                    </a:ext>
                  </a:extLst>
                </p:cNvPr>
                <p:cNvPicPr/>
                <p:nvPr/>
              </p:nvPicPr>
              <p:blipFill>
                <a:blip r:embed="rId687"/>
                <a:stretch>
                  <a:fillRect/>
                </a:stretch>
              </p:blipFill>
              <p:spPr>
                <a:xfrm>
                  <a:off x="3264696" y="6035616"/>
                  <a:ext cx="185760" cy="3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8">
              <p14:nvContentPartPr>
                <p14:cNvPr id="313" name="Ink 312">
                  <a:extLst>
                    <a:ext uri="{FF2B5EF4-FFF2-40B4-BE49-F238E27FC236}">
                      <a16:creationId xmlns:a16="http://schemas.microsoft.com/office/drawing/2014/main" id="{74A2F698-83D4-A2A3-FAC5-4EB76FFEFA3A}"/>
                    </a:ext>
                  </a:extLst>
                </p14:cNvPr>
                <p14:cNvContentPartPr/>
                <p14:nvPr/>
              </p14:nvContentPartPr>
              <p14:xfrm>
                <a:off x="3611376" y="5819976"/>
                <a:ext cx="396000" cy="259200"/>
              </p14:xfrm>
            </p:contentPart>
          </mc:Choice>
          <mc:Fallback>
            <p:pic>
              <p:nvPicPr>
                <p:cNvPr id="313" name="Ink 312">
                  <a:extLst>
                    <a:ext uri="{FF2B5EF4-FFF2-40B4-BE49-F238E27FC236}">
                      <a16:creationId xmlns:a16="http://schemas.microsoft.com/office/drawing/2014/main" id="{74A2F698-83D4-A2A3-FAC5-4EB76FFEFA3A}"/>
                    </a:ext>
                  </a:extLst>
                </p:cNvPr>
                <p:cNvPicPr/>
                <p:nvPr/>
              </p:nvPicPr>
              <p:blipFill>
                <a:blip r:embed="rId689"/>
                <a:stretch>
                  <a:fillRect/>
                </a:stretch>
              </p:blipFill>
              <p:spPr>
                <a:xfrm>
                  <a:off x="3605256" y="5813856"/>
                  <a:ext cx="408240" cy="27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90">
              <p14:nvContentPartPr>
                <p14:cNvPr id="314" name="Ink 313">
                  <a:extLst>
                    <a:ext uri="{FF2B5EF4-FFF2-40B4-BE49-F238E27FC236}">
                      <a16:creationId xmlns:a16="http://schemas.microsoft.com/office/drawing/2014/main" id="{579B998C-F6BC-8FFD-B680-AC3AAEC5AA58}"/>
                    </a:ext>
                  </a:extLst>
                </p14:cNvPr>
                <p14:cNvContentPartPr/>
                <p14:nvPr/>
              </p14:nvContentPartPr>
              <p14:xfrm>
                <a:off x="4017816" y="5879736"/>
                <a:ext cx="168480" cy="275760"/>
              </p14:xfrm>
            </p:contentPart>
          </mc:Choice>
          <mc:Fallback>
            <p:pic>
              <p:nvPicPr>
                <p:cNvPr id="314" name="Ink 313">
                  <a:extLst>
                    <a:ext uri="{FF2B5EF4-FFF2-40B4-BE49-F238E27FC236}">
                      <a16:creationId xmlns:a16="http://schemas.microsoft.com/office/drawing/2014/main" id="{579B998C-F6BC-8FFD-B680-AC3AAEC5AA58}"/>
                    </a:ext>
                  </a:extLst>
                </p:cNvPr>
                <p:cNvPicPr/>
                <p:nvPr/>
              </p:nvPicPr>
              <p:blipFill>
                <a:blip r:embed="rId691"/>
                <a:stretch>
                  <a:fillRect/>
                </a:stretch>
              </p:blipFill>
              <p:spPr>
                <a:xfrm>
                  <a:off x="4011696" y="5873616"/>
                  <a:ext cx="180720" cy="28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92">
              <p14:nvContentPartPr>
                <p14:cNvPr id="315" name="Ink 314">
                  <a:extLst>
                    <a:ext uri="{FF2B5EF4-FFF2-40B4-BE49-F238E27FC236}">
                      <a16:creationId xmlns:a16="http://schemas.microsoft.com/office/drawing/2014/main" id="{7373C9D5-4006-CDA4-82F0-F486EA0EFD87}"/>
                    </a:ext>
                  </a:extLst>
                </p14:cNvPr>
                <p14:cNvContentPartPr/>
                <p14:nvPr/>
              </p14:nvContentPartPr>
              <p14:xfrm>
                <a:off x="4229136" y="5917896"/>
                <a:ext cx="156240" cy="68040"/>
              </p14:xfrm>
            </p:contentPart>
          </mc:Choice>
          <mc:Fallback>
            <p:pic>
              <p:nvPicPr>
                <p:cNvPr id="315" name="Ink 314">
                  <a:extLst>
                    <a:ext uri="{FF2B5EF4-FFF2-40B4-BE49-F238E27FC236}">
                      <a16:creationId xmlns:a16="http://schemas.microsoft.com/office/drawing/2014/main" id="{7373C9D5-4006-CDA4-82F0-F486EA0EFD87}"/>
                    </a:ext>
                  </a:extLst>
                </p:cNvPr>
                <p:cNvPicPr/>
                <p:nvPr/>
              </p:nvPicPr>
              <p:blipFill>
                <a:blip r:embed="rId693"/>
                <a:stretch>
                  <a:fillRect/>
                </a:stretch>
              </p:blipFill>
              <p:spPr>
                <a:xfrm>
                  <a:off x="4223016" y="5911776"/>
                  <a:ext cx="168480" cy="8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94">
              <p14:nvContentPartPr>
                <p14:cNvPr id="316" name="Ink 315">
                  <a:extLst>
                    <a:ext uri="{FF2B5EF4-FFF2-40B4-BE49-F238E27FC236}">
                      <a16:creationId xmlns:a16="http://schemas.microsoft.com/office/drawing/2014/main" id="{C48566ED-987B-00E5-D874-C2026D004C54}"/>
                    </a:ext>
                  </a:extLst>
                </p14:cNvPr>
                <p14:cNvContentPartPr/>
                <p14:nvPr/>
              </p14:nvContentPartPr>
              <p14:xfrm>
                <a:off x="4414536" y="5853816"/>
                <a:ext cx="114480" cy="73440"/>
              </p14:xfrm>
            </p:contentPart>
          </mc:Choice>
          <mc:Fallback>
            <p:pic>
              <p:nvPicPr>
                <p:cNvPr id="316" name="Ink 315">
                  <a:extLst>
                    <a:ext uri="{FF2B5EF4-FFF2-40B4-BE49-F238E27FC236}">
                      <a16:creationId xmlns:a16="http://schemas.microsoft.com/office/drawing/2014/main" id="{C48566ED-987B-00E5-D874-C2026D004C54}"/>
                    </a:ext>
                  </a:extLst>
                </p:cNvPr>
                <p:cNvPicPr/>
                <p:nvPr/>
              </p:nvPicPr>
              <p:blipFill>
                <a:blip r:embed="rId695"/>
                <a:stretch>
                  <a:fillRect/>
                </a:stretch>
              </p:blipFill>
              <p:spPr>
                <a:xfrm>
                  <a:off x="4408416" y="5847696"/>
                  <a:ext cx="126720" cy="8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96">
              <p14:nvContentPartPr>
                <p14:cNvPr id="317" name="Ink 316">
                  <a:extLst>
                    <a:ext uri="{FF2B5EF4-FFF2-40B4-BE49-F238E27FC236}">
                      <a16:creationId xmlns:a16="http://schemas.microsoft.com/office/drawing/2014/main" id="{422BDACF-A4CB-CAA3-6105-936E9125E1E4}"/>
                    </a:ext>
                  </a:extLst>
                </p14:cNvPr>
                <p14:cNvContentPartPr/>
                <p14:nvPr/>
              </p14:nvContentPartPr>
              <p14:xfrm>
                <a:off x="4594896" y="5832216"/>
                <a:ext cx="156240" cy="57600"/>
              </p14:xfrm>
            </p:contentPart>
          </mc:Choice>
          <mc:Fallback>
            <p:pic>
              <p:nvPicPr>
                <p:cNvPr id="317" name="Ink 316">
                  <a:extLst>
                    <a:ext uri="{FF2B5EF4-FFF2-40B4-BE49-F238E27FC236}">
                      <a16:creationId xmlns:a16="http://schemas.microsoft.com/office/drawing/2014/main" id="{422BDACF-A4CB-CAA3-6105-936E9125E1E4}"/>
                    </a:ext>
                  </a:extLst>
                </p:cNvPr>
                <p:cNvPicPr/>
                <p:nvPr/>
              </p:nvPicPr>
              <p:blipFill>
                <a:blip r:embed="rId697"/>
                <a:stretch>
                  <a:fillRect/>
                </a:stretch>
              </p:blipFill>
              <p:spPr>
                <a:xfrm>
                  <a:off x="4588776" y="5826096"/>
                  <a:ext cx="168480" cy="6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98">
              <p14:nvContentPartPr>
                <p14:cNvPr id="318" name="Ink 317">
                  <a:extLst>
                    <a:ext uri="{FF2B5EF4-FFF2-40B4-BE49-F238E27FC236}">
                      <a16:creationId xmlns:a16="http://schemas.microsoft.com/office/drawing/2014/main" id="{CC9B79D9-250F-1845-632C-CFA8FF0BE52C}"/>
                    </a:ext>
                  </a:extLst>
                </p14:cNvPr>
                <p14:cNvContentPartPr/>
                <p14:nvPr/>
              </p14:nvContentPartPr>
              <p14:xfrm>
                <a:off x="4872816" y="5782896"/>
                <a:ext cx="95760" cy="61200"/>
              </p14:xfrm>
            </p:contentPart>
          </mc:Choice>
          <mc:Fallback>
            <p:pic>
              <p:nvPicPr>
                <p:cNvPr id="318" name="Ink 317">
                  <a:extLst>
                    <a:ext uri="{FF2B5EF4-FFF2-40B4-BE49-F238E27FC236}">
                      <a16:creationId xmlns:a16="http://schemas.microsoft.com/office/drawing/2014/main" id="{CC9B79D9-250F-1845-632C-CFA8FF0BE52C}"/>
                    </a:ext>
                  </a:extLst>
                </p:cNvPr>
                <p:cNvPicPr/>
                <p:nvPr/>
              </p:nvPicPr>
              <p:blipFill>
                <a:blip r:embed="rId699"/>
                <a:stretch>
                  <a:fillRect/>
                </a:stretch>
              </p:blipFill>
              <p:spPr>
                <a:xfrm>
                  <a:off x="4866696" y="5776776"/>
                  <a:ext cx="108000" cy="7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0">
              <p14:nvContentPartPr>
                <p14:cNvPr id="320" name="Ink 319">
                  <a:extLst>
                    <a:ext uri="{FF2B5EF4-FFF2-40B4-BE49-F238E27FC236}">
                      <a16:creationId xmlns:a16="http://schemas.microsoft.com/office/drawing/2014/main" id="{4D9126D6-9C47-FC29-CBAB-4D6122A663CE}"/>
                    </a:ext>
                  </a:extLst>
                </p14:cNvPr>
                <p14:cNvContentPartPr/>
                <p14:nvPr/>
              </p14:nvContentPartPr>
              <p14:xfrm>
                <a:off x="4246416" y="5248296"/>
                <a:ext cx="168480" cy="153000"/>
              </p14:xfrm>
            </p:contentPart>
          </mc:Choice>
          <mc:Fallback>
            <p:pic>
              <p:nvPicPr>
                <p:cNvPr id="320" name="Ink 319">
                  <a:extLst>
                    <a:ext uri="{FF2B5EF4-FFF2-40B4-BE49-F238E27FC236}">
                      <a16:creationId xmlns:a16="http://schemas.microsoft.com/office/drawing/2014/main" id="{4D9126D6-9C47-FC29-CBAB-4D6122A663CE}"/>
                    </a:ext>
                  </a:extLst>
                </p:cNvPr>
                <p:cNvPicPr/>
                <p:nvPr/>
              </p:nvPicPr>
              <p:blipFill>
                <a:blip r:embed="rId701"/>
                <a:stretch>
                  <a:fillRect/>
                </a:stretch>
              </p:blipFill>
              <p:spPr>
                <a:xfrm>
                  <a:off x="4240296" y="5242176"/>
                  <a:ext cx="180720" cy="16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2">
              <p14:nvContentPartPr>
                <p14:cNvPr id="322" name="Ink 321">
                  <a:extLst>
                    <a:ext uri="{FF2B5EF4-FFF2-40B4-BE49-F238E27FC236}">
                      <a16:creationId xmlns:a16="http://schemas.microsoft.com/office/drawing/2014/main" id="{96B09D7B-5C15-2A7B-B445-C5716BEB9371}"/>
                    </a:ext>
                  </a:extLst>
                </p14:cNvPr>
                <p14:cNvContentPartPr/>
                <p14:nvPr/>
              </p14:nvContentPartPr>
              <p14:xfrm>
                <a:off x="4899816" y="5245776"/>
                <a:ext cx="117360" cy="284040"/>
              </p14:xfrm>
            </p:contentPart>
          </mc:Choice>
          <mc:Fallback>
            <p:pic>
              <p:nvPicPr>
                <p:cNvPr id="322" name="Ink 321">
                  <a:extLst>
                    <a:ext uri="{FF2B5EF4-FFF2-40B4-BE49-F238E27FC236}">
                      <a16:creationId xmlns:a16="http://schemas.microsoft.com/office/drawing/2014/main" id="{96B09D7B-5C15-2A7B-B445-C5716BEB9371}"/>
                    </a:ext>
                  </a:extLst>
                </p:cNvPr>
                <p:cNvPicPr/>
                <p:nvPr/>
              </p:nvPicPr>
              <p:blipFill>
                <a:blip r:embed="rId703"/>
                <a:stretch>
                  <a:fillRect/>
                </a:stretch>
              </p:blipFill>
              <p:spPr>
                <a:xfrm>
                  <a:off x="4893696" y="5239656"/>
                  <a:ext cx="129600" cy="29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4">
              <p14:nvContentPartPr>
                <p14:cNvPr id="323" name="Ink 322">
                  <a:extLst>
                    <a:ext uri="{FF2B5EF4-FFF2-40B4-BE49-F238E27FC236}">
                      <a16:creationId xmlns:a16="http://schemas.microsoft.com/office/drawing/2014/main" id="{963186F5-EC53-7AED-E7CA-23C2AFAB5770}"/>
                    </a:ext>
                  </a:extLst>
                </p14:cNvPr>
                <p14:cNvContentPartPr/>
                <p14:nvPr/>
              </p14:nvContentPartPr>
              <p14:xfrm>
                <a:off x="5039856" y="5286096"/>
                <a:ext cx="116280" cy="165600"/>
              </p14:xfrm>
            </p:contentPart>
          </mc:Choice>
          <mc:Fallback>
            <p:pic>
              <p:nvPicPr>
                <p:cNvPr id="323" name="Ink 322">
                  <a:extLst>
                    <a:ext uri="{FF2B5EF4-FFF2-40B4-BE49-F238E27FC236}">
                      <a16:creationId xmlns:a16="http://schemas.microsoft.com/office/drawing/2014/main" id="{963186F5-EC53-7AED-E7CA-23C2AFAB5770}"/>
                    </a:ext>
                  </a:extLst>
                </p:cNvPr>
                <p:cNvPicPr/>
                <p:nvPr/>
              </p:nvPicPr>
              <p:blipFill>
                <a:blip r:embed="rId705"/>
                <a:stretch>
                  <a:fillRect/>
                </a:stretch>
              </p:blipFill>
              <p:spPr>
                <a:xfrm>
                  <a:off x="5033736" y="5279976"/>
                  <a:ext cx="128520" cy="17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6">
              <p14:nvContentPartPr>
                <p14:cNvPr id="324" name="Ink 323">
                  <a:extLst>
                    <a:ext uri="{FF2B5EF4-FFF2-40B4-BE49-F238E27FC236}">
                      <a16:creationId xmlns:a16="http://schemas.microsoft.com/office/drawing/2014/main" id="{BCCE2F6A-69CD-030E-5E3A-DD5CA01235C7}"/>
                    </a:ext>
                  </a:extLst>
                </p14:cNvPr>
                <p14:cNvContentPartPr/>
                <p14:nvPr/>
              </p14:nvContentPartPr>
              <p14:xfrm>
                <a:off x="5209416" y="5223096"/>
                <a:ext cx="66240" cy="205560"/>
              </p14:xfrm>
            </p:contentPart>
          </mc:Choice>
          <mc:Fallback>
            <p:pic>
              <p:nvPicPr>
                <p:cNvPr id="324" name="Ink 323">
                  <a:extLst>
                    <a:ext uri="{FF2B5EF4-FFF2-40B4-BE49-F238E27FC236}">
                      <a16:creationId xmlns:a16="http://schemas.microsoft.com/office/drawing/2014/main" id="{BCCE2F6A-69CD-030E-5E3A-DD5CA01235C7}"/>
                    </a:ext>
                  </a:extLst>
                </p:cNvPr>
                <p:cNvPicPr/>
                <p:nvPr/>
              </p:nvPicPr>
              <p:blipFill>
                <a:blip r:embed="rId707"/>
                <a:stretch>
                  <a:fillRect/>
                </a:stretch>
              </p:blipFill>
              <p:spPr>
                <a:xfrm>
                  <a:off x="5203296" y="5216976"/>
                  <a:ext cx="78480" cy="21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8">
              <p14:nvContentPartPr>
                <p14:cNvPr id="325" name="Ink 324">
                  <a:extLst>
                    <a:ext uri="{FF2B5EF4-FFF2-40B4-BE49-F238E27FC236}">
                      <a16:creationId xmlns:a16="http://schemas.microsoft.com/office/drawing/2014/main" id="{CB8EFFB6-00E4-F3E3-96C8-20B293C256E2}"/>
                    </a:ext>
                  </a:extLst>
                </p14:cNvPr>
                <p14:cNvContentPartPr/>
                <p14:nvPr/>
              </p14:nvContentPartPr>
              <p14:xfrm>
                <a:off x="5170536" y="5322816"/>
                <a:ext cx="280800" cy="63360"/>
              </p14:xfrm>
            </p:contentPart>
          </mc:Choice>
          <mc:Fallback>
            <p:pic>
              <p:nvPicPr>
                <p:cNvPr id="325" name="Ink 324">
                  <a:extLst>
                    <a:ext uri="{FF2B5EF4-FFF2-40B4-BE49-F238E27FC236}">
                      <a16:creationId xmlns:a16="http://schemas.microsoft.com/office/drawing/2014/main" id="{CB8EFFB6-00E4-F3E3-96C8-20B293C256E2}"/>
                    </a:ext>
                  </a:extLst>
                </p:cNvPr>
                <p:cNvPicPr/>
                <p:nvPr/>
              </p:nvPicPr>
              <p:blipFill>
                <a:blip r:embed="rId709"/>
                <a:stretch>
                  <a:fillRect/>
                </a:stretch>
              </p:blipFill>
              <p:spPr>
                <a:xfrm>
                  <a:off x="5164416" y="5316696"/>
                  <a:ext cx="293040" cy="7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10">
              <p14:nvContentPartPr>
                <p14:cNvPr id="326" name="Ink 325">
                  <a:extLst>
                    <a:ext uri="{FF2B5EF4-FFF2-40B4-BE49-F238E27FC236}">
                      <a16:creationId xmlns:a16="http://schemas.microsoft.com/office/drawing/2014/main" id="{56110741-F244-4DA7-335D-299B091E4BBC}"/>
                    </a:ext>
                  </a:extLst>
                </p14:cNvPr>
                <p14:cNvContentPartPr/>
                <p14:nvPr/>
              </p14:nvContentPartPr>
              <p14:xfrm>
                <a:off x="5477256" y="5151096"/>
                <a:ext cx="166680" cy="205920"/>
              </p14:xfrm>
            </p:contentPart>
          </mc:Choice>
          <mc:Fallback>
            <p:pic>
              <p:nvPicPr>
                <p:cNvPr id="326" name="Ink 325">
                  <a:extLst>
                    <a:ext uri="{FF2B5EF4-FFF2-40B4-BE49-F238E27FC236}">
                      <a16:creationId xmlns:a16="http://schemas.microsoft.com/office/drawing/2014/main" id="{56110741-F244-4DA7-335D-299B091E4BBC}"/>
                    </a:ext>
                  </a:extLst>
                </p:cNvPr>
                <p:cNvPicPr/>
                <p:nvPr/>
              </p:nvPicPr>
              <p:blipFill>
                <a:blip r:embed="rId711"/>
                <a:stretch>
                  <a:fillRect/>
                </a:stretch>
              </p:blipFill>
              <p:spPr>
                <a:xfrm>
                  <a:off x="5471136" y="5144976"/>
                  <a:ext cx="178920" cy="21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12">
              <p14:nvContentPartPr>
                <p14:cNvPr id="327" name="Ink 326">
                  <a:extLst>
                    <a:ext uri="{FF2B5EF4-FFF2-40B4-BE49-F238E27FC236}">
                      <a16:creationId xmlns:a16="http://schemas.microsoft.com/office/drawing/2014/main" id="{7BB50AA0-E6FC-10CA-A4E8-743FE59F4B8D}"/>
                    </a:ext>
                  </a:extLst>
                </p14:cNvPr>
                <p14:cNvContentPartPr/>
                <p14:nvPr/>
              </p14:nvContentPartPr>
              <p14:xfrm>
                <a:off x="5630976" y="5278536"/>
                <a:ext cx="278640" cy="77400"/>
              </p14:xfrm>
            </p:contentPart>
          </mc:Choice>
          <mc:Fallback>
            <p:pic>
              <p:nvPicPr>
                <p:cNvPr id="327" name="Ink 326">
                  <a:extLst>
                    <a:ext uri="{FF2B5EF4-FFF2-40B4-BE49-F238E27FC236}">
                      <a16:creationId xmlns:a16="http://schemas.microsoft.com/office/drawing/2014/main" id="{7BB50AA0-E6FC-10CA-A4E8-743FE59F4B8D}"/>
                    </a:ext>
                  </a:extLst>
                </p:cNvPr>
                <p:cNvPicPr/>
                <p:nvPr/>
              </p:nvPicPr>
              <p:blipFill>
                <a:blip r:embed="rId713"/>
                <a:stretch>
                  <a:fillRect/>
                </a:stretch>
              </p:blipFill>
              <p:spPr>
                <a:xfrm>
                  <a:off x="5624856" y="5272416"/>
                  <a:ext cx="290880" cy="8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14">
              <p14:nvContentPartPr>
                <p14:cNvPr id="328" name="Ink 327">
                  <a:extLst>
                    <a:ext uri="{FF2B5EF4-FFF2-40B4-BE49-F238E27FC236}">
                      <a16:creationId xmlns:a16="http://schemas.microsoft.com/office/drawing/2014/main" id="{D11A615F-7A06-C66E-5607-2F63BC92A58F}"/>
                    </a:ext>
                  </a:extLst>
                </p14:cNvPr>
                <p14:cNvContentPartPr/>
                <p14:nvPr/>
              </p14:nvContentPartPr>
              <p14:xfrm>
                <a:off x="5940936" y="5196456"/>
                <a:ext cx="54000" cy="149760"/>
              </p14:xfrm>
            </p:contentPart>
          </mc:Choice>
          <mc:Fallback>
            <p:pic>
              <p:nvPicPr>
                <p:cNvPr id="328" name="Ink 327">
                  <a:extLst>
                    <a:ext uri="{FF2B5EF4-FFF2-40B4-BE49-F238E27FC236}">
                      <a16:creationId xmlns:a16="http://schemas.microsoft.com/office/drawing/2014/main" id="{D11A615F-7A06-C66E-5607-2F63BC92A58F}"/>
                    </a:ext>
                  </a:extLst>
                </p:cNvPr>
                <p:cNvPicPr/>
                <p:nvPr/>
              </p:nvPicPr>
              <p:blipFill>
                <a:blip r:embed="rId715"/>
                <a:stretch>
                  <a:fillRect/>
                </a:stretch>
              </p:blipFill>
              <p:spPr>
                <a:xfrm>
                  <a:off x="5934816" y="5190336"/>
                  <a:ext cx="66240" cy="16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16">
              <p14:nvContentPartPr>
                <p14:cNvPr id="329" name="Ink 328">
                  <a:extLst>
                    <a:ext uri="{FF2B5EF4-FFF2-40B4-BE49-F238E27FC236}">
                      <a16:creationId xmlns:a16="http://schemas.microsoft.com/office/drawing/2014/main" id="{D9847CDC-77DD-6407-8213-180E71AB390B}"/>
                    </a:ext>
                  </a:extLst>
                </p14:cNvPr>
                <p14:cNvContentPartPr/>
                <p14:nvPr/>
              </p14:nvContentPartPr>
              <p14:xfrm>
                <a:off x="5870376" y="5249016"/>
                <a:ext cx="129600" cy="13320"/>
              </p14:xfrm>
            </p:contentPart>
          </mc:Choice>
          <mc:Fallback>
            <p:pic>
              <p:nvPicPr>
                <p:cNvPr id="329" name="Ink 328">
                  <a:extLst>
                    <a:ext uri="{FF2B5EF4-FFF2-40B4-BE49-F238E27FC236}">
                      <a16:creationId xmlns:a16="http://schemas.microsoft.com/office/drawing/2014/main" id="{D9847CDC-77DD-6407-8213-180E71AB390B}"/>
                    </a:ext>
                  </a:extLst>
                </p:cNvPr>
                <p:cNvPicPr/>
                <p:nvPr/>
              </p:nvPicPr>
              <p:blipFill>
                <a:blip r:embed="rId717"/>
                <a:stretch>
                  <a:fillRect/>
                </a:stretch>
              </p:blipFill>
              <p:spPr>
                <a:xfrm>
                  <a:off x="5864256" y="5242896"/>
                  <a:ext cx="141840" cy="2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18">
              <p14:nvContentPartPr>
                <p14:cNvPr id="330" name="Ink 329">
                  <a:extLst>
                    <a:ext uri="{FF2B5EF4-FFF2-40B4-BE49-F238E27FC236}">
                      <a16:creationId xmlns:a16="http://schemas.microsoft.com/office/drawing/2014/main" id="{968CD2C9-537D-B832-A191-F6C1009E4CD2}"/>
                    </a:ext>
                  </a:extLst>
                </p14:cNvPr>
                <p14:cNvContentPartPr/>
                <p14:nvPr/>
              </p14:nvContentPartPr>
              <p14:xfrm>
                <a:off x="6092136" y="5136336"/>
                <a:ext cx="120600" cy="260280"/>
              </p14:xfrm>
            </p:contentPart>
          </mc:Choice>
          <mc:Fallback>
            <p:pic>
              <p:nvPicPr>
                <p:cNvPr id="330" name="Ink 329">
                  <a:extLst>
                    <a:ext uri="{FF2B5EF4-FFF2-40B4-BE49-F238E27FC236}">
                      <a16:creationId xmlns:a16="http://schemas.microsoft.com/office/drawing/2014/main" id="{968CD2C9-537D-B832-A191-F6C1009E4CD2}"/>
                    </a:ext>
                  </a:extLst>
                </p:cNvPr>
                <p:cNvPicPr/>
                <p:nvPr/>
              </p:nvPicPr>
              <p:blipFill>
                <a:blip r:embed="rId719"/>
                <a:stretch>
                  <a:fillRect/>
                </a:stretch>
              </p:blipFill>
              <p:spPr>
                <a:xfrm>
                  <a:off x="6086016" y="5130216"/>
                  <a:ext cx="132840" cy="27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0">
              <p14:nvContentPartPr>
                <p14:cNvPr id="332" name="Ink 331">
                  <a:extLst>
                    <a:ext uri="{FF2B5EF4-FFF2-40B4-BE49-F238E27FC236}">
                      <a16:creationId xmlns:a16="http://schemas.microsoft.com/office/drawing/2014/main" id="{A1A9A8E4-1A9D-5603-0F2F-C23EAC4548AF}"/>
                    </a:ext>
                  </a:extLst>
                </p14:cNvPr>
                <p14:cNvContentPartPr/>
                <p14:nvPr/>
              </p14:nvContentPartPr>
              <p14:xfrm>
                <a:off x="5043456" y="5656176"/>
                <a:ext cx="83160" cy="260640"/>
              </p14:xfrm>
            </p:contentPart>
          </mc:Choice>
          <mc:Fallback>
            <p:pic>
              <p:nvPicPr>
                <p:cNvPr id="332" name="Ink 331">
                  <a:extLst>
                    <a:ext uri="{FF2B5EF4-FFF2-40B4-BE49-F238E27FC236}">
                      <a16:creationId xmlns:a16="http://schemas.microsoft.com/office/drawing/2014/main" id="{A1A9A8E4-1A9D-5603-0F2F-C23EAC4548AF}"/>
                    </a:ext>
                  </a:extLst>
                </p:cNvPr>
                <p:cNvPicPr/>
                <p:nvPr/>
              </p:nvPicPr>
              <p:blipFill>
                <a:blip r:embed="rId721"/>
                <a:stretch>
                  <a:fillRect/>
                </a:stretch>
              </p:blipFill>
              <p:spPr>
                <a:xfrm>
                  <a:off x="5037336" y="5650056"/>
                  <a:ext cx="95400" cy="27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2">
              <p14:nvContentPartPr>
                <p14:cNvPr id="333" name="Ink 332">
                  <a:extLst>
                    <a:ext uri="{FF2B5EF4-FFF2-40B4-BE49-F238E27FC236}">
                      <a16:creationId xmlns:a16="http://schemas.microsoft.com/office/drawing/2014/main" id="{41710DAA-55E5-B103-0580-54354035DB58}"/>
                    </a:ext>
                  </a:extLst>
                </p14:cNvPr>
                <p14:cNvContentPartPr/>
                <p14:nvPr/>
              </p14:nvContentPartPr>
              <p14:xfrm>
                <a:off x="5192496" y="5677416"/>
                <a:ext cx="76680" cy="223560"/>
              </p14:xfrm>
            </p:contentPart>
          </mc:Choice>
          <mc:Fallback>
            <p:pic>
              <p:nvPicPr>
                <p:cNvPr id="333" name="Ink 332">
                  <a:extLst>
                    <a:ext uri="{FF2B5EF4-FFF2-40B4-BE49-F238E27FC236}">
                      <a16:creationId xmlns:a16="http://schemas.microsoft.com/office/drawing/2014/main" id="{41710DAA-55E5-B103-0580-54354035DB58}"/>
                    </a:ext>
                  </a:extLst>
                </p:cNvPr>
                <p:cNvPicPr/>
                <p:nvPr/>
              </p:nvPicPr>
              <p:blipFill>
                <a:blip r:embed="rId723"/>
                <a:stretch>
                  <a:fillRect/>
                </a:stretch>
              </p:blipFill>
              <p:spPr>
                <a:xfrm>
                  <a:off x="5186376" y="5671296"/>
                  <a:ext cx="88920" cy="23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4">
              <p14:nvContentPartPr>
                <p14:cNvPr id="334" name="Ink 333">
                  <a:extLst>
                    <a:ext uri="{FF2B5EF4-FFF2-40B4-BE49-F238E27FC236}">
                      <a16:creationId xmlns:a16="http://schemas.microsoft.com/office/drawing/2014/main" id="{D6C7BB4C-B30F-0B5F-A067-9F2A5ADBCA38}"/>
                    </a:ext>
                  </a:extLst>
                </p14:cNvPr>
                <p14:cNvContentPartPr/>
                <p14:nvPr/>
              </p14:nvContentPartPr>
              <p14:xfrm>
                <a:off x="5402016" y="5763456"/>
                <a:ext cx="360" cy="45000"/>
              </p14:xfrm>
            </p:contentPart>
          </mc:Choice>
          <mc:Fallback>
            <p:pic>
              <p:nvPicPr>
                <p:cNvPr id="334" name="Ink 333">
                  <a:extLst>
                    <a:ext uri="{FF2B5EF4-FFF2-40B4-BE49-F238E27FC236}">
                      <a16:creationId xmlns:a16="http://schemas.microsoft.com/office/drawing/2014/main" id="{D6C7BB4C-B30F-0B5F-A067-9F2A5ADBCA38}"/>
                    </a:ext>
                  </a:extLst>
                </p:cNvPr>
                <p:cNvPicPr/>
                <p:nvPr/>
              </p:nvPicPr>
              <p:blipFill>
                <a:blip r:embed="rId725"/>
                <a:stretch>
                  <a:fillRect/>
                </a:stretch>
              </p:blipFill>
              <p:spPr>
                <a:xfrm>
                  <a:off x="5395896" y="5757336"/>
                  <a:ext cx="12600" cy="5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6">
              <p14:nvContentPartPr>
                <p14:cNvPr id="335" name="Ink 334">
                  <a:extLst>
                    <a:ext uri="{FF2B5EF4-FFF2-40B4-BE49-F238E27FC236}">
                      <a16:creationId xmlns:a16="http://schemas.microsoft.com/office/drawing/2014/main" id="{9F9C4045-4800-34FF-0704-31F155BB9143}"/>
                    </a:ext>
                  </a:extLst>
                </p14:cNvPr>
                <p14:cNvContentPartPr/>
                <p14:nvPr/>
              </p14:nvContentPartPr>
              <p14:xfrm>
                <a:off x="5402016" y="5767776"/>
                <a:ext cx="5400" cy="77400"/>
              </p14:xfrm>
            </p:contentPart>
          </mc:Choice>
          <mc:Fallback>
            <p:pic>
              <p:nvPicPr>
                <p:cNvPr id="335" name="Ink 334">
                  <a:extLst>
                    <a:ext uri="{FF2B5EF4-FFF2-40B4-BE49-F238E27FC236}">
                      <a16:creationId xmlns:a16="http://schemas.microsoft.com/office/drawing/2014/main" id="{9F9C4045-4800-34FF-0704-31F155BB9143}"/>
                    </a:ext>
                  </a:extLst>
                </p:cNvPr>
                <p:cNvPicPr/>
                <p:nvPr/>
              </p:nvPicPr>
              <p:blipFill>
                <a:blip r:embed="rId727"/>
                <a:stretch>
                  <a:fillRect/>
                </a:stretch>
              </p:blipFill>
              <p:spPr>
                <a:xfrm>
                  <a:off x="5395896" y="5761656"/>
                  <a:ext cx="17640" cy="8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8">
              <p14:nvContentPartPr>
                <p14:cNvPr id="336" name="Ink 335">
                  <a:extLst>
                    <a:ext uri="{FF2B5EF4-FFF2-40B4-BE49-F238E27FC236}">
                      <a16:creationId xmlns:a16="http://schemas.microsoft.com/office/drawing/2014/main" id="{A231C48C-1E65-36B5-05F5-92DD8F6DFF2C}"/>
                    </a:ext>
                  </a:extLst>
                </p14:cNvPr>
                <p14:cNvContentPartPr/>
                <p14:nvPr/>
              </p14:nvContentPartPr>
              <p14:xfrm>
                <a:off x="5526216" y="5708016"/>
                <a:ext cx="78480" cy="151200"/>
              </p14:xfrm>
            </p:contentPart>
          </mc:Choice>
          <mc:Fallback>
            <p:pic>
              <p:nvPicPr>
                <p:cNvPr id="336" name="Ink 335">
                  <a:extLst>
                    <a:ext uri="{FF2B5EF4-FFF2-40B4-BE49-F238E27FC236}">
                      <a16:creationId xmlns:a16="http://schemas.microsoft.com/office/drawing/2014/main" id="{A231C48C-1E65-36B5-05F5-92DD8F6DFF2C}"/>
                    </a:ext>
                  </a:extLst>
                </p:cNvPr>
                <p:cNvPicPr/>
                <p:nvPr/>
              </p:nvPicPr>
              <p:blipFill>
                <a:blip r:embed="rId729"/>
                <a:stretch>
                  <a:fillRect/>
                </a:stretch>
              </p:blipFill>
              <p:spPr>
                <a:xfrm>
                  <a:off x="5520096" y="5701896"/>
                  <a:ext cx="90720" cy="16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30">
              <p14:nvContentPartPr>
                <p14:cNvPr id="337" name="Ink 336">
                  <a:extLst>
                    <a:ext uri="{FF2B5EF4-FFF2-40B4-BE49-F238E27FC236}">
                      <a16:creationId xmlns:a16="http://schemas.microsoft.com/office/drawing/2014/main" id="{E94B2683-7829-F255-C928-A3467BAD92EF}"/>
                    </a:ext>
                  </a:extLst>
                </p14:cNvPr>
                <p14:cNvContentPartPr/>
                <p14:nvPr/>
              </p14:nvContentPartPr>
              <p14:xfrm>
                <a:off x="5679936" y="5626296"/>
                <a:ext cx="66240" cy="222840"/>
              </p14:xfrm>
            </p:contentPart>
          </mc:Choice>
          <mc:Fallback>
            <p:pic>
              <p:nvPicPr>
                <p:cNvPr id="337" name="Ink 336">
                  <a:extLst>
                    <a:ext uri="{FF2B5EF4-FFF2-40B4-BE49-F238E27FC236}">
                      <a16:creationId xmlns:a16="http://schemas.microsoft.com/office/drawing/2014/main" id="{E94B2683-7829-F255-C928-A3467BAD92EF}"/>
                    </a:ext>
                  </a:extLst>
                </p:cNvPr>
                <p:cNvPicPr/>
                <p:nvPr/>
              </p:nvPicPr>
              <p:blipFill>
                <a:blip r:embed="rId731"/>
                <a:stretch>
                  <a:fillRect/>
                </a:stretch>
              </p:blipFill>
              <p:spPr>
                <a:xfrm>
                  <a:off x="5673816" y="5620176"/>
                  <a:ext cx="78480" cy="23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32">
              <p14:nvContentPartPr>
                <p14:cNvPr id="338" name="Ink 337">
                  <a:extLst>
                    <a:ext uri="{FF2B5EF4-FFF2-40B4-BE49-F238E27FC236}">
                      <a16:creationId xmlns:a16="http://schemas.microsoft.com/office/drawing/2014/main" id="{25F5F2B2-954C-D32F-4397-F2649A048529}"/>
                    </a:ext>
                  </a:extLst>
                </p14:cNvPr>
                <p14:cNvContentPartPr/>
                <p14:nvPr/>
              </p14:nvContentPartPr>
              <p14:xfrm>
                <a:off x="5665536" y="5736816"/>
                <a:ext cx="266040" cy="53280"/>
              </p14:xfrm>
            </p:contentPart>
          </mc:Choice>
          <mc:Fallback>
            <p:pic>
              <p:nvPicPr>
                <p:cNvPr id="338" name="Ink 337">
                  <a:extLst>
                    <a:ext uri="{FF2B5EF4-FFF2-40B4-BE49-F238E27FC236}">
                      <a16:creationId xmlns:a16="http://schemas.microsoft.com/office/drawing/2014/main" id="{25F5F2B2-954C-D32F-4397-F2649A048529}"/>
                    </a:ext>
                  </a:extLst>
                </p:cNvPr>
                <p:cNvPicPr/>
                <p:nvPr/>
              </p:nvPicPr>
              <p:blipFill>
                <a:blip r:embed="rId733"/>
                <a:stretch>
                  <a:fillRect/>
                </a:stretch>
              </p:blipFill>
              <p:spPr>
                <a:xfrm>
                  <a:off x="5659416" y="5730696"/>
                  <a:ext cx="278280" cy="6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34">
              <p14:nvContentPartPr>
                <p14:cNvPr id="339" name="Ink 338">
                  <a:extLst>
                    <a:ext uri="{FF2B5EF4-FFF2-40B4-BE49-F238E27FC236}">
                      <a16:creationId xmlns:a16="http://schemas.microsoft.com/office/drawing/2014/main" id="{93EE1D30-F227-1295-6738-DE4351BA6BDE}"/>
                    </a:ext>
                  </a:extLst>
                </p14:cNvPr>
                <p14:cNvContentPartPr/>
                <p14:nvPr/>
              </p14:nvContentPartPr>
              <p14:xfrm>
                <a:off x="5948856" y="5580576"/>
                <a:ext cx="190080" cy="192960"/>
              </p14:xfrm>
            </p:contentPart>
          </mc:Choice>
          <mc:Fallback>
            <p:pic>
              <p:nvPicPr>
                <p:cNvPr id="339" name="Ink 338">
                  <a:extLst>
                    <a:ext uri="{FF2B5EF4-FFF2-40B4-BE49-F238E27FC236}">
                      <a16:creationId xmlns:a16="http://schemas.microsoft.com/office/drawing/2014/main" id="{93EE1D30-F227-1295-6738-DE4351BA6BDE}"/>
                    </a:ext>
                  </a:extLst>
                </p:cNvPr>
                <p:cNvPicPr/>
                <p:nvPr/>
              </p:nvPicPr>
              <p:blipFill>
                <a:blip r:embed="rId735"/>
                <a:stretch>
                  <a:fillRect/>
                </a:stretch>
              </p:blipFill>
              <p:spPr>
                <a:xfrm>
                  <a:off x="5942736" y="5574456"/>
                  <a:ext cx="202320" cy="20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36">
              <p14:nvContentPartPr>
                <p14:cNvPr id="340" name="Ink 339">
                  <a:extLst>
                    <a:ext uri="{FF2B5EF4-FFF2-40B4-BE49-F238E27FC236}">
                      <a16:creationId xmlns:a16="http://schemas.microsoft.com/office/drawing/2014/main" id="{5A2C842A-B2AD-F86A-40DC-429261E581C4}"/>
                    </a:ext>
                  </a:extLst>
                </p14:cNvPr>
                <p14:cNvContentPartPr/>
                <p14:nvPr/>
              </p14:nvContentPartPr>
              <p14:xfrm>
                <a:off x="6150816" y="5683536"/>
                <a:ext cx="222120" cy="90360"/>
              </p14:xfrm>
            </p:contentPart>
          </mc:Choice>
          <mc:Fallback>
            <p:pic>
              <p:nvPicPr>
                <p:cNvPr id="340" name="Ink 339">
                  <a:extLst>
                    <a:ext uri="{FF2B5EF4-FFF2-40B4-BE49-F238E27FC236}">
                      <a16:creationId xmlns:a16="http://schemas.microsoft.com/office/drawing/2014/main" id="{5A2C842A-B2AD-F86A-40DC-429261E581C4}"/>
                    </a:ext>
                  </a:extLst>
                </p:cNvPr>
                <p:cNvPicPr/>
                <p:nvPr/>
              </p:nvPicPr>
              <p:blipFill>
                <a:blip r:embed="rId737"/>
                <a:stretch>
                  <a:fillRect/>
                </a:stretch>
              </p:blipFill>
              <p:spPr>
                <a:xfrm>
                  <a:off x="6144696" y="5677416"/>
                  <a:ext cx="234360" cy="10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38">
              <p14:nvContentPartPr>
                <p14:cNvPr id="341" name="Ink 340">
                  <a:extLst>
                    <a:ext uri="{FF2B5EF4-FFF2-40B4-BE49-F238E27FC236}">
                      <a16:creationId xmlns:a16="http://schemas.microsoft.com/office/drawing/2014/main" id="{E4CF035E-0277-3147-6B55-666091418247}"/>
                    </a:ext>
                  </a:extLst>
                </p14:cNvPr>
                <p14:cNvContentPartPr/>
                <p14:nvPr/>
              </p14:nvContentPartPr>
              <p14:xfrm>
                <a:off x="6440616" y="5592816"/>
                <a:ext cx="63720" cy="158400"/>
              </p14:xfrm>
            </p:contentPart>
          </mc:Choice>
          <mc:Fallback>
            <p:pic>
              <p:nvPicPr>
                <p:cNvPr id="341" name="Ink 340">
                  <a:extLst>
                    <a:ext uri="{FF2B5EF4-FFF2-40B4-BE49-F238E27FC236}">
                      <a16:creationId xmlns:a16="http://schemas.microsoft.com/office/drawing/2014/main" id="{E4CF035E-0277-3147-6B55-666091418247}"/>
                    </a:ext>
                  </a:extLst>
                </p:cNvPr>
                <p:cNvPicPr/>
                <p:nvPr/>
              </p:nvPicPr>
              <p:blipFill>
                <a:blip r:embed="rId739"/>
                <a:stretch>
                  <a:fillRect/>
                </a:stretch>
              </p:blipFill>
              <p:spPr>
                <a:xfrm>
                  <a:off x="6434496" y="5586696"/>
                  <a:ext cx="75960" cy="17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0">
              <p14:nvContentPartPr>
                <p14:cNvPr id="342" name="Ink 341">
                  <a:extLst>
                    <a:ext uri="{FF2B5EF4-FFF2-40B4-BE49-F238E27FC236}">
                      <a16:creationId xmlns:a16="http://schemas.microsoft.com/office/drawing/2014/main" id="{144EE082-D273-C1A5-4CA4-CC2CCA401C2C}"/>
                    </a:ext>
                  </a:extLst>
                </p14:cNvPr>
                <p14:cNvContentPartPr/>
                <p14:nvPr/>
              </p14:nvContentPartPr>
              <p14:xfrm>
                <a:off x="6362856" y="5635296"/>
                <a:ext cx="141840" cy="10800"/>
              </p14:xfrm>
            </p:contentPart>
          </mc:Choice>
          <mc:Fallback>
            <p:pic>
              <p:nvPicPr>
                <p:cNvPr id="342" name="Ink 341">
                  <a:extLst>
                    <a:ext uri="{FF2B5EF4-FFF2-40B4-BE49-F238E27FC236}">
                      <a16:creationId xmlns:a16="http://schemas.microsoft.com/office/drawing/2014/main" id="{144EE082-D273-C1A5-4CA4-CC2CCA401C2C}"/>
                    </a:ext>
                  </a:extLst>
                </p:cNvPr>
                <p:cNvPicPr/>
                <p:nvPr/>
              </p:nvPicPr>
              <p:blipFill>
                <a:blip r:embed="rId741"/>
                <a:stretch>
                  <a:fillRect/>
                </a:stretch>
              </p:blipFill>
              <p:spPr>
                <a:xfrm>
                  <a:off x="6356736" y="5629176"/>
                  <a:ext cx="154080" cy="2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2">
              <p14:nvContentPartPr>
                <p14:cNvPr id="424" name="Ink 423">
                  <a:extLst>
                    <a:ext uri="{FF2B5EF4-FFF2-40B4-BE49-F238E27FC236}">
                      <a16:creationId xmlns:a16="http://schemas.microsoft.com/office/drawing/2014/main" id="{48930140-692E-5E04-441E-E9382A322D33}"/>
                    </a:ext>
                  </a:extLst>
                </p14:cNvPr>
                <p14:cNvContentPartPr/>
                <p14:nvPr/>
              </p14:nvContentPartPr>
              <p14:xfrm>
                <a:off x="3337416" y="6317856"/>
                <a:ext cx="19440" cy="140760"/>
              </p14:xfrm>
            </p:contentPart>
          </mc:Choice>
          <mc:Fallback>
            <p:pic>
              <p:nvPicPr>
                <p:cNvPr id="424" name="Ink 423">
                  <a:extLst>
                    <a:ext uri="{FF2B5EF4-FFF2-40B4-BE49-F238E27FC236}">
                      <a16:creationId xmlns:a16="http://schemas.microsoft.com/office/drawing/2014/main" id="{48930140-692E-5E04-441E-E9382A322D33}"/>
                    </a:ext>
                  </a:extLst>
                </p:cNvPr>
                <p:cNvPicPr/>
                <p:nvPr/>
              </p:nvPicPr>
              <p:blipFill>
                <a:blip r:embed="rId743"/>
                <a:stretch>
                  <a:fillRect/>
                </a:stretch>
              </p:blipFill>
              <p:spPr>
                <a:xfrm>
                  <a:off x="3331296" y="6311736"/>
                  <a:ext cx="31680" cy="15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4">
              <p14:nvContentPartPr>
                <p14:cNvPr id="425" name="Ink 424">
                  <a:extLst>
                    <a:ext uri="{FF2B5EF4-FFF2-40B4-BE49-F238E27FC236}">
                      <a16:creationId xmlns:a16="http://schemas.microsoft.com/office/drawing/2014/main" id="{1EFF28AF-FE15-932D-9DB9-8923CB2F2CB8}"/>
                    </a:ext>
                  </a:extLst>
                </p14:cNvPr>
                <p14:cNvContentPartPr/>
                <p14:nvPr/>
              </p14:nvContentPartPr>
              <p14:xfrm>
                <a:off x="3280896" y="6369336"/>
                <a:ext cx="102600" cy="45720"/>
              </p14:xfrm>
            </p:contentPart>
          </mc:Choice>
          <mc:Fallback>
            <p:pic>
              <p:nvPicPr>
                <p:cNvPr id="425" name="Ink 424">
                  <a:extLst>
                    <a:ext uri="{FF2B5EF4-FFF2-40B4-BE49-F238E27FC236}">
                      <a16:creationId xmlns:a16="http://schemas.microsoft.com/office/drawing/2014/main" id="{1EFF28AF-FE15-932D-9DB9-8923CB2F2CB8}"/>
                    </a:ext>
                  </a:extLst>
                </p:cNvPr>
                <p:cNvPicPr/>
                <p:nvPr/>
              </p:nvPicPr>
              <p:blipFill>
                <a:blip r:embed="rId745"/>
                <a:stretch>
                  <a:fillRect/>
                </a:stretch>
              </p:blipFill>
              <p:spPr>
                <a:xfrm>
                  <a:off x="3274776" y="6363216"/>
                  <a:ext cx="114840" cy="5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6">
              <p14:nvContentPartPr>
                <p14:cNvPr id="426" name="Ink 425">
                  <a:extLst>
                    <a:ext uri="{FF2B5EF4-FFF2-40B4-BE49-F238E27FC236}">
                      <a16:creationId xmlns:a16="http://schemas.microsoft.com/office/drawing/2014/main" id="{A38060C3-7810-299F-1C1C-B337837FD048}"/>
                    </a:ext>
                  </a:extLst>
                </p14:cNvPr>
                <p14:cNvContentPartPr/>
                <p14:nvPr/>
              </p14:nvContentPartPr>
              <p14:xfrm>
                <a:off x="3702816" y="6342336"/>
                <a:ext cx="16920" cy="65160"/>
              </p14:xfrm>
            </p:contentPart>
          </mc:Choice>
          <mc:Fallback>
            <p:pic>
              <p:nvPicPr>
                <p:cNvPr id="426" name="Ink 425">
                  <a:extLst>
                    <a:ext uri="{FF2B5EF4-FFF2-40B4-BE49-F238E27FC236}">
                      <a16:creationId xmlns:a16="http://schemas.microsoft.com/office/drawing/2014/main" id="{A38060C3-7810-299F-1C1C-B337837FD048}"/>
                    </a:ext>
                  </a:extLst>
                </p:cNvPr>
                <p:cNvPicPr/>
                <p:nvPr/>
              </p:nvPicPr>
              <p:blipFill>
                <a:blip r:embed="rId747"/>
                <a:stretch>
                  <a:fillRect/>
                </a:stretch>
              </p:blipFill>
              <p:spPr>
                <a:xfrm>
                  <a:off x="3696696" y="6336216"/>
                  <a:ext cx="29160" cy="7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8">
              <p14:nvContentPartPr>
                <p14:cNvPr id="427" name="Ink 426">
                  <a:extLst>
                    <a:ext uri="{FF2B5EF4-FFF2-40B4-BE49-F238E27FC236}">
                      <a16:creationId xmlns:a16="http://schemas.microsoft.com/office/drawing/2014/main" id="{D625CEBA-4718-6505-15A8-7B78C5B3D7A9}"/>
                    </a:ext>
                  </a:extLst>
                </p14:cNvPr>
                <p14:cNvContentPartPr/>
                <p14:nvPr/>
              </p14:nvContentPartPr>
              <p14:xfrm>
                <a:off x="3721896" y="6213096"/>
                <a:ext cx="7560" cy="36000"/>
              </p14:xfrm>
            </p:contentPart>
          </mc:Choice>
          <mc:Fallback>
            <p:pic>
              <p:nvPicPr>
                <p:cNvPr id="427" name="Ink 426">
                  <a:extLst>
                    <a:ext uri="{FF2B5EF4-FFF2-40B4-BE49-F238E27FC236}">
                      <a16:creationId xmlns:a16="http://schemas.microsoft.com/office/drawing/2014/main" id="{D625CEBA-4718-6505-15A8-7B78C5B3D7A9}"/>
                    </a:ext>
                  </a:extLst>
                </p:cNvPr>
                <p:cNvPicPr/>
                <p:nvPr/>
              </p:nvPicPr>
              <p:blipFill>
                <a:blip r:embed="rId749"/>
                <a:stretch>
                  <a:fillRect/>
                </a:stretch>
              </p:blipFill>
              <p:spPr>
                <a:xfrm>
                  <a:off x="3715776" y="6206976"/>
                  <a:ext cx="19800" cy="4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50">
              <p14:nvContentPartPr>
                <p14:cNvPr id="428" name="Ink 427">
                  <a:extLst>
                    <a:ext uri="{FF2B5EF4-FFF2-40B4-BE49-F238E27FC236}">
                      <a16:creationId xmlns:a16="http://schemas.microsoft.com/office/drawing/2014/main" id="{78BC2275-D01D-B67D-27D8-14A908AF3253}"/>
                    </a:ext>
                  </a:extLst>
                </p14:cNvPr>
                <p14:cNvContentPartPr/>
                <p14:nvPr/>
              </p14:nvContentPartPr>
              <p14:xfrm>
                <a:off x="3773376" y="6290136"/>
                <a:ext cx="78480" cy="101880"/>
              </p14:xfrm>
            </p:contentPart>
          </mc:Choice>
          <mc:Fallback>
            <p:pic>
              <p:nvPicPr>
                <p:cNvPr id="428" name="Ink 427">
                  <a:extLst>
                    <a:ext uri="{FF2B5EF4-FFF2-40B4-BE49-F238E27FC236}">
                      <a16:creationId xmlns:a16="http://schemas.microsoft.com/office/drawing/2014/main" id="{78BC2275-D01D-B67D-27D8-14A908AF3253}"/>
                    </a:ext>
                  </a:extLst>
                </p:cNvPr>
                <p:cNvPicPr/>
                <p:nvPr/>
              </p:nvPicPr>
              <p:blipFill>
                <a:blip r:embed="rId751"/>
                <a:stretch>
                  <a:fillRect/>
                </a:stretch>
              </p:blipFill>
              <p:spPr>
                <a:xfrm>
                  <a:off x="3767256" y="6284016"/>
                  <a:ext cx="90720" cy="11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52">
              <p14:nvContentPartPr>
                <p14:cNvPr id="429" name="Ink 428">
                  <a:extLst>
                    <a:ext uri="{FF2B5EF4-FFF2-40B4-BE49-F238E27FC236}">
                      <a16:creationId xmlns:a16="http://schemas.microsoft.com/office/drawing/2014/main" id="{14C47B4F-9D31-332C-13C1-7C3AC53D8554}"/>
                    </a:ext>
                  </a:extLst>
                </p14:cNvPr>
                <p14:cNvContentPartPr/>
                <p14:nvPr/>
              </p14:nvContentPartPr>
              <p14:xfrm>
                <a:off x="3958416" y="6216336"/>
                <a:ext cx="110520" cy="132840"/>
              </p14:xfrm>
            </p:contentPart>
          </mc:Choice>
          <mc:Fallback>
            <p:pic>
              <p:nvPicPr>
                <p:cNvPr id="429" name="Ink 428">
                  <a:extLst>
                    <a:ext uri="{FF2B5EF4-FFF2-40B4-BE49-F238E27FC236}">
                      <a16:creationId xmlns:a16="http://schemas.microsoft.com/office/drawing/2014/main" id="{14C47B4F-9D31-332C-13C1-7C3AC53D8554}"/>
                    </a:ext>
                  </a:extLst>
                </p:cNvPr>
                <p:cNvPicPr/>
                <p:nvPr/>
              </p:nvPicPr>
              <p:blipFill>
                <a:blip r:embed="rId753"/>
                <a:stretch>
                  <a:fillRect/>
                </a:stretch>
              </p:blipFill>
              <p:spPr>
                <a:xfrm>
                  <a:off x="3952296" y="6210216"/>
                  <a:ext cx="122760" cy="14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54">
              <p14:nvContentPartPr>
                <p14:cNvPr id="430" name="Ink 429">
                  <a:extLst>
                    <a:ext uri="{FF2B5EF4-FFF2-40B4-BE49-F238E27FC236}">
                      <a16:creationId xmlns:a16="http://schemas.microsoft.com/office/drawing/2014/main" id="{AB8407A4-36E5-EC9D-40D6-B8D711A45DA6}"/>
                    </a:ext>
                  </a:extLst>
                </p14:cNvPr>
                <p14:cNvContentPartPr/>
                <p14:nvPr/>
              </p14:nvContentPartPr>
              <p14:xfrm>
                <a:off x="3982896" y="6203376"/>
                <a:ext cx="87840" cy="15120"/>
              </p14:xfrm>
            </p:contentPart>
          </mc:Choice>
          <mc:Fallback>
            <p:pic>
              <p:nvPicPr>
                <p:cNvPr id="430" name="Ink 429">
                  <a:extLst>
                    <a:ext uri="{FF2B5EF4-FFF2-40B4-BE49-F238E27FC236}">
                      <a16:creationId xmlns:a16="http://schemas.microsoft.com/office/drawing/2014/main" id="{AB8407A4-36E5-EC9D-40D6-B8D711A45DA6}"/>
                    </a:ext>
                  </a:extLst>
                </p:cNvPr>
                <p:cNvPicPr/>
                <p:nvPr/>
              </p:nvPicPr>
              <p:blipFill>
                <a:blip r:embed="rId755"/>
                <a:stretch>
                  <a:fillRect/>
                </a:stretch>
              </p:blipFill>
              <p:spPr>
                <a:xfrm>
                  <a:off x="3976776" y="6197256"/>
                  <a:ext cx="100080" cy="2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56">
              <p14:nvContentPartPr>
                <p14:cNvPr id="431" name="Ink 430">
                  <a:extLst>
                    <a:ext uri="{FF2B5EF4-FFF2-40B4-BE49-F238E27FC236}">
                      <a16:creationId xmlns:a16="http://schemas.microsoft.com/office/drawing/2014/main" id="{A040E8D7-B164-5146-306A-43FF672E9429}"/>
                    </a:ext>
                  </a:extLst>
                </p14:cNvPr>
                <p14:cNvContentPartPr/>
                <p14:nvPr/>
              </p14:nvContentPartPr>
              <p14:xfrm>
                <a:off x="3960936" y="6264936"/>
                <a:ext cx="97920" cy="36000"/>
              </p14:xfrm>
            </p:contentPart>
          </mc:Choice>
          <mc:Fallback>
            <p:pic>
              <p:nvPicPr>
                <p:cNvPr id="431" name="Ink 430">
                  <a:extLst>
                    <a:ext uri="{FF2B5EF4-FFF2-40B4-BE49-F238E27FC236}">
                      <a16:creationId xmlns:a16="http://schemas.microsoft.com/office/drawing/2014/main" id="{A040E8D7-B164-5146-306A-43FF672E9429}"/>
                    </a:ext>
                  </a:extLst>
                </p:cNvPr>
                <p:cNvPicPr/>
                <p:nvPr/>
              </p:nvPicPr>
              <p:blipFill>
                <a:blip r:embed="rId757"/>
                <a:stretch>
                  <a:fillRect/>
                </a:stretch>
              </p:blipFill>
              <p:spPr>
                <a:xfrm>
                  <a:off x="3954816" y="6258816"/>
                  <a:ext cx="110160" cy="4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58">
              <p14:nvContentPartPr>
                <p14:cNvPr id="432" name="Ink 431">
                  <a:extLst>
                    <a:ext uri="{FF2B5EF4-FFF2-40B4-BE49-F238E27FC236}">
                      <a16:creationId xmlns:a16="http://schemas.microsoft.com/office/drawing/2014/main" id="{D1D68EF8-D568-E98F-B9B0-7C27F647E7B4}"/>
                    </a:ext>
                  </a:extLst>
                </p14:cNvPr>
                <p14:cNvContentPartPr/>
                <p14:nvPr/>
              </p14:nvContentPartPr>
              <p14:xfrm>
                <a:off x="4117176" y="6241536"/>
                <a:ext cx="244080" cy="51840"/>
              </p14:xfrm>
            </p:contentPart>
          </mc:Choice>
          <mc:Fallback>
            <p:pic>
              <p:nvPicPr>
                <p:cNvPr id="432" name="Ink 431">
                  <a:extLst>
                    <a:ext uri="{FF2B5EF4-FFF2-40B4-BE49-F238E27FC236}">
                      <a16:creationId xmlns:a16="http://schemas.microsoft.com/office/drawing/2014/main" id="{D1D68EF8-D568-E98F-B9B0-7C27F647E7B4}"/>
                    </a:ext>
                  </a:extLst>
                </p:cNvPr>
                <p:cNvPicPr/>
                <p:nvPr/>
              </p:nvPicPr>
              <p:blipFill>
                <a:blip r:embed="rId759"/>
                <a:stretch>
                  <a:fillRect/>
                </a:stretch>
              </p:blipFill>
              <p:spPr>
                <a:xfrm>
                  <a:off x="4111056" y="6235416"/>
                  <a:ext cx="256320" cy="6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0">
              <p14:nvContentPartPr>
                <p14:cNvPr id="433" name="Ink 432">
                  <a:extLst>
                    <a:ext uri="{FF2B5EF4-FFF2-40B4-BE49-F238E27FC236}">
                      <a16:creationId xmlns:a16="http://schemas.microsoft.com/office/drawing/2014/main" id="{7DC93F77-0504-6AC0-B0C0-B1411D09AEF5}"/>
                    </a:ext>
                  </a:extLst>
                </p14:cNvPr>
                <p14:cNvContentPartPr/>
                <p14:nvPr/>
              </p14:nvContentPartPr>
              <p14:xfrm>
                <a:off x="4377816" y="6182136"/>
                <a:ext cx="112680" cy="230040"/>
              </p14:xfrm>
            </p:contentPart>
          </mc:Choice>
          <mc:Fallback>
            <p:pic>
              <p:nvPicPr>
                <p:cNvPr id="433" name="Ink 432">
                  <a:extLst>
                    <a:ext uri="{FF2B5EF4-FFF2-40B4-BE49-F238E27FC236}">
                      <a16:creationId xmlns:a16="http://schemas.microsoft.com/office/drawing/2014/main" id="{7DC93F77-0504-6AC0-B0C0-B1411D09AEF5}"/>
                    </a:ext>
                  </a:extLst>
                </p:cNvPr>
                <p:cNvPicPr/>
                <p:nvPr/>
              </p:nvPicPr>
              <p:blipFill>
                <a:blip r:embed="rId761"/>
                <a:stretch>
                  <a:fillRect/>
                </a:stretch>
              </p:blipFill>
              <p:spPr>
                <a:xfrm>
                  <a:off x="4371696" y="6176016"/>
                  <a:ext cx="124920" cy="24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2">
              <p14:nvContentPartPr>
                <p14:cNvPr id="434" name="Ink 433">
                  <a:extLst>
                    <a:ext uri="{FF2B5EF4-FFF2-40B4-BE49-F238E27FC236}">
                      <a16:creationId xmlns:a16="http://schemas.microsoft.com/office/drawing/2014/main" id="{E1F94183-3C04-426D-9983-CF78D4401338}"/>
                    </a:ext>
                  </a:extLst>
                </p14:cNvPr>
                <p14:cNvContentPartPr/>
                <p14:nvPr/>
              </p14:nvContentPartPr>
              <p14:xfrm>
                <a:off x="4616136" y="6061896"/>
                <a:ext cx="79200" cy="196560"/>
              </p14:xfrm>
            </p:contentPart>
          </mc:Choice>
          <mc:Fallback>
            <p:pic>
              <p:nvPicPr>
                <p:cNvPr id="434" name="Ink 433">
                  <a:extLst>
                    <a:ext uri="{FF2B5EF4-FFF2-40B4-BE49-F238E27FC236}">
                      <a16:creationId xmlns:a16="http://schemas.microsoft.com/office/drawing/2014/main" id="{E1F94183-3C04-426D-9983-CF78D4401338}"/>
                    </a:ext>
                  </a:extLst>
                </p:cNvPr>
                <p:cNvPicPr/>
                <p:nvPr/>
              </p:nvPicPr>
              <p:blipFill>
                <a:blip r:embed="rId763"/>
                <a:stretch>
                  <a:fillRect/>
                </a:stretch>
              </p:blipFill>
              <p:spPr>
                <a:xfrm>
                  <a:off x="4610016" y="6055776"/>
                  <a:ext cx="91440" cy="20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4">
              <p14:nvContentPartPr>
                <p14:cNvPr id="435" name="Ink 434">
                  <a:extLst>
                    <a:ext uri="{FF2B5EF4-FFF2-40B4-BE49-F238E27FC236}">
                      <a16:creationId xmlns:a16="http://schemas.microsoft.com/office/drawing/2014/main" id="{E9A9BE77-0C4A-48D4-6AF9-2EE21CA9C493}"/>
                    </a:ext>
                  </a:extLst>
                </p14:cNvPr>
                <p14:cNvContentPartPr/>
                <p14:nvPr/>
              </p14:nvContentPartPr>
              <p14:xfrm>
                <a:off x="4565736" y="6188616"/>
                <a:ext cx="151560" cy="360"/>
              </p14:xfrm>
            </p:contentPart>
          </mc:Choice>
          <mc:Fallback>
            <p:pic>
              <p:nvPicPr>
                <p:cNvPr id="435" name="Ink 434">
                  <a:extLst>
                    <a:ext uri="{FF2B5EF4-FFF2-40B4-BE49-F238E27FC236}">
                      <a16:creationId xmlns:a16="http://schemas.microsoft.com/office/drawing/2014/main" id="{E9A9BE77-0C4A-48D4-6AF9-2EE21CA9C493}"/>
                    </a:ext>
                  </a:extLst>
                </p:cNvPr>
                <p:cNvPicPr/>
                <p:nvPr/>
              </p:nvPicPr>
              <p:blipFill>
                <a:blip r:embed="rId765"/>
                <a:stretch>
                  <a:fillRect/>
                </a:stretch>
              </p:blipFill>
              <p:spPr>
                <a:xfrm>
                  <a:off x="4559616" y="6182496"/>
                  <a:ext cx="1638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6">
              <p14:nvContentPartPr>
                <p14:cNvPr id="436" name="Ink 435">
                  <a:extLst>
                    <a:ext uri="{FF2B5EF4-FFF2-40B4-BE49-F238E27FC236}">
                      <a16:creationId xmlns:a16="http://schemas.microsoft.com/office/drawing/2014/main" id="{EAED84E1-CC68-DD7D-403C-E41BD8CA53F9}"/>
                    </a:ext>
                  </a:extLst>
                </p14:cNvPr>
                <p14:cNvContentPartPr/>
                <p14:nvPr/>
              </p14:nvContentPartPr>
              <p14:xfrm>
                <a:off x="4755816" y="6185376"/>
                <a:ext cx="59040" cy="19800"/>
              </p14:xfrm>
            </p:contentPart>
          </mc:Choice>
          <mc:Fallback>
            <p:pic>
              <p:nvPicPr>
                <p:cNvPr id="436" name="Ink 435">
                  <a:extLst>
                    <a:ext uri="{FF2B5EF4-FFF2-40B4-BE49-F238E27FC236}">
                      <a16:creationId xmlns:a16="http://schemas.microsoft.com/office/drawing/2014/main" id="{EAED84E1-CC68-DD7D-403C-E41BD8CA53F9}"/>
                    </a:ext>
                  </a:extLst>
                </p:cNvPr>
                <p:cNvPicPr/>
                <p:nvPr/>
              </p:nvPicPr>
              <p:blipFill>
                <a:blip r:embed="rId767"/>
                <a:stretch>
                  <a:fillRect/>
                </a:stretch>
              </p:blipFill>
              <p:spPr>
                <a:xfrm>
                  <a:off x="4749696" y="6179256"/>
                  <a:ext cx="71280" cy="3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8">
              <p14:nvContentPartPr>
                <p14:cNvPr id="437" name="Ink 436">
                  <a:extLst>
                    <a:ext uri="{FF2B5EF4-FFF2-40B4-BE49-F238E27FC236}">
                      <a16:creationId xmlns:a16="http://schemas.microsoft.com/office/drawing/2014/main" id="{F2AA38D7-226C-6967-91E9-E2F59AD2E23A}"/>
                    </a:ext>
                  </a:extLst>
                </p14:cNvPr>
                <p14:cNvContentPartPr/>
                <p14:nvPr/>
              </p14:nvContentPartPr>
              <p14:xfrm>
                <a:off x="4667976" y="6174576"/>
                <a:ext cx="177480" cy="242280"/>
              </p14:xfrm>
            </p:contentPart>
          </mc:Choice>
          <mc:Fallback>
            <p:pic>
              <p:nvPicPr>
                <p:cNvPr id="437" name="Ink 436">
                  <a:extLst>
                    <a:ext uri="{FF2B5EF4-FFF2-40B4-BE49-F238E27FC236}">
                      <a16:creationId xmlns:a16="http://schemas.microsoft.com/office/drawing/2014/main" id="{F2AA38D7-226C-6967-91E9-E2F59AD2E23A}"/>
                    </a:ext>
                  </a:extLst>
                </p:cNvPr>
                <p:cNvPicPr/>
                <p:nvPr/>
              </p:nvPicPr>
              <p:blipFill>
                <a:blip r:embed="rId769"/>
                <a:stretch>
                  <a:fillRect/>
                </a:stretch>
              </p:blipFill>
              <p:spPr>
                <a:xfrm>
                  <a:off x="4661856" y="6168456"/>
                  <a:ext cx="189720" cy="25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70">
              <p14:nvContentPartPr>
                <p14:cNvPr id="438" name="Ink 437">
                  <a:extLst>
                    <a:ext uri="{FF2B5EF4-FFF2-40B4-BE49-F238E27FC236}">
                      <a16:creationId xmlns:a16="http://schemas.microsoft.com/office/drawing/2014/main" id="{7BDD3A90-22A4-9DEE-E8DB-3BD8029AE3C9}"/>
                    </a:ext>
                  </a:extLst>
                </p14:cNvPr>
                <p14:cNvContentPartPr/>
                <p14:nvPr/>
              </p14:nvContentPartPr>
              <p14:xfrm>
                <a:off x="4928976" y="6081336"/>
                <a:ext cx="117360" cy="196560"/>
              </p14:xfrm>
            </p:contentPart>
          </mc:Choice>
          <mc:Fallback>
            <p:pic>
              <p:nvPicPr>
                <p:cNvPr id="438" name="Ink 437">
                  <a:extLst>
                    <a:ext uri="{FF2B5EF4-FFF2-40B4-BE49-F238E27FC236}">
                      <a16:creationId xmlns:a16="http://schemas.microsoft.com/office/drawing/2014/main" id="{7BDD3A90-22A4-9DEE-E8DB-3BD8029AE3C9}"/>
                    </a:ext>
                  </a:extLst>
                </p:cNvPr>
                <p:cNvPicPr/>
                <p:nvPr/>
              </p:nvPicPr>
              <p:blipFill>
                <a:blip r:embed="rId771"/>
                <a:stretch>
                  <a:fillRect/>
                </a:stretch>
              </p:blipFill>
              <p:spPr>
                <a:xfrm>
                  <a:off x="4922856" y="6075216"/>
                  <a:ext cx="129600" cy="20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72">
              <p14:nvContentPartPr>
                <p14:cNvPr id="439" name="Ink 438">
                  <a:extLst>
                    <a:ext uri="{FF2B5EF4-FFF2-40B4-BE49-F238E27FC236}">
                      <a16:creationId xmlns:a16="http://schemas.microsoft.com/office/drawing/2014/main" id="{45434532-CB23-B050-4CDC-A0B39839EA1D}"/>
                    </a:ext>
                  </a:extLst>
                </p14:cNvPr>
                <p14:cNvContentPartPr/>
                <p14:nvPr/>
              </p14:nvContentPartPr>
              <p14:xfrm>
                <a:off x="5072976" y="6100416"/>
                <a:ext cx="84960" cy="199080"/>
              </p14:xfrm>
            </p:contentPart>
          </mc:Choice>
          <mc:Fallback>
            <p:pic>
              <p:nvPicPr>
                <p:cNvPr id="439" name="Ink 438">
                  <a:extLst>
                    <a:ext uri="{FF2B5EF4-FFF2-40B4-BE49-F238E27FC236}">
                      <a16:creationId xmlns:a16="http://schemas.microsoft.com/office/drawing/2014/main" id="{45434532-CB23-B050-4CDC-A0B39839EA1D}"/>
                    </a:ext>
                  </a:extLst>
                </p:cNvPr>
                <p:cNvPicPr/>
                <p:nvPr/>
              </p:nvPicPr>
              <p:blipFill>
                <a:blip r:embed="rId773"/>
                <a:stretch>
                  <a:fillRect/>
                </a:stretch>
              </p:blipFill>
              <p:spPr>
                <a:xfrm>
                  <a:off x="5066856" y="6094296"/>
                  <a:ext cx="97200" cy="21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74">
              <p14:nvContentPartPr>
                <p14:cNvPr id="441" name="Ink 440">
                  <a:extLst>
                    <a:ext uri="{FF2B5EF4-FFF2-40B4-BE49-F238E27FC236}">
                      <a16:creationId xmlns:a16="http://schemas.microsoft.com/office/drawing/2014/main" id="{CC8C92C6-73A0-B317-8EAC-1EB5C60982CF}"/>
                    </a:ext>
                  </a:extLst>
                </p14:cNvPr>
                <p14:cNvContentPartPr/>
                <p14:nvPr/>
              </p14:nvContentPartPr>
              <p14:xfrm>
                <a:off x="5275296" y="6149736"/>
                <a:ext cx="17280" cy="23040"/>
              </p14:xfrm>
            </p:contentPart>
          </mc:Choice>
          <mc:Fallback>
            <p:pic>
              <p:nvPicPr>
                <p:cNvPr id="441" name="Ink 440">
                  <a:extLst>
                    <a:ext uri="{FF2B5EF4-FFF2-40B4-BE49-F238E27FC236}">
                      <a16:creationId xmlns:a16="http://schemas.microsoft.com/office/drawing/2014/main" id="{CC8C92C6-73A0-B317-8EAC-1EB5C60982CF}"/>
                    </a:ext>
                  </a:extLst>
                </p:cNvPr>
                <p:cNvPicPr/>
                <p:nvPr/>
              </p:nvPicPr>
              <p:blipFill>
                <a:blip r:embed="rId775"/>
                <a:stretch>
                  <a:fillRect/>
                </a:stretch>
              </p:blipFill>
              <p:spPr>
                <a:xfrm>
                  <a:off x="5269176" y="6143616"/>
                  <a:ext cx="29520" cy="3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76">
              <p14:nvContentPartPr>
                <p14:cNvPr id="442" name="Ink 441">
                  <a:extLst>
                    <a:ext uri="{FF2B5EF4-FFF2-40B4-BE49-F238E27FC236}">
                      <a16:creationId xmlns:a16="http://schemas.microsoft.com/office/drawing/2014/main" id="{550FA80B-9632-719A-12A1-5AEAD6A49B34}"/>
                    </a:ext>
                  </a:extLst>
                </p14:cNvPr>
                <p14:cNvContentPartPr/>
                <p14:nvPr/>
              </p14:nvContentPartPr>
              <p14:xfrm>
                <a:off x="5290056" y="6222816"/>
                <a:ext cx="2880" cy="15120"/>
              </p14:xfrm>
            </p:contentPart>
          </mc:Choice>
          <mc:Fallback>
            <p:pic>
              <p:nvPicPr>
                <p:cNvPr id="442" name="Ink 441">
                  <a:extLst>
                    <a:ext uri="{FF2B5EF4-FFF2-40B4-BE49-F238E27FC236}">
                      <a16:creationId xmlns:a16="http://schemas.microsoft.com/office/drawing/2014/main" id="{550FA80B-9632-719A-12A1-5AEAD6A49B34}"/>
                    </a:ext>
                  </a:extLst>
                </p:cNvPr>
                <p:cNvPicPr/>
                <p:nvPr/>
              </p:nvPicPr>
              <p:blipFill>
                <a:blip r:embed="rId777"/>
                <a:stretch>
                  <a:fillRect/>
                </a:stretch>
              </p:blipFill>
              <p:spPr>
                <a:xfrm>
                  <a:off x="5283936" y="6216696"/>
                  <a:ext cx="15120" cy="2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78">
              <p14:nvContentPartPr>
                <p14:cNvPr id="443" name="Ink 442">
                  <a:extLst>
                    <a:ext uri="{FF2B5EF4-FFF2-40B4-BE49-F238E27FC236}">
                      <a16:creationId xmlns:a16="http://schemas.microsoft.com/office/drawing/2014/main" id="{B50BDB25-565E-F102-431A-135966B8F012}"/>
                    </a:ext>
                  </a:extLst>
                </p14:cNvPr>
                <p14:cNvContentPartPr/>
                <p14:nvPr/>
              </p14:nvContentPartPr>
              <p14:xfrm>
                <a:off x="5418936" y="6025176"/>
                <a:ext cx="103320" cy="227880"/>
              </p14:xfrm>
            </p:contentPart>
          </mc:Choice>
          <mc:Fallback>
            <p:pic>
              <p:nvPicPr>
                <p:cNvPr id="443" name="Ink 442">
                  <a:extLst>
                    <a:ext uri="{FF2B5EF4-FFF2-40B4-BE49-F238E27FC236}">
                      <a16:creationId xmlns:a16="http://schemas.microsoft.com/office/drawing/2014/main" id="{B50BDB25-565E-F102-431A-135966B8F012}"/>
                    </a:ext>
                  </a:extLst>
                </p:cNvPr>
                <p:cNvPicPr/>
                <p:nvPr/>
              </p:nvPicPr>
              <p:blipFill>
                <a:blip r:embed="rId779"/>
                <a:stretch>
                  <a:fillRect/>
                </a:stretch>
              </p:blipFill>
              <p:spPr>
                <a:xfrm>
                  <a:off x="5412816" y="6019056"/>
                  <a:ext cx="115560" cy="24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0">
              <p14:nvContentPartPr>
                <p14:cNvPr id="444" name="Ink 443">
                  <a:extLst>
                    <a:ext uri="{FF2B5EF4-FFF2-40B4-BE49-F238E27FC236}">
                      <a16:creationId xmlns:a16="http://schemas.microsoft.com/office/drawing/2014/main" id="{38F9A98C-72E4-EDDD-E885-EF28AB945AFE}"/>
                    </a:ext>
                  </a:extLst>
                </p14:cNvPr>
                <p14:cNvContentPartPr/>
                <p14:nvPr/>
              </p14:nvContentPartPr>
              <p14:xfrm>
                <a:off x="5567616" y="6141816"/>
                <a:ext cx="64800" cy="85320"/>
              </p14:xfrm>
            </p:contentPart>
          </mc:Choice>
          <mc:Fallback>
            <p:pic>
              <p:nvPicPr>
                <p:cNvPr id="444" name="Ink 443">
                  <a:extLst>
                    <a:ext uri="{FF2B5EF4-FFF2-40B4-BE49-F238E27FC236}">
                      <a16:creationId xmlns:a16="http://schemas.microsoft.com/office/drawing/2014/main" id="{38F9A98C-72E4-EDDD-E885-EF28AB945AFE}"/>
                    </a:ext>
                  </a:extLst>
                </p:cNvPr>
                <p:cNvPicPr/>
                <p:nvPr/>
              </p:nvPicPr>
              <p:blipFill>
                <a:blip r:embed="rId781"/>
                <a:stretch>
                  <a:fillRect/>
                </a:stretch>
              </p:blipFill>
              <p:spPr>
                <a:xfrm>
                  <a:off x="5561496" y="6135696"/>
                  <a:ext cx="77040" cy="9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2">
              <p14:nvContentPartPr>
                <p14:cNvPr id="445" name="Ink 444">
                  <a:extLst>
                    <a:ext uri="{FF2B5EF4-FFF2-40B4-BE49-F238E27FC236}">
                      <a16:creationId xmlns:a16="http://schemas.microsoft.com/office/drawing/2014/main" id="{0F179031-DBAB-15AD-A0BC-57B2EF22DE64}"/>
                    </a:ext>
                  </a:extLst>
                </p14:cNvPr>
                <p14:cNvContentPartPr/>
                <p14:nvPr/>
              </p14:nvContentPartPr>
              <p14:xfrm>
                <a:off x="5688936" y="6125976"/>
                <a:ext cx="89280" cy="83520"/>
              </p14:xfrm>
            </p:contentPart>
          </mc:Choice>
          <mc:Fallback>
            <p:pic>
              <p:nvPicPr>
                <p:cNvPr id="445" name="Ink 444">
                  <a:extLst>
                    <a:ext uri="{FF2B5EF4-FFF2-40B4-BE49-F238E27FC236}">
                      <a16:creationId xmlns:a16="http://schemas.microsoft.com/office/drawing/2014/main" id="{0F179031-DBAB-15AD-A0BC-57B2EF22DE64}"/>
                    </a:ext>
                  </a:extLst>
                </p:cNvPr>
                <p:cNvPicPr/>
                <p:nvPr/>
              </p:nvPicPr>
              <p:blipFill>
                <a:blip r:embed="rId783"/>
                <a:stretch>
                  <a:fillRect/>
                </a:stretch>
              </p:blipFill>
              <p:spPr>
                <a:xfrm>
                  <a:off x="5682816" y="6119856"/>
                  <a:ext cx="101520" cy="9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4">
              <p14:nvContentPartPr>
                <p14:cNvPr id="446" name="Ink 445">
                  <a:extLst>
                    <a:ext uri="{FF2B5EF4-FFF2-40B4-BE49-F238E27FC236}">
                      <a16:creationId xmlns:a16="http://schemas.microsoft.com/office/drawing/2014/main" id="{4B7ED686-A739-6E06-7134-910E118629F6}"/>
                    </a:ext>
                  </a:extLst>
                </p14:cNvPr>
                <p14:cNvContentPartPr/>
                <p14:nvPr/>
              </p14:nvContentPartPr>
              <p14:xfrm>
                <a:off x="5828616" y="5997816"/>
                <a:ext cx="32400" cy="204120"/>
              </p14:xfrm>
            </p:contentPart>
          </mc:Choice>
          <mc:Fallback>
            <p:pic>
              <p:nvPicPr>
                <p:cNvPr id="446" name="Ink 445">
                  <a:extLst>
                    <a:ext uri="{FF2B5EF4-FFF2-40B4-BE49-F238E27FC236}">
                      <a16:creationId xmlns:a16="http://schemas.microsoft.com/office/drawing/2014/main" id="{4B7ED686-A739-6E06-7134-910E118629F6}"/>
                    </a:ext>
                  </a:extLst>
                </p:cNvPr>
                <p:cNvPicPr/>
                <p:nvPr/>
              </p:nvPicPr>
              <p:blipFill>
                <a:blip r:embed="rId785"/>
                <a:stretch>
                  <a:fillRect/>
                </a:stretch>
              </p:blipFill>
              <p:spPr>
                <a:xfrm>
                  <a:off x="5822496" y="5991696"/>
                  <a:ext cx="44640" cy="21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6">
              <p14:nvContentPartPr>
                <p14:cNvPr id="447" name="Ink 446">
                  <a:extLst>
                    <a:ext uri="{FF2B5EF4-FFF2-40B4-BE49-F238E27FC236}">
                      <a16:creationId xmlns:a16="http://schemas.microsoft.com/office/drawing/2014/main" id="{97B1CC74-4FAA-A823-8E86-0EE40D864936}"/>
                    </a:ext>
                  </a:extLst>
                </p14:cNvPr>
                <p14:cNvContentPartPr/>
                <p14:nvPr/>
              </p14:nvContentPartPr>
              <p14:xfrm>
                <a:off x="5921496" y="6125976"/>
                <a:ext cx="147600" cy="91800"/>
              </p14:xfrm>
            </p:contentPart>
          </mc:Choice>
          <mc:Fallback>
            <p:pic>
              <p:nvPicPr>
                <p:cNvPr id="447" name="Ink 446">
                  <a:extLst>
                    <a:ext uri="{FF2B5EF4-FFF2-40B4-BE49-F238E27FC236}">
                      <a16:creationId xmlns:a16="http://schemas.microsoft.com/office/drawing/2014/main" id="{97B1CC74-4FAA-A823-8E86-0EE40D864936}"/>
                    </a:ext>
                  </a:extLst>
                </p:cNvPr>
                <p:cNvPicPr/>
                <p:nvPr/>
              </p:nvPicPr>
              <p:blipFill>
                <a:blip r:embed="rId787"/>
                <a:stretch>
                  <a:fillRect/>
                </a:stretch>
              </p:blipFill>
              <p:spPr>
                <a:xfrm>
                  <a:off x="5915376" y="6119856"/>
                  <a:ext cx="159840" cy="10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8">
              <p14:nvContentPartPr>
                <p14:cNvPr id="448" name="Ink 447">
                  <a:extLst>
                    <a:ext uri="{FF2B5EF4-FFF2-40B4-BE49-F238E27FC236}">
                      <a16:creationId xmlns:a16="http://schemas.microsoft.com/office/drawing/2014/main" id="{2DBDB4AB-CCCF-FE44-1D67-CBE0C691758D}"/>
                    </a:ext>
                  </a:extLst>
                </p14:cNvPr>
                <p14:cNvContentPartPr/>
                <p14:nvPr/>
              </p14:nvContentPartPr>
              <p14:xfrm>
                <a:off x="6090696" y="6119856"/>
                <a:ext cx="123840" cy="60120"/>
              </p14:xfrm>
            </p:contentPart>
          </mc:Choice>
          <mc:Fallback>
            <p:pic>
              <p:nvPicPr>
                <p:cNvPr id="448" name="Ink 447">
                  <a:extLst>
                    <a:ext uri="{FF2B5EF4-FFF2-40B4-BE49-F238E27FC236}">
                      <a16:creationId xmlns:a16="http://schemas.microsoft.com/office/drawing/2014/main" id="{2DBDB4AB-CCCF-FE44-1D67-CBE0C691758D}"/>
                    </a:ext>
                  </a:extLst>
                </p:cNvPr>
                <p:cNvPicPr/>
                <p:nvPr/>
              </p:nvPicPr>
              <p:blipFill>
                <a:blip r:embed="rId789"/>
                <a:stretch>
                  <a:fillRect/>
                </a:stretch>
              </p:blipFill>
              <p:spPr>
                <a:xfrm>
                  <a:off x="6084576" y="6113736"/>
                  <a:ext cx="136080" cy="7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90">
              <p14:nvContentPartPr>
                <p14:cNvPr id="449" name="Ink 448">
                  <a:extLst>
                    <a:ext uri="{FF2B5EF4-FFF2-40B4-BE49-F238E27FC236}">
                      <a16:creationId xmlns:a16="http://schemas.microsoft.com/office/drawing/2014/main" id="{41CD7690-A22B-52BC-A63A-4BB57BB7A58F}"/>
                    </a:ext>
                  </a:extLst>
                </p14:cNvPr>
                <p14:cNvContentPartPr/>
                <p14:nvPr/>
              </p14:nvContentPartPr>
              <p14:xfrm>
                <a:off x="6260256" y="6105096"/>
                <a:ext cx="186120" cy="59040"/>
              </p14:xfrm>
            </p:contentPart>
          </mc:Choice>
          <mc:Fallback>
            <p:pic>
              <p:nvPicPr>
                <p:cNvPr id="449" name="Ink 448">
                  <a:extLst>
                    <a:ext uri="{FF2B5EF4-FFF2-40B4-BE49-F238E27FC236}">
                      <a16:creationId xmlns:a16="http://schemas.microsoft.com/office/drawing/2014/main" id="{41CD7690-A22B-52BC-A63A-4BB57BB7A58F}"/>
                    </a:ext>
                  </a:extLst>
                </p:cNvPr>
                <p:cNvPicPr/>
                <p:nvPr/>
              </p:nvPicPr>
              <p:blipFill>
                <a:blip r:embed="rId791"/>
                <a:stretch>
                  <a:fillRect/>
                </a:stretch>
              </p:blipFill>
              <p:spPr>
                <a:xfrm>
                  <a:off x="6254136" y="6098976"/>
                  <a:ext cx="198360" cy="7128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9665290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179B2961-0D03-2A9B-A337-41E403057562}"/>
              </a:ext>
            </a:extLst>
          </p:cNvPr>
          <p:cNvGrpSpPr/>
          <p:nvPr/>
        </p:nvGrpSpPr>
        <p:grpSpPr>
          <a:xfrm>
            <a:off x="1296936" y="144216"/>
            <a:ext cx="894240" cy="469080"/>
            <a:chOff x="1296936" y="144216"/>
            <a:chExt cx="894240" cy="469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988388D9-1C6B-F96D-DC50-2AE53B4536E6}"/>
                    </a:ext>
                  </a:extLst>
                </p14:cNvPr>
                <p14:cNvContentPartPr/>
                <p14:nvPr/>
              </p14:nvContentPartPr>
              <p14:xfrm>
                <a:off x="1296936" y="239976"/>
                <a:ext cx="163440" cy="154440"/>
              </p14:xfrm>
            </p:contentPart>
          </mc:Choice>
          <mc:Fallback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988388D9-1C6B-F96D-DC50-2AE53B4536E6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1290816" y="233856"/>
                  <a:ext cx="175680" cy="16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40B794A7-C8E1-0A5F-22E0-B4DAA148A4F3}"/>
                    </a:ext>
                  </a:extLst>
                </p14:cNvPr>
                <p14:cNvContentPartPr/>
                <p14:nvPr/>
              </p14:nvContentPartPr>
              <p14:xfrm>
                <a:off x="1342296" y="195696"/>
                <a:ext cx="182880" cy="43200"/>
              </p14:xfrm>
            </p:contentPart>
          </mc:Choice>
          <mc:Fallback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40B794A7-C8E1-0A5F-22E0-B4DAA148A4F3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1336176" y="189576"/>
                  <a:ext cx="195120" cy="5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BC2585CE-2295-8B45-3A03-7F4982F20B30}"/>
                    </a:ext>
                  </a:extLst>
                </p14:cNvPr>
                <p14:cNvContentPartPr/>
                <p14:nvPr/>
              </p14:nvContentPartPr>
              <p14:xfrm>
                <a:off x="1298376" y="289656"/>
                <a:ext cx="129600" cy="3204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BC2585CE-2295-8B45-3A03-7F4982F20B30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292256" y="283536"/>
                  <a:ext cx="141840" cy="4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CE1E6A6B-AABE-0123-2387-346F726927BA}"/>
                    </a:ext>
                  </a:extLst>
                </p14:cNvPr>
                <p14:cNvContentPartPr/>
                <p14:nvPr/>
              </p14:nvContentPartPr>
              <p14:xfrm>
                <a:off x="1515456" y="305136"/>
                <a:ext cx="227160" cy="4428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CE1E6A6B-AABE-0123-2387-346F726927BA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509336" y="299016"/>
                  <a:ext cx="239400" cy="5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01B33B4B-A040-7548-14C3-4A89048129AB}"/>
                    </a:ext>
                  </a:extLst>
                </p14:cNvPr>
                <p14:cNvContentPartPr/>
                <p14:nvPr/>
              </p14:nvContentPartPr>
              <p14:xfrm>
                <a:off x="1754496" y="311616"/>
                <a:ext cx="66960" cy="19224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01B33B4B-A040-7548-14C3-4A89048129AB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1748376" y="305496"/>
                  <a:ext cx="79200" cy="20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AFC38204-3B7D-227A-ED85-8EAC7A5255B0}"/>
                    </a:ext>
                  </a:extLst>
                </p14:cNvPr>
                <p14:cNvContentPartPr/>
                <p14:nvPr/>
              </p14:nvContentPartPr>
              <p14:xfrm>
                <a:off x="1827576" y="279216"/>
                <a:ext cx="57600" cy="6444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AFC38204-3B7D-227A-ED85-8EAC7A5255B0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1821456" y="273096"/>
                  <a:ext cx="69840" cy="7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F8032E30-D6A4-67F3-B6B8-BBF2AFC70516}"/>
                    </a:ext>
                  </a:extLst>
                </p14:cNvPr>
                <p14:cNvContentPartPr/>
                <p14:nvPr/>
              </p14:nvContentPartPr>
              <p14:xfrm>
                <a:off x="2005416" y="144216"/>
                <a:ext cx="61560" cy="18756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F8032E30-D6A4-67F3-B6B8-BBF2AFC70516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1999296" y="138096"/>
                  <a:ext cx="73800" cy="19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DBA0FFB3-17F2-20FF-8777-F99D785A1D59}"/>
                    </a:ext>
                  </a:extLst>
                </p14:cNvPr>
                <p14:cNvContentPartPr/>
                <p14:nvPr/>
              </p14:nvContentPartPr>
              <p14:xfrm>
                <a:off x="1964016" y="250776"/>
                <a:ext cx="85680" cy="1836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DBA0FFB3-17F2-20FF-8777-F99D785A1D59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1957896" y="244656"/>
                  <a:ext cx="97920" cy="3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A1519679-4B0E-6A8A-B094-E94E5B323ECF}"/>
                    </a:ext>
                  </a:extLst>
                </p14:cNvPr>
                <p14:cNvContentPartPr/>
                <p14:nvPr/>
              </p14:nvContentPartPr>
              <p14:xfrm>
                <a:off x="2095776" y="282456"/>
                <a:ext cx="37080" cy="2052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A1519679-4B0E-6A8A-B094-E94E5B323ECF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2089656" y="276336"/>
                  <a:ext cx="49320" cy="3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2B72F1FB-FF1A-57EC-B758-A7DAB30A6A22}"/>
                    </a:ext>
                  </a:extLst>
                </p14:cNvPr>
                <p14:cNvContentPartPr/>
                <p14:nvPr/>
              </p14:nvContentPartPr>
              <p14:xfrm>
                <a:off x="1964016" y="270216"/>
                <a:ext cx="227160" cy="34308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2B72F1FB-FF1A-57EC-B758-A7DAB30A6A22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1957896" y="264096"/>
                  <a:ext cx="239400" cy="355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54B4F904-BFC5-C242-37CF-26F5221B22DB}"/>
              </a:ext>
            </a:extLst>
          </p:cNvPr>
          <p:cNvGrpSpPr/>
          <p:nvPr/>
        </p:nvGrpSpPr>
        <p:grpSpPr>
          <a:xfrm>
            <a:off x="2434536" y="96696"/>
            <a:ext cx="929520" cy="218160"/>
            <a:chOff x="2434536" y="96696"/>
            <a:chExt cx="929520" cy="218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61FBDFC7-1A8F-3170-C6FD-D4A3A5CDCED9}"/>
                    </a:ext>
                  </a:extLst>
                </p14:cNvPr>
                <p14:cNvContentPartPr/>
                <p14:nvPr/>
              </p14:nvContentPartPr>
              <p14:xfrm>
                <a:off x="2434536" y="96696"/>
                <a:ext cx="185760" cy="21168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61FBDFC7-1A8F-3170-C6FD-D4A3A5CDCED9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2428416" y="90576"/>
                  <a:ext cx="198000" cy="22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DB3D2B02-8ABE-C84A-61FC-A4116222BDB3}"/>
                    </a:ext>
                  </a:extLst>
                </p14:cNvPr>
                <p14:cNvContentPartPr/>
                <p14:nvPr/>
              </p14:nvContentPartPr>
              <p14:xfrm>
                <a:off x="2515176" y="218376"/>
                <a:ext cx="100440" cy="9648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DB3D2B02-8ABE-C84A-61FC-A4116222BDB3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2509056" y="212256"/>
                  <a:ext cx="112680" cy="10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E1B95EE0-750C-21A7-414F-5CD5DBD30492}"/>
                    </a:ext>
                  </a:extLst>
                </p14:cNvPr>
                <p14:cNvContentPartPr/>
                <p14:nvPr/>
              </p14:nvContentPartPr>
              <p14:xfrm>
                <a:off x="2673576" y="228096"/>
                <a:ext cx="122400" cy="4536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E1B95EE0-750C-21A7-414F-5CD5DBD30492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2667456" y="221976"/>
                  <a:ext cx="134640" cy="5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A037CCB2-075D-30ED-4E40-4C35BD79AC01}"/>
                    </a:ext>
                  </a:extLst>
                </p14:cNvPr>
                <p14:cNvContentPartPr/>
                <p14:nvPr/>
              </p14:nvContentPartPr>
              <p14:xfrm>
                <a:off x="2841696" y="208296"/>
                <a:ext cx="81000" cy="6804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A037CCB2-075D-30ED-4E40-4C35BD79AC01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2835576" y="202176"/>
                  <a:ext cx="93240" cy="8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BE21BB4B-3154-4400-B876-A3706EA7FB59}"/>
                    </a:ext>
                  </a:extLst>
                </p14:cNvPr>
                <p14:cNvContentPartPr/>
                <p14:nvPr/>
              </p14:nvContentPartPr>
              <p14:xfrm>
                <a:off x="3019896" y="228816"/>
                <a:ext cx="117360" cy="2268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BE21BB4B-3154-4400-B876-A3706EA7FB59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3013776" y="222696"/>
                  <a:ext cx="129600" cy="3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8ECBA6BE-95C6-B2AB-9E6D-3E052624E034}"/>
                    </a:ext>
                  </a:extLst>
                </p14:cNvPr>
                <p14:cNvContentPartPr/>
                <p14:nvPr/>
              </p14:nvContentPartPr>
              <p14:xfrm>
                <a:off x="3170736" y="188856"/>
                <a:ext cx="193320" cy="7992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8ECBA6BE-95C6-B2AB-9E6D-3E052624E034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3164616" y="182736"/>
                  <a:ext cx="205560" cy="92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191A6249-DDA7-73A2-B672-A3484F0B088F}"/>
              </a:ext>
            </a:extLst>
          </p:cNvPr>
          <p:cNvGrpSpPr/>
          <p:nvPr/>
        </p:nvGrpSpPr>
        <p:grpSpPr>
          <a:xfrm>
            <a:off x="1305576" y="619056"/>
            <a:ext cx="835560" cy="582120"/>
            <a:chOff x="1305576" y="619056"/>
            <a:chExt cx="835560" cy="582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DC5F6CAF-4998-0275-3C2C-D406C1B97A1D}"/>
                    </a:ext>
                  </a:extLst>
                </p14:cNvPr>
                <p14:cNvContentPartPr/>
                <p14:nvPr/>
              </p14:nvContentPartPr>
              <p14:xfrm>
                <a:off x="1383696" y="992736"/>
                <a:ext cx="12600" cy="20052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DC5F6CAF-4998-0275-3C2C-D406C1B97A1D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1377576" y="986616"/>
                  <a:ext cx="24840" cy="21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C2484C9A-69EE-BF4A-3B76-C80EA61BAD19}"/>
                    </a:ext>
                  </a:extLst>
                </p14:cNvPr>
                <p14:cNvContentPartPr/>
                <p14:nvPr/>
              </p14:nvContentPartPr>
              <p14:xfrm>
                <a:off x="1347336" y="885456"/>
                <a:ext cx="793800" cy="31572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C2484C9A-69EE-BF4A-3B76-C80EA61BAD19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1341216" y="879336"/>
                  <a:ext cx="806040" cy="32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9DCB473E-2438-A1B3-8FAE-4F392EFAA2CD}"/>
                    </a:ext>
                  </a:extLst>
                </p14:cNvPr>
                <p14:cNvContentPartPr/>
                <p14:nvPr/>
              </p14:nvContentPartPr>
              <p14:xfrm>
                <a:off x="1349496" y="619056"/>
                <a:ext cx="140760" cy="30276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9DCB473E-2438-A1B3-8FAE-4F392EFAA2CD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1343376" y="612936"/>
                  <a:ext cx="153000" cy="31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7EDC8FDA-C881-96E8-224F-5ED4D41D6692}"/>
                    </a:ext>
                  </a:extLst>
                </p14:cNvPr>
                <p14:cNvContentPartPr/>
                <p14:nvPr/>
              </p14:nvContentPartPr>
              <p14:xfrm>
                <a:off x="1305576" y="783936"/>
                <a:ext cx="146520" cy="1728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7EDC8FDA-C881-96E8-224F-5ED4D41D6692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1299456" y="777816"/>
                  <a:ext cx="158760" cy="2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CD60607D-9108-E23A-2F76-48035D0D0BD3}"/>
                    </a:ext>
                  </a:extLst>
                </p14:cNvPr>
                <p14:cNvContentPartPr/>
                <p14:nvPr/>
              </p14:nvContentPartPr>
              <p14:xfrm>
                <a:off x="1502856" y="722736"/>
                <a:ext cx="76320" cy="11916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CD60607D-9108-E23A-2F76-48035D0D0BD3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1496736" y="716616"/>
                  <a:ext cx="88560" cy="13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27E148F5-C3CA-D2A9-F6AF-E71759377B7F}"/>
                    </a:ext>
                  </a:extLst>
                </p14:cNvPr>
                <p14:cNvContentPartPr/>
                <p14:nvPr/>
              </p14:nvContentPartPr>
              <p14:xfrm>
                <a:off x="1577376" y="731376"/>
                <a:ext cx="287280" cy="9756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27E148F5-C3CA-D2A9-F6AF-E71759377B7F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1571256" y="725256"/>
                  <a:ext cx="299520" cy="10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A6BB17D4-84C1-76EB-FBCA-B2CF25E67CAD}"/>
                    </a:ext>
                  </a:extLst>
                </p14:cNvPr>
                <p14:cNvContentPartPr/>
                <p14:nvPr/>
              </p14:nvContentPartPr>
              <p14:xfrm>
                <a:off x="1951416" y="639936"/>
                <a:ext cx="34920" cy="16380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A6BB17D4-84C1-76EB-FBCA-B2CF25E67CAD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1945296" y="633816"/>
                  <a:ext cx="47160" cy="17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EFF59517-782D-3222-F819-1E3CD8FDE227}"/>
                    </a:ext>
                  </a:extLst>
                </p14:cNvPr>
                <p14:cNvContentPartPr/>
                <p14:nvPr/>
              </p14:nvContentPartPr>
              <p14:xfrm>
                <a:off x="1885896" y="750456"/>
                <a:ext cx="139320" cy="360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EFF59517-782D-3222-F819-1E3CD8FDE227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1879776" y="744336"/>
                  <a:ext cx="151560" cy="15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787D38A5-4032-F18E-68C9-BB770EF282C3}"/>
              </a:ext>
            </a:extLst>
          </p:cNvPr>
          <p:cNvGrpSpPr/>
          <p:nvPr/>
        </p:nvGrpSpPr>
        <p:grpSpPr>
          <a:xfrm>
            <a:off x="1710576" y="1010736"/>
            <a:ext cx="66240" cy="86400"/>
            <a:chOff x="1710576" y="1010736"/>
            <a:chExt cx="66240" cy="86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3F13260A-98B5-487C-8EF6-6734EE627623}"/>
                    </a:ext>
                  </a:extLst>
                </p14:cNvPr>
                <p14:cNvContentPartPr/>
                <p14:nvPr/>
              </p14:nvContentPartPr>
              <p14:xfrm>
                <a:off x="1710576" y="1010736"/>
                <a:ext cx="61560" cy="7704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3F13260A-98B5-487C-8EF6-6734EE627623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1704456" y="1004616"/>
                  <a:ext cx="73800" cy="8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8BD5EF0A-F226-134A-455E-D17D5926846F}"/>
                    </a:ext>
                  </a:extLst>
                </p14:cNvPr>
                <p14:cNvContentPartPr/>
                <p14:nvPr/>
              </p14:nvContentPartPr>
              <p14:xfrm>
                <a:off x="1737216" y="1026576"/>
                <a:ext cx="39600" cy="7056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8BD5EF0A-F226-134A-455E-D17D5926846F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1731096" y="1020456"/>
                  <a:ext cx="51840" cy="82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349FF009-922B-48B4-BB91-69C8BBF7D6AD}"/>
              </a:ext>
            </a:extLst>
          </p:cNvPr>
          <p:cNvGrpSpPr/>
          <p:nvPr/>
        </p:nvGrpSpPr>
        <p:grpSpPr>
          <a:xfrm>
            <a:off x="1366776" y="1465776"/>
            <a:ext cx="786240" cy="528840"/>
            <a:chOff x="1366776" y="1465776"/>
            <a:chExt cx="786240" cy="528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C80CAB07-7028-0D70-A77E-71DE4D56829A}"/>
                    </a:ext>
                  </a:extLst>
                </p14:cNvPr>
                <p14:cNvContentPartPr/>
                <p14:nvPr/>
              </p14:nvContentPartPr>
              <p14:xfrm>
                <a:off x="1366776" y="1670616"/>
                <a:ext cx="37080" cy="28548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C80CAB07-7028-0D70-A77E-71DE4D56829A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1360656" y="1664496"/>
                  <a:ext cx="49320" cy="29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8B9E5895-DB30-BC5A-3C8A-AD6A7A0538B0}"/>
                    </a:ext>
                  </a:extLst>
                </p14:cNvPr>
                <p14:cNvContentPartPr/>
                <p14:nvPr/>
              </p14:nvContentPartPr>
              <p14:xfrm>
                <a:off x="1379016" y="1613736"/>
                <a:ext cx="774000" cy="38088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8B9E5895-DB30-BC5A-3C8A-AD6A7A0538B0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1372896" y="1607616"/>
                  <a:ext cx="786240" cy="39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4ED5135D-CDA2-D26B-7090-1A36F031802D}"/>
                    </a:ext>
                  </a:extLst>
                </p14:cNvPr>
                <p14:cNvContentPartPr/>
                <p14:nvPr/>
              </p14:nvContentPartPr>
              <p14:xfrm>
                <a:off x="1420416" y="1507176"/>
                <a:ext cx="224640" cy="10620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4ED5135D-CDA2-D26B-7090-1A36F031802D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1414296" y="1501056"/>
                  <a:ext cx="236880" cy="11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990CDDA3-EF8A-764C-5A69-25F6B228AC56}"/>
                    </a:ext>
                  </a:extLst>
                </p14:cNvPr>
                <p14:cNvContentPartPr/>
                <p14:nvPr/>
              </p14:nvContentPartPr>
              <p14:xfrm>
                <a:off x="1673856" y="1525176"/>
                <a:ext cx="149400" cy="7272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990CDDA3-EF8A-764C-5A69-25F6B228AC56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1667736" y="1519056"/>
                  <a:ext cx="161640" cy="8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1A7A27E1-6F98-9F42-57A5-64EF36064741}"/>
                    </a:ext>
                  </a:extLst>
                </p14:cNvPr>
                <p14:cNvContentPartPr/>
                <p14:nvPr/>
              </p14:nvContentPartPr>
              <p14:xfrm>
                <a:off x="1846656" y="1465776"/>
                <a:ext cx="93600" cy="11664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1A7A27E1-6F98-9F42-57A5-64EF36064741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1840536" y="1459656"/>
                  <a:ext cx="105840" cy="12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F85CDDBF-5703-6F90-86DF-A8ACC317AA40}"/>
                    </a:ext>
                  </a:extLst>
                </p14:cNvPr>
                <p14:cNvContentPartPr/>
                <p14:nvPr/>
              </p14:nvContentPartPr>
              <p14:xfrm>
                <a:off x="1716336" y="1818576"/>
                <a:ext cx="56520" cy="3096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F85CDDBF-5703-6F90-86DF-A8ACC317AA40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1710216" y="1812456"/>
                  <a:ext cx="68760" cy="4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1B444CCA-4EB9-315A-9698-BCB9BCAB65EB}"/>
                    </a:ext>
                  </a:extLst>
                </p14:cNvPr>
                <p14:cNvContentPartPr/>
                <p14:nvPr/>
              </p14:nvContentPartPr>
              <p14:xfrm>
                <a:off x="1734696" y="1810296"/>
                <a:ext cx="42480" cy="4608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1B444CCA-4EB9-315A-9698-BCB9BCAB65EB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1728576" y="1804176"/>
                  <a:ext cx="54720" cy="5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C19D4D7D-C81A-8494-FD9B-553D8AFDBD46}"/>
                    </a:ext>
                  </a:extLst>
                </p14:cNvPr>
                <p14:cNvContentPartPr/>
                <p14:nvPr/>
              </p14:nvContentPartPr>
              <p14:xfrm>
                <a:off x="1729656" y="1801656"/>
                <a:ext cx="57240" cy="7416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C19D4D7D-C81A-8494-FD9B-553D8AFDBD46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1723536" y="1795536"/>
                  <a:ext cx="69480" cy="8640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3235838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758509-5C2E-A964-76C1-5DD11C45CE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" name="Group 35">
            <a:extLst>
              <a:ext uri="{FF2B5EF4-FFF2-40B4-BE49-F238E27FC236}">
                <a16:creationId xmlns:a16="http://schemas.microsoft.com/office/drawing/2014/main" id="{1327EE33-120B-09E7-FFD8-6B678F0EB9D1}"/>
              </a:ext>
            </a:extLst>
          </p:cNvPr>
          <p:cNvGrpSpPr/>
          <p:nvPr/>
        </p:nvGrpSpPr>
        <p:grpSpPr>
          <a:xfrm>
            <a:off x="1305576" y="619056"/>
            <a:ext cx="835560" cy="582120"/>
            <a:chOff x="1305576" y="619056"/>
            <a:chExt cx="835560" cy="582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5C5477CF-FFB6-A8F5-A115-6A0DD89F4181}"/>
                    </a:ext>
                  </a:extLst>
                </p14:cNvPr>
                <p14:cNvContentPartPr/>
                <p14:nvPr/>
              </p14:nvContentPartPr>
              <p14:xfrm>
                <a:off x="1383696" y="992736"/>
                <a:ext cx="12600" cy="20052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5C5477CF-FFB6-A8F5-A115-6A0DD89F4181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1377576" y="986616"/>
                  <a:ext cx="24840" cy="21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75191F51-F9FD-6063-8555-2793A7F89830}"/>
                    </a:ext>
                  </a:extLst>
                </p14:cNvPr>
                <p14:cNvContentPartPr/>
                <p14:nvPr/>
              </p14:nvContentPartPr>
              <p14:xfrm>
                <a:off x="1347336" y="885456"/>
                <a:ext cx="793800" cy="31572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75191F51-F9FD-6063-8555-2793A7F89830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1341216" y="879336"/>
                  <a:ext cx="806040" cy="32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55D8C657-AC3B-0A87-C10C-9AC5235EF8D1}"/>
                    </a:ext>
                  </a:extLst>
                </p14:cNvPr>
                <p14:cNvContentPartPr/>
                <p14:nvPr/>
              </p14:nvContentPartPr>
              <p14:xfrm>
                <a:off x="1349496" y="619056"/>
                <a:ext cx="140760" cy="30276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55D8C657-AC3B-0A87-C10C-9AC5235EF8D1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343376" y="612936"/>
                  <a:ext cx="153000" cy="31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33C4498C-E73B-D23B-5662-D345DC63FF7E}"/>
                    </a:ext>
                  </a:extLst>
                </p14:cNvPr>
                <p14:cNvContentPartPr/>
                <p14:nvPr/>
              </p14:nvContentPartPr>
              <p14:xfrm>
                <a:off x="1305576" y="783936"/>
                <a:ext cx="146520" cy="1728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33C4498C-E73B-D23B-5662-D345DC63FF7E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299456" y="777816"/>
                  <a:ext cx="158760" cy="2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2BE37996-8F4C-1353-663C-F9693D036680}"/>
                    </a:ext>
                  </a:extLst>
                </p14:cNvPr>
                <p14:cNvContentPartPr/>
                <p14:nvPr/>
              </p14:nvContentPartPr>
              <p14:xfrm>
                <a:off x="1502856" y="722736"/>
                <a:ext cx="76320" cy="11916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2BE37996-8F4C-1353-663C-F9693D036680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1496736" y="716616"/>
                  <a:ext cx="88560" cy="13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162C5586-34B4-3EBF-83FB-CCD86888FF79}"/>
                    </a:ext>
                  </a:extLst>
                </p14:cNvPr>
                <p14:cNvContentPartPr/>
                <p14:nvPr/>
              </p14:nvContentPartPr>
              <p14:xfrm>
                <a:off x="1577376" y="731376"/>
                <a:ext cx="287280" cy="9756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162C5586-34B4-3EBF-83FB-CCD86888FF79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1571256" y="725256"/>
                  <a:ext cx="299520" cy="10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CDDFC84A-2F32-9796-86B9-5194AF4E3094}"/>
                    </a:ext>
                  </a:extLst>
                </p14:cNvPr>
                <p14:cNvContentPartPr/>
                <p14:nvPr/>
              </p14:nvContentPartPr>
              <p14:xfrm>
                <a:off x="1951416" y="639936"/>
                <a:ext cx="34920" cy="16380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CDDFC84A-2F32-9796-86B9-5194AF4E3094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1945296" y="633816"/>
                  <a:ext cx="47160" cy="17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CE6F8585-D0CD-CCA0-C549-D3FCED4B865C}"/>
                    </a:ext>
                  </a:extLst>
                </p14:cNvPr>
                <p14:cNvContentPartPr/>
                <p14:nvPr/>
              </p14:nvContentPartPr>
              <p14:xfrm>
                <a:off x="1885896" y="750456"/>
                <a:ext cx="139320" cy="360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CE6F8585-D0CD-CCA0-C549-D3FCED4B865C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1879776" y="744336"/>
                  <a:ext cx="151560" cy="15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FEDF6AA2-3E79-39A0-896C-B16A6EE9F39E}"/>
              </a:ext>
            </a:extLst>
          </p:cNvPr>
          <p:cNvGrpSpPr/>
          <p:nvPr/>
        </p:nvGrpSpPr>
        <p:grpSpPr>
          <a:xfrm>
            <a:off x="1366776" y="1465776"/>
            <a:ext cx="786240" cy="528840"/>
            <a:chOff x="1366776" y="1465776"/>
            <a:chExt cx="786240" cy="528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E264EB69-EF5E-4F55-5E6C-A5BD9EFF2CEA}"/>
                    </a:ext>
                  </a:extLst>
                </p14:cNvPr>
                <p14:cNvContentPartPr/>
                <p14:nvPr/>
              </p14:nvContentPartPr>
              <p14:xfrm>
                <a:off x="1366776" y="1670616"/>
                <a:ext cx="37080" cy="28548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E264EB69-EF5E-4F55-5E6C-A5BD9EFF2CEA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1360656" y="1664496"/>
                  <a:ext cx="49320" cy="29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7D8B2817-C55E-FCAB-6147-717699CB350C}"/>
                    </a:ext>
                  </a:extLst>
                </p14:cNvPr>
                <p14:cNvContentPartPr/>
                <p14:nvPr/>
              </p14:nvContentPartPr>
              <p14:xfrm>
                <a:off x="1379016" y="1613736"/>
                <a:ext cx="774000" cy="38088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7D8B2817-C55E-FCAB-6147-717699CB350C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1372896" y="1607616"/>
                  <a:ext cx="786240" cy="39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1C5C1B5B-DB29-B48C-C967-73FA98220330}"/>
                    </a:ext>
                  </a:extLst>
                </p14:cNvPr>
                <p14:cNvContentPartPr/>
                <p14:nvPr/>
              </p14:nvContentPartPr>
              <p14:xfrm>
                <a:off x="1420416" y="1507176"/>
                <a:ext cx="224640" cy="10620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1C5C1B5B-DB29-B48C-C967-73FA98220330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1414296" y="1501056"/>
                  <a:ext cx="236880" cy="11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CC25BA7B-51F9-D7C6-F287-AFED792DAA89}"/>
                    </a:ext>
                  </a:extLst>
                </p14:cNvPr>
                <p14:cNvContentPartPr/>
                <p14:nvPr/>
              </p14:nvContentPartPr>
              <p14:xfrm>
                <a:off x="1673856" y="1525176"/>
                <a:ext cx="149400" cy="7272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CC25BA7B-51F9-D7C6-F287-AFED792DAA89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1667736" y="1519056"/>
                  <a:ext cx="161640" cy="8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F0F03DE1-5A9D-85FF-152D-1BF2C0E076B5}"/>
                    </a:ext>
                  </a:extLst>
                </p14:cNvPr>
                <p14:cNvContentPartPr/>
                <p14:nvPr/>
              </p14:nvContentPartPr>
              <p14:xfrm>
                <a:off x="1846656" y="1465776"/>
                <a:ext cx="93600" cy="11664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F0F03DE1-5A9D-85FF-152D-1BF2C0E076B5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1840536" y="1459656"/>
                  <a:ext cx="105840" cy="1288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8">
            <p14:nvContentPartPr>
              <p14:cNvPr id="48" name="Ink 47">
                <a:extLst>
                  <a:ext uri="{FF2B5EF4-FFF2-40B4-BE49-F238E27FC236}">
                    <a16:creationId xmlns:a16="http://schemas.microsoft.com/office/drawing/2014/main" id="{01FAB6AA-1199-AD2E-CD0A-30EF21E5A6C9}"/>
                  </a:ext>
                </a:extLst>
              </p14:cNvPr>
              <p14:cNvContentPartPr/>
              <p14:nvPr/>
            </p14:nvContentPartPr>
            <p14:xfrm>
              <a:off x="354816" y="2678256"/>
              <a:ext cx="11655000" cy="277560"/>
            </p14:xfrm>
          </p:contentPart>
        </mc:Choice>
        <mc:Fallback>
          <p:pic>
            <p:nvPicPr>
              <p:cNvPr id="48" name="Ink 47">
                <a:extLst>
                  <a:ext uri="{FF2B5EF4-FFF2-40B4-BE49-F238E27FC236}">
                    <a16:creationId xmlns:a16="http://schemas.microsoft.com/office/drawing/2014/main" id="{01FAB6AA-1199-AD2E-CD0A-30EF21E5A6C9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348696" y="2672136"/>
                <a:ext cx="11667240" cy="289800"/>
              </a:xfrm>
              <a:prstGeom prst="rect">
                <a:avLst/>
              </a:prstGeom>
            </p:spPr>
          </p:pic>
        </mc:Fallback>
      </mc:AlternateContent>
      <p:grpSp>
        <p:nvGrpSpPr>
          <p:cNvPr id="58" name="Group 57">
            <a:extLst>
              <a:ext uri="{FF2B5EF4-FFF2-40B4-BE49-F238E27FC236}">
                <a16:creationId xmlns:a16="http://schemas.microsoft.com/office/drawing/2014/main" id="{F417B6C7-B449-B5F6-78E0-856DB8D5929F}"/>
              </a:ext>
            </a:extLst>
          </p:cNvPr>
          <p:cNvGrpSpPr/>
          <p:nvPr/>
        </p:nvGrpSpPr>
        <p:grpSpPr>
          <a:xfrm>
            <a:off x="9756936" y="232776"/>
            <a:ext cx="1380600" cy="298080"/>
            <a:chOff x="9756936" y="232776"/>
            <a:chExt cx="1380600" cy="298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C6C519BC-F07F-091D-1459-CD2C21E36160}"/>
                    </a:ext>
                  </a:extLst>
                </p14:cNvPr>
                <p14:cNvContentPartPr/>
                <p14:nvPr/>
              </p14:nvContentPartPr>
              <p14:xfrm>
                <a:off x="9756936" y="265896"/>
                <a:ext cx="344160" cy="21312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C6C519BC-F07F-091D-1459-CD2C21E36160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9750816" y="259776"/>
                  <a:ext cx="356400" cy="22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048B168A-6CE4-AFDF-61B9-DB56E34E85E6}"/>
                    </a:ext>
                  </a:extLst>
                </p14:cNvPr>
                <p14:cNvContentPartPr/>
                <p14:nvPr/>
              </p14:nvContentPartPr>
              <p14:xfrm>
                <a:off x="10166616" y="352296"/>
                <a:ext cx="124560" cy="3312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048B168A-6CE4-AFDF-61B9-DB56E34E85E6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10160496" y="346176"/>
                  <a:ext cx="136800" cy="4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A19E608B-EF43-24EE-DF13-51A09FC30385}"/>
                    </a:ext>
                  </a:extLst>
                </p14:cNvPr>
                <p14:cNvContentPartPr/>
                <p14:nvPr/>
              </p14:nvContentPartPr>
              <p14:xfrm>
                <a:off x="10173816" y="338616"/>
                <a:ext cx="134640" cy="19224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A19E608B-EF43-24EE-DF13-51A09FC30385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10167696" y="332496"/>
                  <a:ext cx="146880" cy="20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70944E5E-96D9-768B-7AAE-E03C5FD6E43C}"/>
                    </a:ext>
                  </a:extLst>
                </p14:cNvPr>
                <p14:cNvContentPartPr/>
                <p14:nvPr/>
              </p14:nvContentPartPr>
              <p14:xfrm>
                <a:off x="10325016" y="232776"/>
                <a:ext cx="239040" cy="21780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70944E5E-96D9-768B-7AAE-E03C5FD6E43C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10318896" y="226656"/>
                  <a:ext cx="251280" cy="23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289AE919-D7F4-7C1D-130C-E51C86EC7578}"/>
                    </a:ext>
                  </a:extLst>
                </p14:cNvPr>
                <p14:cNvContentPartPr/>
                <p14:nvPr/>
              </p14:nvContentPartPr>
              <p14:xfrm>
                <a:off x="10473696" y="334656"/>
                <a:ext cx="107640" cy="9144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289AE919-D7F4-7C1D-130C-E51C86EC7578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10467576" y="328536"/>
                  <a:ext cx="119880" cy="10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0A01A451-309F-1968-7834-248D8B161C78}"/>
                    </a:ext>
                  </a:extLst>
                </p14:cNvPr>
                <p14:cNvContentPartPr/>
                <p14:nvPr/>
              </p14:nvContentPartPr>
              <p14:xfrm>
                <a:off x="10627416" y="357336"/>
                <a:ext cx="120240" cy="5616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0A01A451-309F-1968-7834-248D8B161C78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10621296" y="351216"/>
                  <a:ext cx="132480" cy="6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DC3485D2-F625-DCFF-6FCC-2A5E0CB02D9D}"/>
                    </a:ext>
                  </a:extLst>
                </p14:cNvPr>
                <p14:cNvContentPartPr/>
                <p14:nvPr/>
              </p14:nvContentPartPr>
              <p14:xfrm>
                <a:off x="10798056" y="355176"/>
                <a:ext cx="61200" cy="84600"/>
              </p14:xfrm>
            </p:contentPart>
          </mc:Choice>
          <mc:Fallback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DC3485D2-F625-DCFF-6FCC-2A5E0CB02D9D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10791936" y="349056"/>
                  <a:ext cx="73440" cy="9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4FE41557-18D0-7194-4A3D-61EA9F416226}"/>
                    </a:ext>
                  </a:extLst>
                </p14:cNvPr>
                <p14:cNvContentPartPr/>
                <p14:nvPr/>
              </p14:nvContentPartPr>
              <p14:xfrm>
                <a:off x="10941696" y="389736"/>
                <a:ext cx="83520" cy="47520"/>
              </p14:xfrm>
            </p:contentPart>
          </mc:Choice>
          <mc:Fallback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4FE41557-18D0-7194-4A3D-61EA9F416226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10935576" y="383616"/>
                  <a:ext cx="95760" cy="5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B71031C8-E783-5AF0-A8DE-B678EF028BBA}"/>
                    </a:ext>
                  </a:extLst>
                </p14:cNvPr>
                <p14:cNvContentPartPr/>
                <p14:nvPr/>
              </p14:nvContentPartPr>
              <p14:xfrm>
                <a:off x="11053656" y="367776"/>
                <a:ext cx="83880" cy="13680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B71031C8-E783-5AF0-A8DE-B678EF028BBA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11047536" y="361656"/>
                  <a:ext cx="96120" cy="149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5" name="Group 64">
            <a:extLst>
              <a:ext uri="{FF2B5EF4-FFF2-40B4-BE49-F238E27FC236}">
                <a16:creationId xmlns:a16="http://schemas.microsoft.com/office/drawing/2014/main" id="{2B786B2D-2E47-C9C6-AF6A-2DF316EB9186}"/>
              </a:ext>
            </a:extLst>
          </p:cNvPr>
          <p:cNvGrpSpPr/>
          <p:nvPr/>
        </p:nvGrpSpPr>
        <p:grpSpPr>
          <a:xfrm>
            <a:off x="10403136" y="3130776"/>
            <a:ext cx="753480" cy="230400"/>
            <a:chOff x="10403136" y="3130776"/>
            <a:chExt cx="753480" cy="230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967000F5-5F91-36D8-7DEF-2BF3569DCAF5}"/>
                    </a:ext>
                  </a:extLst>
                </p14:cNvPr>
                <p14:cNvContentPartPr/>
                <p14:nvPr/>
              </p14:nvContentPartPr>
              <p14:xfrm>
                <a:off x="10466496" y="3314016"/>
                <a:ext cx="24840" cy="21600"/>
              </p14:xfrm>
            </p:contentPart>
          </mc:Choice>
          <mc:Fallback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967000F5-5F91-36D8-7DEF-2BF3569DCAF5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10460376" y="3307896"/>
                  <a:ext cx="37080" cy="3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E87F99DE-B18D-7A07-C67E-E1FA09C6EFD4}"/>
                    </a:ext>
                  </a:extLst>
                </p14:cNvPr>
                <p14:cNvContentPartPr/>
                <p14:nvPr/>
              </p14:nvContentPartPr>
              <p14:xfrm>
                <a:off x="10403136" y="3130776"/>
                <a:ext cx="308160" cy="230400"/>
              </p14:xfrm>
            </p:contentPart>
          </mc:Choice>
          <mc:Fallback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E87F99DE-B18D-7A07-C67E-E1FA09C6EFD4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10397016" y="3124656"/>
                  <a:ext cx="320400" cy="24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8806A376-90F0-DB8B-89B8-9A77FAA76C2E}"/>
                    </a:ext>
                  </a:extLst>
                </p14:cNvPr>
                <p14:cNvContentPartPr/>
                <p14:nvPr/>
              </p14:nvContentPartPr>
              <p14:xfrm>
                <a:off x="10720296" y="3237696"/>
                <a:ext cx="90000" cy="88200"/>
              </p14:xfrm>
            </p:contentPart>
          </mc:Choice>
          <mc:Fallback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8806A376-90F0-DB8B-89B8-9A77FAA76C2E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10714176" y="3231576"/>
                  <a:ext cx="102240" cy="10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82217C57-95A7-40DD-7BC5-C722993E5C98}"/>
                    </a:ext>
                  </a:extLst>
                </p14:cNvPr>
                <p14:cNvContentPartPr/>
                <p14:nvPr/>
              </p14:nvContentPartPr>
              <p14:xfrm>
                <a:off x="10915056" y="3296016"/>
                <a:ext cx="39240" cy="45720"/>
              </p14:xfrm>
            </p:contentPart>
          </mc:Choice>
          <mc:Fallback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82217C57-95A7-40DD-7BC5-C722993E5C98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10908936" y="3289896"/>
                  <a:ext cx="51480" cy="5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D4BD4DE0-18D4-DB6C-7D3E-AA73D1DA7CD0}"/>
                    </a:ext>
                  </a:extLst>
                </p14:cNvPr>
                <p14:cNvContentPartPr/>
                <p14:nvPr/>
              </p14:nvContentPartPr>
              <p14:xfrm>
                <a:off x="10988136" y="3170016"/>
                <a:ext cx="54000" cy="100440"/>
              </p14:xfrm>
            </p:contentPart>
          </mc:Choice>
          <mc:Fallback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D4BD4DE0-18D4-DB6C-7D3E-AA73D1DA7CD0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10982016" y="3163896"/>
                  <a:ext cx="66240" cy="11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8E2829BF-175F-3F10-1BE1-5CE63D5EB7E3}"/>
                    </a:ext>
                  </a:extLst>
                </p14:cNvPr>
                <p14:cNvContentPartPr/>
                <p14:nvPr/>
              </p14:nvContentPartPr>
              <p14:xfrm>
                <a:off x="11032056" y="3271176"/>
                <a:ext cx="124560" cy="73440"/>
              </p14:xfrm>
            </p:contentPart>
          </mc:Choice>
          <mc:Fallback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8E2829BF-175F-3F10-1BE1-5CE63D5EB7E3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11025936" y="3265056"/>
                  <a:ext cx="136800" cy="85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6" name="Group 115">
            <a:extLst>
              <a:ext uri="{FF2B5EF4-FFF2-40B4-BE49-F238E27FC236}">
                <a16:creationId xmlns:a16="http://schemas.microsoft.com/office/drawing/2014/main" id="{12CB15CC-794F-FA7D-F6F9-BEA615B98026}"/>
              </a:ext>
            </a:extLst>
          </p:cNvPr>
          <p:cNvGrpSpPr/>
          <p:nvPr/>
        </p:nvGrpSpPr>
        <p:grpSpPr>
          <a:xfrm>
            <a:off x="1230696" y="3759696"/>
            <a:ext cx="3045240" cy="1435320"/>
            <a:chOff x="1230696" y="3759696"/>
            <a:chExt cx="3045240" cy="1435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0C039D06-33D9-9E11-24F3-21F90457A404}"/>
                    </a:ext>
                  </a:extLst>
                </p14:cNvPr>
                <p14:cNvContentPartPr/>
                <p14:nvPr/>
              </p14:nvContentPartPr>
              <p14:xfrm>
                <a:off x="1320336" y="4268016"/>
                <a:ext cx="16560" cy="229680"/>
              </p14:xfrm>
            </p:contentPart>
          </mc:Choice>
          <mc:Fallback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0C039D06-33D9-9E11-24F3-21F90457A404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1314216" y="4261896"/>
                  <a:ext cx="28800" cy="24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AB79E948-5C8A-66BE-AE78-61C4FE41D52C}"/>
                    </a:ext>
                  </a:extLst>
                </p14:cNvPr>
                <p14:cNvContentPartPr/>
                <p14:nvPr/>
              </p14:nvContentPartPr>
              <p14:xfrm>
                <a:off x="1230696" y="4211496"/>
                <a:ext cx="716400" cy="272520"/>
              </p14:xfrm>
            </p:contentPart>
          </mc:Choice>
          <mc:Fallback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AB79E948-5C8A-66BE-AE78-61C4FE41D52C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1224576" y="4205376"/>
                  <a:ext cx="728640" cy="28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98E81D03-1D64-6484-C9AB-55877F019E77}"/>
                    </a:ext>
                  </a:extLst>
                </p14:cNvPr>
                <p14:cNvContentPartPr/>
                <p14:nvPr/>
              </p14:nvContentPartPr>
              <p14:xfrm>
                <a:off x="1576296" y="4005936"/>
                <a:ext cx="88560" cy="101880"/>
              </p14:xfrm>
            </p:contentPart>
          </mc:Choice>
          <mc:Fallback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98E81D03-1D64-6484-C9AB-55877F019E77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1570176" y="3999816"/>
                  <a:ext cx="100800" cy="11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FAE087AD-EFC2-8FA3-CB28-22852C9C70E7}"/>
                    </a:ext>
                  </a:extLst>
                </p14:cNvPr>
                <p14:cNvContentPartPr/>
                <p14:nvPr/>
              </p14:nvContentPartPr>
              <p14:xfrm>
                <a:off x="1683936" y="3978936"/>
                <a:ext cx="73080" cy="101880"/>
              </p14:xfrm>
            </p:contentPart>
          </mc:Choice>
          <mc:Fallback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FAE087AD-EFC2-8FA3-CB28-22852C9C70E7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1677816" y="3972816"/>
                  <a:ext cx="85320" cy="11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4CB8D2C7-E5CD-973D-290E-5AD9959298AD}"/>
                    </a:ext>
                  </a:extLst>
                </p14:cNvPr>
                <p14:cNvContentPartPr/>
                <p14:nvPr/>
              </p14:nvContentPartPr>
              <p14:xfrm>
                <a:off x="1700856" y="4205376"/>
                <a:ext cx="819000" cy="166320"/>
              </p14:xfrm>
            </p:contentPart>
          </mc:Choice>
          <mc:Fallback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4CB8D2C7-E5CD-973D-290E-5AD9959298AD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1694736" y="4199256"/>
                  <a:ext cx="831240" cy="17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79268834-58C7-F77D-9FA6-E59C69C0B619}"/>
                    </a:ext>
                  </a:extLst>
                </p14:cNvPr>
                <p14:cNvContentPartPr/>
                <p14:nvPr/>
              </p14:nvContentPartPr>
              <p14:xfrm>
                <a:off x="2510136" y="4132296"/>
                <a:ext cx="180720" cy="131760"/>
              </p14:xfrm>
            </p:contentPart>
          </mc:Choice>
          <mc:Fallback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79268834-58C7-F77D-9FA6-E59C69C0B619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2504016" y="4126176"/>
                  <a:ext cx="192960" cy="14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7CF8093D-3AF0-CC54-CE94-C4E0A30812CD}"/>
                    </a:ext>
                  </a:extLst>
                </p14:cNvPr>
                <p14:cNvContentPartPr/>
                <p14:nvPr/>
              </p14:nvContentPartPr>
              <p14:xfrm>
                <a:off x="2714256" y="3946176"/>
                <a:ext cx="45000" cy="992520"/>
              </p14:xfrm>
            </p:contentPart>
          </mc:Choice>
          <mc:Fallback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7CF8093D-3AF0-CC54-CE94-C4E0A30812CD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2708136" y="3940056"/>
                  <a:ext cx="57240" cy="100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BD0BCD72-3B23-BA42-60B1-23B8261967A0}"/>
                    </a:ext>
                  </a:extLst>
                </p14:cNvPr>
                <p14:cNvContentPartPr/>
                <p14:nvPr/>
              </p14:nvContentPartPr>
              <p14:xfrm>
                <a:off x="2756376" y="3759696"/>
                <a:ext cx="1447560" cy="133560"/>
              </p14:xfrm>
            </p:contentPart>
          </mc:Choice>
          <mc:Fallback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BD0BCD72-3B23-BA42-60B1-23B8261967A0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2750256" y="3753576"/>
                  <a:ext cx="1459800" cy="14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3A76F1E4-0495-EC24-2A7F-5D0772F0B6DA}"/>
                    </a:ext>
                  </a:extLst>
                </p14:cNvPr>
                <p14:cNvContentPartPr/>
                <p14:nvPr/>
              </p14:nvContentPartPr>
              <p14:xfrm>
                <a:off x="2907936" y="3992256"/>
                <a:ext cx="97920" cy="123840"/>
              </p14:xfrm>
            </p:contentPart>
          </mc:Choice>
          <mc:Fallback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3A76F1E4-0495-EC24-2A7F-5D0772F0B6DA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2901816" y="3986136"/>
                  <a:ext cx="110160" cy="13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1F3B47D4-F537-013D-892E-8EB2220B5298}"/>
                    </a:ext>
                  </a:extLst>
                </p14:cNvPr>
                <p14:cNvContentPartPr/>
                <p14:nvPr/>
              </p14:nvContentPartPr>
              <p14:xfrm>
                <a:off x="3046536" y="3948696"/>
                <a:ext cx="46800" cy="153720"/>
              </p14:xfrm>
            </p:contentPart>
          </mc:Choice>
          <mc:Fallback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1F3B47D4-F537-013D-892E-8EB2220B5298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3040416" y="3942576"/>
                  <a:ext cx="59040" cy="16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3CBBAC99-51AB-1968-B43E-CECD1FE49449}"/>
                    </a:ext>
                  </a:extLst>
                </p14:cNvPr>
                <p14:cNvContentPartPr/>
                <p14:nvPr/>
              </p14:nvContentPartPr>
              <p14:xfrm>
                <a:off x="3022416" y="4041216"/>
                <a:ext cx="258840" cy="48240"/>
              </p14:xfrm>
            </p:contentPart>
          </mc:Choice>
          <mc:Fallback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3CBBAC99-51AB-1968-B43E-CECD1FE49449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3016296" y="4035096"/>
                  <a:ext cx="271080" cy="6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A488B7F7-4D75-15D6-43B0-F253DAC582B0}"/>
                    </a:ext>
                  </a:extLst>
                </p14:cNvPr>
                <p14:cNvContentPartPr/>
                <p14:nvPr/>
              </p14:nvContentPartPr>
              <p14:xfrm>
                <a:off x="3294936" y="3935376"/>
                <a:ext cx="354240" cy="139680"/>
              </p14:xfrm>
            </p:contentPart>
          </mc:Choice>
          <mc:Fallback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A488B7F7-4D75-15D6-43B0-F253DAC582B0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3288816" y="3929256"/>
                  <a:ext cx="366480" cy="15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E19FC920-51AC-1E7A-F4DF-FEFBFEDB39D6}"/>
                    </a:ext>
                  </a:extLst>
                </p14:cNvPr>
                <p14:cNvContentPartPr/>
                <p14:nvPr/>
              </p14:nvContentPartPr>
              <p14:xfrm>
                <a:off x="3724416" y="3913776"/>
                <a:ext cx="19800" cy="140040"/>
              </p14:xfrm>
            </p:contentPart>
          </mc:Choice>
          <mc:Fallback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E19FC920-51AC-1E7A-F4DF-FEFBFEDB39D6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3718296" y="3907656"/>
                  <a:ext cx="32040" cy="15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748DE524-8147-D2FF-8A8D-7FB8A252FD0E}"/>
                    </a:ext>
                  </a:extLst>
                </p14:cNvPr>
                <p14:cNvContentPartPr/>
                <p14:nvPr/>
              </p14:nvContentPartPr>
              <p14:xfrm>
                <a:off x="3675816" y="3951936"/>
                <a:ext cx="107640" cy="3600"/>
              </p14:xfrm>
            </p:contentPart>
          </mc:Choice>
          <mc:Fallback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748DE524-8147-D2FF-8A8D-7FB8A252FD0E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3669696" y="3945816"/>
                  <a:ext cx="119880" cy="1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29A9F17F-1764-A060-5168-4A4B99C49879}"/>
                    </a:ext>
                  </a:extLst>
                </p14:cNvPr>
                <p14:cNvContentPartPr/>
                <p14:nvPr/>
              </p14:nvContentPartPr>
              <p14:xfrm>
                <a:off x="2856456" y="4016376"/>
                <a:ext cx="10080" cy="27360"/>
              </p14:xfrm>
            </p:contentPart>
          </mc:Choice>
          <mc:Fallback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29A9F17F-1764-A060-5168-4A4B99C49879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2850336" y="4010256"/>
                  <a:ext cx="22320" cy="3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AD6ADE09-9005-160B-B6EE-608269BABDBF}"/>
                    </a:ext>
                  </a:extLst>
                </p14:cNvPr>
                <p14:cNvContentPartPr/>
                <p14:nvPr/>
              </p14:nvContentPartPr>
              <p14:xfrm>
                <a:off x="2844216" y="4077936"/>
                <a:ext cx="5400" cy="16560"/>
              </p14:xfrm>
            </p:contentPart>
          </mc:Choice>
          <mc:Fallback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AD6ADE09-9005-160B-B6EE-608269BABDBF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2838096" y="4071816"/>
                  <a:ext cx="17640" cy="2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574D9DA5-D88B-89F4-A6A6-BEBBCA1DDF15}"/>
                    </a:ext>
                  </a:extLst>
                </p14:cNvPr>
                <p14:cNvContentPartPr/>
                <p14:nvPr/>
              </p14:nvContentPartPr>
              <p14:xfrm>
                <a:off x="2861496" y="4121496"/>
                <a:ext cx="766440" cy="94680"/>
              </p14:xfrm>
            </p:contentPart>
          </mc:Choice>
          <mc:Fallback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574D9DA5-D88B-89F4-A6A6-BEBBCA1DDF15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2855376" y="4115376"/>
                  <a:ext cx="778680" cy="10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2F6BCE9C-F66E-70A4-4D18-DA9B086B6514}"/>
                    </a:ext>
                  </a:extLst>
                </p14:cNvPr>
                <p14:cNvContentPartPr/>
                <p14:nvPr/>
              </p14:nvContentPartPr>
              <p14:xfrm>
                <a:off x="2732256" y="4183776"/>
                <a:ext cx="1431360" cy="145440"/>
              </p14:xfrm>
            </p:contentPart>
          </mc:Choice>
          <mc:Fallback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2F6BCE9C-F66E-70A4-4D18-DA9B086B6514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2726136" y="4177656"/>
                  <a:ext cx="1443600" cy="15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C466572A-B540-D636-DD78-F6591611DB01}"/>
                    </a:ext>
                  </a:extLst>
                </p14:cNvPr>
                <p14:cNvContentPartPr/>
                <p14:nvPr/>
              </p14:nvContentPartPr>
              <p14:xfrm>
                <a:off x="4121496" y="3764376"/>
                <a:ext cx="94320" cy="1208520"/>
              </p14:xfrm>
            </p:contentPart>
          </mc:Choice>
          <mc:Fallback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C466572A-B540-D636-DD78-F6591611DB01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4115376" y="3758256"/>
                  <a:ext cx="106560" cy="122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7A09F974-9F30-0975-E30C-B2D202A0607D}"/>
                    </a:ext>
                  </a:extLst>
                </p14:cNvPr>
                <p14:cNvContentPartPr/>
                <p14:nvPr/>
              </p14:nvContentPartPr>
              <p14:xfrm>
                <a:off x="2720016" y="4907736"/>
                <a:ext cx="1555920" cy="287280"/>
              </p14:xfrm>
            </p:contentPart>
          </mc:Choice>
          <mc:Fallback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7A09F974-9F30-0975-E30C-B2D202A0607D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2713896" y="4901616"/>
                  <a:ext cx="1568160" cy="29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E1042BBA-B03A-DDB6-1832-F81DF4080187}"/>
                    </a:ext>
                  </a:extLst>
                </p14:cNvPr>
                <p14:cNvContentPartPr/>
                <p14:nvPr/>
              </p14:nvContentPartPr>
              <p14:xfrm>
                <a:off x="4185216" y="4925736"/>
                <a:ext cx="22320" cy="45720"/>
              </p14:xfrm>
            </p:contentPart>
          </mc:Choice>
          <mc:Fallback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E1042BBA-B03A-DDB6-1832-F81DF4080187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4179096" y="4919616"/>
                  <a:ext cx="34560" cy="5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2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C8B21DA3-A245-A07C-81D0-623C5AA5A9C4}"/>
                    </a:ext>
                  </a:extLst>
                </p14:cNvPr>
                <p14:cNvContentPartPr/>
                <p14:nvPr/>
              </p14:nvContentPartPr>
              <p14:xfrm>
                <a:off x="2907576" y="4485816"/>
                <a:ext cx="12600" cy="46800"/>
              </p14:xfrm>
            </p:contentPart>
          </mc:Choice>
          <mc:Fallback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C8B21DA3-A245-A07C-81D0-623C5AA5A9C4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2901456" y="4479696"/>
                  <a:ext cx="24840" cy="5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4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78A51862-9096-CB65-6C10-107D8342F279}"/>
                    </a:ext>
                  </a:extLst>
                </p14:cNvPr>
                <p14:cNvContentPartPr/>
                <p14:nvPr/>
              </p14:nvContentPartPr>
              <p14:xfrm>
                <a:off x="2973456" y="4459176"/>
                <a:ext cx="7560" cy="37800"/>
              </p14:xfrm>
            </p:contentPart>
          </mc:Choice>
          <mc:Fallback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78A51862-9096-CB65-6C10-107D8342F279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2967336" y="4453056"/>
                  <a:ext cx="19800" cy="5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6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9A6E3865-CBA6-153D-3C40-78F070C4FCB7}"/>
                    </a:ext>
                  </a:extLst>
                </p14:cNvPr>
                <p14:cNvContentPartPr/>
                <p14:nvPr/>
              </p14:nvContentPartPr>
              <p14:xfrm>
                <a:off x="3024576" y="4492296"/>
                <a:ext cx="122400" cy="151920"/>
              </p14:xfrm>
            </p:contentPart>
          </mc:Choice>
          <mc:Fallback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9A6E3865-CBA6-153D-3C40-78F070C4FCB7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3018456" y="4486176"/>
                  <a:ext cx="134640" cy="16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8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F8DC3539-F60C-2A8D-45B5-C212EDC6E3D3}"/>
                    </a:ext>
                  </a:extLst>
                </p14:cNvPr>
                <p14:cNvContentPartPr/>
                <p14:nvPr/>
              </p14:nvContentPartPr>
              <p14:xfrm>
                <a:off x="3168576" y="4585896"/>
                <a:ext cx="7560" cy="32040"/>
              </p14:xfrm>
            </p:contentPart>
          </mc:Choice>
          <mc:Fallback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F8DC3539-F60C-2A8D-45B5-C212EDC6E3D3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3162456" y="4579776"/>
                  <a:ext cx="19800" cy="4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0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73DEEC72-7591-ABE2-A5FB-1FFF2537D5B2}"/>
                    </a:ext>
                  </a:extLst>
                </p14:cNvPr>
                <p14:cNvContentPartPr/>
                <p14:nvPr/>
              </p14:nvContentPartPr>
              <p14:xfrm>
                <a:off x="3229416" y="4461696"/>
                <a:ext cx="5400" cy="60480"/>
              </p14:xfrm>
            </p:contentPart>
          </mc:Choice>
          <mc:Fallback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73DEEC72-7591-ABE2-A5FB-1FFF2537D5B2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3223296" y="4455576"/>
                  <a:ext cx="17640" cy="7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2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949511C9-6CAB-61CB-F35B-9405AC8CFD46}"/>
                    </a:ext>
                  </a:extLst>
                </p14:cNvPr>
                <p14:cNvContentPartPr/>
                <p14:nvPr/>
              </p14:nvContentPartPr>
              <p14:xfrm>
                <a:off x="3253896" y="4551696"/>
                <a:ext cx="107640" cy="35280"/>
              </p14:xfrm>
            </p:contentPart>
          </mc:Choice>
          <mc:Fallback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949511C9-6CAB-61CB-F35B-9405AC8CFD46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3247776" y="4545576"/>
                  <a:ext cx="119880" cy="4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4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3477FC26-FF03-57D2-E58D-C27006E7B5F3}"/>
                    </a:ext>
                  </a:extLst>
                </p14:cNvPr>
                <p14:cNvContentPartPr/>
                <p14:nvPr/>
              </p14:nvContentPartPr>
              <p14:xfrm>
                <a:off x="3404016" y="4408416"/>
                <a:ext cx="157680" cy="156240"/>
              </p14:xfrm>
            </p:contentPart>
          </mc:Choice>
          <mc:Fallback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3477FC26-FF03-57D2-E58D-C27006E7B5F3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3397896" y="4402296"/>
                  <a:ext cx="169920" cy="16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6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411CA98F-BE07-9997-3AD2-5B4881415F1F}"/>
                    </a:ext>
                  </a:extLst>
                </p14:cNvPr>
                <p14:cNvContentPartPr/>
                <p14:nvPr/>
              </p14:nvContentPartPr>
              <p14:xfrm>
                <a:off x="3593016" y="4514256"/>
                <a:ext cx="61200" cy="13320"/>
              </p14:xfrm>
            </p:contentPart>
          </mc:Choice>
          <mc:Fallback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411CA98F-BE07-9997-3AD2-5B4881415F1F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3586896" y="4508136"/>
                  <a:ext cx="73440" cy="2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8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B8AB4C6F-3B43-84D0-645F-4DF48F935844}"/>
                    </a:ext>
                  </a:extLst>
                </p14:cNvPr>
                <p14:cNvContentPartPr/>
                <p14:nvPr/>
              </p14:nvContentPartPr>
              <p14:xfrm>
                <a:off x="3536856" y="4504536"/>
                <a:ext cx="141840" cy="201240"/>
              </p14:xfrm>
            </p:contentPart>
          </mc:Choice>
          <mc:Fallback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B8AB4C6F-3B43-84D0-645F-4DF48F935844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3530736" y="4498416"/>
                  <a:ext cx="154080" cy="21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0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64F1103C-D28E-DE73-E06A-82937466EE37}"/>
                    </a:ext>
                  </a:extLst>
                </p14:cNvPr>
                <p14:cNvContentPartPr/>
                <p14:nvPr/>
              </p14:nvContentPartPr>
              <p14:xfrm>
                <a:off x="3792816" y="4410216"/>
                <a:ext cx="5760" cy="41760"/>
              </p14:xfrm>
            </p:contentPart>
          </mc:Choice>
          <mc:Fallback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64F1103C-D28E-DE73-E06A-82937466EE37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3786696" y="4404096"/>
                  <a:ext cx="18000" cy="5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2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E7F71966-F033-B6DD-B291-3B98CC18C12E}"/>
                    </a:ext>
                  </a:extLst>
                </p14:cNvPr>
                <p14:cNvContentPartPr/>
                <p14:nvPr/>
              </p14:nvContentPartPr>
              <p14:xfrm>
                <a:off x="3834216" y="4403736"/>
                <a:ext cx="27360" cy="52200"/>
              </p14:xfrm>
            </p:contentPart>
          </mc:Choice>
          <mc:Fallback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E7F71966-F033-B6DD-B291-3B98CC18C12E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3828096" y="4397616"/>
                  <a:ext cx="39600" cy="6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4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E0EB9E88-75D1-0100-4298-84365373A374}"/>
                    </a:ext>
                  </a:extLst>
                </p14:cNvPr>
                <p14:cNvContentPartPr/>
                <p14:nvPr/>
              </p14:nvContentPartPr>
              <p14:xfrm>
                <a:off x="2853936" y="4820976"/>
                <a:ext cx="14400" cy="48240"/>
              </p14:xfrm>
            </p:contentPart>
          </mc:Choice>
          <mc:Fallback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E0EB9E88-75D1-0100-4298-84365373A374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2847816" y="4814856"/>
                  <a:ext cx="26640" cy="6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6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CA1470CD-6C03-0B41-6661-0BD36FBF2542}"/>
                    </a:ext>
                  </a:extLst>
                </p14:cNvPr>
                <p14:cNvContentPartPr/>
                <p14:nvPr/>
              </p14:nvContentPartPr>
              <p14:xfrm>
                <a:off x="2917296" y="4804416"/>
                <a:ext cx="7560" cy="63720"/>
              </p14:xfrm>
            </p:contentPart>
          </mc:Choice>
          <mc:Fallback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CA1470CD-6C03-0B41-6661-0BD36FBF2542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2911176" y="4798296"/>
                  <a:ext cx="19800" cy="7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8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6E866B6D-506E-25BC-FF2E-9D6C4AAE6D93}"/>
                    </a:ext>
                  </a:extLst>
                </p14:cNvPr>
                <p14:cNvContentPartPr/>
                <p14:nvPr/>
              </p14:nvContentPartPr>
              <p14:xfrm>
                <a:off x="3865896" y="4668696"/>
                <a:ext cx="22320" cy="41760"/>
              </p14:xfrm>
            </p:contentPart>
          </mc:Choice>
          <mc:Fallback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6E866B6D-506E-25BC-FF2E-9D6C4AAE6D93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3859776" y="4662576"/>
                  <a:ext cx="34560" cy="5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0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B7390966-9E67-859A-FD69-57E6B3F0881F}"/>
                    </a:ext>
                  </a:extLst>
                </p14:cNvPr>
                <p14:cNvContentPartPr/>
                <p14:nvPr/>
              </p14:nvContentPartPr>
              <p14:xfrm>
                <a:off x="3938976" y="4633776"/>
                <a:ext cx="10080" cy="41040"/>
              </p14:xfrm>
            </p:contentPart>
          </mc:Choice>
          <mc:Fallback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B7390966-9E67-859A-FD69-57E6B3F0881F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3932856" y="4627656"/>
                  <a:ext cx="22320" cy="5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2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3921D39C-B111-E931-E659-6C49068F68AA}"/>
                    </a:ext>
                  </a:extLst>
                </p14:cNvPr>
                <p14:cNvContentPartPr/>
                <p14:nvPr/>
              </p14:nvContentPartPr>
              <p14:xfrm>
                <a:off x="3010176" y="4786776"/>
                <a:ext cx="41760" cy="95400"/>
              </p14:xfrm>
            </p:contentPart>
          </mc:Choice>
          <mc:Fallback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3921D39C-B111-E931-E659-6C49068F68AA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3004056" y="4780656"/>
                  <a:ext cx="54000" cy="10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4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9CEBC741-7588-4E4D-6440-D838C32B673C}"/>
                    </a:ext>
                  </a:extLst>
                </p14:cNvPr>
                <p14:cNvContentPartPr/>
                <p14:nvPr/>
              </p14:nvContentPartPr>
              <p14:xfrm>
                <a:off x="3136896" y="4788216"/>
                <a:ext cx="10440" cy="66600"/>
              </p14:xfrm>
            </p:contentPart>
          </mc:Choice>
          <mc:Fallback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9CEBC741-7588-4E4D-6440-D838C32B673C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3130776" y="4782096"/>
                  <a:ext cx="22680" cy="7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6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243FFE16-588C-CDE7-0322-D8ABF8B239EA}"/>
                    </a:ext>
                  </a:extLst>
                </p14:cNvPr>
                <p14:cNvContentPartPr/>
                <p14:nvPr/>
              </p14:nvContentPartPr>
              <p14:xfrm>
                <a:off x="3236976" y="4751856"/>
                <a:ext cx="15120" cy="82440"/>
              </p14:xfrm>
            </p:contentPart>
          </mc:Choice>
          <mc:Fallback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243FFE16-588C-CDE7-0322-D8ABF8B239EA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3230856" y="4745736"/>
                  <a:ext cx="27360" cy="9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8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FCD02739-492E-5200-01FA-002B36DE0A64}"/>
                    </a:ext>
                  </a:extLst>
                </p14:cNvPr>
                <p14:cNvContentPartPr/>
                <p14:nvPr/>
              </p14:nvContentPartPr>
              <p14:xfrm>
                <a:off x="3363696" y="4759056"/>
                <a:ext cx="10080" cy="61200"/>
              </p14:xfrm>
            </p:contentPart>
          </mc:Choice>
          <mc:Fallback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FCD02739-492E-5200-01FA-002B36DE0A64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3357576" y="4752936"/>
                  <a:ext cx="22320" cy="7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0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70C65304-FAE7-7AA7-9221-63783DD3D53A}"/>
                    </a:ext>
                  </a:extLst>
                </p14:cNvPr>
                <p14:cNvContentPartPr/>
                <p14:nvPr/>
              </p14:nvContentPartPr>
              <p14:xfrm>
                <a:off x="3449016" y="4747536"/>
                <a:ext cx="15120" cy="67680"/>
              </p14:xfrm>
            </p:contentPart>
          </mc:Choice>
          <mc:Fallback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70C65304-FAE7-7AA7-9221-63783DD3D53A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3442896" y="4741416"/>
                  <a:ext cx="27360" cy="7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2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4DD65EF4-57D1-EC60-ABD0-47CBF8E78C9B}"/>
                    </a:ext>
                  </a:extLst>
                </p14:cNvPr>
                <p14:cNvContentPartPr/>
                <p14:nvPr/>
              </p14:nvContentPartPr>
              <p14:xfrm>
                <a:off x="3562056" y="4734576"/>
                <a:ext cx="23760" cy="64440"/>
              </p14:xfrm>
            </p:contentPart>
          </mc:Choice>
          <mc:Fallback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4DD65EF4-57D1-EC60-ABD0-47CBF8E78C9B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3555936" y="4728456"/>
                  <a:ext cx="36000" cy="7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4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18CD418F-E902-D337-F498-8B42E362C4AD}"/>
                    </a:ext>
                  </a:extLst>
                </p14:cNvPr>
                <p14:cNvContentPartPr/>
                <p14:nvPr/>
              </p14:nvContentPartPr>
              <p14:xfrm>
                <a:off x="3658536" y="4729896"/>
                <a:ext cx="41760" cy="92160"/>
              </p14:xfrm>
            </p:contentPart>
          </mc:Choice>
          <mc:Fallback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18CD418F-E902-D337-F498-8B42E362C4AD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3652416" y="4723776"/>
                  <a:ext cx="54000" cy="10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6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F5356EF5-D93E-64C7-D334-71D932BF1228}"/>
                    </a:ext>
                  </a:extLst>
                </p14:cNvPr>
                <p14:cNvContentPartPr/>
                <p14:nvPr/>
              </p14:nvContentPartPr>
              <p14:xfrm>
                <a:off x="3795336" y="4691736"/>
                <a:ext cx="29520" cy="110160"/>
              </p14:xfrm>
            </p:contentPart>
          </mc:Choice>
          <mc:Fallback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F5356EF5-D93E-64C7-D334-71D932BF1228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3789216" y="4685616"/>
                  <a:ext cx="41760" cy="122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3" name="Group 132">
            <a:extLst>
              <a:ext uri="{FF2B5EF4-FFF2-40B4-BE49-F238E27FC236}">
                <a16:creationId xmlns:a16="http://schemas.microsoft.com/office/drawing/2014/main" id="{446EDB9F-DAC9-5D41-5875-D0354C81FDAB}"/>
              </a:ext>
            </a:extLst>
          </p:cNvPr>
          <p:cNvGrpSpPr/>
          <p:nvPr/>
        </p:nvGrpSpPr>
        <p:grpSpPr>
          <a:xfrm>
            <a:off x="5333616" y="1655136"/>
            <a:ext cx="1085760" cy="635760"/>
            <a:chOff x="5333616" y="1655136"/>
            <a:chExt cx="1085760" cy="635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48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80C5DCEC-92AC-86EC-B536-7A179CC1652B}"/>
                    </a:ext>
                  </a:extLst>
                </p14:cNvPr>
                <p14:cNvContentPartPr/>
                <p14:nvPr/>
              </p14:nvContentPartPr>
              <p14:xfrm>
                <a:off x="5333616" y="2045376"/>
                <a:ext cx="13320" cy="233280"/>
              </p14:xfrm>
            </p:contentPart>
          </mc:Choice>
          <mc:Fallback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80C5DCEC-92AC-86EC-B536-7A179CC1652B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5329296" y="2041056"/>
                  <a:ext cx="21960" cy="24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0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9F6D4803-62CF-606C-87E0-9D8D0148ADDE}"/>
                    </a:ext>
                  </a:extLst>
                </p14:cNvPr>
                <p14:cNvContentPartPr/>
                <p14:nvPr/>
              </p14:nvContentPartPr>
              <p14:xfrm>
                <a:off x="5333616" y="1943496"/>
                <a:ext cx="934200" cy="347400"/>
              </p14:xfrm>
            </p:contentPart>
          </mc:Choice>
          <mc:Fallback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9F6D4803-62CF-606C-87E0-9D8D0148ADDE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5329296" y="1939176"/>
                  <a:ext cx="942840" cy="35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2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630BDA69-DE6F-5992-E461-2713A26EC2D3}"/>
                    </a:ext>
                  </a:extLst>
                </p14:cNvPr>
                <p14:cNvContentPartPr/>
                <p14:nvPr/>
              </p14:nvContentPartPr>
              <p14:xfrm>
                <a:off x="5748336" y="1655136"/>
                <a:ext cx="37080" cy="227880"/>
              </p14:xfrm>
            </p:contentPart>
          </mc:Choice>
          <mc:Fallback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630BDA69-DE6F-5992-E461-2713A26EC2D3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5744016" y="1650816"/>
                  <a:ext cx="45720" cy="23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4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00A8E40E-93E0-41A7-42A2-6385844E9E13}"/>
                    </a:ext>
                  </a:extLst>
                </p14:cNvPr>
                <p14:cNvContentPartPr/>
                <p14:nvPr/>
              </p14:nvContentPartPr>
              <p14:xfrm>
                <a:off x="5714136" y="1745136"/>
                <a:ext cx="246600" cy="112320"/>
              </p14:xfrm>
            </p:contentPart>
          </mc:Choice>
          <mc:Fallback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00A8E40E-93E0-41A7-42A2-6385844E9E13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5709816" y="1740816"/>
                  <a:ext cx="255240" cy="12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6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F4BE8ED9-CD73-6CF6-8010-0AD214E0D4D1}"/>
                    </a:ext>
                  </a:extLst>
                </p14:cNvPr>
                <p14:cNvContentPartPr/>
                <p14:nvPr/>
              </p14:nvContentPartPr>
              <p14:xfrm>
                <a:off x="6009336" y="1786896"/>
                <a:ext cx="236880" cy="57240"/>
              </p14:xfrm>
            </p:contentPart>
          </mc:Choice>
          <mc:Fallback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F4BE8ED9-CD73-6CF6-8010-0AD214E0D4D1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6005016" y="1782576"/>
                  <a:ext cx="245520" cy="6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8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92D3F24C-4D4A-AE56-9117-B42BFDD3D230}"/>
                    </a:ext>
                  </a:extLst>
                </p14:cNvPr>
                <p14:cNvContentPartPr/>
                <p14:nvPr/>
              </p14:nvContentPartPr>
              <p14:xfrm>
                <a:off x="6309216" y="1786176"/>
                <a:ext cx="7560" cy="128880"/>
              </p14:xfrm>
            </p:contentPart>
          </mc:Choice>
          <mc:Fallback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92D3F24C-4D4A-AE56-9117-B42BFDD3D230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6304896" y="1781856"/>
                  <a:ext cx="16200" cy="13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0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2A51576E-4B90-9E0D-C2D4-923B68492C61}"/>
                    </a:ext>
                  </a:extLst>
                </p14:cNvPr>
                <p14:cNvContentPartPr/>
                <p14:nvPr/>
              </p14:nvContentPartPr>
              <p14:xfrm>
                <a:off x="6343056" y="1703736"/>
                <a:ext cx="76320" cy="88200"/>
              </p14:xfrm>
            </p:contentPart>
          </mc:Choice>
          <mc:Fallback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2A51576E-4B90-9E0D-C2D4-923B68492C61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6338736" y="1699416"/>
                  <a:ext cx="84960" cy="968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62">
            <p14:nvContentPartPr>
              <p14:cNvPr id="141" name="Ink 140">
                <a:extLst>
                  <a:ext uri="{FF2B5EF4-FFF2-40B4-BE49-F238E27FC236}">
                    <a16:creationId xmlns:a16="http://schemas.microsoft.com/office/drawing/2014/main" id="{C94A67B7-F74C-227B-951D-886581808835}"/>
                  </a:ext>
                </a:extLst>
              </p14:cNvPr>
              <p14:cNvContentPartPr/>
              <p14:nvPr/>
            </p14:nvContentPartPr>
            <p14:xfrm>
              <a:off x="3580776" y="1306656"/>
              <a:ext cx="954720" cy="2463480"/>
            </p14:xfrm>
          </p:contentPart>
        </mc:Choice>
        <mc:Fallback>
          <p:pic>
            <p:nvPicPr>
              <p:cNvPr id="141" name="Ink 140">
                <a:extLst>
                  <a:ext uri="{FF2B5EF4-FFF2-40B4-BE49-F238E27FC236}">
                    <a16:creationId xmlns:a16="http://schemas.microsoft.com/office/drawing/2014/main" id="{C94A67B7-F74C-227B-951D-886581808835}"/>
                  </a:ext>
                </a:extLst>
              </p:cNvPr>
              <p:cNvPicPr/>
              <p:nvPr/>
            </p:nvPicPr>
            <p:blipFill>
              <a:blip r:embed="rId163"/>
              <a:stretch>
                <a:fillRect/>
              </a:stretch>
            </p:blipFill>
            <p:spPr>
              <a:xfrm>
                <a:off x="3574656" y="1300536"/>
                <a:ext cx="966960" cy="2475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4">
            <p14:nvContentPartPr>
              <p14:cNvPr id="142" name="Ink 141">
                <a:extLst>
                  <a:ext uri="{FF2B5EF4-FFF2-40B4-BE49-F238E27FC236}">
                    <a16:creationId xmlns:a16="http://schemas.microsoft.com/office/drawing/2014/main" id="{538CC4F3-1B3D-D937-8E16-A61A796BFDE8}"/>
                  </a:ext>
                </a:extLst>
              </p14:cNvPr>
              <p14:cNvContentPartPr/>
              <p14:nvPr/>
            </p14:nvContentPartPr>
            <p14:xfrm>
              <a:off x="3551256" y="3645936"/>
              <a:ext cx="51480" cy="144000"/>
            </p14:xfrm>
          </p:contentPart>
        </mc:Choice>
        <mc:Fallback>
          <p:pic>
            <p:nvPicPr>
              <p:cNvPr id="142" name="Ink 141">
                <a:extLst>
                  <a:ext uri="{FF2B5EF4-FFF2-40B4-BE49-F238E27FC236}">
                    <a16:creationId xmlns:a16="http://schemas.microsoft.com/office/drawing/2014/main" id="{538CC4F3-1B3D-D937-8E16-A61A796BFDE8}"/>
                  </a:ext>
                </a:extLst>
              </p:cNvPr>
              <p:cNvPicPr/>
              <p:nvPr/>
            </p:nvPicPr>
            <p:blipFill>
              <a:blip r:embed="rId165"/>
              <a:stretch>
                <a:fillRect/>
              </a:stretch>
            </p:blipFill>
            <p:spPr>
              <a:xfrm>
                <a:off x="3545136" y="3639816"/>
                <a:ext cx="63720" cy="156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6">
            <p14:nvContentPartPr>
              <p14:cNvPr id="143" name="Ink 142">
                <a:extLst>
                  <a:ext uri="{FF2B5EF4-FFF2-40B4-BE49-F238E27FC236}">
                    <a16:creationId xmlns:a16="http://schemas.microsoft.com/office/drawing/2014/main" id="{7C76D481-4E7E-0C5D-C66A-CEA047551969}"/>
                  </a:ext>
                </a:extLst>
              </p14:cNvPr>
              <p14:cNvContentPartPr/>
              <p14:nvPr/>
            </p14:nvContentPartPr>
            <p14:xfrm>
              <a:off x="3570696" y="3651336"/>
              <a:ext cx="195840" cy="143640"/>
            </p14:xfrm>
          </p:contentPart>
        </mc:Choice>
        <mc:Fallback>
          <p:pic>
            <p:nvPicPr>
              <p:cNvPr id="143" name="Ink 142">
                <a:extLst>
                  <a:ext uri="{FF2B5EF4-FFF2-40B4-BE49-F238E27FC236}">
                    <a16:creationId xmlns:a16="http://schemas.microsoft.com/office/drawing/2014/main" id="{7C76D481-4E7E-0C5D-C66A-CEA047551969}"/>
                  </a:ext>
                </a:extLst>
              </p:cNvPr>
              <p:cNvPicPr/>
              <p:nvPr/>
            </p:nvPicPr>
            <p:blipFill>
              <a:blip r:embed="rId167"/>
              <a:stretch>
                <a:fillRect/>
              </a:stretch>
            </p:blipFill>
            <p:spPr>
              <a:xfrm>
                <a:off x="3564576" y="3645216"/>
                <a:ext cx="208080" cy="155880"/>
              </a:xfrm>
              <a:prstGeom prst="rect">
                <a:avLst/>
              </a:prstGeom>
            </p:spPr>
          </p:pic>
        </mc:Fallback>
      </mc:AlternateContent>
      <p:grpSp>
        <p:nvGrpSpPr>
          <p:cNvPr id="151" name="Group 150">
            <a:extLst>
              <a:ext uri="{FF2B5EF4-FFF2-40B4-BE49-F238E27FC236}">
                <a16:creationId xmlns:a16="http://schemas.microsoft.com/office/drawing/2014/main" id="{D236539B-726E-05D5-0E33-9DEA6A34A6D6}"/>
              </a:ext>
            </a:extLst>
          </p:cNvPr>
          <p:cNvGrpSpPr/>
          <p:nvPr/>
        </p:nvGrpSpPr>
        <p:grpSpPr>
          <a:xfrm>
            <a:off x="5976576" y="1478016"/>
            <a:ext cx="189000" cy="154080"/>
            <a:chOff x="5976576" y="1478016"/>
            <a:chExt cx="189000" cy="154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68">
              <p14:nvContentPartPr>
                <p14:cNvPr id="148" name="Ink 147">
                  <a:extLst>
                    <a:ext uri="{FF2B5EF4-FFF2-40B4-BE49-F238E27FC236}">
                      <a16:creationId xmlns:a16="http://schemas.microsoft.com/office/drawing/2014/main" id="{60607784-4BC3-4C05-9EF3-4F4AC66FA133}"/>
                    </a:ext>
                  </a:extLst>
                </p14:cNvPr>
                <p14:cNvContentPartPr/>
                <p14:nvPr/>
              </p14:nvContentPartPr>
              <p14:xfrm>
                <a:off x="6035976" y="1523376"/>
                <a:ext cx="10080" cy="72000"/>
              </p14:xfrm>
            </p:contentPart>
          </mc:Choice>
          <mc:Fallback>
            <p:pic>
              <p:nvPicPr>
                <p:cNvPr id="148" name="Ink 147">
                  <a:extLst>
                    <a:ext uri="{FF2B5EF4-FFF2-40B4-BE49-F238E27FC236}">
                      <a16:creationId xmlns:a16="http://schemas.microsoft.com/office/drawing/2014/main" id="{60607784-4BC3-4C05-9EF3-4F4AC66FA133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6029856" y="1517256"/>
                  <a:ext cx="22320" cy="8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0">
              <p14:nvContentPartPr>
                <p14:cNvPr id="149" name="Ink 148">
                  <a:extLst>
                    <a:ext uri="{FF2B5EF4-FFF2-40B4-BE49-F238E27FC236}">
                      <a16:creationId xmlns:a16="http://schemas.microsoft.com/office/drawing/2014/main" id="{4337DEAD-080B-B71A-93AC-2DD1B8659E0A}"/>
                    </a:ext>
                  </a:extLst>
                </p14:cNvPr>
                <p14:cNvContentPartPr/>
                <p14:nvPr/>
              </p14:nvContentPartPr>
              <p14:xfrm>
                <a:off x="6035976" y="1538136"/>
                <a:ext cx="360" cy="360"/>
              </p14:xfrm>
            </p:contentPart>
          </mc:Choice>
          <mc:Fallback>
            <p:pic>
              <p:nvPicPr>
                <p:cNvPr id="149" name="Ink 148">
                  <a:extLst>
                    <a:ext uri="{FF2B5EF4-FFF2-40B4-BE49-F238E27FC236}">
                      <a16:creationId xmlns:a16="http://schemas.microsoft.com/office/drawing/2014/main" id="{4337DEAD-080B-B71A-93AC-2DD1B8659E0A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6029856" y="1532016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2">
              <p14:nvContentPartPr>
                <p14:cNvPr id="150" name="Ink 149">
                  <a:extLst>
                    <a:ext uri="{FF2B5EF4-FFF2-40B4-BE49-F238E27FC236}">
                      <a16:creationId xmlns:a16="http://schemas.microsoft.com/office/drawing/2014/main" id="{95A22F43-B76E-2573-8391-59CBB74F7D5F}"/>
                    </a:ext>
                  </a:extLst>
                </p14:cNvPr>
                <p14:cNvContentPartPr/>
                <p14:nvPr/>
              </p14:nvContentPartPr>
              <p14:xfrm>
                <a:off x="5976576" y="1478016"/>
                <a:ext cx="189000" cy="154080"/>
              </p14:xfrm>
            </p:contentPart>
          </mc:Choice>
          <mc:Fallback>
            <p:pic>
              <p:nvPicPr>
                <p:cNvPr id="150" name="Ink 149">
                  <a:extLst>
                    <a:ext uri="{FF2B5EF4-FFF2-40B4-BE49-F238E27FC236}">
                      <a16:creationId xmlns:a16="http://schemas.microsoft.com/office/drawing/2014/main" id="{95A22F43-B76E-2573-8391-59CBB74F7D5F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5970456" y="1471896"/>
                  <a:ext cx="201240" cy="166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4" name="Group 153">
            <a:extLst>
              <a:ext uri="{FF2B5EF4-FFF2-40B4-BE49-F238E27FC236}">
                <a16:creationId xmlns:a16="http://schemas.microsoft.com/office/drawing/2014/main" id="{7DA2A08F-7369-823A-6E4F-6359801968E6}"/>
              </a:ext>
            </a:extLst>
          </p:cNvPr>
          <p:cNvGrpSpPr/>
          <p:nvPr/>
        </p:nvGrpSpPr>
        <p:grpSpPr>
          <a:xfrm>
            <a:off x="4274856" y="2316456"/>
            <a:ext cx="208440" cy="200160"/>
            <a:chOff x="4274856" y="2316456"/>
            <a:chExt cx="208440" cy="200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74">
              <p14:nvContentPartPr>
                <p14:cNvPr id="152" name="Ink 151">
                  <a:extLst>
                    <a:ext uri="{FF2B5EF4-FFF2-40B4-BE49-F238E27FC236}">
                      <a16:creationId xmlns:a16="http://schemas.microsoft.com/office/drawing/2014/main" id="{1607537E-E36F-5EB7-C18C-3E844481D5E2}"/>
                    </a:ext>
                  </a:extLst>
                </p14:cNvPr>
                <p14:cNvContentPartPr/>
                <p14:nvPr/>
              </p14:nvContentPartPr>
              <p14:xfrm>
                <a:off x="4274856" y="2316456"/>
                <a:ext cx="208440" cy="200160"/>
              </p14:xfrm>
            </p:contentPart>
          </mc:Choice>
          <mc:Fallback>
            <p:pic>
              <p:nvPicPr>
                <p:cNvPr id="152" name="Ink 151">
                  <a:extLst>
                    <a:ext uri="{FF2B5EF4-FFF2-40B4-BE49-F238E27FC236}">
                      <a16:creationId xmlns:a16="http://schemas.microsoft.com/office/drawing/2014/main" id="{1607537E-E36F-5EB7-C18C-3E844481D5E2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4268736" y="2310336"/>
                  <a:ext cx="220680" cy="21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6">
              <p14:nvContentPartPr>
                <p14:cNvPr id="153" name="Ink 152">
                  <a:extLst>
                    <a:ext uri="{FF2B5EF4-FFF2-40B4-BE49-F238E27FC236}">
                      <a16:creationId xmlns:a16="http://schemas.microsoft.com/office/drawing/2014/main" id="{B448DE5C-064C-04C4-B914-68A7C826EED6}"/>
                    </a:ext>
                  </a:extLst>
                </p14:cNvPr>
                <p14:cNvContentPartPr/>
                <p14:nvPr/>
              </p14:nvContentPartPr>
              <p14:xfrm>
                <a:off x="4368096" y="2403576"/>
                <a:ext cx="49680" cy="68040"/>
              </p14:xfrm>
            </p:contentPart>
          </mc:Choice>
          <mc:Fallback>
            <p:pic>
              <p:nvPicPr>
                <p:cNvPr id="153" name="Ink 152">
                  <a:extLst>
                    <a:ext uri="{FF2B5EF4-FFF2-40B4-BE49-F238E27FC236}">
                      <a16:creationId xmlns:a16="http://schemas.microsoft.com/office/drawing/2014/main" id="{B448DE5C-064C-04C4-B914-68A7C826EED6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4361976" y="2397456"/>
                  <a:ext cx="61920" cy="80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7" name="Group 166">
            <a:extLst>
              <a:ext uri="{FF2B5EF4-FFF2-40B4-BE49-F238E27FC236}">
                <a16:creationId xmlns:a16="http://schemas.microsoft.com/office/drawing/2014/main" id="{F6BC251A-6B9B-05BA-A2E2-E08D8A572A96}"/>
              </a:ext>
            </a:extLst>
          </p:cNvPr>
          <p:cNvGrpSpPr/>
          <p:nvPr/>
        </p:nvGrpSpPr>
        <p:grpSpPr>
          <a:xfrm>
            <a:off x="1871856" y="589536"/>
            <a:ext cx="3759840" cy="1525680"/>
            <a:chOff x="1871856" y="589536"/>
            <a:chExt cx="3759840" cy="1525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78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AD1BA6BB-DFED-7DF6-ABFF-C2D713A3705F}"/>
                    </a:ext>
                  </a:extLst>
                </p14:cNvPr>
                <p14:cNvContentPartPr/>
                <p14:nvPr/>
              </p14:nvContentPartPr>
              <p14:xfrm>
                <a:off x="4878576" y="1624896"/>
                <a:ext cx="645480" cy="479880"/>
              </p14:xfrm>
            </p:contentPart>
          </mc:Choice>
          <mc:Fallback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AD1BA6BB-DFED-7DF6-ABFF-C2D713A3705F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4872456" y="1618776"/>
                  <a:ext cx="657720" cy="49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0">
              <p14:nvContentPartPr>
                <p14:cNvPr id="135" name="Ink 134">
                  <a:extLst>
                    <a:ext uri="{FF2B5EF4-FFF2-40B4-BE49-F238E27FC236}">
                      <a16:creationId xmlns:a16="http://schemas.microsoft.com/office/drawing/2014/main" id="{D4E86CA7-7FD3-DF2D-0CF3-B35F571BA2BF}"/>
                    </a:ext>
                  </a:extLst>
                </p14:cNvPr>
                <p14:cNvContentPartPr/>
                <p14:nvPr/>
              </p14:nvContentPartPr>
              <p14:xfrm>
                <a:off x="4804776" y="1579536"/>
                <a:ext cx="110160" cy="111600"/>
              </p14:xfrm>
            </p:contentPart>
          </mc:Choice>
          <mc:Fallback>
            <p:pic>
              <p:nvPicPr>
                <p:cNvPr id="135" name="Ink 134">
                  <a:extLst>
                    <a:ext uri="{FF2B5EF4-FFF2-40B4-BE49-F238E27FC236}">
                      <a16:creationId xmlns:a16="http://schemas.microsoft.com/office/drawing/2014/main" id="{D4E86CA7-7FD3-DF2D-0CF3-B35F571BA2BF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4798656" y="1573416"/>
                  <a:ext cx="122400" cy="12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2">
              <p14:nvContentPartPr>
                <p14:cNvPr id="136" name="Ink 135">
                  <a:extLst>
                    <a:ext uri="{FF2B5EF4-FFF2-40B4-BE49-F238E27FC236}">
                      <a16:creationId xmlns:a16="http://schemas.microsoft.com/office/drawing/2014/main" id="{09417328-222C-AED2-D3C4-BD6B0F91FD7F}"/>
                    </a:ext>
                  </a:extLst>
                </p14:cNvPr>
                <p14:cNvContentPartPr/>
                <p14:nvPr/>
              </p14:nvContentPartPr>
              <p14:xfrm>
                <a:off x="4109616" y="1120536"/>
                <a:ext cx="41760" cy="458640"/>
              </p14:xfrm>
            </p:contentPart>
          </mc:Choice>
          <mc:Fallback>
            <p:pic>
              <p:nvPicPr>
                <p:cNvPr id="136" name="Ink 135">
                  <a:extLst>
                    <a:ext uri="{FF2B5EF4-FFF2-40B4-BE49-F238E27FC236}">
                      <a16:creationId xmlns:a16="http://schemas.microsoft.com/office/drawing/2014/main" id="{09417328-222C-AED2-D3C4-BD6B0F91FD7F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4103496" y="1114416"/>
                  <a:ext cx="54000" cy="47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4">
              <p14:nvContentPartPr>
                <p14:cNvPr id="138" name="Ink 137">
                  <a:extLst>
                    <a:ext uri="{FF2B5EF4-FFF2-40B4-BE49-F238E27FC236}">
                      <a16:creationId xmlns:a16="http://schemas.microsoft.com/office/drawing/2014/main" id="{C11C7B09-0805-A075-325E-1C3A4AF27542}"/>
                    </a:ext>
                  </a:extLst>
                </p14:cNvPr>
                <p14:cNvContentPartPr/>
                <p14:nvPr/>
              </p14:nvContentPartPr>
              <p14:xfrm>
                <a:off x="4088376" y="1025496"/>
                <a:ext cx="1543320" cy="515160"/>
              </p14:xfrm>
            </p:contentPart>
          </mc:Choice>
          <mc:Fallback>
            <p:pic>
              <p:nvPicPr>
                <p:cNvPr id="138" name="Ink 137">
                  <a:extLst>
                    <a:ext uri="{FF2B5EF4-FFF2-40B4-BE49-F238E27FC236}">
                      <a16:creationId xmlns:a16="http://schemas.microsoft.com/office/drawing/2014/main" id="{C11C7B09-0805-A075-325E-1C3A4AF27542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4082256" y="1019376"/>
                  <a:ext cx="1555560" cy="52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6">
              <p14:nvContentPartPr>
                <p14:cNvPr id="139" name="Ink 138">
                  <a:extLst>
                    <a:ext uri="{FF2B5EF4-FFF2-40B4-BE49-F238E27FC236}">
                      <a16:creationId xmlns:a16="http://schemas.microsoft.com/office/drawing/2014/main" id="{CDED2ED8-31D8-DA83-C602-D5E48665155F}"/>
                    </a:ext>
                  </a:extLst>
                </p14:cNvPr>
                <p14:cNvContentPartPr/>
                <p14:nvPr/>
              </p14:nvContentPartPr>
              <p14:xfrm>
                <a:off x="5175936" y="1045656"/>
                <a:ext cx="36000" cy="470160"/>
              </p14:xfrm>
            </p:contentPart>
          </mc:Choice>
          <mc:Fallback>
            <p:pic>
              <p:nvPicPr>
                <p:cNvPr id="139" name="Ink 138">
                  <a:extLst>
                    <a:ext uri="{FF2B5EF4-FFF2-40B4-BE49-F238E27FC236}">
                      <a16:creationId xmlns:a16="http://schemas.microsoft.com/office/drawing/2014/main" id="{CDED2ED8-31D8-DA83-C602-D5E48665155F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5169816" y="1039536"/>
                  <a:ext cx="48240" cy="48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8">
              <p14:nvContentPartPr>
                <p14:cNvPr id="155" name="Ink 154">
                  <a:extLst>
                    <a:ext uri="{FF2B5EF4-FFF2-40B4-BE49-F238E27FC236}">
                      <a16:creationId xmlns:a16="http://schemas.microsoft.com/office/drawing/2014/main" id="{4CF15EA9-F9B0-4F05-1D62-FAA84F50850B}"/>
                    </a:ext>
                  </a:extLst>
                </p14:cNvPr>
                <p14:cNvContentPartPr/>
                <p14:nvPr/>
              </p14:nvContentPartPr>
              <p14:xfrm>
                <a:off x="1871856" y="764856"/>
                <a:ext cx="2574720" cy="293040"/>
              </p14:xfrm>
            </p:contentPart>
          </mc:Choice>
          <mc:Fallback>
            <p:pic>
              <p:nvPicPr>
                <p:cNvPr id="155" name="Ink 154">
                  <a:extLst>
                    <a:ext uri="{FF2B5EF4-FFF2-40B4-BE49-F238E27FC236}">
                      <a16:creationId xmlns:a16="http://schemas.microsoft.com/office/drawing/2014/main" id="{4CF15EA9-F9B0-4F05-1D62-FAA84F50850B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1865736" y="758736"/>
                  <a:ext cx="2586960" cy="30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0">
              <p14:nvContentPartPr>
                <p14:cNvPr id="156" name="Ink 155">
                  <a:extLst>
                    <a:ext uri="{FF2B5EF4-FFF2-40B4-BE49-F238E27FC236}">
                      <a16:creationId xmlns:a16="http://schemas.microsoft.com/office/drawing/2014/main" id="{CB47B6DA-2D84-6022-D9C1-E14015A0D294}"/>
                    </a:ext>
                  </a:extLst>
                </p14:cNvPr>
                <p14:cNvContentPartPr/>
                <p14:nvPr/>
              </p14:nvContentPartPr>
              <p14:xfrm>
                <a:off x="4307256" y="950256"/>
                <a:ext cx="127440" cy="100080"/>
              </p14:xfrm>
            </p:contentPart>
          </mc:Choice>
          <mc:Fallback>
            <p:pic>
              <p:nvPicPr>
                <p:cNvPr id="156" name="Ink 155">
                  <a:extLst>
                    <a:ext uri="{FF2B5EF4-FFF2-40B4-BE49-F238E27FC236}">
                      <a16:creationId xmlns:a16="http://schemas.microsoft.com/office/drawing/2014/main" id="{CB47B6DA-2D84-6022-D9C1-E14015A0D294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4301136" y="944136"/>
                  <a:ext cx="139680" cy="11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2">
              <p14:nvContentPartPr>
                <p14:cNvPr id="157" name="Ink 156">
                  <a:extLst>
                    <a:ext uri="{FF2B5EF4-FFF2-40B4-BE49-F238E27FC236}">
                      <a16:creationId xmlns:a16="http://schemas.microsoft.com/office/drawing/2014/main" id="{D23B8E4D-6C13-005F-75B9-C06C15F40FEE}"/>
                    </a:ext>
                  </a:extLst>
                </p14:cNvPr>
                <p14:cNvContentPartPr/>
                <p14:nvPr/>
              </p14:nvContentPartPr>
              <p14:xfrm>
                <a:off x="4395096" y="982656"/>
                <a:ext cx="146520" cy="104040"/>
              </p14:xfrm>
            </p:contentPart>
          </mc:Choice>
          <mc:Fallback>
            <p:pic>
              <p:nvPicPr>
                <p:cNvPr id="157" name="Ink 156">
                  <a:extLst>
                    <a:ext uri="{FF2B5EF4-FFF2-40B4-BE49-F238E27FC236}">
                      <a16:creationId xmlns:a16="http://schemas.microsoft.com/office/drawing/2014/main" id="{D23B8E4D-6C13-005F-75B9-C06C15F40FEE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4388976" y="976536"/>
                  <a:ext cx="158760" cy="11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4">
              <p14:nvContentPartPr>
                <p14:cNvPr id="159" name="Ink 158">
                  <a:extLst>
                    <a:ext uri="{FF2B5EF4-FFF2-40B4-BE49-F238E27FC236}">
                      <a16:creationId xmlns:a16="http://schemas.microsoft.com/office/drawing/2014/main" id="{66E08FC5-4F51-B068-036A-DC9513381550}"/>
                    </a:ext>
                  </a:extLst>
                </p14:cNvPr>
                <p14:cNvContentPartPr/>
                <p14:nvPr/>
              </p14:nvContentPartPr>
              <p14:xfrm>
                <a:off x="3253896" y="643896"/>
                <a:ext cx="78480" cy="123120"/>
              </p14:xfrm>
            </p:contentPart>
          </mc:Choice>
          <mc:Fallback>
            <p:pic>
              <p:nvPicPr>
                <p:cNvPr id="159" name="Ink 158">
                  <a:extLst>
                    <a:ext uri="{FF2B5EF4-FFF2-40B4-BE49-F238E27FC236}">
                      <a16:creationId xmlns:a16="http://schemas.microsoft.com/office/drawing/2014/main" id="{66E08FC5-4F51-B068-036A-DC9513381550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3247776" y="637776"/>
                  <a:ext cx="90720" cy="13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6">
              <p14:nvContentPartPr>
                <p14:cNvPr id="160" name="Ink 159">
                  <a:extLst>
                    <a:ext uri="{FF2B5EF4-FFF2-40B4-BE49-F238E27FC236}">
                      <a16:creationId xmlns:a16="http://schemas.microsoft.com/office/drawing/2014/main" id="{6F838BE5-BAAC-A7DB-DE40-734BC7235F31}"/>
                    </a:ext>
                  </a:extLst>
                </p14:cNvPr>
                <p14:cNvContentPartPr/>
                <p14:nvPr/>
              </p14:nvContentPartPr>
              <p14:xfrm>
                <a:off x="3189096" y="589536"/>
                <a:ext cx="237240" cy="209880"/>
              </p14:xfrm>
            </p:contentPart>
          </mc:Choice>
          <mc:Fallback>
            <p:pic>
              <p:nvPicPr>
                <p:cNvPr id="160" name="Ink 159">
                  <a:extLst>
                    <a:ext uri="{FF2B5EF4-FFF2-40B4-BE49-F238E27FC236}">
                      <a16:creationId xmlns:a16="http://schemas.microsoft.com/office/drawing/2014/main" id="{6F838BE5-BAAC-A7DB-DE40-734BC7235F31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3182976" y="583416"/>
                  <a:ext cx="249480" cy="22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8">
              <p14:nvContentPartPr>
                <p14:cNvPr id="162" name="Ink 161">
                  <a:extLst>
                    <a:ext uri="{FF2B5EF4-FFF2-40B4-BE49-F238E27FC236}">
                      <a16:creationId xmlns:a16="http://schemas.microsoft.com/office/drawing/2014/main" id="{7B9441E5-9725-1E71-8DBB-CDC5D72F482C}"/>
                    </a:ext>
                  </a:extLst>
                </p14:cNvPr>
                <p14:cNvContentPartPr/>
                <p14:nvPr/>
              </p14:nvContentPartPr>
              <p14:xfrm>
                <a:off x="1929816" y="1480176"/>
                <a:ext cx="2801880" cy="407160"/>
              </p14:xfrm>
            </p:contentPart>
          </mc:Choice>
          <mc:Fallback>
            <p:pic>
              <p:nvPicPr>
                <p:cNvPr id="162" name="Ink 161">
                  <a:extLst>
                    <a:ext uri="{FF2B5EF4-FFF2-40B4-BE49-F238E27FC236}">
                      <a16:creationId xmlns:a16="http://schemas.microsoft.com/office/drawing/2014/main" id="{7B9441E5-9725-1E71-8DBB-CDC5D72F482C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1923696" y="1474056"/>
                  <a:ext cx="2814120" cy="41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0">
              <p14:nvContentPartPr>
                <p14:cNvPr id="164" name="Ink 163">
                  <a:extLst>
                    <a:ext uri="{FF2B5EF4-FFF2-40B4-BE49-F238E27FC236}">
                      <a16:creationId xmlns:a16="http://schemas.microsoft.com/office/drawing/2014/main" id="{893793ED-3F5D-1096-33B9-310527DD2579}"/>
                    </a:ext>
                  </a:extLst>
                </p14:cNvPr>
                <p14:cNvContentPartPr/>
                <p14:nvPr/>
              </p14:nvContentPartPr>
              <p14:xfrm>
                <a:off x="3064896" y="1926576"/>
                <a:ext cx="131040" cy="104040"/>
              </p14:xfrm>
            </p:contentPart>
          </mc:Choice>
          <mc:Fallback>
            <p:pic>
              <p:nvPicPr>
                <p:cNvPr id="164" name="Ink 163">
                  <a:extLst>
                    <a:ext uri="{FF2B5EF4-FFF2-40B4-BE49-F238E27FC236}">
                      <a16:creationId xmlns:a16="http://schemas.microsoft.com/office/drawing/2014/main" id="{893793ED-3F5D-1096-33B9-310527DD2579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3058776" y="1920456"/>
                  <a:ext cx="143280" cy="11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2">
              <p14:nvContentPartPr>
                <p14:cNvPr id="165" name="Ink 164">
                  <a:extLst>
                    <a:ext uri="{FF2B5EF4-FFF2-40B4-BE49-F238E27FC236}">
                      <a16:creationId xmlns:a16="http://schemas.microsoft.com/office/drawing/2014/main" id="{E02272E8-5868-40B9-2476-A67332D75C7D}"/>
                    </a:ext>
                  </a:extLst>
                </p14:cNvPr>
                <p14:cNvContentPartPr/>
                <p14:nvPr/>
              </p14:nvContentPartPr>
              <p14:xfrm>
                <a:off x="3136896" y="1973016"/>
                <a:ext cx="29520" cy="112320"/>
              </p14:xfrm>
            </p:contentPart>
          </mc:Choice>
          <mc:Fallback>
            <p:pic>
              <p:nvPicPr>
                <p:cNvPr id="165" name="Ink 164">
                  <a:extLst>
                    <a:ext uri="{FF2B5EF4-FFF2-40B4-BE49-F238E27FC236}">
                      <a16:creationId xmlns:a16="http://schemas.microsoft.com/office/drawing/2014/main" id="{E02272E8-5868-40B9-2476-A67332D75C7D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3130776" y="1966896"/>
                  <a:ext cx="41760" cy="12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4">
              <p14:nvContentPartPr>
                <p14:cNvPr id="166" name="Ink 165">
                  <a:extLst>
                    <a:ext uri="{FF2B5EF4-FFF2-40B4-BE49-F238E27FC236}">
                      <a16:creationId xmlns:a16="http://schemas.microsoft.com/office/drawing/2014/main" id="{9EC673B7-3032-1870-5EF8-A3DCAD144369}"/>
                    </a:ext>
                  </a:extLst>
                </p14:cNvPr>
                <p14:cNvContentPartPr/>
                <p14:nvPr/>
              </p14:nvContentPartPr>
              <p14:xfrm>
                <a:off x="2989296" y="1885176"/>
                <a:ext cx="255240" cy="230040"/>
              </p14:xfrm>
            </p:contentPart>
          </mc:Choice>
          <mc:Fallback>
            <p:pic>
              <p:nvPicPr>
                <p:cNvPr id="166" name="Ink 165">
                  <a:extLst>
                    <a:ext uri="{FF2B5EF4-FFF2-40B4-BE49-F238E27FC236}">
                      <a16:creationId xmlns:a16="http://schemas.microsoft.com/office/drawing/2014/main" id="{9EC673B7-3032-1870-5EF8-A3DCAD144369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2983176" y="1879056"/>
                  <a:ext cx="267480" cy="242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6" name="Group 175">
            <a:extLst>
              <a:ext uri="{FF2B5EF4-FFF2-40B4-BE49-F238E27FC236}">
                <a16:creationId xmlns:a16="http://schemas.microsoft.com/office/drawing/2014/main" id="{55B7D22C-EB0B-DC5B-DC20-3850C9E4953F}"/>
              </a:ext>
            </a:extLst>
          </p:cNvPr>
          <p:cNvGrpSpPr/>
          <p:nvPr/>
        </p:nvGrpSpPr>
        <p:grpSpPr>
          <a:xfrm>
            <a:off x="1966536" y="2112696"/>
            <a:ext cx="1325520" cy="1796760"/>
            <a:chOff x="1966536" y="2112696"/>
            <a:chExt cx="1325520" cy="1796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06">
              <p14:nvContentPartPr>
                <p14:cNvPr id="168" name="Ink 167">
                  <a:extLst>
                    <a:ext uri="{FF2B5EF4-FFF2-40B4-BE49-F238E27FC236}">
                      <a16:creationId xmlns:a16="http://schemas.microsoft.com/office/drawing/2014/main" id="{79574BE4-360D-077D-910B-EC82A17FCD98}"/>
                    </a:ext>
                  </a:extLst>
                </p14:cNvPr>
                <p14:cNvContentPartPr/>
                <p14:nvPr/>
              </p14:nvContentPartPr>
              <p14:xfrm>
                <a:off x="1966536" y="2367936"/>
                <a:ext cx="29520" cy="188280"/>
              </p14:xfrm>
            </p:contentPart>
          </mc:Choice>
          <mc:Fallback>
            <p:pic>
              <p:nvPicPr>
                <p:cNvPr id="168" name="Ink 167">
                  <a:extLst>
                    <a:ext uri="{FF2B5EF4-FFF2-40B4-BE49-F238E27FC236}">
                      <a16:creationId xmlns:a16="http://schemas.microsoft.com/office/drawing/2014/main" id="{79574BE4-360D-077D-910B-EC82A17FCD98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1962216" y="2363616"/>
                  <a:ext cx="38160" cy="19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8">
              <p14:nvContentPartPr>
                <p14:cNvPr id="169" name="Ink 168">
                  <a:extLst>
                    <a:ext uri="{FF2B5EF4-FFF2-40B4-BE49-F238E27FC236}">
                      <a16:creationId xmlns:a16="http://schemas.microsoft.com/office/drawing/2014/main" id="{43F034F8-5A93-E1C0-5FFE-C3B4AF403E61}"/>
                    </a:ext>
                  </a:extLst>
                </p14:cNvPr>
                <p14:cNvContentPartPr/>
                <p14:nvPr/>
              </p14:nvContentPartPr>
              <p14:xfrm>
                <a:off x="1986696" y="2309616"/>
                <a:ext cx="499680" cy="271440"/>
              </p14:xfrm>
            </p:contentPart>
          </mc:Choice>
          <mc:Fallback>
            <p:pic>
              <p:nvPicPr>
                <p:cNvPr id="169" name="Ink 168">
                  <a:extLst>
                    <a:ext uri="{FF2B5EF4-FFF2-40B4-BE49-F238E27FC236}">
                      <a16:creationId xmlns:a16="http://schemas.microsoft.com/office/drawing/2014/main" id="{43F034F8-5A93-E1C0-5FFE-C3B4AF403E61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1982376" y="2305296"/>
                  <a:ext cx="508320" cy="28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0">
              <p14:nvContentPartPr>
                <p14:cNvPr id="170" name="Ink 169">
                  <a:extLst>
                    <a:ext uri="{FF2B5EF4-FFF2-40B4-BE49-F238E27FC236}">
                      <a16:creationId xmlns:a16="http://schemas.microsoft.com/office/drawing/2014/main" id="{92CCC2FD-3CA3-5B27-B0CF-EC7777B4FE43}"/>
                    </a:ext>
                  </a:extLst>
                </p14:cNvPr>
                <p14:cNvContentPartPr/>
                <p14:nvPr/>
              </p14:nvContentPartPr>
              <p14:xfrm>
                <a:off x="2142216" y="2112696"/>
                <a:ext cx="107640" cy="150840"/>
              </p14:xfrm>
            </p:contentPart>
          </mc:Choice>
          <mc:Fallback>
            <p:pic>
              <p:nvPicPr>
                <p:cNvPr id="170" name="Ink 169">
                  <a:extLst>
                    <a:ext uri="{FF2B5EF4-FFF2-40B4-BE49-F238E27FC236}">
                      <a16:creationId xmlns:a16="http://schemas.microsoft.com/office/drawing/2014/main" id="{92CCC2FD-3CA3-5B27-B0CF-EC7777B4FE43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2137896" y="2108376"/>
                  <a:ext cx="116280" cy="15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2">
              <p14:nvContentPartPr>
                <p14:cNvPr id="172" name="Ink 171">
                  <a:extLst>
                    <a:ext uri="{FF2B5EF4-FFF2-40B4-BE49-F238E27FC236}">
                      <a16:creationId xmlns:a16="http://schemas.microsoft.com/office/drawing/2014/main" id="{F7C77EE3-1353-1FD5-D823-D2E96D6EE1B5}"/>
                    </a:ext>
                  </a:extLst>
                </p14:cNvPr>
                <p14:cNvContentPartPr/>
                <p14:nvPr/>
              </p14:nvContentPartPr>
              <p14:xfrm>
                <a:off x="2305296" y="2431296"/>
                <a:ext cx="943920" cy="1402200"/>
              </p14:xfrm>
            </p:contentPart>
          </mc:Choice>
          <mc:Fallback>
            <p:pic>
              <p:nvPicPr>
                <p:cNvPr id="172" name="Ink 171">
                  <a:extLst>
                    <a:ext uri="{FF2B5EF4-FFF2-40B4-BE49-F238E27FC236}">
                      <a16:creationId xmlns:a16="http://schemas.microsoft.com/office/drawing/2014/main" id="{F7C77EE3-1353-1FD5-D823-D2E96D6EE1B5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2300976" y="2426976"/>
                  <a:ext cx="952560" cy="141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4">
              <p14:nvContentPartPr>
                <p14:cNvPr id="174" name="Ink 173">
                  <a:extLst>
                    <a:ext uri="{FF2B5EF4-FFF2-40B4-BE49-F238E27FC236}">
                      <a16:creationId xmlns:a16="http://schemas.microsoft.com/office/drawing/2014/main" id="{71F2C62A-3CB8-654B-02DD-7CCF43D32A42}"/>
                    </a:ext>
                  </a:extLst>
                </p14:cNvPr>
                <p14:cNvContentPartPr/>
                <p14:nvPr/>
              </p14:nvContentPartPr>
              <p14:xfrm>
                <a:off x="3044376" y="3707496"/>
                <a:ext cx="247680" cy="182520"/>
              </p14:xfrm>
            </p:contentPart>
          </mc:Choice>
          <mc:Fallback>
            <p:pic>
              <p:nvPicPr>
                <p:cNvPr id="174" name="Ink 173">
                  <a:extLst>
                    <a:ext uri="{FF2B5EF4-FFF2-40B4-BE49-F238E27FC236}">
                      <a16:creationId xmlns:a16="http://schemas.microsoft.com/office/drawing/2014/main" id="{71F2C62A-3CB8-654B-02DD-7CCF43D32A42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3040056" y="3703176"/>
                  <a:ext cx="256320" cy="19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6">
              <p14:nvContentPartPr>
                <p14:cNvPr id="175" name="Ink 174">
                  <a:extLst>
                    <a:ext uri="{FF2B5EF4-FFF2-40B4-BE49-F238E27FC236}">
                      <a16:creationId xmlns:a16="http://schemas.microsoft.com/office/drawing/2014/main" id="{85D0B731-C279-F4A5-D916-C0522E564A4F}"/>
                    </a:ext>
                  </a:extLst>
                </p14:cNvPr>
                <p14:cNvContentPartPr/>
                <p14:nvPr/>
              </p14:nvContentPartPr>
              <p14:xfrm>
                <a:off x="3213576" y="3642336"/>
                <a:ext cx="51840" cy="267120"/>
              </p14:xfrm>
            </p:contentPart>
          </mc:Choice>
          <mc:Fallback>
            <p:pic>
              <p:nvPicPr>
                <p:cNvPr id="175" name="Ink 174">
                  <a:extLst>
                    <a:ext uri="{FF2B5EF4-FFF2-40B4-BE49-F238E27FC236}">
                      <a16:creationId xmlns:a16="http://schemas.microsoft.com/office/drawing/2014/main" id="{85D0B731-C279-F4A5-D916-C0522E564A4F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3209256" y="3638016"/>
                  <a:ext cx="60480" cy="275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98" name="Group 197">
            <a:extLst>
              <a:ext uri="{FF2B5EF4-FFF2-40B4-BE49-F238E27FC236}">
                <a16:creationId xmlns:a16="http://schemas.microsoft.com/office/drawing/2014/main" id="{3196FA16-6171-2374-7155-459D4F4E2CC8}"/>
              </a:ext>
            </a:extLst>
          </p:cNvPr>
          <p:cNvGrpSpPr/>
          <p:nvPr/>
        </p:nvGrpSpPr>
        <p:grpSpPr>
          <a:xfrm>
            <a:off x="7672176" y="1236456"/>
            <a:ext cx="2862720" cy="519120"/>
            <a:chOff x="7672176" y="1236456"/>
            <a:chExt cx="2862720" cy="519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18">
              <p14:nvContentPartPr>
                <p14:cNvPr id="177" name="Ink 176">
                  <a:extLst>
                    <a:ext uri="{FF2B5EF4-FFF2-40B4-BE49-F238E27FC236}">
                      <a16:creationId xmlns:a16="http://schemas.microsoft.com/office/drawing/2014/main" id="{8B8269DF-0B3D-3FD6-DCAB-DF817BCF46EB}"/>
                    </a:ext>
                  </a:extLst>
                </p14:cNvPr>
                <p14:cNvContentPartPr/>
                <p14:nvPr/>
              </p14:nvContentPartPr>
              <p14:xfrm>
                <a:off x="7703856" y="1292616"/>
                <a:ext cx="83160" cy="264600"/>
              </p14:xfrm>
            </p:contentPart>
          </mc:Choice>
          <mc:Fallback>
            <p:pic>
              <p:nvPicPr>
                <p:cNvPr id="177" name="Ink 176">
                  <a:extLst>
                    <a:ext uri="{FF2B5EF4-FFF2-40B4-BE49-F238E27FC236}">
                      <a16:creationId xmlns:a16="http://schemas.microsoft.com/office/drawing/2014/main" id="{8B8269DF-0B3D-3FD6-DCAB-DF817BCF46EB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7699536" y="1288296"/>
                  <a:ext cx="91800" cy="27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0">
              <p14:nvContentPartPr>
                <p14:cNvPr id="178" name="Ink 177">
                  <a:extLst>
                    <a:ext uri="{FF2B5EF4-FFF2-40B4-BE49-F238E27FC236}">
                      <a16:creationId xmlns:a16="http://schemas.microsoft.com/office/drawing/2014/main" id="{EFD8A340-BDBC-3A6D-CA9B-A98C39353133}"/>
                    </a:ext>
                  </a:extLst>
                </p14:cNvPr>
                <p14:cNvContentPartPr/>
                <p14:nvPr/>
              </p14:nvContentPartPr>
              <p14:xfrm>
                <a:off x="7672176" y="1467576"/>
                <a:ext cx="129600" cy="18360"/>
              </p14:xfrm>
            </p:contentPart>
          </mc:Choice>
          <mc:Fallback>
            <p:pic>
              <p:nvPicPr>
                <p:cNvPr id="178" name="Ink 177">
                  <a:extLst>
                    <a:ext uri="{FF2B5EF4-FFF2-40B4-BE49-F238E27FC236}">
                      <a16:creationId xmlns:a16="http://schemas.microsoft.com/office/drawing/2014/main" id="{EFD8A340-BDBC-3A6D-CA9B-A98C39353133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7667856" y="1463256"/>
                  <a:ext cx="138240" cy="2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2">
              <p14:nvContentPartPr>
                <p14:cNvPr id="179" name="Ink 178">
                  <a:extLst>
                    <a:ext uri="{FF2B5EF4-FFF2-40B4-BE49-F238E27FC236}">
                      <a16:creationId xmlns:a16="http://schemas.microsoft.com/office/drawing/2014/main" id="{7986ABAA-F437-1F86-B7B1-A189F922E8F9}"/>
                    </a:ext>
                  </a:extLst>
                </p14:cNvPr>
                <p14:cNvContentPartPr/>
                <p14:nvPr/>
              </p14:nvContentPartPr>
              <p14:xfrm>
                <a:off x="7833096" y="1472976"/>
                <a:ext cx="110160" cy="73800"/>
              </p14:xfrm>
            </p:contentPart>
          </mc:Choice>
          <mc:Fallback>
            <p:pic>
              <p:nvPicPr>
                <p:cNvPr id="179" name="Ink 178">
                  <a:extLst>
                    <a:ext uri="{FF2B5EF4-FFF2-40B4-BE49-F238E27FC236}">
                      <a16:creationId xmlns:a16="http://schemas.microsoft.com/office/drawing/2014/main" id="{7986ABAA-F437-1F86-B7B1-A189F922E8F9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7828776" y="1468656"/>
                  <a:ext cx="118800" cy="8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4">
              <p14:nvContentPartPr>
                <p14:cNvPr id="180" name="Ink 179">
                  <a:extLst>
                    <a:ext uri="{FF2B5EF4-FFF2-40B4-BE49-F238E27FC236}">
                      <a16:creationId xmlns:a16="http://schemas.microsoft.com/office/drawing/2014/main" id="{FA987AD8-0053-5F3D-2019-19DF1CF52663}"/>
                    </a:ext>
                  </a:extLst>
                </p14:cNvPr>
                <p14:cNvContentPartPr/>
                <p14:nvPr/>
              </p14:nvContentPartPr>
              <p14:xfrm>
                <a:off x="8018496" y="1481256"/>
                <a:ext cx="190440" cy="53280"/>
              </p14:xfrm>
            </p:contentPart>
          </mc:Choice>
          <mc:Fallback>
            <p:pic>
              <p:nvPicPr>
                <p:cNvPr id="180" name="Ink 179">
                  <a:extLst>
                    <a:ext uri="{FF2B5EF4-FFF2-40B4-BE49-F238E27FC236}">
                      <a16:creationId xmlns:a16="http://schemas.microsoft.com/office/drawing/2014/main" id="{FA987AD8-0053-5F3D-2019-19DF1CF52663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8014176" y="1476936"/>
                  <a:ext cx="199080" cy="6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6">
              <p14:nvContentPartPr>
                <p14:cNvPr id="181" name="Ink 180">
                  <a:extLst>
                    <a:ext uri="{FF2B5EF4-FFF2-40B4-BE49-F238E27FC236}">
                      <a16:creationId xmlns:a16="http://schemas.microsoft.com/office/drawing/2014/main" id="{A9A85C7E-644B-681D-A531-2B9E41944500}"/>
                    </a:ext>
                  </a:extLst>
                </p14:cNvPr>
                <p14:cNvContentPartPr/>
                <p14:nvPr/>
              </p14:nvContentPartPr>
              <p14:xfrm>
                <a:off x="8176896" y="1463256"/>
                <a:ext cx="88200" cy="292320"/>
              </p14:xfrm>
            </p:contentPart>
          </mc:Choice>
          <mc:Fallback>
            <p:pic>
              <p:nvPicPr>
                <p:cNvPr id="181" name="Ink 180">
                  <a:extLst>
                    <a:ext uri="{FF2B5EF4-FFF2-40B4-BE49-F238E27FC236}">
                      <a16:creationId xmlns:a16="http://schemas.microsoft.com/office/drawing/2014/main" id="{A9A85C7E-644B-681D-A531-2B9E41944500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8172576" y="1458936"/>
                  <a:ext cx="96840" cy="30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8">
              <p14:nvContentPartPr>
                <p14:cNvPr id="182" name="Ink 181">
                  <a:extLst>
                    <a:ext uri="{FF2B5EF4-FFF2-40B4-BE49-F238E27FC236}">
                      <a16:creationId xmlns:a16="http://schemas.microsoft.com/office/drawing/2014/main" id="{45BE2009-D5C0-1BB5-B2B1-41847B3AE136}"/>
                    </a:ext>
                  </a:extLst>
                </p14:cNvPr>
                <p14:cNvContentPartPr/>
                <p14:nvPr/>
              </p14:nvContentPartPr>
              <p14:xfrm>
                <a:off x="8233776" y="1433376"/>
                <a:ext cx="114120" cy="78840"/>
              </p14:xfrm>
            </p:contentPart>
          </mc:Choice>
          <mc:Fallback>
            <p:pic>
              <p:nvPicPr>
                <p:cNvPr id="182" name="Ink 181">
                  <a:extLst>
                    <a:ext uri="{FF2B5EF4-FFF2-40B4-BE49-F238E27FC236}">
                      <a16:creationId xmlns:a16="http://schemas.microsoft.com/office/drawing/2014/main" id="{45BE2009-D5C0-1BB5-B2B1-41847B3AE136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8229456" y="1429056"/>
                  <a:ext cx="122760" cy="8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0">
              <p14:nvContentPartPr>
                <p14:cNvPr id="183" name="Ink 182">
                  <a:extLst>
                    <a:ext uri="{FF2B5EF4-FFF2-40B4-BE49-F238E27FC236}">
                      <a16:creationId xmlns:a16="http://schemas.microsoft.com/office/drawing/2014/main" id="{1C63CD8F-8877-5EE4-280F-6628B371285B}"/>
                    </a:ext>
                  </a:extLst>
                </p14:cNvPr>
                <p14:cNvContentPartPr/>
                <p14:nvPr/>
              </p14:nvContentPartPr>
              <p14:xfrm>
                <a:off x="8427816" y="1478736"/>
                <a:ext cx="37080" cy="16560"/>
              </p14:xfrm>
            </p:contentPart>
          </mc:Choice>
          <mc:Fallback>
            <p:pic>
              <p:nvPicPr>
                <p:cNvPr id="183" name="Ink 182">
                  <a:extLst>
                    <a:ext uri="{FF2B5EF4-FFF2-40B4-BE49-F238E27FC236}">
                      <a16:creationId xmlns:a16="http://schemas.microsoft.com/office/drawing/2014/main" id="{1C63CD8F-8877-5EE4-280F-6628B371285B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8423496" y="1474416"/>
                  <a:ext cx="45720" cy="2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2">
              <p14:nvContentPartPr>
                <p14:cNvPr id="184" name="Ink 183">
                  <a:extLst>
                    <a:ext uri="{FF2B5EF4-FFF2-40B4-BE49-F238E27FC236}">
                      <a16:creationId xmlns:a16="http://schemas.microsoft.com/office/drawing/2014/main" id="{15057C57-578F-82BF-DA32-7E2AAE546250}"/>
                    </a:ext>
                  </a:extLst>
                </p14:cNvPr>
                <p14:cNvContentPartPr/>
                <p14:nvPr/>
              </p14:nvContentPartPr>
              <p14:xfrm>
                <a:off x="8584056" y="1391976"/>
                <a:ext cx="100440" cy="102600"/>
              </p14:xfrm>
            </p:contentPart>
          </mc:Choice>
          <mc:Fallback>
            <p:pic>
              <p:nvPicPr>
                <p:cNvPr id="184" name="Ink 183">
                  <a:extLst>
                    <a:ext uri="{FF2B5EF4-FFF2-40B4-BE49-F238E27FC236}">
                      <a16:creationId xmlns:a16="http://schemas.microsoft.com/office/drawing/2014/main" id="{15057C57-578F-82BF-DA32-7E2AAE546250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8579736" y="1387656"/>
                  <a:ext cx="109080" cy="11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4">
              <p14:nvContentPartPr>
                <p14:cNvPr id="185" name="Ink 184">
                  <a:extLst>
                    <a:ext uri="{FF2B5EF4-FFF2-40B4-BE49-F238E27FC236}">
                      <a16:creationId xmlns:a16="http://schemas.microsoft.com/office/drawing/2014/main" id="{B7DEF24E-CD99-7985-844F-FEC7A808C3FF}"/>
                    </a:ext>
                  </a:extLst>
                </p14:cNvPr>
                <p14:cNvContentPartPr/>
                <p14:nvPr/>
              </p14:nvContentPartPr>
              <p14:xfrm>
                <a:off x="8713296" y="1415376"/>
                <a:ext cx="136800" cy="64440"/>
              </p14:xfrm>
            </p:contentPart>
          </mc:Choice>
          <mc:Fallback>
            <p:pic>
              <p:nvPicPr>
                <p:cNvPr id="185" name="Ink 184">
                  <a:extLst>
                    <a:ext uri="{FF2B5EF4-FFF2-40B4-BE49-F238E27FC236}">
                      <a16:creationId xmlns:a16="http://schemas.microsoft.com/office/drawing/2014/main" id="{B7DEF24E-CD99-7985-844F-FEC7A808C3FF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8708976" y="1411056"/>
                  <a:ext cx="145440" cy="7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6">
              <p14:nvContentPartPr>
                <p14:cNvPr id="186" name="Ink 185">
                  <a:extLst>
                    <a:ext uri="{FF2B5EF4-FFF2-40B4-BE49-F238E27FC236}">
                      <a16:creationId xmlns:a16="http://schemas.microsoft.com/office/drawing/2014/main" id="{B8C0FF0F-711D-EA15-6333-331F5DDF8F10}"/>
                    </a:ext>
                  </a:extLst>
                </p14:cNvPr>
                <p14:cNvContentPartPr/>
                <p14:nvPr/>
              </p14:nvContentPartPr>
              <p14:xfrm>
                <a:off x="8913096" y="1308816"/>
                <a:ext cx="70920" cy="146160"/>
              </p14:xfrm>
            </p:contentPart>
          </mc:Choice>
          <mc:Fallback>
            <p:pic>
              <p:nvPicPr>
                <p:cNvPr id="186" name="Ink 185">
                  <a:extLst>
                    <a:ext uri="{FF2B5EF4-FFF2-40B4-BE49-F238E27FC236}">
                      <a16:creationId xmlns:a16="http://schemas.microsoft.com/office/drawing/2014/main" id="{B8C0FF0F-711D-EA15-6333-331F5DDF8F10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8908776" y="1304496"/>
                  <a:ext cx="79560" cy="15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8">
              <p14:nvContentPartPr>
                <p14:cNvPr id="187" name="Ink 186">
                  <a:extLst>
                    <a:ext uri="{FF2B5EF4-FFF2-40B4-BE49-F238E27FC236}">
                      <a16:creationId xmlns:a16="http://schemas.microsoft.com/office/drawing/2014/main" id="{CCE69428-CF74-33C5-2932-8638A6CDC080}"/>
                    </a:ext>
                  </a:extLst>
                </p14:cNvPr>
                <p14:cNvContentPartPr/>
                <p14:nvPr/>
              </p14:nvContentPartPr>
              <p14:xfrm>
                <a:off x="8874216" y="1375776"/>
                <a:ext cx="146520" cy="4320"/>
              </p14:xfrm>
            </p:contentPart>
          </mc:Choice>
          <mc:Fallback>
            <p:pic>
              <p:nvPicPr>
                <p:cNvPr id="187" name="Ink 186">
                  <a:extLst>
                    <a:ext uri="{FF2B5EF4-FFF2-40B4-BE49-F238E27FC236}">
                      <a16:creationId xmlns:a16="http://schemas.microsoft.com/office/drawing/2014/main" id="{CCE69428-CF74-33C5-2932-8638A6CDC080}"/>
                    </a:ext>
                  </a:extLst>
                </p:cNvPr>
                <p:cNvPicPr/>
                <p:nvPr/>
              </p:nvPicPr>
              <p:blipFill>
                <a:blip r:embed="rId239"/>
                <a:stretch>
                  <a:fillRect/>
                </a:stretch>
              </p:blipFill>
              <p:spPr>
                <a:xfrm>
                  <a:off x="8869896" y="1371456"/>
                  <a:ext cx="155160" cy="1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0">
              <p14:nvContentPartPr>
                <p14:cNvPr id="188" name="Ink 187">
                  <a:extLst>
                    <a:ext uri="{FF2B5EF4-FFF2-40B4-BE49-F238E27FC236}">
                      <a16:creationId xmlns:a16="http://schemas.microsoft.com/office/drawing/2014/main" id="{E101405B-9AF4-62A7-BDDD-583CFD66BA9D}"/>
                    </a:ext>
                  </a:extLst>
                </p14:cNvPr>
                <p14:cNvContentPartPr/>
                <p14:nvPr/>
              </p14:nvContentPartPr>
              <p14:xfrm>
                <a:off x="9113256" y="1320336"/>
                <a:ext cx="44280" cy="112680"/>
              </p14:xfrm>
            </p:contentPart>
          </mc:Choice>
          <mc:Fallback>
            <p:pic>
              <p:nvPicPr>
                <p:cNvPr id="188" name="Ink 187">
                  <a:extLst>
                    <a:ext uri="{FF2B5EF4-FFF2-40B4-BE49-F238E27FC236}">
                      <a16:creationId xmlns:a16="http://schemas.microsoft.com/office/drawing/2014/main" id="{E101405B-9AF4-62A7-BDDD-583CFD66BA9D}"/>
                    </a:ext>
                  </a:extLst>
                </p:cNvPr>
                <p:cNvPicPr/>
                <p:nvPr/>
              </p:nvPicPr>
              <p:blipFill>
                <a:blip r:embed="rId241"/>
                <a:stretch>
                  <a:fillRect/>
                </a:stretch>
              </p:blipFill>
              <p:spPr>
                <a:xfrm>
                  <a:off x="9108936" y="1316016"/>
                  <a:ext cx="52920" cy="12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2">
              <p14:nvContentPartPr>
                <p14:cNvPr id="189" name="Ink 188">
                  <a:extLst>
                    <a:ext uri="{FF2B5EF4-FFF2-40B4-BE49-F238E27FC236}">
                      <a16:creationId xmlns:a16="http://schemas.microsoft.com/office/drawing/2014/main" id="{E4652D13-3A7F-7B79-32D2-CB559CD26698}"/>
                    </a:ext>
                  </a:extLst>
                </p14:cNvPr>
                <p14:cNvContentPartPr/>
                <p14:nvPr/>
              </p14:nvContentPartPr>
              <p14:xfrm>
                <a:off x="9071496" y="1275696"/>
                <a:ext cx="183600" cy="185400"/>
              </p14:xfrm>
            </p:contentPart>
          </mc:Choice>
          <mc:Fallback>
            <p:pic>
              <p:nvPicPr>
                <p:cNvPr id="189" name="Ink 188">
                  <a:extLst>
                    <a:ext uri="{FF2B5EF4-FFF2-40B4-BE49-F238E27FC236}">
                      <a16:creationId xmlns:a16="http://schemas.microsoft.com/office/drawing/2014/main" id="{E4652D13-3A7F-7B79-32D2-CB559CD26698}"/>
                    </a:ext>
                  </a:extLst>
                </p:cNvPr>
                <p:cNvPicPr/>
                <p:nvPr/>
              </p:nvPicPr>
              <p:blipFill>
                <a:blip r:embed="rId243"/>
                <a:stretch>
                  <a:fillRect/>
                </a:stretch>
              </p:blipFill>
              <p:spPr>
                <a:xfrm>
                  <a:off x="9067176" y="1271376"/>
                  <a:ext cx="192240" cy="19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4">
              <p14:nvContentPartPr>
                <p14:cNvPr id="190" name="Ink 189">
                  <a:extLst>
                    <a:ext uri="{FF2B5EF4-FFF2-40B4-BE49-F238E27FC236}">
                      <a16:creationId xmlns:a16="http://schemas.microsoft.com/office/drawing/2014/main" id="{85376438-CDA3-DBC8-61B3-A852AE123B53}"/>
                    </a:ext>
                  </a:extLst>
                </p14:cNvPr>
                <p14:cNvContentPartPr/>
                <p14:nvPr/>
              </p14:nvContentPartPr>
              <p14:xfrm>
                <a:off x="9291096" y="1404936"/>
                <a:ext cx="144360" cy="69840"/>
              </p14:xfrm>
            </p:contentPart>
          </mc:Choice>
          <mc:Fallback>
            <p:pic>
              <p:nvPicPr>
                <p:cNvPr id="190" name="Ink 189">
                  <a:extLst>
                    <a:ext uri="{FF2B5EF4-FFF2-40B4-BE49-F238E27FC236}">
                      <a16:creationId xmlns:a16="http://schemas.microsoft.com/office/drawing/2014/main" id="{85376438-CDA3-DBC8-61B3-A852AE123B53}"/>
                    </a:ext>
                  </a:extLst>
                </p:cNvPr>
                <p:cNvPicPr/>
                <p:nvPr/>
              </p:nvPicPr>
              <p:blipFill>
                <a:blip r:embed="rId245"/>
                <a:stretch>
                  <a:fillRect/>
                </a:stretch>
              </p:blipFill>
              <p:spPr>
                <a:xfrm>
                  <a:off x="9286776" y="1400616"/>
                  <a:ext cx="153000" cy="7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6">
              <p14:nvContentPartPr>
                <p14:cNvPr id="191" name="Ink 190">
                  <a:extLst>
                    <a:ext uri="{FF2B5EF4-FFF2-40B4-BE49-F238E27FC236}">
                      <a16:creationId xmlns:a16="http://schemas.microsoft.com/office/drawing/2014/main" id="{2DA0975D-12BB-6403-1439-8FB6297308BD}"/>
                    </a:ext>
                  </a:extLst>
                </p14:cNvPr>
                <p14:cNvContentPartPr/>
                <p14:nvPr/>
              </p14:nvContentPartPr>
              <p14:xfrm>
                <a:off x="9493416" y="1269216"/>
                <a:ext cx="59040" cy="174240"/>
              </p14:xfrm>
            </p:contentPart>
          </mc:Choice>
          <mc:Fallback>
            <p:pic>
              <p:nvPicPr>
                <p:cNvPr id="191" name="Ink 190">
                  <a:extLst>
                    <a:ext uri="{FF2B5EF4-FFF2-40B4-BE49-F238E27FC236}">
                      <a16:creationId xmlns:a16="http://schemas.microsoft.com/office/drawing/2014/main" id="{2DA0975D-12BB-6403-1439-8FB6297308BD}"/>
                    </a:ext>
                  </a:extLst>
                </p:cNvPr>
                <p:cNvPicPr/>
                <p:nvPr/>
              </p:nvPicPr>
              <p:blipFill>
                <a:blip r:embed="rId247"/>
                <a:stretch>
                  <a:fillRect/>
                </a:stretch>
              </p:blipFill>
              <p:spPr>
                <a:xfrm>
                  <a:off x="9489096" y="1264896"/>
                  <a:ext cx="67680" cy="18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8">
              <p14:nvContentPartPr>
                <p14:cNvPr id="192" name="Ink 191">
                  <a:extLst>
                    <a:ext uri="{FF2B5EF4-FFF2-40B4-BE49-F238E27FC236}">
                      <a16:creationId xmlns:a16="http://schemas.microsoft.com/office/drawing/2014/main" id="{6FD35105-D3E4-459C-C90B-4542A6779904}"/>
                    </a:ext>
                  </a:extLst>
                </p14:cNvPr>
                <p14:cNvContentPartPr/>
                <p14:nvPr/>
              </p14:nvContentPartPr>
              <p14:xfrm>
                <a:off x="9457056" y="1369296"/>
                <a:ext cx="263520" cy="90720"/>
              </p14:xfrm>
            </p:contentPart>
          </mc:Choice>
          <mc:Fallback>
            <p:pic>
              <p:nvPicPr>
                <p:cNvPr id="192" name="Ink 191">
                  <a:extLst>
                    <a:ext uri="{FF2B5EF4-FFF2-40B4-BE49-F238E27FC236}">
                      <a16:creationId xmlns:a16="http://schemas.microsoft.com/office/drawing/2014/main" id="{6FD35105-D3E4-459C-C90B-4542A6779904}"/>
                    </a:ext>
                  </a:extLst>
                </p:cNvPr>
                <p:cNvPicPr/>
                <p:nvPr/>
              </p:nvPicPr>
              <p:blipFill>
                <a:blip r:embed="rId249"/>
                <a:stretch>
                  <a:fillRect/>
                </a:stretch>
              </p:blipFill>
              <p:spPr>
                <a:xfrm>
                  <a:off x="9452736" y="1364976"/>
                  <a:ext cx="272160" cy="9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0">
              <p14:nvContentPartPr>
                <p14:cNvPr id="193" name="Ink 192">
                  <a:extLst>
                    <a:ext uri="{FF2B5EF4-FFF2-40B4-BE49-F238E27FC236}">
                      <a16:creationId xmlns:a16="http://schemas.microsoft.com/office/drawing/2014/main" id="{39818A18-9ADA-2EF9-EE50-0FA080F2C5BB}"/>
                    </a:ext>
                  </a:extLst>
                </p14:cNvPr>
                <p14:cNvContentPartPr/>
                <p14:nvPr/>
              </p14:nvContentPartPr>
              <p14:xfrm>
                <a:off x="9831816" y="1240776"/>
                <a:ext cx="179640" cy="284040"/>
              </p14:xfrm>
            </p:contentPart>
          </mc:Choice>
          <mc:Fallback>
            <p:pic>
              <p:nvPicPr>
                <p:cNvPr id="193" name="Ink 192">
                  <a:extLst>
                    <a:ext uri="{FF2B5EF4-FFF2-40B4-BE49-F238E27FC236}">
                      <a16:creationId xmlns:a16="http://schemas.microsoft.com/office/drawing/2014/main" id="{39818A18-9ADA-2EF9-EE50-0FA080F2C5BB}"/>
                    </a:ext>
                  </a:extLst>
                </p:cNvPr>
                <p:cNvPicPr/>
                <p:nvPr/>
              </p:nvPicPr>
              <p:blipFill>
                <a:blip r:embed="rId251"/>
                <a:stretch>
                  <a:fillRect/>
                </a:stretch>
              </p:blipFill>
              <p:spPr>
                <a:xfrm>
                  <a:off x="9827496" y="1236456"/>
                  <a:ext cx="188280" cy="29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2">
              <p14:nvContentPartPr>
                <p14:cNvPr id="194" name="Ink 193">
                  <a:extLst>
                    <a:ext uri="{FF2B5EF4-FFF2-40B4-BE49-F238E27FC236}">
                      <a16:creationId xmlns:a16="http://schemas.microsoft.com/office/drawing/2014/main" id="{2DB1BB87-A508-1DAC-6B67-075EC248F288}"/>
                    </a:ext>
                  </a:extLst>
                </p14:cNvPr>
                <p14:cNvContentPartPr/>
                <p14:nvPr/>
              </p14:nvContentPartPr>
              <p14:xfrm>
                <a:off x="10055736" y="1379736"/>
                <a:ext cx="77040" cy="91440"/>
              </p14:xfrm>
            </p:contentPart>
          </mc:Choice>
          <mc:Fallback>
            <p:pic>
              <p:nvPicPr>
                <p:cNvPr id="194" name="Ink 193">
                  <a:extLst>
                    <a:ext uri="{FF2B5EF4-FFF2-40B4-BE49-F238E27FC236}">
                      <a16:creationId xmlns:a16="http://schemas.microsoft.com/office/drawing/2014/main" id="{2DB1BB87-A508-1DAC-6B67-075EC248F288}"/>
                    </a:ext>
                  </a:extLst>
                </p:cNvPr>
                <p:cNvPicPr/>
                <p:nvPr/>
              </p:nvPicPr>
              <p:blipFill>
                <a:blip r:embed="rId253"/>
                <a:stretch>
                  <a:fillRect/>
                </a:stretch>
              </p:blipFill>
              <p:spPr>
                <a:xfrm>
                  <a:off x="10051416" y="1375416"/>
                  <a:ext cx="85680" cy="10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4">
              <p14:nvContentPartPr>
                <p14:cNvPr id="195" name="Ink 194">
                  <a:extLst>
                    <a:ext uri="{FF2B5EF4-FFF2-40B4-BE49-F238E27FC236}">
                      <a16:creationId xmlns:a16="http://schemas.microsoft.com/office/drawing/2014/main" id="{D0CC7AD1-F034-4717-C089-FA21E014F505}"/>
                    </a:ext>
                  </a:extLst>
                </p14:cNvPr>
                <p14:cNvContentPartPr/>
                <p14:nvPr/>
              </p14:nvContentPartPr>
              <p14:xfrm>
                <a:off x="10220616" y="1236456"/>
                <a:ext cx="131400" cy="330840"/>
              </p14:xfrm>
            </p:contentPart>
          </mc:Choice>
          <mc:Fallback>
            <p:pic>
              <p:nvPicPr>
                <p:cNvPr id="195" name="Ink 194">
                  <a:extLst>
                    <a:ext uri="{FF2B5EF4-FFF2-40B4-BE49-F238E27FC236}">
                      <a16:creationId xmlns:a16="http://schemas.microsoft.com/office/drawing/2014/main" id="{D0CC7AD1-F034-4717-C089-FA21E014F505}"/>
                    </a:ext>
                  </a:extLst>
                </p:cNvPr>
                <p:cNvPicPr/>
                <p:nvPr/>
              </p:nvPicPr>
              <p:blipFill>
                <a:blip r:embed="rId255"/>
                <a:stretch>
                  <a:fillRect/>
                </a:stretch>
              </p:blipFill>
              <p:spPr>
                <a:xfrm>
                  <a:off x="10216296" y="1232136"/>
                  <a:ext cx="140040" cy="33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6">
              <p14:nvContentPartPr>
                <p14:cNvPr id="196" name="Ink 195">
                  <a:extLst>
                    <a:ext uri="{FF2B5EF4-FFF2-40B4-BE49-F238E27FC236}">
                      <a16:creationId xmlns:a16="http://schemas.microsoft.com/office/drawing/2014/main" id="{8AD40F1D-CB64-490B-D33D-6E444C0F0E6B}"/>
                    </a:ext>
                  </a:extLst>
                </p14:cNvPr>
                <p14:cNvContentPartPr/>
                <p14:nvPr/>
              </p14:nvContentPartPr>
              <p14:xfrm>
                <a:off x="10498176" y="1443816"/>
                <a:ext cx="13680" cy="10080"/>
              </p14:xfrm>
            </p:contentPart>
          </mc:Choice>
          <mc:Fallback>
            <p:pic>
              <p:nvPicPr>
                <p:cNvPr id="196" name="Ink 195">
                  <a:extLst>
                    <a:ext uri="{FF2B5EF4-FFF2-40B4-BE49-F238E27FC236}">
                      <a16:creationId xmlns:a16="http://schemas.microsoft.com/office/drawing/2014/main" id="{8AD40F1D-CB64-490B-D33D-6E444C0F0E6B}"/>
                    </a:ext>
                  </a:extLst>
                </p:cNvPr>
                <p:cNvPicPr/>
                <p:nvPr/>
              </p:nvPicPr>
              <p:blipFill>
                <a:blip r:embed="rId257"/>
                <a:stretch>
                  <a:fillRect/>
                </a:stretch>
              </p:blipFill>
              <p:spPr>
                <a:xfrm>
                  <a:off x="10493856" y="1439496"/>
                  <a:ext cx="22320" cy="1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8">
              <p14:nvContentPartPr>
                <p14:cNvPr id="197" name="Ink 196">
                  <a:extLst>
                    <a:ext uri="{FF2B5EF4-FFF2-40B4-BE49-F238E27FC236}">
                      <a16:creationId xmlns:a16="http://schemas.microsoft.com/office/drawing/2014/main" id="{DFC363AD-23D8-57F1-3C72-F6E93C5E7F5E}"/>
                    </a:ext>
                  </a:extLst>
                </p14:cNvPr>
                <p14:cNvContentPartPr/>
                <p14:nvPr/>
              </p14:nvContentPartPr>
              <p14:xfrm>
                <a:off x="10395576" y="1573776"/>
                <a:ext cx="139320" cy="90720"/>
              </p14:xfrm>
            </p:contentPart>
          </mc:Choice>
          <mc:Fallback>
            <p:pic>
              <p:nvPicPr>
                <p:cNvPr id="197" name="Ink 196">
                  <a:extLst>
                    <a:ext uri="{FF2B5EF4-FFF2-40B4-BE49-F238E27FC236}">
                      <a16:creationId xmlns:a16="http://schemas.microsoft.com/office/drawing/2014/main" id="{DFC363AD-23D8-57F1-3C72-F6E93C5E7F5E}"/>
                    </a:ext>
                  </a:extLst>
                </p:cNvPr>
                <p:cNvPicPr/>
                <p:nvPr/>
              </p:nvPicPr>
              <p:blipFill>
                <a:blip r:embed="rId259"/>
                <a:stretch>
                  <a:fillRect/>
                </a:stretch>
              </p:blipFill>
              <p:spPr>
                <a:xfrm>
                  <a:off x="10391256" y="1569456"/>
                  <a:ext cx="147960" cy="99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05" name="Group 204">
            <a:extLst>
              <a:ext uri="{FF2B5EF4-FFF2-40B4-BE49-F238E27FC236}">
                <a16:creationId xmlns:a16="http://schemas.microsoft.com/office/drawing/2014/main" id="{224468A5-44FF-31CA-0028-4CBC6E602E86}"/>
              </a:ext>
            </a:extLst>
          </p:cNvPr>
          <p:cNvGrpSpPr/>
          <p:nvPr/>
        </p:nvGrpSpPr>
        <p:grpSpPr>
          <a:xfrm>
            <a:off x="2831976" y="87336"/>
            <a:ext cx="1992960" cy="328680"/>
            <a:chOff x="2831976" y="87336"/>
            <a:chExt cx="1992960" cy="328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60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EF4F1406-1ED7-3C89-953F-D1A73F8A4B26}"/>
                    </a:ext>
                  </a:extLst>
                </p14:cNvPr>
                <p14:cNvContentPartPr/>
                <p14:nvPr/>
              </p14:nvContentPartPr>
              <p14:xfrm>
                <a:off x="2934576" y="214776"/>
                <a:ext cx="319680" cy="8496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EF4F1406-1ED7-3C89-953F-D1A73F8A4B26}"/>
                    </a:ext>
                  </a:extLst>
                </p:cNvPr>
                <p:cNvPicPr/>
                <p:nvPr/>
              </p:nvPicPr>
              <p:blipFill>
                <a:blip r:embed="rId261"/>
                <a:stretch>
                  <a:fillRect/>
                </a:stretch>
              </p:blipFill>
              <p:spPr>
                <a:xfrm>
                  <a:off x="2930256" y="210456"/>
                  <a:ext cx="328320" cy="9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2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6E44051A-515C-25E5-F8F2-177D34AEC854}"/>
                    </a:ext>
                  </a:extLst>
                </p14:cNvPr>
                <p14:cNvContentPartPr/>
                <p14:nvPr/>
              </p14:nvContentPartPr>
              <p14:xfrm>
                <a:off x="3244176" y="198216"/>
                <a:ext cx="166320" cy="21780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6E44051A-515C-25E5-F8F2-177D34AEC854}"/>
                    </a:ext>
                  </a:extLst>
                </p:cNvPr>
                <p:cNvPicPr/>
                <p:nvPr/>
              </p:nvPicPr>
              <p:blipFill>
                <a:blip r:embed="rId263"/>
                <a:stretch>
                  <a:fillRect/>
                </a:stretch>
              </p:blipFill>
              <p:spPr>
                <a:xfrm>
                  <a:off x="3239856" y="193896"/>
                  <a:ext cx="174960" cy="22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4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0D362312-0CC5-0134-702B-F4C0D097F60D}"/>
                    </a:ext>
                  </a:extLst>
                </p14:cNvPr>
                <p14:cNvContentPartPr/>
                <p14:nvPr/>
              </p14:nvContentPartPr>
              <p14:xfrm>
                <a:off x="3468456" y="208656"/>
                <a:ext cx="168480" cy="3096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0D362312-0CC5-0134-702B-F4C0D097F60D}"/>
                    </a:ext>
                  </a:extLst>
                </p:cNvPr>
                <p:cNvPicPr/>
                <p:nvPr/>
              </p:nvPicPr>
              <p:blipFill>
                <a:blip r:embed="rId265"/>
                <a:stretch>
                  <a:fillRect/>
                </a:stretch>
              </p:blipFill>
              <p:spPr>
                <a:xfrm>
                  <a:off x="3464136" y="204336"/>
                  <a:ext cx="177120" cy="3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6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B362042E-012C-AD4C-B31D-46B1E6291FD8}"/>
                    </a:ext>
                  </a:extLst>
                </p14:cNvPr>
                <p14:cNvContentPartPr/>
                <p14:nvPr/>
              </p14:nvContentPartPr>
              <p14:xfrm>
                <a:off x="3675816" y="174816"/>
                <a:ext cx="90720" cy="7740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B362042E-012C-AD4C-B31D-46B1E6291FD8}"/>
                    </a:ext>
                  </a:extLst>
                </p:cNvPr>
                <p:cNvPicPr/>
                <p:nvPr/>
              </p:nvPicPr>
              <p:blipFill>
                <a:blip r:embed="rId267"/>
                <a:stretch>
                  <a:fillRect/>
                </a:stretch>
              </p:blipFill>
              <p:spPr>
                <a:xfrm>
                  <a:off x="3671496" y="170496"/>
                  <a:ext cx="99360" cy="8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8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8E28DB81-44F5-8C73-949B-C836C6E18F2A}"/>
                    </a:ext>
                  </a:extLst>
                </p14:cNvPr>
                <p14:cNvContentPartPr/>
                <p14:nvPr/>
              </p14:nvContentPartPr>
              <p14:xfrm>
                <a:off x="3833856" y="192456"/>
                <a:ext cx="215280" cy="4896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8E28DB81-44F5-8C73-949B-C836C6E18F2A}"/>
                    </a:ext>
                  </a:extLst>
                </p:cNvPr>
                <p:cNvPicPr/>
                <p:nvPr/>
              </p:nvPicPr>
              <p:blipFill>
                <a:blip r:embed="rId269"/>
                <a:stretch>
                  <a:fillRect/>
                </a:stretch>
              </p:blipFill>
              <p:spPr>
                <a:xfrm>
                  <a:off x="3829536" y="188136"/>
                  <a:ext cx="223920" cy="5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0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4F1056F6-0B23-6616-4F84-27CD3CA146DA}"/>
                    </a:ext>
                  </a:extLst>
                </p14:cNvPr>
                <p14:cNvContentPartPr/>
                <p14:nvPr/>
              </p14:nvContentPartPr>
              <p14:xfrm>
                <a:off x="4068216" y="158976"/>
                <a:ext cx="161280" cy="7632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4F1056F6-0B23-6616-4F84-27CD3CA146DA}"/>
                    </a:ext>
                  </a:extLst>
                </p:cNvPr>
                <p:cNvPicPr/>
                <p:nvPr/>
              </p:nvPicPr>
              <p:blipFill>
                <a:blip r:embed="rId271"/>
                <a:stretch>
                  <a:fillRect/>
                </a:stretch>
              </p:blipFill>
              <p:spPr>
                <a:xfrm>
                  <a:off x="4063896" y="154656"/>
                  <a:ext cx="169920" cy="8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2">
              <p14:nvContentPartPr>
                <p14:cNvPr id="199" name="Ink 198">
                  <a:extLst>
                    <a:ext uri="{FF2B5EF4-FFF2-40B4-BE49-F238E27FC236}">
                      <a16:creationId xmlns:a16="http://schemas.microsoft.com/office/drawing/2014/main" id="{C176AD30-0BCE-C264-D041-BBC75F74A3DB}"/>
                    </a:ext>
                  </a:extLst>
                </p14:cNvPr>
                <p14:cNvContentPartPr/>
                <p14:nvPr/>
              </p14:nvContentPartPr>
              <p14:xfrm>
                <a:off x="4260816" y="98856"/>
                <a:ext cx="132120" cy="165600"/>
              </p14:xfrm>
            </p:contentPart>
          </mc:Choice>
          <mc:Fallback>
            <p:pic>
              <p:nvPicPr>
                <p:cNvPr id="199" name="Ink 198">
                  <a:extLst>
                    <a:ext uri="{FF2B5EF4-FFF2-40B4-BE49-F238E27FC236}">
                      <a16:creationId xmlns:a16="http://schemas.microsoft.com/office/drawing/2014/main" id="{C176AD30-0BCE-C264-D041-BBC75F74A3DB}"/>
                    </a:ext>
                  </a:extLst>
                </p:cNvPr>
                <p:cNvPicPr/>
                <p:nvPr/>
              </p:nvPicPr>
              <p:blipFill>
                <a:blip r:embed="rId273"/>
                <a:stretch>
                  <a:fillRect/>
                </a:stretch>
              </p:blipFill>
              <p:spPr>
                <a:xfrm>
                  <a:off x="4256496" y="94536"/>
                  <a:ext cx="140760" cy="17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4">
              <p14:nvContentPartPr>
                <p14:cNvPr id="200" name="Ink 199">
                  <a:extLst>
                    <a:ext uri="{FF2B5EF4-FFF2-40B4-BE49-F238E27FC236}">
                      <a16:creationId xmlns:a16="http://schemas.microsoft.com/office/drawing/2014/main" id="{74FDB957-1C24-A131-5627-A08449AE4547}"/>
                    </a:ext>
                  </a:extLst>
                </p14:cNvPr>
                <p14:cNvContentPartPr/>
                <p14:nvPr/>
              </p14:nvContentPartPr>
              <p14:xfrm>
                <a:off x="4458456" y="148896"/>
                <a:ext cx="74520" cy="103320"/>
              </p14:xfrm>
            </p:contentPart>
          </mc:Choice>
          <mc:Fallback>
            <p:pic>
              <p:nvPicPr>
                <p:cNvPr id="200" name="Ink 199">
                  <a:extLst>
                    <a:ext uri="{FF2B5EF4-FFF2-40B4-BE49-F238E27FC236}">
                      <a16:creationId xmlns:a16="http://schemas.microsoft.com/office/drawing/2014/main" id="{74FDB957-1C24-A131-5627-A08449AE4547}"/>
                    </a:ext>
                  </a:extLst>
                </p:cNvPr>
                <p:cNvPicPr/>
                <p:nvPr/>
              </p:nvPicPr>
              <p:blipFill>
                <a:blip r:embed="rId275"/>
                <a:stretch>
                  <a:fillRect/>
                </a:stretch>
              </p:blipFill>
              <p:spPr>
                <a:xfrm>
                  <a:off x="4454136" y="144576"/>
                  <a:ext cx="83160" cy="11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6">
              <p14:nvContentPartPr>
                <p14:cNvPr id="201" name="Ink 200">
                  <a:extLst>
                    <a:ext uri="{FF2B5EF4-FFF2-40B4-BE49-F238E27FC236}">
                      <a16:creationId xmlns:a16="http://schemas.microsoft.com/office/drawing/2014/main" id="{D67ABD3A-60F3-C9C1-261E-BDC497F9CA68}"/>
                    </a:ext>
                  </a:extLst>
                </p14:cNvPr>
                <p14:cNvContentPartPr/>
                <p14:nvPr/>
              </p14:nvContentPartPr>
              <p14:xfrm>
                <a:off x="4550616" y="121536"/>
                <a:ext cx="120240" cy="90360"/>
              </p14:xfrm>
            </p:contentPart>
          </mc:Choice>
          <mc:Fallback>
            <p:pic>
              <p:nvPicPr>
                <p:cNvPr id="201" name="Ink 200">
                  <a:extLst>
                    <a:ext uri="{FF2B5EF4-FFF2-40B4-BE49-F238E27FC236}">
                      <a16:creationId xmlns:a16="http://schemas.microsoft.com/office/drawing/2014/main" id="{D67ABD3A-60F3-C9C1-261E-BDC497F9CA68}"/>
                    </a:ext>
                  </a:extLst>
                </p:cNvPr>
                <p:cNvPicPr/>
                <p:nvPr/>
              </p:nvPicPr>
              <p:blipFill>
                <a:blip r:embed="rId277"/>
                <a:stretch>
                  <a:fillRect/>
                </a:stretch>
              </p:blipFill>
              <p:spPr>
                <a:xfrm>
                  <a:off x="4546296" y="117216"/>
                  <a:ext cx="128880" cy="9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8">
              <p14:nvContentPartPr>
                <p14:cNvPr id="202" name="Ink 201">
                  <a:extLst>
                    <a:ext uri="{FF2B5EF4-FFF2-40B4-BE49-F238E27FC236}">
                      <a16:creationId xmlns:a16="http://schemas.microsoft.com/office/drawing/2014/main" id="{E7B4D54F-7B8A-A186-0E31-767D697CD1F8}"/>
                    </a:ext>
                  </a:extLst>
                </p14:cNvPr>
                <p14:cNvContentPartPr/>
                <p14:nvPr/>
              </p14:nvContentPartPr>
              <p14:xfrm>
                <a:off x="4665816" y="87336"/>
                <a:ext cx="93600" cy="168480"/>
              </p14:xfrm>
            </p:contentPart>
          </mc:Choice>
          <mc:Fallback>
            <p:pic>
              <p:nvPicPr>
                <p:cNvPr id="202" name="Ink 201">
                  <a:extLst>
                    <a:ext uri="{FF2B5EF4-FFF2-40B4-BE49-F238E27FC236}">
                      <a16:creationId xmlns:a16="http://schemas.microsoft.com/office/drawing/2014/main" id="{E7B4D54F-7B8A-A186-0E31-767D697CD1F8}"/>
                    </a:ext>
                  </a:extLst>
                </p:cNvPr>
                <p:cNvPicPr/>
                <p:nvPr/>
              </p:nvPicPr>
              <p:blipFill>
                <a:blip r:embed="rId279"/>
                <a:stretch>
                  <a:fillRect/>
                </a:stretch>
              </p:blipFill>
              <p:spPr>
                <a:xfrm>
                  <a:off x="4661496" y="83016"/>
                  <a:ext cx="102240" cy="17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0">
              <p14:nvContentPartPr>
                <p14:cNvPr id="204" name="Ink 203">
                  <a:extLst>
                    <a:ext uri="{FF2B5EF4-FFF2-40B4-BE49-F238E27FC236}">
                      <a16:creationId xmlns:a16="http://schemas.microsoft.com/office/drawing/2014/main" id="{9F9B3BCE-C405-9D41-E632-CB0DCD4A8778}"/>
                    </a:ext>
                  </a:extLst>
                </p14:cNvPr>
                <p14:cNvContentPartPr/>
                <p14:nvPr/>
              </p14:nvContentPartPr>
              <p14:xfrm>
                <a:off x="2831976" y="289296"/>
                <a:ext cx="1992960" cy="77760"/>
              </p14:xfrm>
            </p:contentPart>
          </mc:Choice>
          <mc:Fallback>
            <p:pic>
              <p:nvPicPr>
                <p:cNvPr id="204" name="Ink 203">
                  <a:extLst>
                    <a:ext uri="{FF2B5EF4-FFF2-40B4-BE49-F238E27FC236}">
                      <a16:creationId xmlns:a16="http://schemas.microsoft.com/office/drawing/2014/main" id="{9F9B3BCE-C405-9D41-E632-CB0DCD4A8778}"/>
                    </a:ext>
                  </a:extLst>
                </p:cNvPr>
                <p:cNvPicPr/>
                <p:nvPr/>
              </p:nvPicPr>
              <p:blipFill>
                <a:blip r:embed="rId281"/>
                <a:stretch>
                  <a:fillRect/>
                </a:stretch>
              </p:blipFill>
              <p:spPr>
                <a:xfrm>
                  <a:off x="2827656" y="284976"/>
                  <a:ext cx="2001600" cy="8640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218883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3" name="Group 152">
            <a:extLst>
              <a:ext uri="{FF2B5EF4-FFF2-40B4-BE49-F238E27FC236}">
                <a16:creationId xmlns:a16="http://schemas.microsoft.com/office/drawing/2014/main" id="{8E450BA3-2F5C-CF83-357A-1069F497D99D}"/>
              </a:ext>
            </a:extLst>
          </p:cNvPr>
          <p:cNvGrpSpPr/>
          <p:nvPr/>
        </p:nvGrpSpPr>
        <p:grpSpPr>
          <a:xfrm>
            <a:off x="5244336" y="1037664"/>
            <a:ext cx="2554920" cy="1836000"/>
            <a:chOff x="5244336" y="1037664"/>
            <a:chExt cx="2554920" cy="1836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">
              <p14:nvContentPartPr>
                <p14:cNvPr id="136" name="Ink 135">
                  <a:extLst>
                    <a:ext uri="{FF2B5EF4-FFF2-40B4-BE49-F238E27FC236}">
                      <a16:creationId xmlns:a16="http://schemas.microsoft.com/office/drawing/2014/main" id="{83863B7C-DF5F-45F9-B2B7-94DF73568715}"/>
                    </a:ext>
                  </a:extLst>
                </p14:cNvPr>
                <p14:cNvContentPartPr/>
                <p14:nvPr/>
              </p14:nvContentPartPr>
              <p14:xfrm>
                <a:off x="7045416" y="2343024"/>
                <a:ext cx="37080" cy="364680"/>
              </p14:xfrm>
            </p:contentPart>
          </mc:Choice>
          <mc:Fallback>
            <p:pic>
              <p:nvPicPr>
                <p:cNvPr id="136" name="Ink 135">
                  <a:extLst>
                    <a:ext uri="{FF2B5EF4-FFF2-40B4-BE49-F238E27FC236}">
                      <a16:creationId xmlns:a16="http://schemas.microsoft.com/office/drawing/2014/main" id="{83863B7C-DF5F-45F9-B2B7-94DF73568715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7041096" y="2338704"/>
                  <a:ext cx="45720" cy="37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137" name="Ink 136">
                  <a:extLst>
                    <a:ext uri="{FF2B5EF4-FFF2-40B4-BE49-F238E27FC236}">
                      <a16:creationId xmlns:a16="http://schemas.microsoft.com/office/drawing/2014/main" id="{858956D6-6FCE-BC08-95BD-F80578D62BBD}"/>
                    </a:ext>
                  </a:extLst>
                </p14:cNvPr>
                <p14:cNvContentPartPr/>
                <p14:nvPr/>
              </p14:nvContentPartPr>
              <p14:xfrm>
                <a:off x="6923376" y="2528424"/>
                <a:ext cx="266040" cy="37800"/>
              </p14:xfrm>
            </p:contentPart>
          </mc:Choice>
          <mc:Fallback>
            <p:pic>
              <p:nvPicPr>
                <p:cNvPr id="137" name="Ink 136">
                  <a:extLst>
                    <a:ext uri="{FF2B5EF4-FFF2-40B4-BE49-F238E27FC236}">
                      <a16:creationId xmlns:a16="http://schemas.microsoft.com/office/drawing/2014/main" id="{858956D6-6FCE-BC08-95BD-F80578D62BBD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6919056" y="2524104"/>
                  <a:ext cx="274680" cy="4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138" name="Ink 137">
                  <a:extLst>
                    <a:ext uri="{FF2B5EF4-FFF2-40B4-BE49-F238E27FC236}">
                      <a16:creationId xmlns:a16="http://schemas.microsoft.com/office/drawing/2014/main" id="{F36C8C97-F219-6414-2E2A-0EBBE6F01881}"/>
                    </a:ext>
                  </a:extLst>
                </p14:cNvPr>
                <p14:cNvContentPartPr/>
                <p14:nvPr/>
              </p14:nvContentPartPr>
              <p14:xfrm>
                <a:off x="7190496" y="2536344"/>
                <a:ext cx="147600" cy="88920"/>
              </p14:xfrm>
            </p:contentPart>
          </mc:Choice>
          <mc:Fallback>
            <p:pic>
              <p:nvPicPr>
                <p:cNvPr id="138" name="Ink 137">
                  <a:extLst>
                    <a:ext uri="{FF2B5EF4-FFF2-40B4-BE49-F238E27FC236}">
                      <a16:creationId xmlns:a16="http://schemas.microsoft.com/office/drawing/2014/main" id="{F36C8C97-F219-6414-2E2A-0EBBE6F01881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7186176" y="2532024"/>
                  <a:ext cx="156240" cy="9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139" name="Ink 138">
                  <a:extLst>
                    <a:ext uri="{FF2B5EF4-FFF2-40B4-BE49-F238E27FC236}">
                      <a16:creationId xmlns:a16="http://schemas.microsoft.com/office/drawing/2014/main" id="{C0E478FF-782C-0AD5-F5EB-09F09D116A83}"/>
                    </a:ext>
                  </a:extLst>
                </p14:cNvPr>
                <p14:cNvContentPartPr/>
                <p14:nvPr/>
              </p14:nvContentPartPr>
              <p14:xfrm>
                <a:off x="7382016" y="2579544"/>
                <a:ext cx="261360" cy="63000"/>
              </p14:xfrm>
            </p:contentPart>
          </mc:Choice>
          <mc:Fallback>
            <p:pic>
              <p:nvPicPr>
                <p:cNvPr id="139" name="Ink 138">
                  <a:extLst>
                    <a:ext uri="{FF2B5EF4-FFF2-40B4-BE49-F238E27FC236}">
                      <a16:creationId xmlns:a16="http://schemas.microsoft.com/office/drawing/2014/main" id="{C0E478FF-782C-0AD5-F5EB-09F09D116A83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7377696" y="2575224"/>
                  <a:ext cx="270000" cy="7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428695D7-2141-E0F3-B55A-07AC3FFC8D8C}"/>
                    </a:ext>
                  </a:extLst>
                </p14:cNvPr>
                <p14:cNvContentPartPr/>
                <p14:nvPr/>
              </p14:nvContentPartPr>
              <p14:xfrm>
                <a:off x="7661736" y="2602944"/>
                <a:ext cx="20520" cy="270720"/>
              </p14:xfrm>
            </p:contentPart>
          </mc:Choice>
          <mc:Fallback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428695D7-2141-E0F3-B55A-07AC3FFC8D8C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7657416" y="2598624"/>
                  <a:ext cx="29160" cy="27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141" name="Ink 140">
                  <a:extLst>
                    <a:ext uri="{FF2B5EF4-FFF2-40B4-BE49-F238E27FC236}">
                      <a16:creationId xmlns:a16="http://schemas.microsoft.com/office/drawing/2014/main" id="{2B728320-6F27-C08C-5097-9260A28B7D97}"/>
                    </a:ext>
                  </a:extLst>
                </p14:cNvPr>
                <p14:cNvContentPartPr/>
                <p14:nvPr/>
              </p14:nvContentPartPr>
              <p14:xfrm>
                <a:off x="7659936" y="2595024"/>
                <a:ext cx="139320" cy="118080"/>
              </p14:xfrm>
            </p:contentPart>
          </mc:Choice>
          <mc:Fallback>
            <p:pic>
              <p:nvPicPr>
                <p:cNvPr id="141" name="Ink 140">
                  <a:extLst>
                    <a:ext uri="{FF2B5EF4-FFF2-40B4-BE49-F238E27FC236}">
                      <a16:creationId xmlns:a16="http://schemas.microsoft.com/office/drawing/2014/main" id="{2B728320-6F27-C08C-5097-9260A28B7D97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7655616" y="2590704"/>
                  <a:ext cx="147960" cy="12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143" name="Ink 142">
                  <a:extLst>
                    <a:ext uri="{FF2B5EF4-FFF2-40B4-BE49-F238E27FC236}">
                      <a16:creationId xmlns:a16="http://schemas.microsoft.com/office/drawing/2014/main" id="{EF386342-3699-73E2-F440-F48C432701A6}"/>
                    </a:ext>
                  </a:extLst>
                </p14:cNvPr>
                <p14:cNvContentPartPr/>
                <p14:nvPr/>
              </p14:nvContentPartPr>
              <p14:xfrm>
                <a:off x="6967296" y="2128104"/>
                <a:ext cx="39240" cy="152280"/>
              </p14:xfrm>
            </p:contentPart>
          </mc:Choice>
          <mc:Fallback>
            <p:pic>
              <p:nvPicPr>
                <p:cNvPr id="143" name="Ink 142">
                  <a:extLst>
                    <a:ext uri="{FF2B5EF4-FFF2-40B4-BE49-F238E27FC236}">
                      <a16:creationId xmlns:a16="http://schemas.microsoft.com/office/drawing/2014/main" id="{EF386342-3699-73E2-F440-F48C432701A6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6962976" y="2123784"/>
                  <a:ext cx="47880" cy="16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1F7F081C-3E1F-4349-11B4-ABE05973B529}"/>
                    </a:ext>
                  </a:extLst>
                </p14:cNvPr>
                <p14:cNvContentPartPr/>
                <p14:nvPr/>
              </p14:nvContentPartPr>
              <p14:xfrm>
                <a:off x="6977016" y="2030904"/>
                <a:ext cx="693000" cy="378360"/>
              </p14:xfrm>
            </p:contentPart>
          </mc:Choice>
          <mc:Fallback>
            <p:pic>
              <p:nvPicPr>
                <p:cNvPr id="144" name="Ink 143">
                  <a:extLst>
                    <a:ext uri="{FF2B5EF4-FFF2-40B4-BE49-F238E27FC236}">
                      <a16:creationId xmlns:a16="http://schemas.microsoft.com/office/drawing/2014/main" id="{1F7F081C-3E1F-4349-11B4-ABE05973B529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6972696" y="2026584"/>
                  <a:ext cx="701640" cy="38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46" name="Ink 145">
                  <a:extLst>
                    <a:ext uri="{FF2B5EF4-FFF2-40B4-BE49-F238E27FC236}">
                      <a16:creationId xmlns:a16="http://schemas.microsoft.com/office/drawing/2014/main" id="{D3329546-D691-EC8C-F2FD-C4230E2B9ABB}"/>
                    </a:ext>
                  </a:extLst>
                </p14:cNvPr>
                <p14:cNvContentPartPr/>
                <p14:nvPr/>
              </p14:nvContentPartPr>
              <p14:xfrm>
                <a:off x="6279336" y="1697544"/>
                <a:ext cx="912600" cy="483840"/>
              </p14:xfrm>
            </p:contentPart>
          </mc:Choice>
          <mc:Fallback>
            <p:pic>
              <p:nvPicPr>
                <p:cNvPr id="146" name="Ink 145">
                  <a:extLst>
                    <a:ext uri="{FF2B5EF4-FFF2-40B4-BE49-F238E27FC236}">
                      <a16:creationId xmlns:a16="http://schemas.microsoft.com/office/drawing/2014/main" id="{D3329546-D691-EC8C-F2FD-C4230E2B9ABB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6275016" y="1693224"/>
                  <a:ext cx="921240" cy="49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47" name="Ink 146">
                  <a:extLst>
                    <a:ext uri="{FF2B5EF4-FFF2-40B4-BE49-F238E27FC236}">
                      <a16:creationId xmlns:a16="http://schemas.microsoft.com/office/drawing/2014/main" id="{4864658B-01AF-0EEF-0553-FCCC859D5FA5}"/>
                    </a:ext>
                  </a:extLst>
                </p14:cNvPr>
                <p14:cNvContentPartPr/>
                <p14:nvPr/>
              </p14:nvContentPartPr>
              <p14:xfrm>
                <a:off x="6133896" y="1643904"/>
                <a:ext cx="248040" cy="187200"/>
              </p14:xfrm>
            </p:contentPart>
          </mc:Choice>
          <mc:Fallback>
            <p:pic>
              <p:nvPicPr>
                <p:cNvPr id="147" name="Ink 146">
                  <a:extLst>
                    <a:ext uri="{FF2B5EF4-FFF2-40B4-BE49-F238E27FC236}">
                      <a16:creationId xmlns:a16="http://schemas.microsoft.com/office/drawing/2014/main" id="{4864658B-01AF-0EEF-0553-FCCC859D5FA5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6129576" y="1639584"/>
                  <a:ext cx="256680" cy="19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149" name="Ink 148">
                  <a:extLst>
                    <a:ext uri="{FF2B5EF4-FFF2-40B4-BE49-F238E27FC236}">
                      <a16:creationId xmlns:a16="http://schemas.microsoft.com/office/drawing/2014/main" id="{FC85F951-EB11-00F4-5764-0A2EB7634F51}"/>
                    </a:ext>
                  </a:extLst>
                </p14:cNvPr>
                <p14:cNvContentPartPr/>
                <p14:nvPr/>
              </p14:nvContentPartPr>
              <p14:xfrm>
                <a:off x="5263056" y="1102464"/>
                <a:ext cx="63720" cy="488880"/>
              </p14:xfrm>
            </p:contentPart>
          </mc:Choice>
          <mc:Fallback>
            <p:pic>
              <p:nvPicPr>
                <p:cNvPr id="149" name="Ink 148">
                  <a:extLst>
                    <a:ext uri="{FF2B5EF4-FFF2-40B4-BE49-F238E27FC236}">
                      <a16:creationId xmlns:a16="http://schemas.microsoft.com/office/drawing/2014/main" id="{FC85F951-EB11-00F4-5764-0A2EB7634F51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5258736" y="1098144"/>
                  <a:ext cx="72360" cy="49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150" name="Ink 149">
                  <a:extLst>
                    <a:ext uri="{FF2B5EF4-FFF2-40B4-BE49-F238E27FC236}">
                      <a16:creationId xmlns:a16="http://schemas.microsoft.com/office/drawing/2014/main" id="{534FF1F0-4EC4-E39B-41A8-55BBF7F9F270}"/>
                    </a:ext>
                  </a:extLst>
                </p14:cNvPr>
                <p14:cNvContentPartPr/>
                <p14:nvPr/>
              </p14:nvContentPartPr>
              <p14:xfrm>
                <a:off x="5244336" y="1037664"/>
                <a:ext cx="1923480" cy="550800"/>
              </p14:xfrm>
            </p:contentPart>
          </mc:Choice>
          <mc:Fallback>
            <p:pic>
              <p:nvPicPr>
                <p:cNvPr id="150" name="Ink 149">
                  <a:extLst>
                    <a:ext uri="{FF2B5EF4-FFF2-40B4-BE49-F238E27FC236}">
                      <a16:creationId xmlns:a16="http://schemas.microsoft.com/office/drawing/2014/main" id="{534FF1F0-4EC4-E39B-41A8-55BBF7F9F270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5240016" y="1033344"/>
                  <a:ext cx="1932120" cy="55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151" name="Ink 150">
                  <a:extLst>
                    <a:ext uri="{FF2B5EF4-FFF2-40B4-BE49-F238E27FC236}">
                      <a16:creationId xmlns:a16="http://schemas.microsoft.com/office/drawing/2014/main" id="{362E5A52-90E6-547F-9F1D-D6637A23BD22}"/>
                    </a:ext>
                  </a:extLst>
                </p14:cNvPr>
                <p14:cNvContentPartPr/>
                <p14:nvPr/>
              </p14:nvContentPartPr>
              <p14:xfrm>
                <a:off x="6567696" y="1044504"/>
                <a:ext cx="68760" cy="524520"/>
              </p14:xfrm>
            </p:contentPart>
          </mc:Choice>
          <mc:Fallback>
            <p:pic>
              <p:nvPicPr>
                <p:cNvPr id="151" name="Ink 150">
                  <a:extLst>
                    <a:ext uri="{FF2B5EF4-FFF2-40B4-BE49-F238E27FC236}">
                      <a16:creationId xmlns:a16="http://schemas.microsoft.com/office/drawing/2014/main" id="{362E5A52-90E6-547F-9F1D-D6637A23BD22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6563376" y="1040184"/>
                  <a:ext cx="77400" cy="53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152" name="Ink 151">
                  <a:extLst>
                    <a:ext uri="{FF2B5EF4-FFF2-40B4-BE49-F238E27FC236}">
                      <a16:creationId xmlns:a16="http://schemas.microsoft.com/office/drawing/2014/main" id="{5573EB3D-FE9A-8F74-CE6D-6EA6446DED3A}"/>
                    </a:ext>
                  </a:extLst>
                </p14:cNvPr>
                <p14:cNvContentPartPr/>
                <p14:nvPr/>
              </p14:nvContentPartPr>
              <p14:xfrm>
                <a:off x="6864336" y="1276704"/>
                <a:ext cx="75600" cy="50760"/>
              </p14:xfrm>
            </p:contentPart>
          </mc:Choice>
          <mc:Fallback>
            <p:pic>
              <p:nvPicPr>
                <p:cNvPr id="152" name="Ink 151">
                  <a:extLst>
                    <a:ext uri="{FF2B5EF4-FFF2-40B4-BE49-F238E27FC236}">
                      <a16:creationId xmlns:a16="http://schemas.microsoft.com/office/drawing/2014/main" id="{5573EB3D-FE9A-8F74-CE6D-6EA6446DED3A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6860016" y="1272384"/>
                  <a:ext cx="84240" cy="59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6" name="Group 155">
            <a:extLst>
              <a:ext uri="{FF2B5EF4-FFF2-40B4-BE49-F238E27FC236}">
                <a16:creationId xmlns:a16="http://schemas.microsoft.com/office/drawing/2014/main" id="{B531ABBA-7458-BE30-E6B1-0CCC09818B93}"/>
              </a:ext>
            </a:extLst>
          </p:cNvPr>
          <p:cNvGrpSpPr/>
          <p:nvPr/>
        </p:nvGrpSpPr>
        <p:grpSpPr>
          <a:xfrm>
            <a:off x="7332696" y="1704024"/>
            <a:ext cx="118080" cy="190080"/>
            <a:chOff x="7332696" y="1704024"/>
            <a:chExt cx="118080" cy="190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154" name="Ink 153">
                  <a:extLst>
                    <a:ext uri="{FF2B5EF4-FFF2-40B4-BE49-F238E27FC236}">
                      <a16:creationId xmlns:a16="http://schemas.microsoft.com/office/drawing/2014/main" id="{762EB5B7-F43E-CDAA-C6D3-86444CF63BE6}"/>
                    </a:ext>
                  </a:extLst>
                </p14:cNvPr>
                <p14:cNvContentPartPr/>
                <p14:nvPr/>
              </p14:nvContentPartPr>
              <p14:xfrm>
                <a:off x="7401456" y="1775664"/>
                <a:ext cx="2880" cy="49680"/>
              </p14:xfrm>
            </p:contentPart>
          </mc:Choice>
          <mc:Fallback>
            <p:pic>
              <p:nvPicPr>
                <p:cNvPr id="154" name="Ink 153">
                  <a:extLst>
                    <a:ext uri="{FF2B5EF4-FFF2-40B4-BE49-F238E27FC236}">
                      <a16:creationId xmlns:a16="http://schemas.microsoft.com/office/drawing/2014/main" id="{762EB5B7-F43E-CDAA-C6D3-86444CF63BE6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7397136" y="1771344"/>
                  <a:ext cx="11520" cy="5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155" name="Ink 154">
                  <a:extLst>
                    <a:ext uri="{FF2B5EF4-FFF2-40B4-BE49-F238E27FC236}">
                      <a16:creationId xmlns:a16="http://schemas.microsoft.com/office/drawing/2014/main" id="{52394EAB-1536-DE20-7F9E-8491893B65F9}"/>
                    </a:ext>
                  </a:extLst>
                </p14:cNvPr>
                <p14:cNvContentPartPr/>
                <p14:nvPr/>
              </p14:nvContentPartPr>
              <p14:xfrm>
                <a:off x="7332696" y="1704024"/>
                <a:ext cx="118080" cy="190080"/>
              </p14:xfrm>
            </p:contentPart>
          </mc:Choice>
          <mc:Fallback>
            <p:pic>
              <p:nvPicPr>
                <p:cNvPr id="155" name="Ink 154">
                  <a:extLst>
                    <a:ext uri="{FF2B5EF4-FFF2-40B4-BE49-F238E27FC236}">
                      <a16:creationId xmlns:a16="http://schemas.microsoft.com/office/drawing/2014/main" id="{52394EAB-1536-DE20-7F9E-8491893B65F9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7328376" y="1699704"/>
                  <a:ext cx="126720" cy="198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8" name="Group 167">
            <a:extLst>
              <a:ext uri="{FF2B5EF4-FFF2-40B4-BE49-F238E27FC236}">
                <a16:creationId xmlns:a16="http://schemas.microsoft.com/office/drawing/2014/main" id="{E55078C9-7B6B-0E2C-4FFC-9A605E04B4F1}"/>
              </a:ext>
            </a:extLst>
          </p:cNvPr>
          <p:cNvGrpSpPr/>
          <p:nvPr/>
        </p:nvGrpSpPr>
        <p:grpSpPr>
          <a:xfrm>
            <a:off x="4031856" y="1034424"/>
            <a:ext cx="1245600" cy="368640"/>
            <a:chOff x="4031856" y="1034424"/>
            <a:chExt cx="1245600" cy="368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164" name="Ink 163">
                  <a:extLst>
                    <a:ext uri="{FF2B5EF4-FFF2-40B4-BE49-F238E27FC236}">
                      <a16:creationId xmlns:a16="http://schemas.microsoft.com/office/drawing/2014/main" id="{624360E3-53B6-D5FF-20FD-193A6288D970}"/>
                    </a:ext>
                  </a:extLst>
                </p14:cNvPr>
                <p14:cNvContentPartPr/>
                <p14:nvPr/>
              </p14:nvContentPartPr>
              <p14:xfrm>
                <a:off x="4031856" y="1304424"/>
                <a:ext cx="1245600" cy="22320"/>
              </p14:xfrm>
            </p:contentPart>
          </mc:Choice>
          <mc:Fallback>
            <p:pic>
              <p:nvPicPr>
                <p:cNvPr id="164" name="Ink 163">
                  <a:extLst>
                    <a:ext uri="{FF2B5EF4-FFF2-40B4-BE49-F238E27FC236}">
                      <a16:creationId xmlns:a16="http://schemas.microsoft.com/office/drawing/2014/main" id="{624360E3-53B6-D5FF-20FD-193A6288D970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4027536" y="1300104"/>
                  <a:ext cx="1254240" cy="3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165" name="Ink 164">
                  <a:extLst>
                    <a:ext uri="{FF2B5EF4-FFF2-40B4-BE49-F238E27FC236}">
                      <a16:creationId xmlns:a16="http://schemas.microsoft.com/office/drawing/2014/main" id="{EFE40C73-235C-219E-8DFE-CE736AD45B9A}"/>
                    </a:ext>
                  </a:extLst>
                </p14:cNvPr>
                <p14:cNvContentPartPr/>
                <p14:nvPr/>
              </p14:nvContentPartPr>
              <p14:xfrm>
                <a:off x="5126616" y="1215864"/>
                <a:ext cx="149040" cy="187200"/>
              </p14:xfrm>
            </p:contentPart>
          </mc:Choice>
          <mc:Fallback>
            <p:pic>
              <p:nvPicPr>
                <p:cNvPr id="165" name="Ink 164">
                  <a:extLst>
                    <a:ext uri="{FF2B5EF4-FFF2-40B4-BE49-F238E27FC236}">
                      <a16:creationId xmlns:a16="http://schemas.microsoft.com/office/drawing/2014/main" id="{EFE40C73-235C-219E-8DFE-CE736AD45B9A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5122296" y="1211544"/>
                  <a:ext cx="157680" cy="19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166" name="Ink 165">
                  <a:extLst>
                    <a:ext uri="{FF2B5EF4-FFF2-40B4-BE49-F238E27FC236}">
                      <a16:creationId xmlns:a16="http://schemas.microsoft.com/office/drawing/2014/main" id="{AA24CD11-3A6E-707C-196B-077D9A80EE97}"/>
                    </a:ext>
                  </a:extLst>
                </p14:cNvPr>
                <p14:cNvContentPartPr/>
                <p14:nvPr/>
              </p14:nvContentPartPr>
              <p14:xfrm>
                <a:off x="4670496" y="1076904"/>
                <a:ext cx="52560" cy="86400"/>
              </p14:xfrm>
            </p:contentPart>
          </mc:Choice>
          <mc:Fallback>
            <p:pic>
              <p:nvPicPr>
                <p:cNvPr id="166" name="Ink 165">
                  <a:extLst>
                    <a:ext uri="{FF2B5EF4-FFF2-40B4-BE49-F238E27FC236}">
                      <a16:creationId xmlns:a16="http://schemas.microsoft.com/office/drawing/2014/main" id="{AA24CD11-3A6E-707C-196B-077D9A80EE97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4666176" y="1072584"/>
                  <a:ext cx="61200" cy="9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167" name="Ink 166">
                  <a:extLst>
                    <a:ext uri="{FF2B5EF4-FFF2-40B4-BE49-F238E27FC236}">
                      <a16:creationId xmlns:a16="http://schemas.microsoft.com/office/drawing/2014/main" id="{4F849F36-9B4F-14BC-37A7-5118D73A65D0}"/>
                    </a:ext>
                  </a:extLst>
                </p14:cNvPr>
                <p14:cNvContentPartPr/>
                <p14:nvPr/>
              </p14:nvContentPartPr>
              <p14:xfrm>
                <a:off x="4612176" y="1034424"/>
                <a:ext cx="171360" cy="174960"/>
              </p14:xfrm>
            </p:contentPart>
          </mc:Choice>
          <mc:Fallback>
            <p:pic>
              <p:nvPicPr>
                <p:cNvPr id="167" name="Ink 166">
                  <a:extLst>
                    <a:ext uri="{FF2B5EF4-FFF2-40B4-BE49-F238E27FC236}">
                      <a16:creationId xmlns:a16="http://schemas.microsoft.com/office/drawing/2014/main" id="{4F849F36-9B4F-14BC-37A7-5118D73A65D0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4607856" y="1030104"/>
                  <a:ext cx="180000" cy="183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5" name="Group 174">
            <a:extLst>
              <a:ext uri="{FF2B5EF4-FFF2-40B4-BE49-F238E27FC236}">
                <a16:creationId xmlns:a16="http://schemas.microsoft.com/office/drawing/2014/main" id="{1CE67239-9247-ECAA-1D93-5D0EE9C1C7BB}"/>
              </a:ext>
            </a:extLst>
          </p:cNvPr>
          <p:cNvGrpSpPr/>
          <p:nvPr/>
        </p:nvGrpSpPr>
        <p:grpSpPr>
          <a:xfrm>
            <a:off x="950976" y="-56952"/>
            <a:ext cx="9757440" cy="6528528"/>
            <a:chOff x="950976" y="-56952"/>
            <a:chExt cx="9757440" cy="6528528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94A62906-72B5-4756-5503-D1187CE75BDA}"/>
                    </a:ext>
                  </a:extLst>
                </p14:cNvPr>
                <p14:cNvContentPartPr/>
                <p14:nvPr/>
              </p14:nvContentPartPr>
              <p14:xfrm>
                <a:off x="2495736" y="1293696"/>
                <a:ext cx="19800" cy="321480"/>
              </p14:xfrm>
            </p:contentPart>
          </mc:Choice>
          <mc:Fallback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94A62906-72B5-4756-5503-D1187CE75BDA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2489616" y="1287576"/>
                  <a:ext cx="32040" cy="33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0E1E2385-68F4-0F24-7F27-B798192923F7}"/>
                    </a:ext>
                  </a:extLst>
                </p14:cNvPr>
                <p14:cNvContentPartPr/>
                <p14:nvPr/>
              </p14:nvContentPartPr>
              <p14:xfrm>
                <a:off x="2515896" y="1074096"/>
                <a:ext cx="1701360" cy="499320"/>
              </p14:xfrm>
            </p:contentPart>
          </mc:Choice>
          <mc:Fallback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0E1E2385-68F4-0F24-7F27-B798192923F7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2509776" y="1067976"/>
                  <a:ext cx="1713600" cy="51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040102F2-6AB1-2CCB-FA18-64BA0908CF73}"/>
                    </a:ext>
                  </a:extLst>
                </p14:cNvPr>
                <p14:cNvContentPartPr/>
                <p14:nvPr/>
              </p14:nvContentPartPr>
              <p14:xfrm>
                <a:off x="3763656" y="1103256"/>
                <a:ext cx="73440" cy="450000"/>
              </p14:xfrm>
            </p:contentPart>
          </mc:Choice>
          <mc:Fallback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040102F2-6AB1-2CCB-FA18-64BA0908CF73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3757536" y="1097136"/>
                  <a:ext cx="85680" cy="46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EAECA614-9D0E-4327-4950-30D36CCFE4E7}"/>
                    </a:ext>
                  </a:extLst>
                </p14:cNvPr>
                <p14:cNvContentPartPr/>
                <p14:nvPr/>
              </p14:nvContentPartPr>
              <p14:xfrm>
                <a:off x="1169136" y="2068056"/>
                <a:ext cx="360" cy="222120"/>
              </p14:xfrm>
            </p:contentPart>
          </mc:Choice>
          <mc:Fallback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EAECA614-9D0E-4327-4950-30D36CCFE4E7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1163016" y="2061936"/>
                  <a:ext cx="12600" cy="23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CDEEB184-2424-7125-0AFD-53479E7B0F9E}"/>
                    </a:ext>
                  </a:extLst>
                </p14:cNvPr>
                <p14:cNvContentPartPr/>
                <p14:nvPr/>
              </p14:nvContentPartPr>
              <p14:xfrm>
                <a:off x="1064016" y="1990296"/>
                <a:ext cx="612720" cy="287280"/>
              </p14:xfrm>
            </p:contentPart>
          </mc:Choice>
          <mc:Fallback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CDEEB184-2424-7125-0AFD-53479E7B0F9E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1057896" y="1984176"/>
                  <a:ext cx="624960" cy="29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377C144A-2FDE-B28F-1CAE-7B6664AEBCC0}"/>
                    </a:ext>
                  </a:extLst>
                </p14:cNvPr>
                <p14:cNvContentPartPr/>
                <p14:nvPr/>
              </p14:nvContentPartPr>
              <p14:xfrm>
                <a:off x="1020456" y="1795536"/>
                <a:ext cx="288000" cy="172080"/>
              </p14:xfrm>
            </p:contentPart>
          </mc:Choice>
          <mc:Fallback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377C144A-2FDE-B28F-1CAE-7B6664AEBCC0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1014336" y="1789416"/>
                  <a:ext cx="300240" cy="18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009C469A-9B6A-2895-B765-5285BF597C57}"/>
                    </a:ext>
                  </a:extLst>
                </p14:cNvPr>
                <p14:cNvContentPartPr/>
                <p14:nvPr/>
              </p14:nvContentPartPr>
              <p14:xfrm>
                <a:off x="1325016" y="1823616"/>
                <a:ext cx="149400" cy="74160"/>
              </p14:xfrm>
            </p:contentPart>
          </mc:Choice>
          <mc:Fallback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009C469A-9B6A-2895-B765-5285BF597C57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1318896" y="1817496"/>
                  <a:ext cx="161640" cy="8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499D9BB7-4A04-21AB-C73B-3CE533558B5C}"/>
                    </a:ext>
                  </a:extLst>
                </p14:cNvPr>
                <p14:cNvContentPartPr/>
                <p14:nvPr/>
              </p14:nvContentPartPr>
              <p14:xfrm>
                <a:off x="1503216" y="1771416"/>
                <a:ext cx="56520" cy="123120"/>
              </p14:xfrm>
            </p:contentPart>
          </mc:Choice>
          <mc:Fallback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499D9BB7-4A04-21AB-C73B-3CE533558B5C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1497096" y="1765296"/>
                  <a:ext cx="68760" cy="13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ED9ABA6C-792B-D17A-5F70-0BA821B50D18}"/>
                    </a:ext>
                  </a:extLst>
                </p14:cNvPr>
                <p14:cNvContentPartPr/>
                <p14:nvPr/>
              </p14:nvContentPartPr>
              <p14:xfrm>
                <a:off x="971856" y="831816"/>
                <a:ext cx="19800" cy="18576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ED9ABA6C-792B-D17A-5F70-0BA821B50D18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965736" y="825696"/>
                  <a:ext cx="32040" cy="19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E834B368-BBF2-6CEF-8F38-57878630540A}"/>
                    </a:ext>
                  </a:extLst>
                </p14:cNvPr>
                <p14:cNvContentPartPr/>
                <p14:nvPr/>
              </p14:nvContentPartPr>
              <p14:xfrm>
                <a:off x="950976" y="767016"/>
                <a:ext cx="669600" cy="24264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E834B368-BBF2-6CEF-8F38-57878630540A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944856" y="760896"/>
                  <a:ext cx="681840" cy="25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C48878AA-6425-34E0-502B-888C9064B2EE}"/>
                    </a:ext>
                  </a:extLst>
                </p14:cNvPr>
                <p14:cNvContentPartPr/>
                <p14:nvPr/>
              </p14:nvContentPartPr>
              <p14:xfrm>
                <a:off x="1003536" y="434376"/>
                <a:ext cx="159120" cy="331560"/>
              </p14:xfrm>
            </p:contentPart>
          </mc:Choice>
          <mc:Fallback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C48878AA-6425-34E0-502B-888C9064B2EE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997416" y="428256"/>
                  <a:ext cx="171360" cy="34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108CB42D-D5F1-52F2-E751-1E1C83A8E025}"/>
                    </a:ext>
                  </a:extLst>
                </p14:cNvPr>
                <p14:cNvContentPartPr/>
                <p14:nvPr/>
              </p14:nvContentPartPr>
              <p14:xfrm>
                <a:off x="991296" y="573336"/>
                <a:ext cx="249120" cy="159480"/>
              </p14:xfrm>
            </p:contentPart>
          </mc:Choice>
          <mc:Fallback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108CB42D-D5F1-52F2-E751-1E1C83A8E025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985176" y="567216"/>
                  <a:ext cx="261360" cy="17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FB23FAC1-A7E4-E51F-6F26-A25D8B5559D5}"/>
                    </a:ext>
                  </a:extLst>
                </p14:cNvPr>
                <p14:cNvContentPartPr/>
                <p14:nvPr/>
              </p14:nvContentPartPr>
              <p14:xfrm>
                <a:off x="1248696" y="586656"/>
                <a:ext cx="174600" cy="11232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FB23FAC1-A7E4-E51F-6F26-A25D8B5559D5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1242576" y="580536"/>
                  <a:ext cx="186840" cy="12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39398772-DFEC-6111-6194-214B4B86A4E2}"/>
                    </a:ext>
                  </a:extLst>
                </p14:cNvPr>
                <p14:cNvContentPartPr/>
                <p14:nvPr/>
              </p14:nvContentPartPr>
              <p14:xfrm>
                <a:off x="1554336" y="441936"/>
                <a:ext cx="32040" cy="183240"/>
              </p14:xfrm>
            </p:contentPart>
          </mc:Choice>
          <mc:Fallback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39398772-DFEC-6111-6194-214B4B86A4E2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1548216" y="435816"/>
                  <a:ext cx="44280" cy="19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9A0788B1-7835-C3F1-5866-0692CB9F10BC}"/>
                    </a:ext>
                  </a:extLst>
                </p14:cNvPr>
                <p14:cNvContentPartPr/>
                <p14:nvPr/>
              </p14:nvContentPartPr>
              <p14:xfrm>
                <a:off x="1515456" y="537696"/>
                <a:ext cx="124560" cy="19080"/>
              </p14:xfrm>
            </p:contentPart>
          </mc:Choice>
          <mc:Fallback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9A0788B1-7835-C3F1-5866-0692CB9F10BC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1509336" y="531576"/>
                  <a:ext cx="136800" cy="3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9B692832-404B-18FE-8D83-AA5B8736FBA8}"/>
                    </a:ext>
                  </a:extLst>
                </p14:cNvPr>
                <p14:cNvContentPartPr/>
                <p14:nvPr/>
              </p14:nvContentPartPr>
              <p14:xfrm>
                <a:off x="1339776" y="713736"/>
                <a:ext cx="1556280" cy="392400"/>
              </p14:xfrm>
            </p:contentPart>
          </mc:Choice>
          <mc:Fallback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9B692832-404B-18FE-8D83-AA5B8736FBA8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1333656" y="707616"/>
                  <a:ext cx="1568520" cy="40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9EDD9016-2F68-1270-36DA-FBD5F5A8A687}"/>
                    </a:ext>
                  </a:extLst>
                </p14:cNvPr>
                <p14:cNvContentPartPr/>
                <p14:nvPr/>
              </p14:nvContentPartPr>
              <p14:xfrm>
                <a:off x="2807496" y="1020456"/>
                <a:ext cx="107640" cy="86400"/>
              </p14:xfrm>
            </p:contentPart>
          </mc:Choice>
          <mc:Fallback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9EDD9016-2F68-1270-36DA-FBD5F5A8A687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2801376" y="1014336"/>
                  <a:ext cx="119880" cy="9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4C791DA5-DA73-EA36-BFDB-81898623377A}"/>
                    </a:ext>
                  </a:extLst>
                </p14:cNvPr>
                <p14:cNvContentPartPr/>
                <p14:nvPr/>
              </p14:nvContentPartPr>
              <p14:xfrm>
                <a:off x="2875896" y="1026216"/>
                <a:ext cx="132120" cy="126000"/>
              </p14:xfrm>
            </p:contentPart>
          </mc:Choice>
          <mc:Fallback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4C791DA5-DA73-EA36-BFDB-81898623377A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2869776" y="1020096"/>
                  <a:ext cx="144360" cy="13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9D2B6578-A8BE-25EC-9431-3EAAD5EE6841}"/>
                    </a:ext>
                  </a:extLst>
                </p14:cNvPr>
                <p14:cNvContentPartPr/>
                <p14:nvPr/>
              </p14:nvContentPartPr>
              <p14:xfrm>
                <a:off x="3307536" y="600336"/>
                <a:ext cx="485640" cy="666720"/>
              </p14:xfrm>
            </p:contentPart>
          </mc:Choice>
          <mc:Fallback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9D2B6578-A8BE-25EC-9431-3EAAD5EE6841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3301416" y="594216"/>
                  <a:ext cx="497880" cy="67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4695A7F1-6B80-A0AB-E6A6-11E31D0A5197}"/>
                    </a:ext>
                  </a:extLst>
                </p14:cNvPr>
                <p14:cNvContentPartPr/>
                <p14:nvPr/>
              </p14:nvContentPartPr>
              <p14:xfrm>
                <a:off x="3708576" y="504216"/>
                <a:ext cx="167400" cy="195120"/>
              </p14:xfrm>
            </p:contentPart>
          </mc:Choice>
          <mc:Fallback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4695A7F1-6B80-A0AB-E6A6-11E31D0A5197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3702456" y="498096"/>
                  <a:ext cx="179640" cy="20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CBDB1321-9A24-C4D9-30EC-706474B59B8D}"/>
                    </a:ext>
                  </a:extLst>
                </p14:cNvPr>
                <p14:cNvContentPartPr/>
                <p14:nvPr/>
              </p14:nvContentPartPr>
              <p14:xfrm>
                <a:off x="3923856" y="-5904"/>
                <a:ext cx="18000" cy="567720"/>
              </p14:xfrm>
            </p:contentPart>
          </mc:Choice>
          <mc:Fallback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CBDB1321-9A24-C4D9-30EC-706474B59B8D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3917736" y="-12024"/>
                  <a:ext cx="30240" cy="57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B061AB99-69B0-2465-3FC7-BC6D2D10C6CF}"/>
                    </a:ext>
                  </a:extLst>
                </p14:cNvPr>
                <p14:cNvContentPartPr/>
                <p14:nvPr/>
              </p14:nvContentPartPr>
              <p14:xfrm>
                <a:off x="3936816" y="-56952"/>
                <a:ext cx="997560" cy="761760"/>
              </p14:xfrm>
            </p:contentPart>
          </mc:Choice>
          <mc:Fallback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B061AB99-69B0-2465-3FC7-BC6D2D10C6CF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3930696" y="-63072"/>
                  <a:ext cx="1009800" cy="77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55DE7779-7954-B6F5-A35E-867117303946}"/>
                    </a:ext>
                  </a:extLst>
                </p14:cNvPr>
                <p14:cNvContentPartPr/>
                <p14:nvPr/>
              </p14:nvContentPartPr>
              <p14:xfrm>
                <a:off x="4058496" y="143064"/>
                <a:ext cx="10080" cy="53640"/>
              </p14:xfrm>
            </p:contentPart>
          </mc:Choice>
          <mc:Fallback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55DE7779-7954-B6F5-A35E-867117303946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4052376" y="136944"/>
                  <a:ext cx="22320" cy="6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6B3A3ED7-2386-50A1-A88C-928CB2B2D421}"/>
                    </a:ext>
                  </a:extLst>
                </p14:cNvPr>
                <p14:cNvContentPartPr/>
                <p14:nvPr/>
              </p14:nvContentPartPr>
              <p14:xfrm>
                <a:off x="4114656" y="127584"/>
                <a:ext cx="5400" cy="45720"/>
              </p14:xfrm>
            </p:contentPart>
          </mc:Choice>
          <mc:Fallback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6B3A3ED7-2386-50A1-A88C-928CB2B2D421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4108536" y="121464"/>
                  <a:ext cx="17640" cy="5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3D4DA3B5-D17E-A410-C031-72328CA2906B}"/>
                    </a:ext>
                  </a:extLst>
                </p14:cNvPr>
                <p14:cNvContentPartPr/>
                <p14:nvPr/>
              </p14:nvContentPartPr>
              <p14:xfrm>
                <a:off x="4205016" y="117864"/>
                <a:ext cx="110160" cy="99360"/>
              </p14:xfrm>
            </p:contentPart>
          </mc:Choice>
          <mc:Fallback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3D4DA3B5-D17E-A410-C031-72328CA2906B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4198896" y="111744"/>
                  <a:ext cx="122400" cy="11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752A0C43-FC89-12E0-54CB-0FBB531A2BF2}"/>
                    </a:ext>
                  </a:extLst>
                </p14:cNvPr>
                <p14:cNvContentPartPr/>
                <p14:nvPr/>
              </p14:nvContentPartPr>
              <p14:xfrm>
                <a:off x="4336416" y="159264"/>
                <a:ext cx="5400" cy="48240"/>
              </p14:xfrm>
            </p:contentPart>
          </mc:Choice>
          <mc:Fallback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752A0C43-FC89-12E0-54CB-0FBB531A2BF2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4330296" y="153144"/>
                  <a:ext cx="17640" cy="6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99122733-DF2A-7E4C-CEF5-9693F49C4AEA}"/>
                    </a:ext>
                  </a:extLst>
                </p14:cNvPr>
                <p14:cNvContentPartPr/>
                <p14:nvPr/>
              </p14:nvContentPartPr>
              <p14:xfrm>
                <a:off x="4365936" y="59184"/>
                <a:ext cx="12600" cy="81000"/>
              </p14:xfrm>
            </p:contentPart>
          </mc:Choice>
          <mc:Fallback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99122733-DF2A-7E4C-CEF5-9693F49C4AEA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4359816" y="53064"/>
                  <a:ext cx="24840" cy="9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48FA26B1-A881-534E-2104-D764CB2DA0B3}"/>
                    </a:ext>
                  </a:extLst>
                </p14:cNvPr>
                <p14:cNvContentPartPr/>
                <p14:nvPr/>
              </p14:nvContentPartPr>
              <p14:xfrm>
                <a:off x="4421736" y="148464"/>
                <a:ext cx="61200" cy="36000"/>
              </p14:xfrm>
            </p:contentPart>
          </mc:Choice>
          <mc:Fallback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48FA26B1-A881-534E-2104-D764CB2DA0B3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4415616" y="142344"/>
                  <a:ext cx="73440" cy="4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72582673-888E-D37A-11B2-80EE9FF96C9C}"/>
                    </a:ext>
                  </a:extLst>
                </p14:cNvPr>
                <p14:cNvContentPartPr/>
                <p14:nvPr/>
              </p14:nvContentPartPr>
              <p14:xfrm>
                <a:off x="4505976" y="55944"/>
                <a:ext cx="109080" cy="125640"/>
              </p14:xfrm>
            </p:contentPart>
          </mc:Choice>
          <mc:Fallback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72582673-888E-D37A-11B2-80EE9FF96C9C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4499856" y="49824"/>
                  <a:ext cx="121320" cy="13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519E7605-D14D-4C1E-4DDD-B5B00E019C58}"/>
                    </a:ext>
                  </a:extLst>
                </p14:cNvPr>
                <p14:cNvContentPartPr/>
                <p14:nvPr/>
              </p14:nvContentPartPr>
              <p14:xfrm>
                <a:off x="4624056" y="153504"/>
                <a:ext cx="37080" cy="13320"/>
              </p14:xfrm>
            </p:contentPart>
          </mc:Choice>
          <mc:Fallback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519E7605-D14D-4C1E-4DDD-B5B00E019C58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4617936" y="147384"/>
                  <a:ext cx="49320" cy="2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2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B4AD84DD-C31C-5E22-8BB2-A0E69F424740}"/>
                    </a:ext>
                  </a:extLst>
                </p14:cNvPr>
                <p14:cNvContentPartPr/>
                <p14:nvPr/>
              </p14:nvContentPartPr>
              <p14:xfrm>
                <a:off x="4602456" y="153504"/>
                <a:ext cx="66240" cy="137880"/>
              </p14:xfrm>
            </p:contentPart>
          </mc:Choice>
          <mc:Fallback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B4AD84DD-C31C-5E22-8BB2-A0E69F424740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4596336" y="147384"/>
                  <a:ext cx="78480" cy="15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4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E2929F5A-3C25-8D5A-F778-44DA6AF0A279}"/>
                    </a:ext>
                  </a:extLst>
                </p14:cNvPr>
                <p14:cNvContentPartPr/>
                <p14:nvPr/>
              </p14:nvContentPartPr>
              <p14:xfrm>
                <a:off x="4726656" y="21744"/>
                <a:ext cx="22320" cy="69480"/>
              </p14:xfrm>
            </p:contentPart>
          </mc:Choice>
          <mc:Fallback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E2929F5A-3C25-8D5A-F778-44DA6AF0A279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4720536" y="15624"/>
                  <a:ext cx="34560" cy="8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6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237814E7-FD35-370D-05A3-DC3AA19B2846}"/>
                    </a:ext>
                  </a:extLst>
                </p14:cNvPr>
                <p14:cNvContentPartPr/>
                <p14:nvPr/>
              </p14:nvContentPartPr>
              <p14:xfrm>
                <a:off x="4738896" y="21744"/>
                <a:ext cx="39240" cy="105120"/>
              </p14:xfrm>
            </p:contentPart>
          </mc:Choice>
          <mc:Fallback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237814E7-FD35-370D-05A3-DC3AA19B2846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4732776" y="15624"/>
                  <a:ext cx="51480" cy="11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8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875AFE5B-DD51-032D-D718-F100EE5086F3}"/>
                    </a:ext>
                  </a:extLst>
                </p14:cNvPr>
                <p14:cNvContentPartPr/>
                <p14:nvPr/>
              </p14:nvContentPartPr>
              <p14:xfrm>
                <a:off x="4031856" y="397224"/>
                <a:ext cx="29520" cy="32760"/>
              </p14:xfrm>
            </p:contentPart>
          </mc:Choice>
          <mc:Fallback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875AFE5B-DD51-032D-D718-F100EE5086F3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4025736" y="391104"/>
                  <a:ext cx="41760" cy="4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0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557B57B8-270B-FFA2-0F0E-0AE24F4C23CF}"/>
                    </a:ext>
                  </a:extLst>
                </p14:cNvPr>
                <p14:cNvContentPartPr/>
                <p14:nvPr/>
              </p14:nvContentPartPr>
              <p14:xfrm>
                <a:off x="4031856" y="382824"/>
                <a:ext cx="61200" cy="40320"/>
              </p14:xfrm>
            </p:contentPart>
          </mc:Choice>
          <mc:Fallback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557B57B8-270B-FFA2-0F0E-0AE24F4C23CF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4025736" y="376704"/>
                  <a:ext cx="73440" cy="5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2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93A7C45B-B4E1-5479-5D6D-8F82F8C9F31D}"/>
                    </a:ext>
                  </a:extLst>
                </p14:cNvPr>
                <p14:cNvContentPartPr/>
                <p14:nvPr/>
              </p14:nvContentPartPr>
              <p14:xfrm>
                <a:off x="4194936" y="386784"/>
                <a:ext cx="7560" cy="75960"/>
              </p14:xfrm>
            </p:contentPart>
          </mc:Choice>
          <mc:Fallback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93A7C45B-B4E1-5479-5D6D-8F82F8C9F31D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4188816" y="380664"/>
                  <a:ext cx="19800" cy="8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4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B17F6DF9-2D7F-E82A-B9CC-7DA1A130D4C9}"/>
                    </a:ext>
                  </a:extLst>
                </p14:cNvPr>
                <p14:cNvContentPartPr/>
                <p14:nvPr/>
              </p14:nvContentPartPr>
              <p14:xfrm>
                <a:off x="4290336" y="361584"/>
                <a:ext cx="10080" cy="81720"/>
              </p14:xfrm>
            </p:contentPart>
          </mc:Choice>
          <mc:Fallback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B17F6DF9-2D7F-E82A-B9CC-7DA1A130D4C9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4284216" y="355464"/>
                  <a:ext cx="22320" cy="9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6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1BDA7976-D215-69F7-9DA1-3A12B13A304A}"/>
                    </a:ext>
                  </a:extLst>
                </p14:cNvPr>
                <p14:cNvContentPartPr/>
                <p14:nvPr/>
              </p14:nvContentPartPr>
              <p14:xfrm>
                <a:off x="4395096" y="368784"/>
                <a:ext cx="7560" cy="63000"/>
              </p14:xfrm>
            </p:contentPart>
          </mc:Choice>
          <mc:Fallback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1BDA7976-D215-69F7-9DA1-3A12B13A304A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4388976" y="362664"/>
                  <a:ext cx="19800" cy="7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8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FF13C5D9-C854-3767-CFC5-5DC2AE7579F6}"/>
                    </a:ext>
                  </a:extLst>
                </p14:cNvPr>
                <p14:cNvContentPartPr/>
                <p14:nvPr/>
              </p14:nvContentPartPr>
              <p14:xfrm>
                <a:off x="4468176" y="366264"/>
                <a:ext cx="5400" cy="75240"/>
              </p14:xfrm>
            </p:contentPart>
          </mc:Choice>
          <mc:Fallback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FF13C5D9-C854-3767-CFC5-5DC2AE7579F6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4462056" y="360144"/>
                  <a:ext cx="17640" cy="8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0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3B04009B-AF1D-712D-2963-A25305FF457A}"/>
                    </a:ext>
                  </a:extLst>
                </p14:cNvPr>
                <p14:cNvContentPartPr/>
                <p14:nvPr/>
              </p14:nvContentPartPr>
              <p14:xfrm>
                <a:off x="4580496" y="357624"/>
                <a:ext cx="5400" cy="72000"/>
              </p14:xfrm>
            </p:contentPart>
          </mc:Choice>
          <mc:Fallback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3B04009B-AF1D-712D-2963-A25305FF457A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4574376" y="351504"/>
                  <a:ext cx="17640" cy="8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2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76A9162E-1C86-8423-3C84-AF016E3AA350}"/>
                    </a:ext>
                  </a:extLst>
                </p14:cNvPr>
                <p14:cNvContentPartPr/>
                <p14:nvPr/>
              </p14:nvContentPartPr>
              <p14:xfrm>
                <a:off x="4680216" y="329184"/>
                <a:ext cx="360" cy="26280"/>
              </p14:xfrm>
            </p:contentPart>
          </mc:Choice>
          <mc:Fallback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76A9162E-1C86-8423-3C84-AF016E3AA350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4674096" y="323064"/>
                  <a:ext cx="12600" cy="3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4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D08D4DB7-FFDE-D949-8357-0D25176F1335}"/>
                    </a:ext>
                  </a:extLst>
                </p14:cNvPr>
                <p14:cNvContentPartPr/>
                <p14:nvPr/>
              </p14:nvContentPartPr>
              <p14:xfrm>
                <a:off x="4680216" y="306144"/>
                <a:ext cx="54000" cy="43560"/>
              </p14:xfrm>
            </p:contentPart>
          </mc:Choice>
          <mc:Fallback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D08D4DB7-FFDE-D949-8357-0D25176F1335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4674096" y="300024"/>
                  <a:ext cx="66240" cy="5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6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767B38A8-C882-AEFB-FBA0-E4A2D9BFF954}"/>
                    </a:ext>
                  </a:extLst>
                </p14:cNvPr>
                <p14:cNvContentPartPr/>
                <p14:nvPr/>
              </p14:nvContentPartPr>
              <p14:xfrm>
                <a:off x="7967016" y="248904"/>
                <a:ext cx="85680" cy="75600"/>
              </p14:xfrm>
            </p:contentPart>
          </mc:Choice>
          <mc:Fallback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767B38A8-C882-AEFB-FBA0-E4A2D9BFF954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7960896" y="242784"/>
                  <a:ext cx="97920" cy="8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8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5330B478-6F77-F049-BB05-10DF30E66A5A}"/>
                    </a:ext>
                  </a:extLst>
                </p14:cNvPr>
                <p14:cNvContentPartPr/>
                <p14:nvPr/>
              </p14:nvContentPartPr>
              <p14:xfrm>
                <a:off x="8154936" y="270504"/>
                <a:ext cx="114840" cy="38520"/>
              </p14:xfrm>
            </p:contentPart>
          </mc:Choice>
          <mc:Fallback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5330B478-6F77-F049-BB05-10DF30E66A5A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8148816" y="264384"/>
                  <a:ext cx="127080" cy="5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0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F1E37B85-8DF9-F2A4-7359-611E775223D1}"/>
                    </a:ext>
                  </a:extLst>
                </p14:cNvPr>
                <p14:cNvContentPartPr/>
                <p14:nvPr/>
              </p14:nvContentPartPr>
              <p14:xfrm>
                <a:off x="8303616" y="59184"/>
                <a:ext cx="162360" cy="210960"/>
              </p14:xfrm>
            </p:contentPart>
          </mc:Choice>
          <mc:Fallback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F1E37B85-8DF9-F2A4-7359-611E775223D1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8297496" y="53064"/>
                  <a:ext cx="174600" cy="22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2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04E4C9AE-D0ED-384E-B21B-28A55A87E389}"/>
                    </a:ext>
                  </a:extLst>
                </p14:cNvPr>
                <p14:cNvContentPartPr/>
                <p14:nvPr/>
              </p14:nvContentPartPr>
              <p14:xfrm>
                <a:off x="8045856" y="178704"/>
                <a:ext cx="426960" cy="186120"/>
              </p14:xfrm>
            </p:contentPart>
          </mc:Choice>
          <mc:Fallback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04E4C9AE-D0ED-384E-B21B-28A55A87E389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8039736" y="172584"/>
                  <a:ext cx="439200" cy="19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4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4ECFD01B-742A-75A4-3225-7D699B69184B}"/>
                    </a:ext>
                  </a:extLst>
                </p14:cNvPr>
                <p14:cNvContentPartPr/>
                <p14:nvPr/>
              </p14:nvContentPartPr>
              <p14:xfrm>
                <a:off x="8767656" y="210384"/>
                <a:ext cx="138600" cy="112320"/>
              </p14:xfrm>
            </p:contentPart>
          </mc:Choice>
          <mc:Fallback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4ECFD01B-742A-75A4-3225-7D699B69184B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8761536" y="204264"/>
                  <a:ext cx="150840" cy="12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6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D0B256AB-AF63-BA39-1117-8AD3E5A2A223}"/>
                    </a:ext>
                  </a:extLst>
                </p14:cNvPr>
                <p14:cNvContentPartPr/>
                <p14:nvPr/>
              </p14:nvContentPartPr>
              <p14:xfrm>
                <a:off x="8940096" y="254664"/>
                <a:ext cx="168480" cy="33840"/>
              </p14:xfrm>
            </p:contentPart>
          </mc:Choice>
          <mc:Fallback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D0B256AB-AF63-BA39-1117-8AD3E5A2A223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8933976" y="248544"/>
                  <a:ext cx="180720" cy="4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8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2E7E47FE-4C7F-C13B-D258-BAEFA4F60F4A}"/>
                    </a:ext>
                  </a:extLst>
                </p14:cNvPr>
                <p14:cNvContentPartPr/>
                <p14:nvPr/>
              </p14:nvContentPartPr>
              <p14:xfrm>
                <a:off x="9039096" y="198144"/>
                <a:ext cx="198720" cy="279360"/>
              </p14:xfrm>
            </p:contentPart>
          </mc:Choice>
          <mc:Fallback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2E7E47FE-4C7F-C13B-D258-BAEFA4F60F4A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9032976" y="192024"/>
                  <a:ext cx="210960" cy="29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0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1E3A9A40-E6CD-F3A4-F1A3-D36A11E74526}"/>
                    </a:ext>
                  </a:extLst>
                </p14:cNvPr>
                <p14:cNvContentPartPr/>
                <p14:nvPr/>
              </p14:nvContentPartPr>
              <p14:xfrm>
                <a:off x="9234936" y="230904"/>
                <a:ext cx="141840" cy="36720"/>
              </p14:xfrm>
            </p:contentPart>
          </mc:Choice>
          <mc:Fallback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1E3A9A40-E6CD-F3A4-F1A3-D36A11E74526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9228816" y="224784"/>
                  <a:ext cx="154080" cy="4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2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54FDA212-3707-2772-4042-4A979958F13E}"/>
                    </a:ext>
                  </a:extLst>
                </p14:cNvPr>
                <p14:cNvContentPartPr/>
                <p14:nvPr/>
              </p14:nvContentPartPr>
              <p14:xfrm>
                <a:off x="9388656" y="182664"/>
                <a:ext cx="90360" cy="89280"/>
              </p14:xfrm>
            </p:contentPart>
          </mc:Choice>
          <mc:Fallback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54FDA212-3707-2772-4042-4A979958F13E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9382536" y="176544"/>
                  <a:ext cx="102600" cy="10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4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708F8476-0388-A94E-7DDB-045DF3D18DE9}"/>
                    </a:ext>
                  </a:extLst>
                </p14:cNvPr>
                <p14:cNvContentPartPr/>
                <p14:nvPr/>
              </p14:nvContentPartPr>
              <p14:xfrm>
                <a:off x="9544536" y="211104"/>
                <a:ext cx="114840" cy="34920"/>
              </p14:xfrm>
            </p:contentPart>
          </mc:Choice>
          <mc:Fallback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708F8476-0388-A94E-7DDB-045DF3D18DE9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9538416" y="204984"/>
                  <a:ext cx="127080" cy="4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6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2B2005B0-0C8F-D6F7-3AD1-7A6966069EC0}"/>
                    </a:ext>
                  </a:extLst>
                </p14:cNvPr>
                <p14:cNvContentPartPr/>
                <p14:nvPr/>
              </p14:nvContentPartPr>
              <p14:xfrm>
                <a:off x="9681336" y="165384"/>
                <a:ext cx="127080" cy="88200"/>
              </p14:xfrm>
            </p:contentPart>
          </mc:Choice>
          <mc:Fallback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2B2005B0-0C8F-D6F7-3AD1-7A6966069EC0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9675216" y="159264"/>
                  <a:ext cx="139320" cy="10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8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E6D57B8C-9D72-7C68-6003-B99E30A532BA}"/>
                    </a:ext>
                  </a:extLst>
                </p14:cNvPr>
                <p14:cNvContentPartPr/>
                <p14:nvPr/>
              </p14:nvContentPartPr>
              <p14:xfrm>
                <a:off x="9866736" y="72864"/>
                <a:ext cx="144360" cy="216720"/>
              </p14:xfrm>
            </p:contentPart>
          </mc:Choice>
          <mc:Fallback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E6D57B8C-9D72-7C68-6003-B99E30A532BA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9860616" y="66744"/>
                  <a:ext cx="156600" cy="22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0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BA746A38-C84B-A097-219B-62DBB5103231}"/>
                    </a:ext>
                  </a:extLst>
                </p14:cNvPr>
                <p14:cNvContentPartPr/>
                <p14:nvPr/>
              </p14:nvContentPartPr>
              <p14:xfrm>
                <a:off x="10029816" y="99864"/>
                <a:ext cx="17280" cy="21600"/>
              </p14:xfrm>
            </p:contentPart>
          </mc:Choice>
          <mc:Fallback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BA746A38-C84B-A097-219B-62DBB5103231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10023696" y="93744"/>
                  <a:ext cx="29520" cy="3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2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E5156502-8215-1FA0-05D1-335F26AE8315}"/>
                    </a:ext>
                  </a:extLst>
                </p14:cNvPr>
                <p14:cNvContentPartPr/>
                <p14:nvPr/>
              </p14:nvContentPartPr>
              <p14:xfrm>
                <a:off x="10025136" y="165744"/>
                <a:ext cx="75960" cy="64080"/>
              </p14:xfrm>
            </p:contentPart>
          </mc:Choice>
          <mc:Fallback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E5156502-8215-1FA0-05D1-335F26AE8315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10019016" y="159624"/>
                  <a:ext cx="88200" cy="7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4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3D05302A-5A03-3CA9-D36B-D044D5885616}"/>
                    </a:ext>
                  </a:extLst>
                </p14:cNvPr>
                <p14:cNvContentPartPr/>
                <p14:nvPr/>
              </p14:nvContentPartPr>
              <p14:xfrm>
                <a:off x="9940536" y="153504"/>
                <a:ext cx="214200" cy="329760"/>
              </p14:xfrm>
            </p:contentPart>
          </mc:Choice>
          <mc:Fallback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3D05302A-5A03-3CA9-D36B-D044D5885616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9934416" y="147384"/>
                  <a:ext cx="226440" cy="34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6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D1C2840C-A260-8145-39E6-22ABB8A6E6A4}"/>
                    </a:ext>
                  </a:extLst>
                </p14:cNvPr>
                <p14:cNvContentPartPr/>
                <p14:nvPr/>
              </p14:nvContentPartPr>
              <p14:xfrm>
                <a:off x="10305576" y="72144"/>
                <a:ext cx="83880" cy="285480"/>
              </p14:xfrm>
            </p:contentPart>
          </mc:Choice>
          <mc:Fallback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D1C2840C-A260-8145-39E6-22ABB8A6E6A4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10299456" y="66024"/>
                  <a:ext cx="96120" cy="29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8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669337DD-5E80-2C76-B40D-9F36A83F9671}"/>
                    </a:ext>
                  </a:extLst>
                </p14:cNvPr>
                <p14:cNvContentPartPr/>
                <p14:nvPr/>
              </p14:nvContentPartPr>
              <p14:xfrm>
                <a:off x="1017936" y="3348936"/>
                <a:ext cx="9690480" cy="533520"/>
              </p14:xfrm>
            </p:contentPart>
          </mc:Choice>
          <mc:Fallback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669337DD-5E80-2C76-B40D-9F36A83F9671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1011816" y="3342816"/>
                  <a:ext cx="9702720" cy="54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0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4ADBCB37-E8C5-4150-D7CF-F9BB9EB9F1D2}"/>
                    </a:ext>
                  </a:extLst>
                </p14:cNvPr>
                <p14:cNvContentPartPr/>
                <p14:nvPr/>
              </p14:nvContentPartPr>
              <p14:xfrm>
                <a:off x="1493496" y="5084496"/>
                <a:ext cx="51480" cy="36360"/>
              </p14:xfrm>
            </p:contentPart>
          </mc:Choice>
          <mc:Fallback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4ADBCB37-E8C5-4150-D7CF-F9BB9EB9F1D2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1487376" y="5078376"/>
                  <a:ext cx="63720" cy="4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2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B74A86A2-55D5-712A-7B04-78AEB1FBF101}"/>
                    </a:ext>
                  </a:extLst>
                </p14:cNvPr>
                <p14:cNvContentPartPr/>
                <p14:nvPr/>
              </p14:nvContentPartPr>
              <p14:xfrm>
                <a:off x="1425096" y="5054256"/>
                <a:ext cx="151560" cy="28944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B74A86A2-55D5-712A-7B04-78AEB1FBF101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1418976" y="5048136"/>
                  <a:ext cx="163800" cy="30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4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5593F4F4-9E2B-EBF7-965F-003E8B4F8C8D}"/>
                    </a:ext>
                  </a:extLst>
                </p14:cNvPr>
                <p14:cNvContentPartPr/>
                <p14:nvPr/>
              </p14:nvContentPartPr>
              <p14:xfrm>
                <a:off x="1532376" y="5380056"/>
                <a:ext cx="7560" cy="17316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5593F4F4-9E2B-EBF7-965F-003E8B4F8C8D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1526256" y="5373936"/>
                  <a:ext cx="19800" cy="18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6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4C1852BA-8937-D2D7-022A-792342B72192}"/>
                    </a:ext>
                  </a:extLst>
                </p14:cNvPr>
                <p14:cNvContentPartPr/>
                <p14:nvPr/>
              </p14:nvContentPartPr>
              <p14:xfrm>
                <a:off x="1462896" y="5336136"/>
                <a:ext cx="535680" cy="25956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4C1852BA-8937-D2D7-022A-792342B72192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1456776" y="5330016"/>
                  <a:ext cx="547920" cy="27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8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6FEDFB39-1644-A1F6-B1E1-7152815C689A}"/>
                    </a:ext>
                  </a:extLst>
                </p14:cNvPr>
                <p14:cNvContentPartPr/>
                <p14:nvPr/>
              </p14:nvContentPartPr>
              <p14:xfrm>
                <a:off x="1790856" y="5232456"/>
                <a:ext cx="881640" cy="23328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6FEDFB39-1644-A1F6-B1E1-7152815C689A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1784736" y="5226336"/>
                  <a:ext cx="893880" cy="24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0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5B7ABB70-BA40-6528-5B02-EAD84D52B4A0}"/>
                    </a:ext>
                  </a:extLst>
                </p14:cNvPr>
                <p14:cNvContentPartPr/>
                <p14:nvPr/>
              </p14:nvContentPartPr>
              <p14:xfrm>
                <a:off x="2646936" y="5170176"/>
                <a:ext cx="153000" cy="11304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5B7ABB70-BA40-6528-5B02-EAD84D52B4A0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2640816" y="5164056"/>
                  <a:ext cx="165240" cy="12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2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F1B26D91-1244-0BD7-FA4C-7EBBC8AFFF94}"/>
                    </a:ext>
                  </a:extLst>
                </p14:cNvPr>
                <p14:cNvContentPartPr/>
                <p14:nvPr/>
              </p14:nvContentPartPr>
              <p14:xfrm>
                <a:off x="2853936" y="4819896"/>
                <a:ext cx="38880" cy="115128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F1B26D91-1244-0BD7-FA4C-7EBBC8AFFF94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2847816" y="4813776"/>
                  <a:ext cx="51120" cy="116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4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2C134CC1-FE6E-6B52-E3B3-5E87BD2F8DC9}"/>
                    </a:ext>
                  </a:extLst>
                </p14:cNvPr>
                <p14:cNvContentPartPr/>
                <p14:nvPr/>
              </p14:nvContentPartPr>
              <p14:xfrm>
                <a:off x="2829816" y="4565736"/>
                <a:ext cx="1825200" cy="21744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2C134CC1-FE6E-6B52-E3B3-5E87BD2F8DC9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2823696" y="4559616"/>
                  <a:ext cx="1837440" cy="22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6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513F3CCC-0CCF-A814-4141-290EB0182C3F}"/>
                    </a:ext>
                  </a:extLst>
                </p14:cNvPr>
                <p14:cNvContentPartPr/>
                <p14:nvPr/>
              </p14:nvContentPartPr>
              <p14:xfrm>
                <a:off x="3171096" y="4835376"/>
                <a:ext cx="15120" cy="4896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513F3CCC-0CCF-A814-4141-290EB0182C3F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3164976" y="4829256"/>
                  <a:ext cx="27360" cy="6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8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14FB24F2-DB52-C849-7DBE-EEAB913B0FB3}"/>
                    </a:ext>
                  </a:extLst>
                </p14:cNvPr>
                <p14:cNvContentPartPr/>
                <p14:nvPr/>
              </p14:nvContentPartPr>
              <p14:xfrm>
                <a:off x="3241656" y="4803696"/>
                <a:ext cx="360" cy="4752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14FB24F2-DB52-C849-7DBE-EEAB913B0FB3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3235536" y="4797576"/>
                  <a:ext cx="12600" cy="5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0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8A80C54C-5FD8-726E-04F2-1DF48B7FCAF4}"/>
                    </a:ext>
                  </a:extLst>
                </p14:cNvPr>
                <p14:cNvContentPartPr/>
                <p14:nvPr/>
              </p14:nvContentPartPr>
              <p14:xfrm>
                <a:off x="3190536" y="4827816"/>
                <a:ext cx="57240" cy="7128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8A80C54C-5FD8-726E-04F2-1DF48B7FCAF4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3184416" y="4821696"/>
                  <a:ext cx="69480" cy="8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2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1F0D2C11-6551-B865-2FDD-7A977E314CD3}"/>
                    </a:ext>
                  </a:extLst>
                </p14:cNvPr>
                <p14:cNvContentPartPr/>
                <p14:nvPr/>
              </p14:nvContentPartPr>
              <p14:xfrm>
                <a:off x="3202776" y="4961016"/>
                <a:ext cx="66240" cy="5940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1F0D2C11-6551-B865-2FDD-7A977E314CD3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3196656" y="4954896"/>
                  <a:ext cx="78480" cy="7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4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5F3518C7-C498-4070-000C-C2C22F5FB52F}"/>
                    </a:ext>
                  </a:extLst>
                </p14:cNvPr>
                <p14:cNvContentPartPr/>
                <p14:nvPr/>
              </p14:nvContentPartPr>
              <p14:xfrm>
                <a:off x="3336336" y="4817736"/>
                <a:ext cx="91080" cy="16092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5F3518C7-C498-4070-000C-C2C22F5FB52F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3330216" y="4811616"/>
                  <a:ext cx="103320" cy="17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6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80F39C16-9731-0579-5F96-3D4CA2F82FE6}"/>
                    </a:ext>
                  </a:extLst>
                </p14:cNvPr>
                <p14:cNvContentPartPr/>
                <p14:nvPr/>
              </p14:nvContentPartPr>
              <p14:xfrm>
                <a:off x="3463776" y="4774536"/>
                <a:ext cx="61200" cy="19836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80F39C16-9731-0579-5F96-3D4CA2F82FE6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3457656" y="4768416"/>
                  <a:ext cx="73440" cy="21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8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469F3502-26EF-D76C-EE4C-6D24D86B4432}"/>
                    </a:ext>
                  </a:extLst>
                </p14:cNvPr>
                <p14:cNvContentPartPr/>
                <p14:nvPr/>
              </p14:nvContentPartPr>
              <p14:xfrm>
                <a:off x="3441816" y="4883256"/>
                <a:ext cx="290520" cy="5076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469F3502-26EF-D76C-EE4C-6D24D86B4432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3435696" y="4877136"/>
                  <a:ext cx="302760" cy="6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0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344AB0DD-CA20-D272-93A0-BCBE9109B8AC}"/>
                    </a:ext>
                  </a:extLst>
                </p14:cNvPr>
                <p14:cNvContentPartPr/>
                <p14:nvPr/>
              </p14:nvContentPartPr>
              <p14:xfrm>
                <a:off x="3719736" y="4759776"/>
                <a:ext cx="436680" cy="19080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344AB0DD-CA20-D272-93A0-BCBE9109B8AC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3713616" y="4753656"/>
                  <a:ext cx="448920" cy="20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2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2B9048F9-25EE-B91A-E7A4-6E57F134FD4D}"/>
                    </a:ext>
                  </a:extLst>
                </p14:cNvPr>
                <p14:cNvContentPartPr/>
                <p14:nvPr/>
              </p14:nvContentPartPr>
              <p14:xfrm>
                <a:off x="4179816" y="4759056"/>
                <a:ext cx="86760" cy="12636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2B9048F9-25EE-B91A-E7A4-6E57F134FD4D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4173696" y="4752936"/>
                  <a:ext cx="99000" cy="13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4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EC0EED55-64A7-D9A3-3C11-07741FA1CC67}"/>
                    </a:ext>
                  </a:extLst>
                </p14:cNvPr>
                <p14:cNvContentPartPr/>
                <p14:nvPr/>
              </p14:nvContentPartPr>
              <p14:xfrm>
                <a:off x="4219416" y="4759056"/>
                <a:ext cx="146520" cy="8172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EC0EED55-64A7-D9A3-3C11-07741FA1CC67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4213296" y="4752936"/>
                  <a:ext cx="158760" cy="9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6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70963E2E-0C80-9B92-A404-47DD3A26E9D1}"/>
                    </a:ext>
                  </a:extLst>
                </p14:cNvPr>
                <p14:cNvContentPartPr/>
                <p14:nvPr/>
              </p14:nvContentPartPr>
              <p14:xfrm>
                <a:off x="3180816" y="4955976"/>
                <a:ext cx="1257840" cy="20196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70963E2E-0C80-9B92-A404-47DD3A26E9D1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3174696" y="4949856"/>
                  <a:ext cx="1270080" cy="21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8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2BF98E1C-F458-D490-BDA6-383672A7C11A}"/>
                    </a:ext>
                  </a:extLst>
                </p14:cNvPr>
                <p14:cNvContentPartPr/>
                <p14:nvPr/>
              </p14:nvContentPartPr>
              <p14:xfrm>
                <a:off x="2834496" y="5155776"/>
                <a:ext cx="1936440" cy="26676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2BF98E1C-F458-D490-BDA6-383672A7C11A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2828376" y="5149656"/>
                  <a:ext cx="1948680" cy="27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0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65F8F6AC-C1F4-01D7-D16F-F52B2D5AEC77}"/>
                    </a:ext>
                  </a:extLst>
                </p14:cNvPr>
                <p14:cNvContentPartPr/>
                <p14:nvPr/>
              </p14:nvContentPartPr>
              <p14:xfrm>
                <a:off x="4716936" y="4578696"/>
                <a:ext cx="75240" cy="149724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65F8F6AC-C1F4-01D7-D16F-F52B2D5AEC77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4710816" y="4572576"/>
                  <a:ext cx="87480" cy="150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2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9B054026-AA0E-29C7-41F1-896C8798EB08}"/>
                    </a:ext>
                  </a:extLst>
                </p14:cNvPr>
                <p14:cNvContentPartPr/>
                <p14:nvPr/>
              </p14:nvContentPartPr>
              <p14:xfrm>
                <a:off x="2861496" y="5954616"/>
                <a:ext cx="1972800" cy="51696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9B054026-AA0E-29C7-41F1-896C8798EB08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2855376" y="5948496"/>
                  <a:ext cx="1985040" cy="52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4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98C5F230-041E-D41E-4FB9-419B97578E35}"/>
                    </a:ext>
                  </a:extLst>
                </p14:cNvPr>
                <p14:cNvContentPartPr/>
                <p14:nvPr/>
              </p14:nvContentPartPr>
              <p14:xfrm>
                <a:off x="3168576" y="5520456"/>
                <a:ext cx="10080" cy="2448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98C5F230-041E-D41E-4FB9-419B97578E35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3162456" y="5514336"/>
                  <a:ext cx="22320" cy="3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6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D60B3E3E-C015-782F-A01C-C727E505B303}"/>
                    </a:ext>
                  </a:extLst>
                </p14:cNvPr>
                <p14:cNvContentPartPr/>
                <p14:nvPr/>
              </p14:nvContentPartPr>
              <p14:xfrm>
                <a:off x="3239136" y="5503536"/>
                <a:ext cx="2880" cy="4032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D60B3E3E-C015-782F-A01C-C727E505B303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3233016" y="5497416"/>
                  <a:ext cx="15120" cy="5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8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1B665309-483B-12C8-E277-FFB603F1C0F3}"/>
                    </a:ext>
                  </a:extLst>
                </p14:cNvPr>
                <p14:cNvContentPartPr/>
                <p14:nvPr/>
              </p14:nvContentPartPr>
              <p14:xfrm>
                <a:off x="3346416" y="5506776"/>
                <a:ext cx="41760" cy="10368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1B665309-483B-12C8-E277-FFB603F1C0F3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3340296" y="5500656"/>
                  <a:ext cx="54000" cy="11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0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6DD8EEBD-7BC7-E06B-7651-2DC656FFC95F}"/>
                    </a:ext>
                  </a:extLst>
                </p14:cNvPr>
                <p14:cNvContentPartPr/>
                <p14:nvPr/>
              </p14:nvContentPartPr>
              <p14:xfrm>
                <a:off x="3307536" y="5390856"/>
                <a:ext cx="277920" cy="16920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6DD8EEBD-7BC7-E06B-7651-2DC656FFC95F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3301416" y="5384736"/>
                  <a:ext cx="290160" cy="18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2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752FB1B6-729A-F44D-6312-C1011728AE94}"/>
                    </a:ext>
                  </a:extLst>
                </p14:cNvPr>
                <p14:cNvContentPartPr/>
                <p14:nvPr/>
              </p14:nvContentPartPr>
              <p14:xfrm>
                <a:off x="3575736" y="5512536"/>
                <a:ext cx="61200" cy="4536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752FB1B6-729A-F44D-6312-C1011728AE94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3569616" y="5506416"/>
                  <a:ext cx="73440" cy="5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4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27FB6F7E-1DA1-D593-F76A-E8E4D3D579E5}"/>
                    </a:ext>
                  </a:extLst>
                </p14:cNvPr>
                <p14:cNvContentPartPr/>
                <p14:nvPr/>
              </p14:nvContentPartPr>
              <p14:xfrm>
                <a:off x="3720456" y="5381496"/>
                <a:ext cx="58680" cy="17172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27FB6F7E-1DA1-D593-F76A-E8E4D3D579E5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3714336" y="5375376"/>
                  <a:ext cx="70920" cy="18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6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A4F26B3F-DD17-4BE6-5F3F-1CC7CB90F9B5}"/>
                    </a:ext>
                  </a:extLst>
                </p14:cNvPr>
                <p14:cNvContentPartPr/>
                <p14:nvPr/>
              </p14:nvContentPartPr>
              <p14:xfrm>
                <a:off x="3853656" y="5497776"/>
                <a:ext cx="7560" cy="3852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A4F26B3F-DD17-4BE6-5F3F-1CC7CB90F9B5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3847536" y="5491656"/>
                  <a:ext cx="19800" cy="5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8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C80BBCA0-31C8-7781-BA01-F41AD354679D}"/>
                    </a:ext>
                  </a:extLst>
                </p14:cNvPr>
                <p14:cNvContentPartPr/>
                <p14:nvPr/>
              </p14:nvContentPartPr>
              <p14:xfrm>
                <a:off x="3895056" y="5418216"/>
                <a:ext cx="27360" cy="1656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C80BBCA0-31C8-7781-BA01-F41AD354679D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3888936" y="5412096"/>
                  <a:ext cx="39600" cy="2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0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5C82288D-6712-D745-F1F9-920AC58EC206}"/>
                    </a:ext>
                  </a:extLst>
                </p14:cNvPr>
                <p14:cNvContentPartPr/>
                <p14:nvPr/>
              </p14:nvContentPartPr>
              <p14:xfrm>
                <a:off x="3938976" y="5440176"/>
                <a:ext cx="56520" cy="8892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5C82288D-6712-D745-F1F9-920AC58EC206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3932856" y="5434056"/>
                  <a:ext cx="68760" cy="10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2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CFF9CDC8-4EB2-ADE8-D810-3088FAB94CD2}"/>
                    </a:ext>
                  </a:extLst>
                </p14:cNvPr>
                <p14:cNvContentPartPr/>
                <p14:nvPr/>
              </p14:nvContentPartPr>
              <p14:xfrm>
                <a:off x="4063176" y="5444856"/>
                <a:ext cx="68760" cy="5760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CFF9CDC8-4EB2-ADE8-D810-3088FAB94CD2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4057056" y="5438736"/>
                  <a:ext cx="81000" cy="6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4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9C2DFFF5-9C5B-8209-EB28-19541346C6E7}"/>
                    </a:ext>
                  </a:extLst>
                </p14:cNvPr>
                <p14:cNvContentPartPr/>
                <p14:nvPr/>
              </p14:nvContentPartPr>
              <p14:xfrm>
                <a:off x="4238856" y="5376096"/>
                <a:ext cx="29520" cy="4896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9C2DFFF5-9C5B-8209-EB28-19541346C6E7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4232736" y="5369976"/>
                  <a:ext cx="41760" cy="6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6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4E38D0FF-2CB3-2AF6-D820-085C8696CB16}"/>
                    </a:ext>
                  </a:extLst>
                </p14:cNvPr>
                <p14:cNvContentPartPr/>
                <p14:nvPr/>
              </p14:nvContentPartPr>
              <p14:xfrm>
                <a:off x="4253616" y="5376096"/>
                <a:ext cx="37080" cy="5328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4E38D0FF-2CB3-2AF6-D820-085C8696CB16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4247496" y="5369976"/>
                  <a:ext cx="49320" cy="6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8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A417E64E-1E5D-82A0-99FD-AAC050F14BD7}"/>
                    </a:ext>
                  </a:extLst>
                </p14:cNvPr>
                <p14:cNvContentPartPr/>
                <p14:nvPr/>
              </p14:nvContentPartPr>
              <p14:xfrm>
                <a:off x="3227256" y="5829336"/>
                <a:ext cx="7560" cy="5076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A417E64E-1E5D-82A0-99FD-AAC050F14BD7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3221136" y="5823216"/>
                  <a:ext cx="19800" cy="6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0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4D4D5129-2323-F5D4-BF93-E11C9FE19EDB}"/>
                    </a:ext>
                  </a:extLst>
                </p14:cNvPr>
                <p14:cNvContentPartPr/>
                <p14:nvPr/>
              </p14:nvContentPartPr>
              <p14:xfrm>
                <a:off x="3234456" y="5822136"/>
                <a:ext cx="51480" cy="5724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4D4D5129-2323-F5D4-BF93-E11C9FE19EDB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3228336" y="5816016"/>
                  <a:ext cx="63720" cy="6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2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25CA60EA-485B-3C8F-2481-907BB898ADD5}"/>
                    </a:ext>
                  </a:extLst>
                </p14:cNvPr>
                <p14:cNvContentPartPr/>
                <p14:nvPr/>
              </p14:nvContentPartPr>
              <p14:xfrm>
                <a:off x="3390696" y="5832576"/>
                <a:ext cx="139320" cy="12384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25CA60EA-485B-3C8F-2481-907BB898ADD5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3384576" y="5826456"/>
                  <a:ext cx="151560" cy="13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4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5F2BDD69-6044-8D8F-297D-54A0201E0F3D}"/>
                    </a:ext>
                  </a:extLst>
                </p14:cNvPr>
                <p14:cNvContentPartPr/>
                <p14:nvPr/>
              </p14:nvContentPartPr>
              <p14:xfrm>
                <a:off x="3585456" y="5827176"/>
                <a:ext cx="117360" cy="8388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5F2BDD69-6044-8D8F-297D-54A0201E0F3D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3579336" y="5821056"/>
                  <a:ext cx="129600" cy="9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6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3328B160-035A-ADB2-696F-EF2F3180FF70}"/>
                    </a:ext>
                  </a:extLst>
                </p14:cNvPr>
                <p14:cNvContentPartPr/>
                <p14:nvPr/>
              </p14:nvContentPartPr>
              <p14:xfrm>
                <a:off x="3748896" y="5816376"/>
                <a:ext cx="100440" cy="7524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3328B160-035A-ADB2-696F-EF2F3180FF70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3742776" y="5810256"/>
                  <a:ext cx="112680" cy="8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8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20252EDE-C06E-0DC5-66BF-A573CF6B3239}"/>
                    </a:ext>
                  </a:extLst>
                </p14:cNvPr>
                <p14:cNvContentPartPr/>
                <p14:nvPr/>
              </p14:nvContentPartPr>
              <p14:xfrm>
                <a:off x="3900096" y="5783256"/>
                <a:ext cx="110160" cy="8748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20252EDE-C06E-0DC5-66BF-A573CF6B3239}"/>
                    </a:ext>
                  </a:extLst>
                </p:cNvPr>
                <p:cNvPicPr/>
                <p:nvPr/>
              </p:nvPicPr>
              <p:blipFill>
                <a:blip r:embed="rId239"/>
                <a:stretch>
                  <a:fillRect/>
                </a:stretch>
              </p:blipFill>
              <p:spPr>
                <a:xfrm>
                  <a:off x="3893976" y="5777136"/>
                  <a:ext cx="122400" cy="9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0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0A672758-22CC-A945-3BC6-871ACF53EF87}"/>
                    </a:ext>
                  </a:extLst>
                </p14:cNvPr>
                <p14:cNvContentPartPr/>
                <p14:nvPr/>
              </p14:nvContentPartPr>
              <p14:xfrm>
                <a:off x="4075776" y="5756976"/>
                <a:ext cx="95400" cy="9612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0A672758-22CC-A945-3BC6-871ACF53EF87}"/>
                    </a:ext>
                  </a:extLst>
                </p:cNvPr>
                <p:cNvPicPr/>
                <p:nvPr/>
              </p:nvPicPr>
              <p:blipFill>
                <a:blip r:embed="rId241"/>
                <a:stretch>
                  <a:fillRect/>
                </a:stretch>
              </p:blipFill>
              <p:spPr>
                <a:xfrm>
                  <a:off x="4069656" y="5750856"/>
                  <a:ext cx="107640" cy="10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2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00B28190-C996-2763-3AD3-92B56437A9A6}"/>
                    </a:ext>
                  </a:extLst>
                </p14:cNvPr>
                <p14:cNvContentPartPr/>
                <p14:nvPr/>
              </p14:nvContentPartPr>
              <p14:xfrm>
                <a:off x="4234176" y="5749416"/>
                <a:ext cx="97560" cy="11736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00B28190-C996-2763-3AD3-92B56437A9A6}"/>
                    </a:ext>
                  </a:extLst>
                </p:cNvPr>
                <p:cNvPicPr/>
                <p:nvPr/>
              </p:nvPicPr>
              <p:blipFill>
                <a:blip r:embed="rId243"/>
                <a:stretch>
                  <a:fillRect/>
                </a:stretch>
              </p:blipFill>
              <p:spPr>
                <a:xfrm>
                  <a:off x="4228056" y="5743296"/>
                  <a:ext cx="109800" cy="12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4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E4B20F9C-1C78-EAD2-ABA6-2EF3C527955E}"/>
                    </a:ext>
                  </a:extLst>
                </p14:cNvPr>
                <p14:cNvContentPartPr/>
                <p14:nvPr/>
              </p14:nvContentPartPr>
              <p14:xfrm>
                <a:off x="4407336" y="5679216"/>
                <a:ext cx="19800" cy="5148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E4B20F9C-1C78-EAD2-ABA6-2EF3C527955E}"/>
                    </a:ext>
                  </a:extLst>
                </p:cNvPr>
                <p:cNvPicPr/>
                <p:nvPr/>
              </p:nvPicPr>
              <p:blipFill>
                <a:blip r:embed="rId245"/>
                <a:stretch>
                  <a:fillRect/>
                </a:stretch>
              </p:blipFill>
              <p:spPr>
                <a:xfrm>
                  <a:off x="4401216" y="5673096"/>
                  <a:ext cx="32040" cy="6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6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8DA00FED-09D8-056F-BEAC-A36D2D8E95E0}"/>
                    </a:ext>
                  </a:extLst>
                </p14:cNvPr>
                <p14:cNvContentPartPr/>
                <p14:nvPr/>
              </p14:nvContentPartPr>
              <p14:xfrm>
                <a:off x="4446216" y="5684616"/>
                <a:ext cx="27360" cy="6624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8DA00FED-09D8-056F-BEAC-A36D2D8E95E0}"/>
                    </a:ext>
                  </a:extLst>
                </p:cNvPr>
                <p:cNvPicPr/>
                <p:nvPr/>
              </p:nvPicPr>
              <p:blipFill>
                <a:blip r:embed="rId247"/>
                <a:stretch>
                  <a:fillRect/>
                </a:stretch>
              </p:blipFill>
              <p:spPr>
                <a:xfrm>
                  <a:off x="4440096" y="5678496"/>
                  <a:ext cx="39600" cy="7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8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DADA766A-442E-D8AE-A2F2-CB0587ABBC3F}"/>
                    </a:ext>
                  </a:extLst>
                </p14:cNvPr>
                <p14:cNvContentPartPr/>
                <p14:nvPr/>
              </p14:nvContentPartPr>
              <p14:xfrm>
                <a:off x="1458216" y="3257064"/>
                <a:ext cx="66960" cy="103320"/>
              </p14:xfrm>
            </p:contentPart>
          </mc:Choice>
          <mc:Fallback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DADA766A-442E-D8AE-A2F2-CB0587ABBC3F}"/>
                    </a:ext>
                  </a:extLst>
                </p:cNvPr>
                <p:cNvPicPr/>
                <p:nvPr/>
              </p:nvPicPr>
              <p:blipFill>
                <a:blip r:embed="rId249"/>
                <a:stretch>
                  <a:fillRect/>
                </a:stretch>
              </p:blipFill>
              <p:spPr>
                <a:xfrm>
                  <a:off x="1452096" y="3250944"/>
                  <a:ext cx="79200" cy="11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0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0FA7B95A-37C2-B426-ADFA-5C182C1B0A83}"/>
                    </a:ext>
                  </a:extLst>
                </p14:cNvPr>
                <p14:cNvContentPartPr/>
                <p14:nvPr/>
              </p14:nvContentPartPr>
              <p14:xfrm>
                <a:off x="1598256" y="3421584"/>
                <a:ext cx="10080" cy="213480"/>
              </p14:xfrm>
            </p:contentPart>
          </mc:Choice>
          <mc:Fallback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0FA7B95A-37C2-B426-ADFA-5C182C1B0A83}"/>
                    </a:ext>
                  </a:extLst>
                </p:cNvPr>
                <p:cNvPicPr/>
                <p:nvPr/>
              </p:nvPicPr>
              <p:blipFill>
                <a:blip r:embed="rId251"/>
                <a:stretch>
                  <a:fillRect/>
                </a:stretch>
              </p:blipFill>
              <p:spPr>
                <a:xfrm>
                  <a:off x="1592136" y="3415464"/>
                  <a:ext cx="22320" cy="22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2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2063CEC4-2D0C-0870-6AD4-DE6D1D01C570}"/>
                    </a:ext>
                  </a:extLst>
                </p14:cNvPr>
                <p14:cNvContentPartPr/>
                <p14:nvPr/>
              </p14:nvContentPartPr>
              <p14:xfrm>
                <a:off x="1605456" y="3388824"/>
                <a:ext cx="440640" cy="273600"/>
              </p14:xfrm>
            </p:contentPart>
          </mc:Choice>
          <mc:Fallback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2063CEC4-2D0C-0870-6AD4-DE6D1D01C570}"/>
                    </a:ext>
                  </a:extLst>
                </p:cNvPr>
                <p:cNvPicPr/>
                <p:nvPr/>
              </p:nvPicPr>
              <p:blipFill>
                <a:blip r:embed="rId253"/>
                <a:stretch>
                  <a:fillRect/>
                </a:stretch>
              </p:blipFill>
              <p:spPr>
                <a:xfrm>
                  <a:off x="1599336" y="3382704"/>
                  <a:ext cx="452880" cy="28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4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BAB45D99-A613-302A-E173-9D3041244238}"/>
                    </a:ext>
                  </a:extLst>
                </p14:cNvPr>
                <p14:cNvContentPartPr/>
                <p14:nvPr/>
              </p14:nvContentPartPr>
              <p14:xfrm>
                <a:off x="1898136" y="3549024"/>
                <a:ext cx="1400040" cy="1106640"/>
              </p14:xfrm>
            </p:contentPart>
          </mc:Choice>
          <mc:Fallback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BAB45D99-A613-302A-E173-9D3041244238}"/>
                    </a:ext>
                  </a:extLst>
                </p:cNvPr>
                <p:cNvPicPr/>
                <p:nvPr/>
              </p:nvPicPr>
              <p:blipFill>
                <a:blip r:embed="rId255"/>
                <a:stretch>
                  <a:fillRect/>
                </a:stretch>
              </p:blipFill>
              <p:spPr>
                <a:xfrm>
                  <a:off x="1892016" y="3542904"/>
                  <a:ext cx="1412280" cy="111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6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E2451E1F-4625-9087-B226-0084AFD96EB9}"/>
                    </a:ext>
                  </a:extLst>
                </p14:cNvPr>
                <p14:cNvContentPartPr/>
                <p14:nvPr/>
              </p14:nvContentPartPr>
              <p14:xfrm>
                <a:off x="3153816" y="4501584"/>
                <a:ext cx="236880" cy="210960"/>
              </p14:xfrm>
            </p:contentPart>
          </mc:Choice>
          <mc:Fallback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E2451E1F-4625-9087-B226-0084AFD96EB9}"/>
                    </a:ext>
                  </a:extLst>
                </p:cNvPr>
                <p:cNvPicPr/>
                <p:nvPr/>
              </p:nvPicPr>
              <p:blipFill>
                <a:blip r:embed="rId257"/>
                <a:stretch>
                  <a:fillRect/>
                </a:stretch>
              </p:blipFill>
              <p:spPr>
                <a:xfrm>
                  <a:off x="3147696" y="4495464"/>
                  <a:ext cx="249120" cy="22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8">
              <p14:nvContentPartPr>
                <p14:cNvPr id="157" name="Ink 156">
                  <a:extLst>
                    <a:ext uri="{FF2B5EF4-FFF2-40B4-BE49-F238E27FC236}">
                      <a16:creationId xmlns:a16="http://schemas.microsoft.com/office/drawing/2014/main" id="{D1FD8F94-9EEC-351C-4B97-F12BBA6FF302}"/>
                    </a:ext>
                  </a:extLst>
                </p14:cNvPr>
                <p14:cNvContentPartPr/>
                <p14:nvPr/>
              </p14:nvContentPartPr>
              <p14:xfrm>
                <a:off x="3497616" y="1373544"/>
                <a:ext cx="2314440" cy="3274560"/>
              </p14:xfrm>
            </p:contentPart>
          </mc:Choice>
          <mc:Fallback>
            <p:pic>
              <p:nvPicPr>
                <p:cNvPr id="157" name="Ink 156">
                  <a:extLst>
                    <a:ext uri="{FF2B5EF4-FFF2-40B4-BE49-F238E27FC236}">
                      <a16:creationId xmlns:a16="http://schemas.microsoft.com/office/drawing/2014/main" id="{D1FD8F94-9EEC-351C-4B97-F12BBA6FF302}"/>
                    </a:ext>
                  </a:extLst>
                </p:cNvPr>
                <p:cNvPicPr/>
                <p:nvPr/>
              </p:nvPicPr>
              <p:blipFill>
                <a:blip r:embed="rId259"/>
                <a:stretch>
                  <a:fillRect/>
                </a:stretch>
              </p:blipFill>
              <p:spPr>
                <a:xfrm>
                  <a:off x="3491496" y="1367424"/>
                  <a:ext cx="2326680" cy="328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0">
              <p14:nvContentPartPr>
                <p14:cNvPr id="158" name="Ink 157">
                  <a:extLst>
                    <a:ext uri="{FF2B5EF4-FFF2-40B4-BE49-F238E27FC236}">
                      <a16:creationId xmlns:a16="http://schemas.microsoft.com/office/drawing/2014/main" id="{106664E5-CA28-71C3-9B95-C526FF735F5F}"/>
                    </a:ext>
                  </a:extLst>
                </p14:cNvPr>
                <p14:cNvContentPartPr/>
                <p14:nvPr/>
              </p14:nvContentPartPr>
              <p14:xfrm>
                <a:off x="3468096" y="4473864"/>
                <a:ext cx="174600" cy="222120"/>
              </p14:xfrm>
            </p:contentPart>
          </mc:Choice>
          <mc:Fallback>
            <p:pic>
              <p:nvPicPr>
                <p:cNvPr id="158" name="Ink 157">
                  <a:extLst>
                    <a:ext uri="{FF2B5EF4-FFF2-40B4-BE49-F238E27FC236}">
                      <a16:creationId xmlns:a16="http://schemas.microsoft.com/office/drawing/2014/main" id="{106664E5-CA28-71C3-9B95-C526FF735F5F}"/>
                    </a:ext>
                  </a:extLst>
                </p:cNvPr>
                <p:cNvPicPr/>
                <p:nvPr/>
              </p:nvPicPr>
              <p:blipFill>
                <a:blip r:embed="rId261"/>
                <a:stretch>
                  <a:fillRect/>
                </a:stretch>
              </p:blipFill>
              <p:spPr>
                <a:xfrm>
                  <a:off x="3461976" y="4467744"/>
                  <a:ext cx="186840" cy="23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2">
              <p14:nvContentPartPr>
                <p14:cNvPr id="160" name="Ink 159">
                  <a:extLst>
                    <a:ext uri="{FF2B5EF4-FFF2-40B4-BE49-F238E27FC236}">
                      <a16:creationId xmlns:a16="http://schemas.microsoft.com/office/drawing/2014/main" id="{9B565ABC-70FC-75D3-2238-98FDD0C161DC}"/>
                    </a:ext>
                  </a:extLst>
                </p14:cNvPr>
                <p14:cNvContentPartPr/>
                <p14:nvPr/>
              </p14:nvContentPartPr>
              <p14:xfrm>
                <a:off x="5306976" y="2341224"/>
                <a:ext cx="44280" cy="68400"/>
              </p14:xfrm>
            </p:contentPart>
          </mc:Choice>
          <mc:Fallback>
            <p:pic>
              <p:nvPicPr>
                <p:cNvPr id="160" name="Ink 159">
                  <a:extLst>
                    <a:ext uri="{FF2B5EF4-FFF2-40B4-BE49-F238E27FC236}">
                      <a16:creationId xmlns:a16="http://schemas.microsoft.com/office/drawing/2014/main" id="{9B565ABC-70FC-75D3-2238-98FDD0C161DC}"/>
                    </a:ext>
                  </a:extLst>
                </p:cNvPr>
                <p:cNvPicPr/>
                <p:nvPr/>
              </p:nvPicPr>
              <p:blipFill>
                <a:blip r:embed="rId263"/>
                <a:stretch>
                  <a:fillRect/>
                </a:stretch>
              </p:blipFill>
              <p:spPr>
                <a:xfrm>
                  <a:off x="5300856" y="2335104"/>
                  <a:ext cx="56520" cy="8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4">
              <p14:nvContentPartPr>
                <p14:cNvPr id="161" name="Ink 160">
                  <a:extLst>
                    <a:ext uri="{FF2B5EF4-FFF2-40B4-BE49-F238E27FC236}">
                      <a16:creationId xmlns:a16="http://schemas.microsoft.com/office/drawing/2014/main" id="{9304BD1B-DE7D-C4AD-5E58-B8D0AB57FF24}"/>
                    </a:ext>
                  </a:extLst>
                </p14:cNvPr>
                <p14:cNvContentPartPr/>
                <p14:nvPr/>
              </p14:nvContentPartPr>
              <p14:xfrm>
                <a:off x="5229936" y="2305584"/>
                <a:ext cx="218880" cy="250560"/>
              </p14:xfrm>
            </p:contentPart>
          </mc:Choice>
          <mc:Fallback>
            <p:pic>
              <p:nvPicPr>
                <p:cNvPr id="161" name="Ink 160">
                  <a:extLst>
                    <a:ext uri="{FF2B5EF4-FFF2-40B4-BE49-F238E27FC236}">
                      <a16:creationId xmlns:a16="http://schemas.microsoft.com/office/drawing/2014/main" id="{9304BD1B-DE7D-C4AD-5E58-B8D0AB57FF24}"/>
                    </a:ext>
                  </a:extLst>
                </p:cNvPr>
                <p:cNvPicPr/>
                <p:nvPr/>
              </p:nvPicPr>
              <p:blipFill>
                <a:blip r:embed="rId265"/>
                <a:stretch>
                  <a:fillRect/>
                </a:stretch>
              </p:blipFill>
              <p:spPr>
                <a:xfrm>
                  <a:off x="5223816" y="2299464"/>
                  <a:ext cx="231120" cy="26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6">
              <p14:nvContentPartPr>
                <p14:cNvPr id="171" name="Ink 170">
                  <a:extLst>
                    <a:ext uri="{FF2B5EF4-FFF2-40B4-BE49-F238E27FC236}">
                      <a16:creationId xmlns:a16="http://schemas.microsoft.com/office/drawing/2014/main" id="{7367A29C-0744-B8B4-F0DB-B47A581F059C}"/>
                    </a:ext>
                  </a:extLst>
                </p14:cNvPr>
                <p14:cNvContentPartPr/>
                <p14:nvPr/>
              </p14:nvContentPartPr>
              <p14:xfrm>
                <a:off x="1408176" y="1917144"/>
                <a:ext cx="4508640" cy="192600"/>
              </p14:xfrm>
            </p:contentPart>
          </mc:Choice>
          <mc:Fallback>
            <p:pic>
              <p:nvPicPr>
                <p:cNvPr id="171" name="Ink 170">
                  <a:extLst>
                    <a:ext uri="{FF2B5EF4-FFF2-40B4-BE49-F238E27FC236}">
                      <a16:creationId xmlns:a16="http://schemas.microsoft.com/office/drawing/2014/main" id="{7367A29C-0744-B8B4-F0DB-B47A581F059C}"/>
                    </a:ext>
                  </a:extLst>
                </p:cNvPr>
                <p:cNvPicPr/>
                <p:nvPr/>
              </p:nvPicPr>
              <p:blipFill>
                <a:blip r:embed="rId267"/>
                <a:stretch>
                  <a:fillRect/>
                </a:stretch>
              </p:blipFill>
              <p:spPr>
                <a:xfrm>
                  <a:off x="1402056" y="1911024"/>
                  <a:ext cx="4520880" cy="20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8">
              <p14:nvContentPartPr>
                <p14:cNvPr id="173" name="Ink 172">
                  <a:extLst>
                    <a:ext uri="{FF2B5EF4-FFF2-40B4-BE49-F238E27FC236}">
                      <a16:creationId xmlns:a16="http://schemas.microsoft.com/office/drawing/2014/main" id="{2C6A3A33-F009-3E51-95FE-39E23830CD45}"/>
                    </a:ext>
                  </a:extLst>
                </p14:cNvPr>
                <p14:cNvContentPartPr/>
                <p14:nvPr/>
              </p14:nvContentPartPr>
              <p14:xfrm>
                <a:off x="5906736" y="1562904"/>
                <a:ext cx="15120" cy="429480"/>
              </p14:xfrm>
            </p:contentPart>
          </mc:Choice>
          <mc:Fallback>
            <p:pic>
              <p:nvPicPr>
                <p:cNvPr id="173" name="Ink 172">
                  <a:extLst>
                    <a:ext uri="{FF2B5EF4-FFF2-40B4-BE49-F238E27FC236}">
                      <a16:creationId xmlns:a16="http://schemas.microsoft.com/office/drawing/2014/main" id="{2C6A3A33-F009-3E51-95FE-39E23830CD45}"/>
                    </a:ext>
                  </a:extLst>
                </p:cNvPr>
                <p:cNvPicPr/>
                <p:nvPr/>
              </p:nvPicPr>
              <p:blipFill>
                <a:blip r:embed="rId269"/>
                <a:stretch>
                  <a:fillRect/>
                </a:stretch>
              </p:blipFill>
              <p:spPr>
                <a:xfrm>
                  <a:off x="5900616" y="1556784"/>
                  <a:ext cx="27360" cy="44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0">
              <p14:nvContentPartPr>
                <p14:cNvPr id="174" name="Ink 173">
                  <a:extLst>
                    <a:ext uri="{FF2B5EF4-FFF2-40B4-BE49-F238E27FC236}">
                      <a16:creationId xmlns:a16="http://schemas.microsoft.com/office/drawing/2014/main" id="{03490087-5A10-C981-D7EC-01A2E9F91F31}"/>
                    </a:ext>
                  </a:extLst>
                </p14:cNvPr>
                <p14:cNvContentPartPr/>
                <p14:nvPr/>
              </p14:nvContentPartPr>
              <p14:xfrm>
                <a:off x="5850936" y="1555344"/>
                <a:ext cx="136440" cy="140040"/>
              </p14:xfrm>
            </p:contentPart>
          </mc:Choice>
          <mc:Fallback>
            <p:pic>
              <p:nvPicPr>
                <p:cNvPr id="174" name="Ink 173">
                  <a:extLst>
                    <a:ext uri="{FF2B5EF4-FFF2-40B4-BE49-F238E27FC236}">
                      <a16:creationId xmlns:a16="http://schemas.microsoft.com/office/drawing/2014/main" id="{03490087-5A10-C981-D7EC-01A2E9F91F31}"/>
                    </a:ext>
                  </a:extLst>
                </p:cNvPr>
                <p:cNvPicPr/>
                <p:nvPr/>
              </p:nvPicPr>
              <p:blipFill>
                <a:blip r:embed="rId271"/>
                <a:stretch>
                  <a:fillRect/>
                </a:stretch>
              </p:blipFill>
              <p:spPr>
                <a:xfrm>
                  <a:off x="5844816" y="1549224"/>
                  <a:ext cx="148680" cy="152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9" name="Group 178">
            <a:extLst>
              <a:ext uri="{FF2B5EF4-FFF2-40B4-BE49-F238E27FC236}">
                <a16:creationId xmlns:a16="http://schemas.microsoft.com/office/drawing/2014/main" id="{9A358E42-A8A4-EDA2-9951-CEC4CA52ABDF}"/>
              </a:ext>
            </a:extLst>
          </p:cNvPr>
          <p:cNvGrpSpPr/>
          <p:nvPr/>
        </p:nvGrpSpPr>
        <p:grpSpPr>
          <a:xfrm>
            <a:off x="3682656" y="2046384"/>
            <a:ext cx="408240" cy="267120"/>
            <a:chOff x="3682656" y="2046384"/>
            <a:chExt cx="408240" cy="267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72">
              <p14:nvContentPartPr>
                <p14:cNvPr id="176" name="Ink 175">
                  <a:extLst>
                    <a:ext uri="{FF2B5EF4-FFF2-40B4-BE49-F238E27FC236}">
                      <a16:creationId xmlns:a16="http://schemas.microsoft.com/office/drawing/2014/main" id="{5DAA1146-98E9-C0C3-9159-336375DE3E50}"/>
                    </a:ext>
                  </a:extLst>
                </p14:cNvPr>
                <p14:cNvContentPartPr/>
                <p14:nvPr/>
              </p14:nvContentPartPr>
              <p14:xfrm>
                <a:off x="3723696" y="2113704"/>
                <a:ext cx="191160" cy="60120"/>
              </p14:xfrm>
            </p:contentPart>
          </mc:Choice>
          <mc:Fallback>
            <p:pic>
              <p:nvPicPr>
                <p:cNvPr id="176" name="Ink 175">
                  <a:extLst>
                    <a:ext uri="{FF2B5EF4-FFF2-40B4-BE49-F238E27FC236}">
                      <a16:creationId xmlns:a16="http://schemas.microsoft.com/office/drawing/2014/main" id="{5DAA1146-98E9-C0C3-9159-336375DE3E50}"/>
                    </a:ext>
                  </a:extLst>
                </p:cNvPr>
                <p:cNvPicPr/>
                <p:nvPr/>
              </p:nvPicPr>
              <p:blipFill>
                <a:blip r:embed="rId273"/>
                <a:stretch>
                  <a:fillRect/>
                </a:stretch>
              </p:blipFill>
              <p:spPr>
                <a:xfrm>
                  <a:off x="3717576" y="2107584"/>
                  <a:ext cx="203400" cy="7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4">
              <p14:nvContentPartPr>
                <p14:cNvPr id="177" name="Ink 176">
                  <a:extLst>
                    <a:ext uri="{FF2B5EF4-FFF2-40B4-BE49-F238E27FC236}">
                      <a16:creationId xmlns:a16="http://schemas.microsoft.com/office/drawing/2014/main" id="{5DD37B90-9549-D6A8-1C56-0B102732A8FA}"/>
                    </a:ext>
                  </a:extLst>
                </p14:cNvPr>
                <p14:cNvContentPartPr/>
                <p14:nvPr/>
              </p14:nvContentPartPr>
              <p14:xfrm>
                <a:off x="3831696" y="2107224"/>
                <a:ext cx="37080" cy="108360"/>
              </p14:xfrm>
            </p:contentPart>
          </mc:Choice>
          <mc:Fallback>
            <p:pic>
              <p:nvPicPr>
                <p:cNvPr id="177" name="Ink 176">
                  <a:extLst>
                    <a:ext uri="{FF2B5EF4-FFF2-40B4-BE49-F238E27FC236}">
                      <a16:creationId xmlns:a16="http://schemas.microsoft.com/office/drawing/2014/main" id="{5DD37B90-9549-D6A8-1C56-0B102732A8FA}"/>
                    </a:ext>
                  </a:extLst>
                </p:cNvPr>
                <p:cNvPicPr/>
                <p:nvPr/>
              </p:nvPicPr>
              <p:blipFill>
                <a:blip r:embed="rId275"/>
                <a:stretch>
                  <a:fillRect/>
                </a:stretch>
              </p:blipFill>
              <p:spPr>
                <a:xfrm>
                  <a:off x="3825576" y="2101104"/>
                  <a:ext cx="49320" cy="12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6">
              <p14:nvContentPartPr>
                <p14:cNvPr id="178" name="Ink 177">
                  <a:extLst>
                    <a:ext uri="{FF2B5EF4-FFF2-40B4-BE49-F238E27FC236}">
                      <a16:creationId xmlns:a16="http://schemas.microsoft.com/office/drawing/2014/main" id="{45B703D9-156B-77A1-CEAF-F82F1A96E963}"/>
                    </a:ext>
                  </a:extLst>
                </p14:cNvPr>
                <p14:cNvContentPartPr/>
                <p14:nvPr/>
              </p14:nvContentPartPr>
              <p14:xfrm>
                <a:off x="3682656" y="2046384"/>
                <a:ext cx="408240" cy="267120"/>
              </p14:xfrm>
            </p:contentPart>
          </mc:Choice>
          <mc:Fallback>
            <p:pic>
              <p:nvPicPr>
                <p:cNvPr id="178" name="Ink 177">
                  <a:extLst>
                    <a:ext uri="{FF2B5EF4-FFF2-40B4-BE49-F238E27FC236}">
                      <a16:creationId xmlns:a16="http://schemas.microsoft.com/office/drawing/2014/main" id="{45B703D9-156B-77A1-CEAF-F82F1A96E963}"/>
                    </a:ext>
                  </a:extLst>
                </p:cNvPr>
                <p:cNvPicPr/>
                <p:nvPr/>
              </p:nvPicPr>
              <p:blipFill>
                <a:blip r:embed="rId277"/>
                <a:stretch>
                  <a:fillRect/>
                </a:stretch>
              </p:blipFill>
              <p:spPr>
                <a:xfrm>
                  <a:off x="3676536" y="2040264"/>
                  <a:ext cx="420480" cy="27936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8028589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D68EA2D0-FC85-2972-9715-B759B1B666A5}"/>
                  </a:ext>
                </a:extLst>
              </p14:cNvPr>
              <p14:cNvContentPartPr/>
              <p14:nvPr/>
            </p14:nvContentPartPr>
            <p14:xfrm>
              <a:off x="1937376" y="1977120"/>
              <a:ext cx="34560" cy="402480"/>
            </p14:xfrm>
          </p:contentPart>
        </mc:Choice>
        <mc:Fallback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D68EA2D0-FC85-2972-9715-B759B1B666A5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933056" y="1972800"/>
                <a:ext cx="43200" cy="411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5A49913C-0D6F-C74C-54E7-020F7FEF56E8}"/>
                  </a:ext>
                </a:extLst>
              </p14:cNvPr>
              <p14:cNvContentPartPr/>
              <p14:nvPr/>
            </p14:nvContentPartPr>
            <p14:xfrm>
              <a:off x="1919736" y="1932480"/>
              <a:ext cx="1334520" cy="45720"/>
            </p14:xfrm>
          </p:contentPart>
        </mc:Choice>
        <mc:Fallback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5A49913C-0D6F-C74C-54E7-020F7FEF56E8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915416" y="1928160"/>
                <a:ext cx="1343160" cy="54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C95B9A5E-EF50-2DB7-2688-9589C15EACC1}"/>
                  </a:ext>
                </a:extLst>
              </p14:cNvPr>
              <p14:cNvContentPartPr/>
              <p14:nvPr/>
            </p14:nvContentPartPr>
            <p14:xfrm>
              <a:off x="1933056" y="2386800"/>
              <a:ext cx="1379520" cy="64440"/>
            </p14:xfrm>
          </p:contentPart>
        </mc:Choice>
        <mc:Fallback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C95B9A5E-EF50-2DB7-2688-9589C15EACC1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928736" y="2382480"/>
                <a:ext cx="1388160" cy="73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239C869A-F944-E1F5-7315-A355C3A9B0EB}"/>
                  </a:ext>
                </a:extLst>
              </p14:cNvPr>
              <p14:cNvContentPartPr/>
              <p14:nvPr/>
            </p14:nvContentPartPr>
            <p14:xfrm>
              <a:off x="3266136" y="1929960"/>
              <a:ext cx="17280" cy="484200"/>
            </p14:xfrm>
          </p:contentPart>
        </mc:Choice>
        <mc:Fallback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239C869A-F944-E1F5-7315-A355C3A9B0EB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3261816" y="1925640"/>
                <a:ext cx="25920" cy="492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0E632538-5055-742C-8720-99D2B6679550}"/>
                  </a:ext>
                </a:extLst>
              </p14:cNvPr>
              <p14:cNvContentPartPr/>
              <p14:nvPr/>
            </p14:nvContentPartPr>
            <p14:xfrm>
              <a:off x="2941776" y="1950840"/>
              <a:ext cx="17640" cy="485640"/>
            </p14:xfrm>
          </p:contentPart>
        </mc:Choice>
        <mc:Fallback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0E632538-5055-742C-8720-99D2B6679550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2937456" y="1946520"/>
                <a:ext cx="26280" cy="494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544624CA-52C9-B65D-34AC-BA67EAD923E2}"/>
                  </a:ext>
                </a:extLst>
              </p14:cNvPr>
              <p14:cNvContentPartPr/>
              <p14:nvPr/>
            </p14:nvContentPartPr>
            <p14:xfrm>
              <a:off x="3146616" y="2113920"/>
              <a:ext cx="799560" cy="74880"/>
            </p14:xfrm>
          </p:contentPart>
        </mc:Choice>
        <mc:Fallback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544624CA-52C9-B65D-34AC-BA67EAD923E2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3142296" y="2109600"/>
                <a:ext cx="808200" cy="83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0B1ED5ED-F06D-1609-1765-6C918644D4BE}"/>
                  </a:ext>
                </a:extLst>
              </p14:cNvPr>
              <p14:cNvContentPartPr/>
              <p14:nvPr/>
            </p14:nvContentPartPr>
            <p14:xfrm>
              <a:off x="3917016" y="2055960"/>
              <a:ext cx="90720" cy="144720"/>
            </p14:xfrm>
          </p:contentPart>
        </mc:Choice>
        <mc:Fallback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0B1ED5ED-F06D-1609-1765-6C918644D4BE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3912696" y="2051640"/>
                <a:ext cx="99360" cy="153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47532389-3A91-853E-35AF-34029A656CC0}"/>
                  </a:ext>
                </a:extLst>
              </p14:cNvPr>
              <p14:cNvContentPartPr/>
              <p14:nvPr/>
            </p14:nvContentPartPr>
            <p14:xfrm>
              <a:off x="4070736" y="1885320"/>
              <a:ext cx="17280" cy="547920"/>
            </p14:xfrm>
          </p:contentPart>
        </mc:Choice>
        <mc:Fallback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47532389-3A91-853E-35AF-34029A656CC0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4066416" y="1881000"/>
                <a:ext cx="25920" cy="556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580CA696-7FD0-E579-EF5C-4275D8F17F0C}"/>
                  </a:ext>
                </a:extLst>
              </p14:cNvPr>
              <p14:cNvContentPartPr/>
              <p14:nvPr/>
            </p14:nvContentPartPr>
            <p14:xfrm>
              <a:off x="3919536" y="1749600"/>
              <a:ext cx="1356480" cy="637560"/>
            </p14:xfrm>
          </p:contentPart>
        </mc:Choice>
        <mc:Fallback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580CA696-7FD0-E579-EF5C-4275D8F17F0C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3915216" y="1745280"/>
                <a:ext cx="1365120" cy="646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">
            <p14:nvContentPartPr>
              <p14:cNvPr id="22" name="Ink 21">
                <a:extLst>
                  <a:ext uri="{FF2B5EF4-FFF2-40B4-BE49-F238E27FC236}">
                    <a16:creationId xmlns:a16="http://schemas.microsoft.com/office/drawing/2014/main" id="{8576E2D2-6711-0895-941B-3C11CE36F4C2}"/>
                  </a:ext>
                </a:extLst>
              </p14:cNvPr>
              <p14:cNvContentPartPr/>
              <p14:nvPr/>
            </p14:nvContentPartPr>
            <p14:xfrm>
              <a:off x="4887576" y="1793880"/>
              <a:ext cx="45720" cy="636120"/>
            </p14:xfrm>
          </p:contentPart>
        </mc:Choice>
        <mc:Fallback>
          <p:pic>
            <p:nvPicPr>
              <p:cNvPr id="22" name="Ink 21">
                <a:extLst>
                  <a:ext uri="{FF2B5EF4-FFF2-40B4-BE49-F238E27FC236}">
                    <a16:creationId xmlns:a16="http://schemas.microsoft.com/office/drawing/2014/main" id="{8576E2D2-6711-0895-941B-3C11CE36F4C2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4883256" y="1789560"/>
                <a:ext cx="54360" cy="644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D48C09C8-330F-AB0C-8DAB-FD20AEB31D82}"/>
                  </a:ext>
                </a:extLst>
              </p14:cNvPr>
              <p14:cNvContentPartPr/>
              <p14:nvPr/>
            </p14:nvContentPartPr>
            <p14:xfrm>
              <a:off x="5080896" y="2030040"/>
              <a:ext cx="921960" cy="84240"/>
            </p14:xfrm>
          </p:contentPart>
        </mc:Choice>
        <mc:Fallback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D48C09C8-330F-AB0C-8DAB-FD20AEB31D82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5076576" y="2025720"/>
                <a:ext cx="930600" cy="92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4">
            <p14:nvContentPartPr>
              <p14:cNvPr id="24" name="Ink 23">
                <a:extLst>
                  <a:ext uri="{FF2B5EF4-FFF2-40B4-BE49-F238E27FC236}">
                    <a16:creationId xmlns:a16="http://schemas.microsoft.com/office/drawing/2014/main" id="{DE92ED08-0675-49A5-3D98-84E977C78CDF}"/>
                  </a:ext>
                </a:extLst>
              </p14:cNvPr>
              <p14:cNvContentPartPr/>
              <p14:nvPr/>
            </p14:nvContentPartPr>
            <p14:xfrm>
              <a:off x="6014016" y="1960920"/>
              <a:ext cx="164160" cy="198720"/>
            </p14:xfrm>
          </p:contentPart>
        </mc:Choice>
        <mc:Fallback>
          <p:pic>
            <p:nvPicPr>
              <p:cNvPr id="24" name="Ink 23">
                <a:extLst>
                  <a:ext uri="{FF2B5EF4-FFF2-40B4-BE49-F238E27FC236}">
                    <a16:creationId xmlns:a16="http://schemas.microsoft.com/office/drawing/2014/main" id="{DE92ED08-0675-49A5-3D98-84E977C78CDF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6009696" y="1956600"/>
                <a:ext cx="172800" cy="207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6">
            <p14:nvContentPartPr>
              <p14:cNvPr id="25" name="Ink 24">
                <a:extLst>
                  <a:ext uri="{FF2B5EF4-FFF2-40B4-BE49-F238E27FC236}">
                    <a16:creationId xmlns:a16="http://schemas.microsoft.com/office/drawing/2014/main" id="{6C6E3241-0623-5416-F258-DD3A6F28192A}"/>
                  </a:ext>
                </a:extLst>
              </p14:cNvPr>
              <p14:cNvContentPartPr/>
              <p14:nvPr/>
            </p14:nvContentPartPr>
            <p14:xfrm>
              <a:off x="6216336" y="1683000"/>
              <a:ext cx="149040" cy="707040"/>
            </p14:xfrm>
          </p:contentPart>
        </mc:Choice>
        <mc:Fallback>
          <p:pic>
            <p:nvPicPr>
              <p:cNvPr id="25" name="Ink 24">
                <a:extLst>
                  <a:ext uri="{FF2B5EF4-FFF2-40B4-BE49-F238E27FC236}">
                    <a16:creationId xmlns:a16="http://schemas.microsoft.com/office/drawing/2014/main" id="{6C6E3241-0623-5416-F258-DD3A6F28192A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6212016" y="1678680"/>
                <a:ext cx="157680" cy="715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8">
            <p14:nvContentPartPr>
              <p14:cNvPr id="26" name="Ink 25">
                <a:extLst>
                  <a:ext uri="{FF2B5EF4-FFF2-40B4-BE49-F238E27FC236}">
                    <a16:creationId xmlns:a16="http://schemas.microsoft.com/office/drawing/2014/main" id="{64B2B33C-E7D2-DD65-6CCE-69F8032B5CCA}"/>
                  </a:ext>
                </a:extLst>
              </p14:cNvPr>
              <p14:cNvContentPartPr/>
              <p14:nvPr/>
            </p14:nvContentPartPr>
            <p14:xfrm>
              <a:off x="6105096" y="1562040"/>
              <a:ext cx="1431000" cy="781560"/>
            </p14:xfrm>
          </p:contentPart>
        </mc:Choice>
        <mc:Fallback>
          <p:pic>
            <p:nvPicPr>
              <p:cNvPr id="26" name="Ink 25">
                <a:extLst>
                  <a:ext uri="{FF2B5EF4-FFF2-40B4-BE49-F238E27FC236}">
                    <a16:creationId xmlns:a16="http://schemas.microsoft.com/office/drawing/2014/main" id="{64B2B33C-E7D2-DD65-6CCE-69F8032B5CCA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6100776" y="1557720"/>
                <a:ext cx="1439640" cy="790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0">
            <p14:nvContentPartPr>
              <p14:cNvPr id="27" name="Ink 26">
                <a:extLst>
                  <a:ext uri="{FF2B5EF4-FFF2-40B4-BE49-F238E27FC236}">
                    <a16:creationId xmlns:a16="http://schemas.microsoft.com/office/drawing/2014/main" id="{E3CF28E7-E3BB-6580-D902-861B55FBFEC8}"/>
                  </a:ext>
                </a:extLst>
              </p14:cNvPr>
              <p14:cNvContentPartPr/>
              <p14:nvPr/>
            </p14:nvContentPartPr>
            <p14:xfrm>
              <a:off x="7035696" y="1630800"/>
              <a:ext cx="118440" cy="709920"/>
            </p14:xfrm>
          </p:contentPart>
        </mc:Choice>
        <mc:Fallback>
          <p:pic>
            <p:nvPicPr>
              <p:cNvPr id="27" name="Ink 26">
                <a:extLst>
                  <a:ext uri="{FF2B5EF4-FFF2-40B4-BE49-F238E27FC236}">
                    <a16:creationId xmlns:a16="http://schemas.microsoft.com/office/drawing/2014/main" id="{E3CF28E7-E3BB-6580-D902-861B55FBFEC8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7031376" y="1626480"/>
                <a:ext cx="127080" cy="718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2">
            <p14:nvContentPartPr>
              <p14:cNvPr id="28" name="Ink 27">
                <a:extLst>
                  <a:ext uri="{FF2B5EF4-FFF2-40B4-BE49-F238E27FC236}">
                    <a16:creationId xmlns:a16="http://schemas.microsoft.com/office/drawing/2014/main" id="{25FB3F67-30FC-F673-1430-A808F2BF7626}"/>
                  </a:ext>
                </a:extLst>
              </p14:cNvPr>
              <p14:cNvContentPartPr/>
              <p14:nvPr/>
            </p14:nvContentPartPr>
            <p14:xfrm>
              <a:off x="7250256" y="1985760"/>
              <a:ext cx="44640" cy="39600"/>
            </p14:xfrm>
          </p:contentPart>
        </mc:Choice>
        <mc:Fallback>
          <p:pic>
            <p:nvPicPr>
              <p:cNvPr id="28" name="Ink 27">
                <a:extLst>
                  <a:ext uri="{FF2B5EF4-FFF2-40B4-BE49-F238E27FC236}">
                    <a16:creationId xmlns:a16="http://schemas.microsoft.com/office/drawing/2014/main" id="{25FB3F67-30FC-F673-1430-A808F2BF7626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7245936" y="1981440"/>
                <a:ext cx="53280" cy="48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4">
            <p14:nvContentPartPr>
              <p14:cNvPr id="29" name="Ink 28">
                <a:extLst>
                  <a:ext uri="{FF2B5EF4-FFF2-40B4-BE49-F238E27FC236}">
                    <a16:creationId xmlns:a16="http://schemas.microsoft.com/office/drawing/2014/main" id="{879CFEC1-647B-F358-6131-3F922F1F6538}"/>
                  </a:ext>
                </a:extLst>
              </p14:cNvPr>
              <p14:cNvContentPartPr/>
              <p14:nvPr/>
            </p14:nvContentPartPr>
            <p14:xfrm>
              <a:off x="620496" y="1607400"/>
              <a:ext cx="54000" cy="259560"/>
            </p14:xfrm>
          </p:contentPart>
        </mc:Choice>
        <mc:Fallback>
          <p:pic>
            <p:nvPicPr>
              <p:cNvPr id="29" name="Ink 28">
                <a:extLst>
                  <a:ext uri="{FF2B5EF4-FFF2-40B4-BE49-F238E27FC236}">
                    <a16:creationId xmlns:a16="http://schemas.microsoft.com/office/drawing/2014/main" id="{879CFEC1-647B-F358-6131-3F922F1F6538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616176" y="1603080"/>
                <a:ext cx="62640" cy="268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6">
            <p14:nvContentPartPr>
              <p14:cNvPr id="30" name="Ink 29">
                <a:extLst>
                  <a:ext uri="{FF2B5EF4-FFF2-40B4-BE49-F238E27FC236}">
                    <a16:creationId xmlns:a16="http://schemas.microsoft.com/office/drawing/2014/main" id="{271C6266-A0B4-A5D3-232F-AF2DD0C225BA}"/>
                  </a:ext>
                </a:extLst>
              </p14:cNvPr>
              <p14:cNvContentPartPr/>
              <p14:nvPr/>
            </p14:nvContentPartPr>
            <p14:xfrm>
              <a:off x="561456" y="1557360"/>
              <a:ext cx="606240" cy="341280"/>
            </p14:xfrm>
          </p:contentPart>
        </mc:Choice>
        <mc:Fallback>
          <p:pic>
            <p:nvPicPr>
              <p:cNvPr id="30" name="Ink 29">
                <a:extLst>
                  <a:ext uri="{FF2B5EF4-FFF2-40B4-BE49-F238E27FC236}">
                    <a16:creationId xmlns:a16="http://schemas.microsoft.com/office/drawing/2014/main" id="{271C6266-A0B4-A5D3-232F-AF2DD0C225BA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557136" y="1553040"/>
                <a:ext cx="614880" cy="349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8">
            <p14:nvContentPartPr>
              <p14:cNvPr id="31" name="Ink 30">
                <a:extLst>
                  <a:ext uri="{FF2B5EF4-FFF2-40B4-BE49-F238E27FC236}">
                    <a16:creationId xmlns:a16="http://schemas.microsoft.com/office/drawing/2014/main" id="{7D80CEBC-701D-D0EA-1AFC-ACADBA4D53D7}"/>
                  </a:ext>
                </a:extLst>
              </p14:cNvPr>
              <p14:cNvContentPartPr/>
              <p14:nvPr/>
            </p14:nvContentPartPr>
            <p14:xfrm>
              <a:off x="537696" y="1131480"/>
              <a:ext cx="171720" cy="407880"/>
            </p14:xfrm>
          </p:contentPart>
        </mc:Choice>
        <mc:Fallback>
          <p:pic>
            <p:nvPicPr>
              <p:cNvPr id="31" name="Ink 30">
                <a:extLst>
                  <a:ext uri="{FF2B5EF4-FFF2-40B4-BE49-F238E27FC236}">
                    <a16:creationId xmlns:a16="http://schemas.microsoft.com/office/drawing/2014/main" id="{7D80CEBC-701D-D0EA-1AFC-ACADBA4D53D7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533376" y="1127160"/>
                <a:ext cx="180360" cy="416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0">
            <p14:nvContentPartPr>
              <p14:cNvPr id="32" name="Ink 31">
                <a:extLst>
                  <a:ext uri="{FF2B5EF4-FFF2-40B4-BE49-F238E27FC236}">
                    <a16:creationId xmlns:a16="http://schemas.microsoft.com/office/drawing/2014/main" id="{9C26061E-D5D9-B5CA-DA13-4714AE35EDCA}"/>
                  </a:ext>
                </a:extLst>
              </p14:cNvPr>
              <p14:cNvContentPartPr/>
              <p14:nvPr/>
            </p14:nvContentPartPr>
            <p14:xfrm>
              <a:off x="464616" y="1337400"/>
              <a:ext cx="180720" cy="32760"/>
            </p14:xfrm>
          </p:contentPart>
        </mc:Choice>
        <mc:Fallback>
          <p:pic>
            <p:nvPicPr>
              <p:cNvPr id="32" name="Ink 31">
                <a:extLst>
                  <a:ext uri="{FF2B5EF4-FFF2-40B4-BE49-F238E27FC236}">
                    <a16:creationId xmlns:a16="http://schemas.microsoft.com/office/drawing/2014/main" id="{9C26061E-D5D9-B5CA-DA13-4714AE35EDCA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460296" y="1333080"/>
                <a:ext cx="189360" cy="4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2">
            <p14:nvContentPartPr>
              <p14:cNvPr id="33" name="Ink 32">
                <a:extLst>
                  <a:ext uri="{FF2B5EF4-FFF2-40B4-BE49-F238E27FC236}">
                    <a16:creationId xmlns:a16="http://schemas.microsoft.com/office/drawing/2014/main" id="{971DB6E7-4E46-3BD8-15EC-E0C59C2E8D5C}"/>
                  </a:ext>
                </a:extLst>
              </p14:cNvPr>
              <p14:cNvContentPartPr/>
              <p14:nvPr/>
            </p14:nvContentPartPr>
            <p14:xfrm>
              <a:off x="696096" y="1315440"/>
              <a:ext cx="88200" cy="102600"/>
            </p14:xfrm>
          </p:contentPart>
        </mc:Choice>
        <mc:Fallback>
          <p:pic>
            <p:nvPicPr>
              <p:cNvPr id="33" name="Ink 32">
                <a:extLst>
                  <a:ext uri="{FF2B5EF4-FFF2-40B4-BE49-F238E27FC236}">
                    <a16:creationId xmlns:a16="http://schemas.microsoft.com/office/drawing/2014/main" id="{971DB6E7-4E46-3BD8-15EC-E0C59C2E8D5C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691776" y="1311120"/>
                <a:ext cx="96840" cy="111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4">
            <p14:nvContentPartPr>
              <p14:cNvPr id="34" name="Ink 33">
                <a:extLst>
                  <a:ext uri="{FF2B5EF4-FFF2-40B4-BE49-F238E27FC236}">
                    <a16:creationId xmlns:a16="http://schemas.microsoft.com/office/drawing/2014/main" id="{F85CC86A-5BA9-C88F-8628-985B5A7F174A}"/>
                  </a:ext>
                </a:extLst>
              </p14:cNvPr>
              <p14:cNvContentPartPr/>
              <p14:nvPr/>
            </p14:nvContentPartPr>
            <p14:xfrm>
              <a:off x="804816" y="1307520"/>
              <a:ext cx="63720" cy="96480"/>
            </p14:xfrm>
          </p:contentPart>
        </mc:Choice>
        <mc:Fallback>
          <p:pic>
            <p:nvPicPr>
              <p:cNvPr id="34" name="Ink 33">
                <a:extLst>
                  <a:ext uri="{FF2B5EF4-FFF2-40B4-BE49-F238E27FC236}">
                    <a16:creationId xmlns:a16="http://schemas.microsoft.com/office/drawing/2014/main" id="{F85CC86A-5BA9-C88F-8628-985B5A7F174A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800496" y="1303200"/>
                <a:ext cx="72360" cy="105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6">
            <p14:nvContentPartPr>
              <p14:cNvPr id="35" name="Ink 34">
                <a:extLst>
                  <a:ext uri="{FF2B5EF4-FFF2-40B4-BE49-F238E27FC236}">
                    <a16:creationId xmlns:a16="http://schemas.microsoft.com/office/drawing/2014/main" id="{3196B4BE-F04B-6511-8D4F-18E3CA67AD9B}"/>
                  </a:ext>
                </a:extLst>
              </p14:cNvPr>
              <p14:cNvContentPartPr/>
              <p14:nvPr/>
            </p14:nvContentPartPr>
            <p14:xfrm>
              <a:off x="1175616" y="1149840"/>
              <a:ext cx="59760" cy="183600"/>
            </p14:xfrm>
          </p:contentPart>
        </mc:Choice>
        <mc:Fallback>
          <p:pic>
            <p:nvPicPr>
              <p:cNvPr id="35" name="Ink 34">
                <a:extLst>
                  <a:ext uri="{FF2B5EF4-FFF2-40B4-BE49-F238E27FC236}">
                    <a16:creationId xmlns:a16="http://schemas.microsoft.com/office/drawing/2014/main" id="{3196B4BE-F04B-6511-8D4F-18E3CA67AD9B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1171296" y="1145520"/>
                <a:ext cx="68400" cy="192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8">
            <p14:nvContentPartPr>
              <p14:cNvPr id="37" name="Ink 36">
                <a:extLst>
                  <a:ext uri="{FF2B5EF4-FFF2-40B4-BE49-F238E27FC236}">
                    <a16:creationId xmlns:a16="http://schemas.microsoft.com/office/drawing/2014/main" id="{8C7BDC31-9660-FCB7-64B3-D00FBC7D1814}"/>
                  </a:ext>
                </a:extLst>
              </p14:cNvPr>
              <p14:cNvContentPartPr/>
              <p14:nvPr/>
            </p14:nvContentPartPr>
            <p14:xfrm>
              <a:off x="982296" y="1278360"/>
              <a:ext cx="113760" cy="105840"/>
            </p14:xfrm>
          </p:contentPart>
        </mc:Choice>
        <mc:Fallback>
          <p:pic>
            <p:nvPicPr>
              <p:cNvPr id="37" name="Ink 36">
                <a:extLst>
                  <a:ext uri="{FF2B5EF4-FFF2-40B4-BE49-F238E27FC236}">
                    <a16:creationId xmlns:a16="http://schemas.microsoft.com/office/drawing/2014/main" id="{8C7BDC31-9660-FCB7-64B3-D00FBC7D1814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976176" y="1272240"/>
                <a:ext cx="126000" cy="118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0">
            <p14:nvContentPartPr>
              <p14:cNvPr id="38" name="Ink 37">
                <a:extLst>
                  <a:ext uri="{FF2B5EF4-FFF2-40B4-BE49-F238E27FC236}">
                    <a16:creationId xmlns:a16="http://schemas.microsoft.com/office/drawing/2014/main" id="{9ABBAF1C-ADE2-526F-4E41-5051661C10D0}"/>
                  </a:ext>
                </a:extLst>
              </p14:cNvPr>
              <p14:cNvContentPartPr/>
              <p14:nvPr/>
            </p14:nvContentPartPr>
            <p14:xfrm>
              <a:off x="925416" y="1717920"/>
              <a:ext cx="912600" cy="542160"/>
            </p14:xfrm>
          </p:contentPart>
        </mc:Choice>
        <mc:Fallback>
          <p:pic>
            <p:nvPicPr>
              <p:cNvPr id="38" name="Ink 37">
                <a:extLst>
                  <a:ext uri="{FF2B5EF4-FFF2-40B4-BE49-F238E27FC236}">
                    <a16:creationId xmlns:a16="http://schemas.microsoft.com/office/drawing/2014/main" id="{9ABBAF1C-ADE2-526F-4E41-5051661C10D0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919296" y="1711800"/>
                <a:ext cx="924840" cy="554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2">
            <p14:nvContentPartPr>
              <p14:cNvPr id="39" name="Ink 38">
                <a:extLst>
                  <a:ext uri="{FF2B5EF4-FFF2-40B4-BE49-F238E27FC236}">
                    <a16:creationId xmlns:a16="http://schemas.microsoft.com/office/drawing/2014/main" id="{D2607A35-8DD9-BE60-C95D-BFB8E9B60963}"/>
                  </a:ext>
                </a:extLst>
              </p14:cNvPr>
              <p14:cNvContentPartPr/>
              <p14:nvPr/>
            </p14:nvContentPartPr>
            <p14:xfrm>
              <a:off x="1763496" y="2077920"/>
              <a:ext cx="163080" cy="200520"/>
            </p14:xfrm>
          </p:contentPart>
        </mc:Choice>
        <mc:Fallback>
          <p:pic>
            <p:nvPicPr>
              <p:cNvPr id="39" name="Ink 38">
                <a:extLst>
                  <a:ext uri="{FF2B5EF4-FFF2-40B4-BE49-F238E27FC236}">
                    <a16:creationId xmlns:a16="http://schemas.microsoft.com/office/drawing/2014/main" id="{D2607A35-8DD9-BE60-C95D-BFB8E9B60963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1757376" y="2071800"/>
                <a:ext cx="175320" cy="212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4">
            <p14:nvContentPartPr>
              <p14:cNvPr id="40" name="Ink 39">
                <a:extLst>
                  <a:ext uri="{FF2B5EF4-FFF2-40B4-BE49-F238E27FC236}">
                    <a16:creationId xmlns:a16="http://schemas.microsoft.com/office/drawing/2014/main" id="{6F8358B9-2DD4-3409-3EB9-153273EFBCF8}"/>
                  </a:ext>
                </a:extLst>
              </p14:cNvPr>
              <p14:cNvContentPartPr/>
              <p14:nvPr/>
            </p14:nvContentPartPr>
            <p14:xfrm>
              <a:off x="603576" y="3042000"/>
              <a:ext cx="85680" cy="128520"/>
            </p14:xfrm>
          </p:contentPart>
        </mc:Choice>
        <mc:Fallback>
          <p:pic>
            <p:nvPicPr>
              <p:cNvPr id="40" name="Ink 39">
                <a:extLst>
                  <a:ext uri="{FF2B5EF4-FFF2-40B4-BE49-F238E27FC236}">
                    <a16:creationId xmlns:a16="http://schemas.microsoft.com/office/drawing/2014/main" id="{6F8358B9-2DD4-3409-3EB9-153273EFBCF8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597456" y="3035880"/>
                <a:ext cx="97920" cy="140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6">
            <p14:nvContentPartPr>
              <p14:cNvPr id="41" name="Ink 40">
                <a:extLst>
                  <a:ext uri="{FF2B5EF4-FFF2-40B4-BE49-F238E27FC236}">
                    <a16:creationId xmlns:a16="http://schemas.microsoft.com/office/drawing/2014/main" id="{686BE36A-D176-11CC-E418-725A8934BB3A}"/>
                  </a:ext>
                </a:extLst>
              </p14:cNvPr>
              <p14:cNvContentPartPr/>
              <p14:nvPr/>
            </p14:nvContentPartPr>
            <p14:xfrm>
              <a:off x="737496" y="3043440"/>
              <a:ext cx="154080" cy="71280"/>
            </p14:xfrm>
          </p:contentPart>
        </mc:Choice>
        <mc:Fallback>
          <p:pic>
            <p:nvPicPr>
              <p:cNvPr id="41" name="Ink 40">
                <a:extLst>
                  <a:ext uri="{FF2B5EF4-FFF2-40B4-BE49-F238E27FC236}">
                    <a16:creationId xmlns:a16="http://schemas.microsoft.com/office/drawing/2014/main" id="{686BE36A-D176-11CC-E418-725A8934BB3A}"/>
                  </a:ext>
                </a:extLst>
              </p:cNvPr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731376" y="3037320"/>
                <a:ext cx="166320" cy="83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8">
            <p14:nvContentPartPr>
              <p14:cNvPr id="42" name="Ink 41">
                <a:extLst>
                  <a:ext uri="{FF2B5EF4-FFF2-40B4-BE49-F238E27FC236}">
                    <a16:creationId xmlns:a16="http://schemas.microsoft.com/office/drawing/2014/main" id="{429ECEAC-73A3-259F-DF46-EC69D3AEEC31}"/>
                  </a:ext>
                </a:extLst>
              </p14:cNvPr>
              <p14:cNvContentPartPr/>
              <p14:nvPr/>
            </p14:nvContentPartPr>
            <p14:xfrm>
              <a:off x="925416" y="3041640"/>
              <a:ext cx="105120" cy="55800"/>
            </p14:xfrm>
          </p:contentPart>
        </mc:Choice>
        <mc:Fallback>
          <p:pic>
            <p:nvPicPr>
              <p:cNvPr id="42" name="Ink 41">
                <a:extLst>
                  <a:ext uri="{FF2B5EF4-FFF2-40B4-BE49-F238E27FC236}">
                    <a16:creationId xmlns:a16="http://schemas.microsoft.com/office/drawing/2014/main" id="{429ECEAC-73A3-259F-DF46-EC69D3AEEC31}"/>
                  </a:ext>
                </a:extLst>
              </p:cNvPr>
              <p:cNvPicPr/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919296" y="3035520"/>
                <a:ext cx="117360" cy="68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0">
            <p14:nvContentPartPr>
              <p14:cNvPr id="43" name="Ink 42">
                <a:extLst>
                  <a:ext uri="{FF2B5EF4-FFF2-40B4-BE49-F238E27FC236}">
                    <a16:creationId xmlns:a16="http://schemas.microsoft.com/office/drawing/2014/main" id="{BE930F29-5FD5-9D89-68C8-0A81AEA17AFE}"/>
                  </a:ext>
                </a:extLst>
              </p14:cNvPr>
              <p14:cNvContentPartPr/>
              <p14:nvPr/>
            </p14:nvContentPartPr>
            <p14:xfrm>
              <a:off x="1074096" y="2963160"/>
              <a:ext cx="81000" cy="124200"/>
            </p14:xfrm>
          </p:contentPart>
        </mc:Choice>
        <mc:Fallback>
          <p:pic>
            <p:nvPicPr>
              <p:cNvPr id="43" name="Ink 42">
                <a:extLst>
                  <a:ext uri="{FF2B5EF4-FFF2-40B4-BE49-F238E27FC236}">
                    <a16:creationId xmlns:a16="http://schemas.microsoft.com/office/drawing/2014/main" id="{BE930F29-5FD5-9D89-68C8-0A81AEA17AFE}"/>
                  </a:ext>
                </a:extLst>
              </p:cNvPr>
              <p:cNvPicPr/>
              <p:nvPr/>
            </p:nvPicPr>
            <p:blipFill>
              <a:blip r:embed="rId61"/>
              <a:stretch>
                <a:fillRect/>
              </a:stretch>
            </p:blipFill>
            <p:spPr>
              <a:xfrm>
                <a:off x="1067976" y="2957040"/>
                <a:ext cx="93240" cy="136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2">
            <p14:nvContentPartPr>
              <p14:cNvPr id="44" name="Ink 43">
                <a:extLst>
                  <a:ext uri="{FF2B5EF4-FFF2-40B4-BE49-F238E27FC236}">
                    <a16:creationId xmlns:a16="http://schemas.microsoft.com/office/drawing/2014/main" id="{AA2E6238-F0FB-B5A4-D288-A8DC3FE68C28}"/>
                  </a:ext>
                </a:extLst>
              </p14:cNvPr>
              <p14:cNvContentPartPr/>
              <p14:nvPr/>
            </p14:nvContentPartPr>
            <p14:xfrm>
              <a:off x="718056" y="3377520"/>
              <a:ext cx="41760" cy="222840"/>
            </p14:xfrm>
          </p:contentPart>
        </mc:Choice>
        <mc:Fallback>
          <p:pic>
            <p:nvPicPr>
              <p:cNvPr id="44" name="Ink 43">
                <a:extLst>
                  <a:ext uri="{FF2B5EF4-FFF2-40B4-BE49-F238E27FC236}">
                    <a16:creationId xmlns:a16="http://schemas.microsoft.com/office/drawing/2014/main" id="{AA2E6238-F0FB-B5A4-D288-A8DC3FE68C28}"/>
                  </a:ext>
                </a:extLst>
              </p:cNvPr>
              <p:cNvPicPr/>
              <p:nvPr/>
            </p:nvPicPr>
            <p:blipFill>
              <a:blip r:embed="rId63"/>
              <a:stretch>
                <a:fillRect/>
              </a:stretch>
            </p:blipFill>
            <p:spPr>
              <a:xfrm>
                <a:off x="711936" y="3371400"/>
                <a:ext cx="54000" cy="235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4">
            <p14:nvContentPartPr>
              <p14:cNvPr id="45" name="Ink 44">
                <a:extLst>
                  <a:ext uri="{FF2B5EF4-FFF2-40B4-BE49-F238E27FC236}">
                    <a16:creationId xmlns:a16="http://schemas.microsoft.com/office/drawing/2014/main" id="{41F95D5D-4600-FC8E-2FA7-90F7875089E2}"/>
                  </a:ext>
                </a:extLst>
              </p14:cNvPr>
              <p14:cNvContentPartPr/>
              <p14:nvPr/>
            </p14:nvContentPartPr>
            <p14:xfrm>
              <a:off x="600336" y="3257640"/>
              <a:ext cx="702000" cy="390600"/>
            </p14:xfrm>
          </p:contentPart>
        </mc:Choice>
        <mc:Fallback>
          <p:pic>
            <p:nvPicPr>
              <p:cNvPr id="45" name="Ink 44">
                <a:extLst>
                  <a:ext uri="{FF2B5EF4-FFF2-40B4-BE49-F238E27FC236}">
                    <a16:creationId xmlns:a16="http://schemas.microsoft.com/office/drawing/2014/main" id="{41F95D5D-4600-FC8E-2FA7-90F7875089E2}"/>
                  </a:ext>
                </a:extLst>
              </p:cNvPr>
              <p:cNvPicPr/>
              <p:nvPr/>
            </p:nvPicPr>
            <p:blipFill>
              <a:blip r:embed="rId65"/>
              <a:stretch>
                <a:fillRect/>
              </a:stretch>
            </p:blipFill>
            <p:spPr>
              <a:xfrm>
                <a:off x="594216" y="3251520"/>
                <a:ext cx="714240" cy="402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6">
            <p14:nvContentPartPr>
              <p14:cNvPr id="46" name="Ink 45">
                <a:extLst>
                  <a:ext uri="{FF2B5EF4-FFF2-40B4-BE49-F238E27FC236}">
                    <a16:creationId xmlns:a16="http://schemas.microsoft.com/office/drawing/2014/main" id="{AC6C0318-E2D1-57E7-EBA2-B8DE730FF545}"/>
                  </a:ext>
                </a:extLst>
              </p14:cNvPr>
              <p14:cNvContentPartPr/>
              <p14:nvPr/>
            </p14:nvContentPartPr>
            <p14:xfrm>
              <a:off x="1086336" y="2316960"/>
              <a:ext cx="5769360" cy="1166760"/>
            </p14:xfrm>
          </p:contentPart>
        </mc:Choice>
        <mc:Fallback>
          <p:pic>
            <p:nvPicPr>
              <p:cNvPr id="46" name="Ink 45">
                <a:extLst>
                  <a:ext uri="{FF2B5EF4-FFF2-40B4-BE49-F238E27FC236}">
                    <a16:creationId xmlns:a16="http://schemas.microsoft.com/office/drawing/2014/main" id="{AC6C0318-E2D1-57E7-EBA2-B8DE730FF545}"/>
                  </a:ext>
                </a:extLst>
              </p:cNvPr>
              <p:cNvPicPr/>
              <p:nvPr/>
            </p:nvPicPr>
            <p:blipFill>
              <a:blip r:embed="rId67"/>
              <a:stretch>
                <a:fillRect/>
              </a:stretch>
            </p:blipFill>
            <p:spPr>
              <a:xfrm>
                <a:off x="1080216" y="2310840"/>
                <a:ext cx="5781600" cy="1179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8">
            <p14:nvContentPartPr>
              <p14:cNvPr id="47" name="Ink 46">
                <a:extLst>
                  <a:ext uri="{FF2B5EF4-FFF2-40B4-BE49-F238E27FC236}">
                    <a16:creationId xmlns:a16="http://schemas.microsoft.com/office/drawing/2014/main" id="{403D723E-5523-C2AC-60AD-98647F339A50}"/>
                  </a:ext>
                </a:extLst>
              </p14:cNvPr>
              <p14:cNvContentPartPr/>
              <p14:nvPr/>
            </p14:nvContentPartPr>
            <p14:xfrm>
              <a:off x="6690096" y="2334600"/>
              <a:ext cx="104040" cy="130320"/>
            </p14:xfrm>
          </p:contentPart>
        </mc:Choice>
        <mc:Fallback>
          <p:pic>
            <p:nvPicPr>
              <p:cNvPr id="47" name="Ink 46">
                <a:extLst>
                  <a:ext uri="{FF2B5EF4-FFF2-40B4-BE49-F238E27FC236}">
                    <a16:creationId xmlns:a16="http://schemas.microsoft.com/office/drawing/2014/main" id="{403D723E-5523-C2AC-60AD-98647F339A50}"/>
                  </a:ext>
                </a:extLst>
              </p:cNvPr>
              <p:cNvPicPr/>
              <p:nvPr/>
            </p:nvPicPr>
            <p:blipFill>
              <a:blip r:embed="rId69"/>
              <a:stretch>
                <a:fillRect/>
              </a:stretch>
            </p:blipFill>
            <p:spPr>
              <a:xfrm>
                <a:off x="6683976" y="2328480"/>
                <a:ext cx="116280" cy="142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0">
            <p14:nvContentPartPr>
              <p14:cNvPr id="48" name="Ink 47">
                <a:extLst>
                  <a:ext uri="{FF2B5EF4-FFF2-40B4-BE49-F238E27FC236}">
                    <a16:creationId xmlns:a16="http://schemas.microsoft.com/office/drawing/2014/main" id="{4EE4A002-C8BB-BF33-615E-49E2D6F89615}"/>
                  </a:ext>
                </a:extLst>
              </p14:cNvPr>
              <p14:cNvContentPartPr/>
              <p14:nvPr/>
            </p14:nvContentPartPr>
            <p14:xfrm>
              <a:off x="6764976" y="2341080"/>
              <a:ext cx="84600" cy="121320"/>
            </p14:xfrm>
          </p:contentPart>
        </mc:Choice>
        <mc:Fallback>
          <p:pic>
            <p:nvPicPr>
              <p:cNvPr id="48" name="Ink 47">
                <a:extLst>
                  <a:ext uri="{FF2B5EF4-FFF2-40B4-BE49-F238E27FC236}">
                    <a16:creationId xmlns:a16="http://schemas.microsoft.com/office/drawing/2014/main" id="{4EE4A002-C8BB-BF33-615E-49E2D6F89615}"/>
                  </a:ext>
                </a:extLst>
              </p:cNvPr>
              <p:cNvPicPr/>
              <p:nvPr/>
            </p:nvPicPr>
            <p:blipFill>
              <a:blip r:embed="rId71"/>
              <a:stretch>
                <a:fillRect/>
              </a:stretch>
            </p:blipFill>
            <p:spPr>
              <a:xfrm>
                <a:off x="6758856" y="2334960"/>
                <a:ext cx="96840" cy="133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2">
            <p14:nvContentPartPr>
              <p14:cNvPr id="49" name="Ink 48">
                <a:extLst>
                  <a:ext uri="{FF2B5EF4-FFF2-40B4-BE49-F238E27FC236}">
                    <a16:creationId xmlns:a16="http://schemas.microsoft.com/office/drawing/2014/main" id="{4594CCAB-D758-F958-C4CE-1AF3E75532CF}"/>
                  </a:ext>
                </a:extLst>
              </p14:cNvPr>
              <p14:cNvContentPartPr/>
              <p14:nvPr/>
            </p14:nvContentPartPr>
            <p14:xfrm>
              <a:off x="2979504" y="463752"/>
              <a:ext cx="1112400" cy="64440"/>
            </p14:xfrm>
          </p:contentPart>
        </mc:Choice>
        <mc:Fallback>
          <p:pic>
            <p:nvPicPr>
              <p:cNvPr id="49" name="Ink 48">
                <a:extLst>
                  <a:ext uri="{FF2B5EF4-FFF2-40B4-BE49-F238E27FC236}">
                    <a16:creationId xmlns:a16="http://schemas.microsoft.com/office/drawing/2014/main" id="{4594CCAB-D758-F958-C4CE-1AF3E75532CF}"/>
                  </a:ext>
                </a:extLst>
              </p:cNvPr>
              <p:cNvPicPr/>
              <p:nvPr/>
            </p:nvPicPr>
            <p:blipFill>
              <a:blip r:embed="rId73"/>
              <a:stretch>
                <a:fillRect/>
              </a:stretch>
            </p:blipFill>
            <p:spPr>
              <a:xfrm>
                <a:off x="2973384" y="457632"/>
                <a:ext cx="1124640" cy="76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4">
            <p14:nvContentPartPr>
              <p14:cNvPr id="50" name="Ink 49">
                <a:extLst>
                  <a:ext uri="{FF2B5EF4-FFF2-40B4-BE49-F238E27FC236}">
                    <a16:creationId xmlns:a16="http://schemas.microsoft.com/office/drawing/2014/main" id="{9466B60C-517E-D26C-96DE-B9E1B2D6F219}"/>
                  </a:ext>
                </a:extLst>
              </p14:cNvPr>
              <p14:cNvContentPartPr/>
              <p14:nvPr/>
            </p14:nvContentPartPr>
            <p14:xfrm>
              <a:off x="2421144" y="1358712"/>
              <a:ext cx="539280" cy="802440"/>
            </p14:xfrm>
          </p:contentPart>
        </mc:Choice>
        <mc:Fallback>
          <p:pic>
            <p:nvPicPr>
              <p:cNvPr id="50" name="Ink 49">
                <a:extLst>
                  <a:ext uri="{FF2B5EF4-FFF2-40B4-BE49-F238E27FC236}">
                    <a16:creationId xmlns:a16="http://schemas.microsoft.com/office/drawing/2014/main" id="{9466B60C-517E-D26C-96DE-B9E1B2D6F219}"/>
                  </a:ext>
                </a:extLst>
              </p:cNvPr>
              <p:cNvPicPr/>
              <p:nvPr/>
            </p:nvPicPr>
            <p:blipFill>
              <a:blip r:embed="rId75"/>
              <a:stretch>
                <a:fillRect/>
              </a:stretch>
            </p:blipFill>
            <p:spPr>
              <a:xfrm>
                <a:off x="2415024" y="1352592"/>
                <a:ext cx="551520" cy="814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6">
            <p14:nvContentPartPr>
              <p14:cNvPr id="51" name="Ink 50">
                <a:extLst>
                  <a:ext uri="{FF2B5EF4-FFF2-40B4-BE49-F238E27FC236}">
                    <a16:creationId xmlns:a16="http://schemas.microsoft.com/office/drawing/2014/main" id="{4A3010FC-33D7-CCCD-312A-39732E3F6D41}"/>
                  </a:ext>
                </a:extLst>
              </p14:cNvPr>
              <p14:cNvContentPartPr/>
              <p14:nvPr/>
            </p14:nvContentPartPr>
            <p14:xfrm>
              <a:off x="2965104" y="548352"/>
              <a:ext cx="20160" cy="835560"/>
            </p14:xfrm>
          </p:contentPart>
        </mc:Choice>
        <mc:Fallback>
          <p:pic>
            <p:nvPicPr>
              <p:cNvPr id="51" name="Ink 50">
                <a:extLst>
                  <a:ext uri="{FF2B5EF4-FFF2-40B4-BE49-F238E27FC236}">
                    <a16:creationId xmlns:a16="http://schemas.microsoft.com/office/drawing/2014/main" id="{4A3010FC-33D7-CCCD-312A-39732E3F6D41}"/>
                  </a:ext>
                </a:extLst>
              </p:cNvPr>
              <p:cNvPicPr/>
              <p:nvPr/>
            </p:nvPicPr>
            <p:blipFill>
              <a:blip r:embed="rId77"/>
              <a:stretch>
                <a:fillRect/>
              </a:stretch>
            </p:blipFill>
            <p:spPr>
              <a:xfrm>
                <a:off x="2958984" y="542232"/>
                <a:ext cx="32400" cy="847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8">
            <p14:nvContentPartPr>
              <p14:cNvPr id="52" name="Ink 51">
                <a:extLst>
                  <a:ext uri="{FF2B5EF4-FFF2-40B4-BE49-F238E27FC236}">
                    <a16:creationId xmlns:a16="http://schemas.microsoft.com/office/drawing/2014/main" id="{10A5CB51-1C66-3653-7DDC-C11976DCD259}"/>
                  </a:ext>
                </a:extLst>
              </p14:cNvPr>
              <p14:cNvContentPartPr/>
              <p14:nvPr/>
            </p14:nvContentPartPr>
            <p14:xfrm>
              <a:off x="2992104" y="709272"/>
              <a:ext cx="1068120" cy="65520"/>
            </p14:xfrm>
          </p:contentPart>
        </mc:Choice>
        <mc:Fallback>
          <p:pic>
            <p:nvPicPr>
              <p:cNvPr id="52" name="Ink 51">
                <a:extLst>
                  <a:ext uri="{FF2B5EF4-FFF2-40B4-BE49-F238E27FC236}">
                    <a16:creationId xmlns:a16="http://schemas.microsoft.com/office/drawing/2014/main" id="{10A5CB51-1C66-3653-7DDC-C11976DCD259}"/>
                  </a:ext>
                </a:extLst>
              </p:cNvPr>
              <p:cNvPicPr/>
              <p:nvPr/>
            </p:nvPicPr>
            <p:blipFill>
              <a:blip r:embed="rId79"/>
              <a:stretch>
                <a:fillRect/>
              </a:stretch>
            </p:blipFill>
            <p:spPr>
              <a:xfrm>
                <a:off x="2985984" y="703152"/>
                <a:ext cx="1080360" cy="77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0">
            <p14:nvContentPartPr>
              <p14:cNvPr id="53" name="Ink 52">
                <a:extLst>
                  <a:ext uri="{FF2B5EF4-FFF2-40B4-BE49-F238E27FC236}">
                    <a16:creationId xmlns:a16="http://schemas.microsoft.com/office/drawing/2014/main" id="{61D59F75-BDA6-059A-A5D6-E504896F01FC}"/>
                  </a:ext>
                </a:extLst>
              </p14:cNvPr>
              <p14:cNvContentPartPr/>
              <p14:nvPr/>
            </p14:nvContentPartPr>
            <p14:xfrm>
              <a:off x="3181464" y="609912"/>
              <a:ext cx="15480" cy="19800"/>
            </p14:xfrm>
          </p:contentPart>
        </mc:Choice>
        <mc:Fallback>
          <p:pic>
            <p:nvPicPr>
              <p:cNvPr id="53" name="Ink 52">
                <a:extLst>
                  <a:ext uri="{FF2B5EF4-FFF2-40B4-BE49-F238E27FC236}">
                    <a16:creationId xmlns:a16="http://schemas.microsoft.com/office/drawing/2014/main" id="{61D59F75-BDA6-059A-A5D6-E504896F01FC}"/>
                  </a:ext>
                </a:extLst>
              </p:cNvPr>
              <p:cNvPicPr/>
              <p:nvPr/>
            </p:nvPicPr>
            <p:blipFill>
              <a:blip r:embed="rId81"/>
              <a:stretch>
                <a:fillRect/>
              </a:stretch>
            </p:blipFill>
            <p:spPr>
              <a:xfrm>
                <a:off x="3175344" y="603792"/>
                <a:ext cx="27720" cy="32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2">
            <p14:nvContentPartPr>
              <p14:cNvPr id="54" name="Ink 53">
                <a:extLst>
                  <a:ext uri="{FF2B5EF4-FFF2-40B4-BE49-F238E27FC236}">
                    <a16:creationId xmlns:a16="http://schemas.microsoft.com/office/drawing/2014/main" id="{E3A533E1-53B0-E88B-EA8C-41E115E3C6D0}"/>
                  </a:ext>
                </a:extLst>
              </p14:cNvPr>
              <p14:cNvContentPartPr/>
              <p14:nvPr/>
            </p14:nvContentPartPr>
            <p14:xfrm>
              <a:off x="3177144" y="691992"/>
              <a:ext cx="10080" cy="19080"/>
            </p14:xfrm>
          </p:contentPart>
        </mc:Choice>
        <mc:Fallback>
          <p:pic>
            <p:nvPicPr>
              <p:cNvPr id="54" name="Ink 53">
                <a:extLst>
                  <a:ext uri="{FF2B5EF4-FFF2-40B4-BE49-F238E27FC236}">
                    <a16:creationId xmlns:a16="http://schemas.microsoft.com/office/drawing/2014/main" id="{E3A533E1-53B0-E88B-EA8C-41E115E3C6D0}"/>
                  </a:ext>
                </a:extLst>
              </p:cNvPr>
              <p:cNvPicPr/>
              <p:nvPr/>
            </p:nvPicPr>
            <p:blipFill>
              <a:blip r:embed="rId83"/>
              <a:stretch>
                <a:fillRect/>
              </a:stretch>
            </p:blipFill>
            <p:spPr>
              <a:xfrm>
                <a:off x="3171024" y="685872"/>
                <a:ext cx="22320" cy="31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4">
            <p14:nvContentPartPr>
              <p14:cNvPr id="55" name="Ink 54">
                <a:extLst>
                  <a:ext uri="{FF2B5EF4-FFF2-40B4-BE49-F238E27FC236}">
                    <a16:creationId xmlns:a16="http://schemas.microsoft.com/office/drawing/2014/main" id="{3310E84D-078F-0944-CB8B-9CF780B7BE26}"/>
                  </a:ext>
                </a:extLst>
              </p14:cNvPr>
              <p14:cNvContentPartPr/>
              <p14:nvPr/>
            </p14:nvContentPartPr>
            <p14:xfrm>
              <a:off x="3233304" y="608112"/>
              <a:ext cx="81000" cy="83520"/>
            </p14:xfrm>
          </p:contentPart>
        </mc:Choice>
        <mc:Fallback>
          <p:pic>
            <p:nvPicPr>
              <p:cNvPr id="55" name="Ink 54">
                <a:extLst>
                  <a:ext uri="{FF2B5EF4-FFF2-40B4-BE49-F238E27FC236}">
                    <a16:creationId xmlns:a16="http://schemas.microsoft.com/office/drawing/2014/main" id="{3310E84D-078F-0944-CB8B-9CF780B7BE26}"/>
                  </a:ext>
                </a:extLst>
              </p:cNvPr>
              <p:cNvPicPr/>
              <p:nvPr/>
            </p:nvPicPr>
            <p:blipFill>
              <a:blip r:embed="rId85"/>
              <a:stretch>
                <a:fillRect/>
              </a:stretch>
            </p:blipFill>
            <p:spPr>
              <a:xfrm>
                <a:off x="3227184" y="601992"/>
                <a:ext cx="93240" cy="95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6">
            <p14:nvContentPartPr>
              <p14:cNvPr id="56" name="Ink 55">
                <a:extLst>
                  <a:ext uri="{FF2B5EF4-FFF2-40B4-BE49-F238E27FC236}">
                    <a16:creationId xmlns:a16="http://schemas.microsoft.com/office/drawing/2014/main" id="{0F403F11-CB49-B7C5-370E-291470641555}"/>
                  </a:ext>
                </a:extLst>
              </p14:cNvPr>
              <p14:cNvContentPartPr/>
              <p14:nvPr/>
            </p14:nvContentPartPr>
            <p14:xfrm>
              <a:off x="3360024" y="528912"/>
              <a:ext cx="68760" cy="180720"/>
            </p14:xfrm>
          </p:contentPart>
        </mc:Choice>
        <mc:Fallback>
          <p:pic>
            <p:nvPicPr>
              <p:cNvPr id="56" name="Ink 55">
                <a:extLst>
                  <a:ext uri="{FF2B5EF4-FFF2-40B4-BE49-F238E27FC236}">
                    <a16:creationId xmlns:a16="http://schemas.microsoft.com/office/drawing/2014/main" id="{0F403F11-CB49-B7C5-370E-291470641555}"/>
                  </a:ext>
                </a:extLst>
              </p:cNvPr>
              <p:cNvPicPr/>
              <p:nvPr/>
            </p:nvPicPr>
            <p:blipFill>
              <a:blip r:embed="rId87"/>
              <a:stretch>
                <a:fillRect/>
              </a:stretch>
            </p:blipFill>
            <p:spPr>
              <a:xfrm>
                <a:off x="3353904" y="522792"/>
                <a:ext cx="81000" cy="192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8">
            <p14:nvContentPartPr>
              <p14:cNvPr id="57" name="Ink 56">
                <a:extLst>
                  <a:ext uri="{FF2B5EF4-FFF2-40B4-BE49-F238E27FC236}">
                    <a16:creationId xmlns:a16="http://schemas.microsoft.com/office/drawing/2014/main" id="{D2824C3D-B061-5727-610D-B7E48914EE1E}"/>
                  </a:ext>
                </a:extLst>
              </p14:cNvPr>
              <p14:cNvContentPartPr/>
              <p14:nvPr/>
            </p14:nvContentPartPr>
            <p14:xfrm>
              <a:off x="3340584" y="624672"/>
              <a:ext cx="227160" cy="30600"/>
            </p14:xfrm>
          </p:contentPart>
        </mc:Choice>
        <mc:Fallback>
          <p:pic>
            <p:nvPicPr>
              <p:cNvPr id="57" name="Ink 56">
                <a:extLst>
                  <a:ext uri="{FF2B5EF4-FFF2-40B4-BE49-F238E27FC236}">
                    <a16:creationId xmlns:a16="http://schemas.microsoft.com/office/drawing/2014/main" id="{D2824C3D-B061-5727-610D-B7E48914EE1E}"/>
                  </a:ext>
                </a:extLst>
              </p:cNvPr>
              <p:cNvPicPr/>
              <p:nvPr/>
            </p:nvPicPr>
            <p:blipFill>
              <a:blip r:embed="rId89"/>
              <a:stretch>
                <a:fillRect/>
              </a:stretch>
            </p:blipFill>
            <p:spPr>
              <a:xfrm>
                <a:off x="3334464" y="618552"/>
                <a:ext cx="239400" cy="42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0">
            <p14:nvContentPartPr>
              <p14:cNvPr id="58" name="Ink 57">
                <a:extLst>
                  <a:ext uri="{FF2B5EF4-FFF2-40B4-BE49-F238E27FC236}">
                    <a16:creationId xmlns:a16="http://schemas.microsoft.com/office/drawing/2014/main" id="{82248458-C915-4120-576A-CF30437D1E44}"/>
                  </a:ext>
                </a:extLst>
              </p14:cNvPr>
              <p14:cNvContentPartPr/>
              <p14:nvPr/>
            </p14:nvContentPartPr>
            <p14:xfrm>
              <a:off x="3520944" y="534312"/>
              <a:ext cx="388080" cy="132840"/>
            </p14:xfrm>
          </p:contentPart>
        </mc:Choice>
        <mc:Fallback>
          <p:pic>
            <p:nvPicPr>
              <p:cNvPr id="58" name="Ink 57">
                <a:extLst>
                  <a:ext uri="{FF2B5EF4-FFF2-40B4-BE49-F238E27FC236}">
                    <a16:creationId xmlns:a16="http://schemas.microsoft.com/office/drawing/2014/main" id="{82248458-C915-4120-576A-CF30437D1E44}"/>
                  </a:ext>
                </a:extLst>
              </p:cNvPr>
              <p:cNvPicPr/>
              <p:nvPr/>
            </p:nvPicPr>
            <p:blipFill>
              <a:blip r:embed="rId91"/>
              <a:stretch>
                <a:fillRect/>
              </a:stretch>
            </p:blipFill>
            <p:spPr>
              <a:xfrm>
                <a:off x="3514824" y="528192"/>
                <a:ext cx="400320" cy="145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2">
            <p14:nvContentPartPr>
              <p14:cNvPr id="59" name="Ink 58">
                <a:extLst>
                  <a:ext uri="{FF2B5EF4-FFF2-40B4-BE49-F238E27FC236}">
                    <a16:creationId xmlns:a16="http://schemas.microsoft.com/office/drawing/2014/main" id="{356EF9CA-44E5-1A60-8A99-0A49EBEE6BFA}"/>
                  </a:ext>
                </a:extLst>
              </p14:cNvPr>
              <p14:cNvContentPartPr/>
              <p14:nvPr/>
            </p14:nvContentPartPr>
            <p14:xfrm>
              <a:off x="3917304" y="563832"/>
              <a:ext cx="45000" cy="100440"/>
            </p14:xfrm>
          </p:contentPart>
        </mc:Choice>
        <mc:Fallback>
          <p:pic>
            <p:nvPicPr>
              <p:cNvPr id="59" name="Ink 58">
                <a:extLst>
                  <a:ext uri="{FF2B5EF4-FFF2-40B4-BE49-F238E27FC236}">
                    <a16:creationId xmlns:a16="http://schemas.microsoft.com/office/drawing/2014/main" id="{356EF9CA-44E5-1A60-8A99-0A49EBEE6BFA}"/>
                  </a:ext>
                </a:extLst>
              </p:cNvPr>
              <p:cNvPicPr/>
              <p:nvPr/>
            </p:nvPicPr>
            <p:blipFill>
              <a:blip r:embed="rId93"/>
              <a:stretch>
                <a:fillRect/>
              </a:stretch>
            </p:blipFill>
            <p:spPr>
              <a:xfrm>
                <a:off x="3911184" y="557712"/>
                <a:ext cx="57240" cy="112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4">
            <p14:nvContentPartPr>
              <p14:cNvPr id="60" name="Ink 59">
                <a:extLst>
                  <a:ext uri="{FF2B5EF4-FFF2-40B4-BE49-F238E27FC236}">
                    <a16:creationId xmlns:a16="http://schemas.microsoft.com/office/drawing/2014/main" id="{1F6230A3-3F2F-C290-C91A-D59BC3FC4FB2}"/>
                  </a:ext>
                </a:extLst>
              </p14:cNvPr>
              <p14:cNvContentPartPr/>
              <p14:nvPr/>
            </p14:nvContentPartPr>
            <p14:xfrm>
              <a:off x="3898944" y="608472"/>
              <a:ext cx="70920" cy="360"/>
            </p14:xfrm>
          </p:contentPart>
        </mc:Choice>
        <mc:Fallback>
          <p:pic>
            <p:nvPicPr>
              <p:cNvPr id="60" name="Ink 59">
                <a:extLst>
                  <a:ext uri="{FF2B5EF4-FFF2-40B4-BE49-F238E27FC236}">
                    <a16:creationId xmlns:a16="http://schemas.microsoft.com/office/drawing/2014/main" id="{1F6230A3-3F2F-C290-C91A-D59BC3FC4FB2}"/>
                  </a:ext>
                </a:extLst>
              </p:cNvPr>
              <p:cNvPicPr/>
              <p:nvPr/>
            </p:nvPicPr>
            <p:blipFill>
              <a:blip r:embed="rId95"/>
              <a:stretch>
                <a:fillRect/>
              </a:stretch>
            </p:blipFill>
            <p:spPr>
              <a:xfrm>
                <a:off x="3892824" y="602352"/>
                <a:ext cx="8316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6">
            <p14:nvContentPartPr>
              <p14:cNvPr id="61" name="Ink 60">
                <a:extLst>
                  <a:ext uri="{FF2B5EF4-FFF2-40B4-BE49-F238E27FC236}">
                    <a16:creationId xmlns:a16="http://schemas.microsoft.com/office/drawing/2014/main" id="{BA5F2266-879A-2EBA-D176-F14589189E31}"/>
                  </a:ext>
                </a:extLst>
              </p14:cNvPr>
              <p14:cNvContentPartPr/>
              <p14:nvPr/>
            </p14:nvContentPartPr>
            <p14:xfrm>
              <a:off x="3150144" y="869832"/>
              <a:ext cx="108720" cy="141840"/>
            </p14:xfrm>
          </p:contentPart>
        </mc:Choice>
        <mc:Fallback>
          <p:pic>
            <p:nvPicPr>
              <p:cNvPr id="61" name="Ink 60">
                <a:extLst>
                  <a:ext uri="{FF2B5EF4-FFF2-40B4-BE49-F238E27FC236}">
                    <a16:creationId xmlns:a16="http://schemas.microsoft.com/office/drawing/2014/main" id="{BA5F2266-879A-2EBA-D176-F14589189E31}"/>
                  </a:ext>
                </a:extLst>
              </p:cNvPr>
              <p:cNvPicPr/>
              <p:nvPr/>
            </p:nvPicPr>
            <p:blipFill>
              <a:blip r:embed="rId97"/>
              <a:stretch>
                <a:fillRect/>
              </a:stretch>
            </p:blipFill>
            <p:spPr>
              <a:xfrm>
                <a:off x="3144024" y="863712"/>
                <a:ext cx="120960" cy="154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8">
            <p14:nvContentPartPr>
              <p14:cNvPr id="62" name="Ink 61">
                <a:extLst>
                  <a:ext uri="{FF2B5EF4-FFF2-40B4-BE49-F238E27FC236}">
                    <a16:creationId xmlns:a16="http://schemas.microsoft.com/office/drawing/2014/main" id="{7ED9F9D0-63C6-ED3F-AE3F-07EF6C6D9FC1}"/>
                  </a:ext>
                </a:extLst>
              </p14:cNvPr>
              <p14:cNvContentPartPr/>
              <p14:nvPr/>
            </p14:nvContentPartPr>
            <p14:xfrm>
              <a:off x="3313584" y="965952"/>
              <a:ext cx="5400" cy="41040"/>
            </p14:xfrm>
          </p:contentPart>
        </mc:Choice>
        <mc:Fallback>
          <p:pic>
            <p:nvPicPr>
              <p:cNvPr id="62" name="Ink 61">
                <a:extLst>
                  <a:ext uri="{FF2B5EF4-FFF2-40B4-BE49-F238E27FC236}">
                    <a16:creationId xmlns:a16="http://schemas.microsoft.com/office/drawing/2014/main" id="{7ED9F9D0-63C6-ED3F-AE3F-07EF6C6D9FC1}"/>
                  </a:ext>
                </a:extLst>
              </p:cNvPr>
              <p:cNvPicPr/>
              <p:nvPr/>
            </p:nvPicPr>
            <p:blipFill>
              <a:blip r:embed="rId99"/>
              <a:stretch>
                <a:fillRect/>
              </a:stretch>
            </p:blipFill>
            <p:spPr>
              <a:xfrm>
                <a:off x="3307464" y="959832"/>
                <a:ext cx="17640" cy="53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0">
            <p14:nvContentPartPr>
              <p14:cNvPr id="63" name="Ink 62">
                <a:extLst>
                  <a:ext uri="{FF2B5EF4-FFF2-40B4-BE49-F238E27FC236}">
                    <a16:creationId xmlns:a16="http://schemas.microsoft.com/office/drawing/2014/main" id="{C0DB8A9B-A587-4CB7-FC80-AFF94B86D0FA}"/>
                  </a:ext>
                </a:extLst>
              </p14:cNvPr>
              <p14:cNvContentPartPr/>
              <p14:nvPr/>
            </p14:nvContentPartPr>
            <p14:xfrm>
              <a:off x="3374424" y="854712"/>
              <a:ext cx="5400" cy="79920"/>
            </p14:xfrm>
          </p:contentPart>
        </mc:Choice>
        <mc:Fallback>
          <p:pic>
            <p:nvPicPr>
              <p:cNvPr id="63" name="Ink 62">
                <a:extLst>
                  <a:ext uri="{FF2B5EF4-FFF2-40B4-BE49-F238E27FC236}">
                    <a16:creationId xmlns:a16="http://schemas.microsoft.com/office/drawing/2014/main" id="{C0DB8A9B-A587-4CB7-FC80-AFF94B86D0FA}"/>
                  </a:ext>
                </a:extLst>
              </p:cNvPr>
              <p:cNvPicPr/>
              <p:nvPr/>
            </p:nvPicPr>
            <p:blipFill>
              <a:blip r:embed="rId101"/>
              <a:stretch>
                <a:fillRect/>
              </a:stretch>
            </p:blipFill>
            <p:spPr>
              <a:xfrm>
                <a:off x="3368304" y="848592"/>
                <a:ext cx="17640" cy="92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2">
            <p14:nvContentPartPr>
              <p14:cNvPr id="64" name="Ink 63">
                <a:extLst>
                  <a:ext uri="{FF2B5EF4-FFF2-40B4-BE49-F238E27FC236}">
                    <a16:creationId xmlns:a16="http://schemas.microsoft.com/office/drawing/2014/main" id="{F36F4D01-7149-E57D-B4EF-8AADC3A5048A}"/>
                  </a:ext>
                </a:extLst>
              </p14:cNvPr>
              <p14:cNvContentPartPr/>
              <p14:nvPr/>
            </p14:nvContentPartPr>
            <p14:xfrm>
              <a:off x="3388824" y="951192"/>
              <a:ext cx="98280" cy="23760"/>
            </p14:xfrm>
          </p:contentPart>
        </mc:Choice>
        <mc:Fallback>
          <p:pic>
            <p:nvPicPr>
              <p:cNvPr id="64" name="Ink 63">
                <a:extLst>
                  <a:ext uri="{FF2B5EF4-FFF2-40B4-BE49-F238E27FC236}">
                    <a16:creationId xmlns:a16="http://schemas.microsoft.com/office/drawing/2014/main" id="{F36F4D01-7149-E57D-B4EF-8AADC3A5048A}"/>
                  </a:ext>
                </a:extLst>
              </p:cNvPr>
              <p:cNvPicPr/>
              <p:nvPr/>
            </p:nvPicPr>
            <p:blipFill>
              <a:blip r:embed="rId103"/>
              <a:stretch>
                <a:fillRect/>
              </a:stretch>
            </p:blipFill>
            <p:spPr>
              <a:xfrm>
                <a:off x="3382704" y="945072"/>
                <a:ext cx="11052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4">
            <p14:nvContentPartPr>
              <p14:cNvPr id="65" name="Ink 64">
                <a:extLst>
                  <a:ext uri="{FF2B5EF4-FFF2-40B4-BE49-F238E27FC236}">
                    <a16:creationId xmlns:a16="http://schemas.microsoft.com/office/drawing/2014/main" id="{6A38351C-10DC-084E-3191-6F8F40B00D02}"/>
                  </a:ext>
                </a:extLst>
              </p14:cNvPr>
              <p14:cNvContentPartPr/>
              <p14:nvPr/>
            </p14:nvContentPartPr>
            <p14:xfrm>
              <a:off x="3496464" y="799632"/>
              <a:ext cx="173520" cy="177120"/>
            </p14:xfrm>
          </p:contentPart>
        </mc:Choice>
        <mc:Fallback>
          <p:pic>
            <p:nvPicPr>
              <p:cNvPr id="65" name="Ink 64">
                <a:extLst>
                  <a:ext uri="{FF2B5EF4-FFF2-40B4-BE49-F238E27FC236}">
                    <a16:creationId xmlns:a16="http://schemas.microsoft.com/office/drawing/2014/main" id="{6A38351C-10DC-084E-3191-6F8F40B00D02}"/>
                  </a:ext>
                </a:extLst>
              </p:cNvPr>
              <p:cNvPicPr/>
              <p:nvPr/>
            </p:nvPicPr>
            <p:blipFill>
              <a:blip r:embed="rId105"/>
              <a:stretch>
                <a:fillRect/>
              </a:stretch>
            </p:blipFill>
            <p:spPr>
              <a:xfrm>
                <a:off x="3490344" y="793512"/>
                <a:ext cx="185760" cy="189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6">
            <p14:nvContentPartPr>
              <p14:cNvPr id="66" name="Ink 65">
                <a:extLst>
                  <a:ext uri="{FF2B5EF4-FFF2-40B4-BE49-F238E27FC236}">
                    <a16:creationId xmlns:a16="http://schemas.microsoft.com/office/drawing/2014/main" id="{0133246A-B5D8-FB40-51CF-730697D45490}"/>
                  </a:ext>
                </a:extLst>
              </p14:cNvPr>
              <p14:cNvContentPartPr/>
              <p14:nvPr/>
            </p14:nvContentPartPr>
            <p14:xfrm>
              <a:off x="3691584" y="922032"/>
              <a:ext cx="75960" cy="19080"/>
            </p14:xfrm>
          </p:contentPart>
        </mc:Choice>
        <mc:Fallback>
          <p:pic>
            <p:nvPicPr>
              <p:cNvPr id="66" name="Ink 65">
                <a:extLst>
                  <a:ext uri="{FF2B5EF4-FFF2-40B4-BE49-F238E27FC236}">
                    <a16:creationId xmlns:a16="http://schemas.microsoft.com/office/drawing/2014/main" id="{0133246A-B5D8-FB40-51CF-730697D45490}"/>
                  </a:ext>
                </a:extLst>
              </p:cNvPr>
              <p:cNvPicPr/>
              <p:nvPr/>
            </p:nvPicPr>
            <p:blipFill>
              <a:blip r:embed="rId107"/>
              <a:stretch>
                <a:fillRect/>
              </a:stretch>
            </p:blipFill>
            <p:spPr>
              <a:xfrm>
                <a:off x="3685464" y="915912"/>
                <a:ext cx="88200" cy="31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8">
            <p14:nvContentPartPr>
              <p14:cNvPr id="67" name="Ink 66">
                <a:extLst>
                  <a:ext uri="{FF2B5EF4-FFF2-40B4-BE49-F238E27FC236}">
                    <a16:creationId xmlns:a16="http://schemas.microsoft.com/office/drawing/2014/main" id="{D122480D-BE92-13B1-4363-F65B3B5B95F3}"/>
                  </a:ext>
                </a:extLst>
              </p14:cNvPr>
              <p14:cNvContentPartPr/>
              <p14:nvPr/>
            </p14:nvContentPartPr>
            <p14:xfrm>
              <a:off x="3673944" y="899352"/>
              <a:ext cx="103320" cy="210240"/>
            </p14:xfrm>
          </p:contentPart>
        </mc:Choice>
        <mc:Fallback>
          <p:pic>
            <p:nvPicPr>
              <p:cNvPr id="67" name="Ink 66">
                <a:extLst>
                  <a:ext uri="{FF2B5EF4-FFF2-40B4-BE49-F238E27FC236}">
                    <a16:creationId xmlns:a16="http://schemas.microsoft.com/office/drawing/2014/main" id="{D122480D-BE92-13B1-4363-F65B3B5B95F3}"/>
                  </a:ext>
                </a:extLst>
              </p:cNvPr>
              <p:cNvPicPr/>
              <p:nvPr/>
            </p:nvPicPr>
            <p:blipFill>
              <a:blip r:embed="rId109"/>
              <a:stretch>
                <a:fillRect/>
              </a:stretch>
            </p:blipFill>
            <p:spPr>
              <a:xfrm>
                <a:off x="3667824" y="893232"/>
                <a:ext cx="115560" cy="222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0">
            <p14:nvContentPartPr>
              <p14:cNvPr id="68" name="Ink 67">
                <a:extLst>
                  <a:ext uri="{FF2B5EF4-FFF2-40B4-BE49-F238E27FC236}">
                    <a16:creationId xmlns:a16="http://schemas.microsoft.com/office/drawing/2014/main" id="{207BA40C-7A99-EF91-BFC7-82251BA0C4CF}"/>
                  </a:ext>
                </a:extLst>
              </p14:cNvPr>
              <p14:cNvContentPartPr/>
              <p14:nvPr/>
            </p14:nvContentPartPr>
            <p14:xfrm>
              <a:off x="2950344" y="1356912"/>
              <a:ext cx="1060560" cy="131040"/>
            </p14:xfrm>
          </p:contentPart>
        </mc:Choice>
        <mc:Fallback>
          <p:pic>
            <p:nvPicPr>
              <p:cNvPr id="68" name="Ink 67">
                <a:extLst>
                  <a:ext uri="{FF2B5EF4-FFF2-40B4-BE49-F238E27FC236}">
                    <a16:creationId xmlns:a16="http://schemas.microsoft.com/office/drawing/2014/main" id="{207BA40C-7A99-EF91-BFC7-82251BA0C4CF}"/>
                  </a:ext>
                </a:extLst>
              </p:cNvPr>
              <p:cNvPicPr/>
              <p:nvPr/>
            </p:nvPicPr>
            <p:blipFill>
              <a:blip r:embed="rId111"/>
              <a:stretch>
                <a:fillRect/>
              </a:stretch>
            </p:blipFill>
            <p:spPr>
              <a:xfrm>
                <a:off x="2944224" y="1350792"/>
                <a:ext cx="1072800" cy="143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2">
            <p14:nvContentPartPr>
              <p14:cNvPr id="69" name="Ink 68">
                <a:extLst>
                  <a:ext uri="{FF2B5EF4-FFF2-40B4-BE49-F238E27FC236}">
                    <a16:creationId xmlns:a16="http://schemas.microsoft.com/office/drawing/2014/main" id="{3A688828-D4CC-82CD-C340-C6DF911B64AC}"/>
                  </a:ext>
                </a:extLst>
              </p14:cNvPr>
              <p14:cNvContentPartPr/>
              <p14:nvPr/>
            </p14:nvContentPartPr>
            <p14:xfrm>
              <a:off x="3968424" y="521352"/>
              <a:ext cx="116280" cy="886320"/>
            </p14:xfrm>
          </p:contentPart>
        </mc:Choice>
        <mc:Fallback>
          <p:pic>
            <p:nvPicPr>
              <p:cNvPr id="69" name="Ink 68">
                <a:extLst>
                  <a:ext uri="{FF2B5EF4-FFF2-40B4-BE49-F238E27FC236}">
                    <a16:creationId xmlns:a16="http://schemas.microsoft.com/office/drawing/2014/main" id="{3A688828-D4CC-82CD-C340-C6DF911B64AC}"/>
                  </a:ext>
                </a:extLst>
              </p:cNvPr>
              <p:cNvPicPr/>
              <p:nvPr/>
            </p:nvPicPr>
            <p:blipFill>
              <a:blip r:embed="rId113"/>
              <a:stretch>
                <a:fillRect/>
              </a:stretch>
            </p:blipFill>
            <p:spPr>
              <a:xfrm>
                <a:off x="3962304" y="515232"/>
                <a:ext cx="128520" cy="898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4">
            <p14:nvContentPartPr>
              <p14:cNvPr id="70" name="Ink 69">
                <a:extLst>
                  <a:ext uri="{FF2B5EF4-FFF2-40B4-BE49-F238E27FC236}">
                    <a16:creationId xmlns:a16="http://schemas.microsoft.com/office/drawing/2014/main" id="{A76453F8-F3A3-9FDD-7CC9-E1A78E49B92C}"/>
                  </a:ext>
                </a:extLst>
              </p14:cNvPr>
              <p14:cNvContentPartPr/>
              <p14:nvPr/>
            </p14:nvContentPartPr>
            <p14:xfrm>
              <a:off x="4457304" y="1186632"/>
              <a:ext cx="617040" cy="845280"/>
            </p14:xfrm>
          </p:contentPart>
        </mc:Choice>
        <mc:Fallback>
          <p:pic>
            <p:nvPicPr>
              <p:cNvPr id="70" name="Ink 69">
                <a:extLst>
                  <a:ext uri="{FF2B5EF4-FFF2-40B4-BE49-F238E27FC236}">
                    <a16:creationId xmlns:a16="http://schemas.microsoft.com/office/drawing/2014/main" id="{A76453F8-F3A3-9FDD-7CC9-E1A78E49B92C}"/>
                  </a:ext>
                </a:extLst>
              </p:cNvPr>
              <p:cNvPicPr/>
              <p:nvPr/>
            </p:nvPicPr>
            <p:blipFill>
              <a:blip r:embed="rId115"/>
              <a:stretch>
                <a:fillRect/>
              </a:stretch>
            </p:blipFill>
            <p:spPr>
              <a:xfrm>
                <a:off x="4451184" y="1180512"/>
                <a:ext cx="629280" cy="857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6">
            <p14:nvContentPartPr>
              <p14:cNvPr id="71" name="Ink 70">
                <a:extLst>
                  <a:ext uri="{FF2B5EF4-FFF2-40B4-BE49-F238E27FC236}">
                    <a16:creationId xmlns:a16="http://schemas.microsoft.com/office/drawing/2014/main" id="{B4DB1DF7-4050-2A7E-21BC-BC981FB8A632}"/>
                  </a:ext>
                </a:extLst>
              </p14:cNvPr>
              <p14:cNvContentPartPr/>
              <p14:nvPr/>
            </p14:nvContentPartPr>
            <p14:xfrm>
              <a:off x="4866984" y="518472"/>
              <a:ext cx="84240" cy="583560"/>
            </p14:xfrm>
          </p:contentPart>
        </mc:Choice>
        <mc:Fallback>
          <p:pic>
            <p:nvPicPr>
              <p:cNvPr id="71" name="Ink 70">
                <a:extLst>
                  <a:ext uri="{FF2B5EF4-FFF2-40B4-BE49-F238E27FC236}">
                    <a16:creationId xmlns:a16="http://schemas.microsoft.com/office/drawing/2014/main" id="{B4DB1DF7-4050-2A7E-21BC-BC981FB8A632}"/>
                  </a:ext>
                </a:extLst>
              </p:cNvPr>
              <p:cNvPicPr/>
              <p:nvPr/>
            </p:nvPicPr>
            <p:blipFill>
              <a:blip r:embed="rId117"/>
              <a:stretch>
                <a:fillRect/>
              </a:stretch>
            </p:blipFill>
            <p:spPr>
              <a:xfrm>
                <a:off x="4860864" y="512352"/>
                <a:ext cx="96480" cy="595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8">
            <p14:nvContentPartPr>
              <p14:cNvPr id="72" name="Ink 71">
                <a:extLst>
                  <a:ext uri="{FF2B5EF4-FFF2-40B4-BE49-F238E27FC236}">
                    <a16:creationId xmlns:a16="http://schemas.microsoft.com/office/drawing/2014/main" id="{AAC025B1-C75C-4F62-32BC-A3DE7B16C548}"/>
                  </a:ext>
                </a:extLst>
              </p14:cNvPr>
              <p14:cNvContentPartPr/>
              <p14:nvPr/>
            </p14:nvContentPartPr>
            <p14:xfrm>
              <a:off x="4922784" y="292392"/>
              <a:ext cx="1056240" cy="892800"/>
            </p14:xfrm>
          </p:contentPart>
        </mc:Choice>
        <mc:Fallback>
          <p:pic>
            <p:nvPicPr>
              <p:cNvPr id="72" name="Ink 71">
                <a:extLst>
                  <a:ext uri="{FF2B5EF4-FFF2-40B4-BE49-F238E27FC236}">
                    <a16:creationId xmlns:a16="http://schemas.microsoft.com/office/drawing/2014/main" id="{AAC025B1-C75C-4F62-32BC-A3DE7B16C548}"/>
                  </a:ext>
                </a:extLst>
              </p:cNvPr>
              <p:cNvPicPr/>
              <p:nvPr/>
            </p:nvPicPr>
            <p:blipFill>
              <a:blip r:embed="rId119"/>
              <a:stretch>
                <a:fillRect/>
              </a:stretch>
            </p:blipFill>
            <p:spPr>
              <a:xfrm>
                <a:off x="4916664" y="286272"/>
                <a:ext cx="1068480" cy="905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0">
            <p14:nvContentPartPr>
              <p14:cNvPr id="73" name="Ink 72">
                <a:extLst>
                  <a:ext uri="{FF2B5EF4-FFF2-40B4-BE49-F238E27FC236}">
                    <a16:creationId xmlns:a16="http://schemas.microsoft.com/office/drawing/2014/main" id="{CD5AC4B1-0EA2-FB84-1281-B2EDACE0D190}"/>
                  </a:ext>
                </a:extLst>
              </p14:cNvPr>
              <p14:cNvContentPartPr/>
              <p14:nvPr/>
            </p14:nvContentPartPr>
            <p14:xfrm>
              <a:off x="4922424" y="537552"/>
              <a:ext cx="946800" cy="171720"/>
            </p14:xfrm>
          </p:contentPart>
        </mc:Choice>
        <mc:Fallback>
          <p:pic>
            <p:nvPicPr>
              <p:cNvPr id="73" name="Ink 72">
                <a:extLst>
                  <a:ext uri="{FF2B5EF4-FFF2-40B4-BE49-F238E27FC236}">
                    <a16:creationId xmlns:a16="http://schemas.microsoft.com/office/drawing/2014/main" id="{CD5AC4B1-0EA2-FB84-1281-B2EDACE0D190}"/>
                  </a:ext>
                </a:extLst>
              </p:cNvPr>
              <p:cNvPicPr/>
              <p:nvPr/>
            </p:nvPicPr>
            <p:blipFill>
              <a:blip r:embed="rId121"/>
              <a:stretch>
                <a:fillRect/>
              </a:stretch>
            </p:blipFill>
            <p:spPr>
              <a:xfrm>
                <a:off x="4916304" y="531432"/>
                <a:ext cx="959040" cy="183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2">
            <p14:nvContentPartPr>
              <p14:cNvPr id="74" name="Ink 73">
                <a:extLst>
                  <a:ext uri="{FF2B5EF4-FFF2-40B4-BE49-F238E27FC236}">
                    <a16:creationId xmlns:a16="http://schemas.microsoft.com/office/drawing/2014/main" id="{0D977415-4BEF-277C-873D-4A3B7275F7B0}"/>
                  </a:ext>
                </a:extLst>
              </p14:cNvPr>
              <p14:cNvContentPartPr/>
              <p14:nvPr/>
            </p14:nvContentPartPr>
            <p14:xfrm>
              <a:off x="5071464" y="514152"/>
              <a:ext cx="20520" cy="22320"/>
            </p14:xfrm>
          </p:contentPart>
        </mc:Choice>
        <mc:Fallback>
          <p:pic>
            <p:nvPicPr>
              <p:cNvPr id="74" name="Ink 73">
                <a:extLst>
                  <a:ext uri="{FF2B5EF4-FFF2-40B4-BE49-F238E27FC236}">
                    <a16:creationId xmlns:a16="http://schemas.microsoft.com/office/drawing/2014/main" id="{0D977415-4BEF-277C-873D-4A3B7275F7B0}"/>
                  </a:ext>
                </a:extLst>
              </p:cNvPr>
              <p:cNvPicPr/>
              <p:nvPr/>
            </p:nvPicPr>
            <p:blipFill>
              <a:blip r:embed="rId123"/>
              <a:stretch>
                <a:fillRect/>
              </a:stretch>
            </p:blipFill>
            <p:spPr>
              <a:xfrm>
                <a:off x="5065344" y="508032"/>
                <a:ext cx="32760" cy="34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4">
            <p14:nvContentPartPr>
              <p14:cNvPr id="75" name="Ink 74">
                <a:extLst>
                  <a:ext uri="{FF2B5EF4-FFF2-40B4-BE49-F238E27FC236}">
                    <a16:creationId xmlns:a16="http://schemas.microsoft.com/office/drawing/2014/main" id="{5C1C2EFC-A63E-061B-6732-989A1C2556DF}"/>
                  </a:ext>
                </a:extLst>
              </p14:cNvPr>
              <p14:cNvContentPartPr/>
              <p14:nvPr/>
            </p14:nvContentPartPr>
            <p14:xfrm>
              <a:off x="5069304" y="602712"/>
              <a:ext cx="24840" cy="7560"/>
            </p14:xfrm>
          </p:contentPart>
        </mc:Choice>
        <mc:Fallback>
          <p:pic>
            <p:nvPicPr>
              <p:cNvPr id="75" name="Ink 74">
                <a:extLst>
                  <a:ext uri="{FF2B5EF4-FFF2-40B4-BE49-F238E27FC236}">
                    <a16:creationId xmlns:a16="http://schemas.microsoft.com/office/drawing/2014/main" id="{5C1C2EFC-A63E-061B-6732-989A1C2556DF}"/>
                  </a:ext>
                </a:extLst>
              </p:cNvPr>
              <p:cNvPicPr/>
              <p:nvPr/>
            </p:nvPicPr>
            <p:blipFill>
              <a:blip r:embed="rId125"/>
              <a:stretch>
                <a:fillRect/>
              </a:stretch>
            </p:blipFill>
            <p:spPr>
              <a:xfrm>
                <a:off x="5063184" y="596592"/>
                <a:ext cx="37080" cy="19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6">
            <p14:nvContentPartPr>
              <p14:cNvPr id="76" name="Ink 75">
                <a:extLst>
                  <a:ext uri="{FF2B5EF4-FFF2-40B4-BE49-F238E27FC236}">
                    <a16:creationId xmlns:a16="http://schemas.microsoft.com/office/drawing/2014/main" id="{C1A9516C-3190-3768-CDCD-B3E03588A5DB}"/>
                  </a:ext>
                </a:extLst>
              </p14:cNvPr>
              <p14:cNvContentPartPr/>
              <p14:nvPr/>
            </p14:nvContentPartPr>
            <p14:xfrm>
              <a:off x="5168664" y="428832"/>
              <a:ext cx="103320" cy="160200"/>
            </p14:xfrm>
          </p:contentPart>
        </mc:Choice>
        <mc:Fallback>
          <p:pic>
            <p:nvPicPr>
              <p:cNvPr id="76" name="Ink 75">
                <a:extLst>
                  <a:ext uri="{FF2B5EF4-FFF2-40B4-BE49-F238E27FC236}">
                    <a16:creationId xmlns:a16="http://schemas.microsoft.com/office/drawing/2014/main" id="{C1A9516C-3190-3768-CDCD-B3E03588A5DB}"/>
                  </a:ext>
                </a:extLst>
              </p:cNvPr>
              <p:cNvPicPr/>
              <p:nvPr/>
            </p:nvPicPr>
            <p:blipFill>
              <a:blip r:embed="rId127"/>
              <a:stretch>
                <a:fillRect/>
              </a:stretch>
            </p:blipFill>
            <p:spPr>
              <a:xfrm>
                <a:off x="5162544" y="422712"/>
                <a:ext cx="115560" cy="172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8">
            <p14:nvContentPartPr>
              <p14:cNvPr id="77" name="Ink 76">
                <a:extLst>
                  <a:ext uri="{FF2B5EF4-FFF2-40B4-BE49-F238E27FC236}">
                    <a16:creationId xmlns:a16="http://schemas.microsoft.com/office/drawing/2014/main" id="{0BB97FA5-69FF-8593-AFC1-94E517066819}"/>
                  </a:ext>
                </a:extLst>
              </p14:cNvPr>
              <p14:cNvContentPartPr/>
              <p14:nvPr/>
            </p14:nvContentPartPr>
            <p14:xfrm>
              <a:off x="5269104" y="431352"/>
              <a:ext cx="68760" cy="166320"/>
            </p14:xfrm>
          </p:contentPart>
        </mc:Choice>
        <mc:Fallback>
          <p:pic>
            <p:nvPicPr>
              <p:cNvPr id="77" name="Ink 76">
                <a:extLst>
                  <a:ext uri="{FF2B5EF4-FFF2-40B4-BE49-F238E27FC236}">
                    <a16:creationId xmlns:a16="http://schemas.microsoft.com/office/drawing/2014/main" id="{0BB97FA5-69FF-8593-AFC1-94E517066819}"/>
                  </a:ext>
                </a:extLst>
              </p:cNvPr>
              <p:cNvPicPr/>
              <p:nvPr/>
            </p:nvPicPr>
            <p:blipFill>
              <a:blip r:embed="rId129"/>
              <a:stretch>
                <a:fillRect/>
              </a:stretch>
            </p:blipFill>
            <p:spPr>
              <a:xfrm>
                <a:off x="5262984" y="425232"/>
                <a:ext cx="81000" cy="178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0">
            <p14:nvContentPartPr>
              <p14:cNvPr id="78" name="Ink 77">
                <a:extLst>
                  <a:ext uri="{FF2B5EF4-FFF2-40B4-BE49-F238E27FC236}">
                    <a16:creationId xmlns:a16="http://schemas.microsoft.com/office/drawing/2014/main" id="{681EBCDC-0EA1-58FD-6D9A-D94F3C171DBC}"/>
                  </a:ext>
                </a:extLst>
              </p14:cNvPr>
              <p14:cNvContentPartPr/>
              <p14:nvPr/>
            </p14:nvContentPartPr>
            <p14:xfrm>
              <a:off x="5256864" y="517392"/>
              <a:ext cx="207720" cy="57960"/>
            </p14:xfrm>
          </p:contentPart>
        </mc:Choice>
        <mc:Fallback>
          <p:pic>
            <p:nvPicPr>
              <p:cNvPr id="78" name="Ink 77">
                <a:extLst>
                  <a:ext uri="{FF2B5EF4-FFF2-40B4-BE49-F238E27FC236}">
                    <a16:creationId xmlns:a16="http://schemas.microsoft.com/office/drawing/2014/main" id="{681EBCDC-0EA1-58FD-6D9A-D94F3C171DBC}"/>
                  </a:ext>
                </a:extLst>
              </p:cNvPr>
              <p:cNvPicPr/>
              <p:nvPr/>
            </p:nvPicPr>
            <p:blipFill>
              <a:blip r:embed="rId131"/>
              <a:stretch>
                <a:fillRect/>
              </a:stretch>
            </p:blipFill>
            <p:spPr>
              <a:xfrm>
                <a:off x="5250744" y="511272"/>
                <a:ext cx="219960" cy="70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2">
            <p14:nvContentPartPr>
              <p14:cNvPr id="79" name="Ink 78">
                <a:extLst>
                  <a:ext uri="{FF2B5EF4-FFF2-40B4-BE49-F238E27FC236}">
                    <a16:creationId xmlns:a16="http://schemas.microsoft.com/office/drawing/2014/main" id="{C749435D-9DAB-6015-10E8-4DEBD291A49B}"/>
                  </a:ext>
                </a:extLst>
              </p14:cNvPr>
              <p14:cNvContentPartPr/>
              <p14:nvPr/>
            </p14:nvContentPartPr>
            <p14:xfrm>
              <a:off x="5437224" y="388872"/>
              <a:ext cx="324720" cy="167040"/>
            </p14:xfrm>
          </p:contentPart>
        </mc:Choice>
        <mc:Fallback>
          <p:pic>
            <p:nvPicPr>
              <p:cNvPr id="79" name="Ink 78">
                <a:extLst>
                  <a:ext uri="{FF2B5EF4-FFF2-40B4-BE49-F238E27FC236}">
                    <a16:creationId xmlns:a16="http://schemas.microsoft.com/office/drawing/2014/main" id="{C749435D-9DAB-6015-10E8-4DEBD291A49B}"/>
                  </a:ext>
                </a:extLst>
              </p:cNvPr>
              <p:cNvPicPr/>
              <p:nvPr/>
            </p:nvPicPr>
            <p:blipFill>
              <a:blip r:embed="rId133"/>
              <a:stretch>
                <a:fillRect/>
              </a:stretch>
            </p:blipFill>
            <p:spPr>
              <a:xfrm>
                <a:off x="5431104" y="382752"/>
                <a:ext cx="336960" cy="179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4">
            <p14:nvContentPartPr>
              <p14:cNvPr id="80" name="Ink 79">
                <a:extLst>
                  <a:ext uri="{FF2B5EF4-FFF2-40B4-BE49-F238E27FC236}">
                    <a16:creationId xmlns:a16="http://schemas.microsoft.com/office/drawing/2014/main" id="{B6ECD4A2-9C07-0C3A-D02B-E4A32AFDD8D1}"/>
                  </a:ext>
                </a:extLst>
              </p14:cNvPr>
              <p14:cNvContentPartPr/>
              <p14:nvPr/>
            </p14:nvContentPartPr>
            <p14:xfrm>
              <a:off x="5783544" y="386352"/>
              <a:ext cx="41760" cy="112680"/>
            </p14:xfrm>
          </p:contentPart>
        </mc:Choice>
        <mc:Fallback>
          <p:pic>
            <p:nvPicPr>
              <p:cNvPr id="80" name="Ink 79">
                <a:extLst>
                  <a:ext uri="{FF2B5EF4-FFF2-40B4-BE49-F238E27FC236}">
                    <a16:creationId xmlns:a16="http://schemas.microsoft.com/office/drawing/2014/main" id="{B6ECD4A2-9C07-0C3A-D02B-E4A32AFDD8D1}"/>
                  </a:ext>
                </a:extLst>
              </p:cNvPr>
              <p:cNvPicPr/>
              <p:nvPr/>
            </p:nvPicPr>
            <p:blipFill>
              <a:blip r:embed="rId135"/>
              <a:stretch>
                <a:fillRect/>
              </a:stretch>
            </p:blipFill>
            <p:spPr>
              <a:xfrm>
                <a:off x="5777424" y="380232"/>
                <a:ext cx="54000" cy="124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6">
            <p14:nvContentPartPr>
              <p14:cNvPr id="81" name="Ink 80">
                <a:extLst>
                  <a:ext uri="{FF2B5EF4-FFF2-40B4-BE49-F238E27FC236}">
                    <a16:creationId xmlns:a16="http://schemas.microsoft.com/office/drawing/2014/main" id="{D71E48A0-DDB0-605F-9173-D6076A719DB9}"/>
                  </a:ext>
                </a:extLst>
              </p14:cNvPr>
              <p14:cNvContentPartPr/>
              <p14:nvPr/>
            </p14:nvContentPartPr>
            <p14:xfrm>
              <a:off x="5805504" y="423072"/>
              <a:ext cx="81000" cy="12600"/>
            </p14:xfrm>
          </p:contentPart>
        </mc:Choice>
        <mc:Fallback>
          <p:pic>
            <p:nvPicPr>
              <p:cNvPr id="81" name="Ink 80">
                <a:extLst>
                  <a:ext uri="{FF2B5EF4-FFF2-40B4-BE49-F238E27FC236}">
                    <a16:creationId xmlns:a16="http://schemas.microsoft.com/office/drawing/2014/main" id="{D71E48A0-DDB0-605F-9173-D6076A719DB9}"/>
                  </a:ext>
                </a:extLst>
              </p:cNvPr>
              <p:cNvPicPr/>
              <p:nvPr/>
            </p:nvPicPr>
            <p:blipFill>
              <a:blip r:embed="rId137"/>
              <a:stretch>
                <a:fillRect/>
              </a:stretch>
            </p:blipFill>
            <p:spPr>
              <a:xfrm>
                <a:off x="5799384" y="416952"/>
                <a:ext cx="93240" cy="24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8">
            <p14:nvContentPartPr>
              <p14:cNvPr id="82" name="Ink 81">
                <a:extLst>
                  <a:ext uri="{FF2B5EF4-FFF2-40B4-BE49-F238E27FC236}">
                    <a16:creationId xmlns:a16="http://schemas.microsoft.com/office/drawing/2014/main" id="{FA5CEFB8-AC27-5E88-2903-9F4B4E51AD89}"/>
                  </a:ext>
                </a:extLst>
              </p14:cNvPr>
              <p14:cNvContentPartPr/>
              <p14:nvPr/>
            </p14:nvContentPartPr>
            <p14:xfrm>
              <a:off x="5142384" y="819432"/>
              <a:ext cx="53640" cy="123840"/>
            </p14:xfrm>
          </p:contentPart>
        </mc:Choice>
        <mc:Fallback>
          <p:pic>
            <p:nvPicPr>
              <p:cNvPr id="82" name="Ink 81">
                <a:extLst>
                  <a:ext uri="{FF2B5EF4-FFF2-40B4-BE49-F238E27FC236}">
                    <a16:creationId xmlns:a16="http://schemas.microsoft.com/office/drawing/2014/main" id="{FA5CEFB8-AC27-5E88-2903-9F4B4E51AD89}"/>
                  </a:ext>
                </a:extLst>
              </p:cNvPr>
              <p:cNvPicPr/>
              <p:nvPr/>
            </p:nvPicPr>
            <p:blipFill>
              <a:blip r:embed="rId139"/>
              <a:stretch>
                <a:fillRect/>
              </a:stretch>
            </p:blipFill>
            <p:spPr>
              <a:xfrm>
                <a:off x="5136264" y="813312"/>
                <a:ext cx="65880" cy="136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0">
            <p14:nvContentPartPr>
              <p14:cNvPr id="83" name="Ink 82">
                <a:extLst>
                  <a:ext uri="{FF2B5EF4-FFF2-40B4-BE49-F238E27FC236}">
                    <a16:creationId xmlns:a16="http://schemas.microsoft.com/office/drawing/2014/main" id="{4EA36216-7FCD-A0B8-3988-BC1F7330160F}"/>
                  </a:ext>
                </a:extLst>
              </p14:cNvPr>
              <p14:cNvContentPartPr/>
              <p14:nvPr/>
            </p14:nvContentPartPr>
            <p14:xfrm>
              <a:off x="5052024" y="681552"/>
              <a:ext cx="358920" cy="257400"/>
            </p14:xfrm>
          </p:contentPart>
        </mc:Choice>
        <mc:Fallback>
          <p:pic>
            <p:nvPicPr>
              <p:cNvPr id="83" name="Ink 82">
                <a:extLst>
                  <a:ext uri="{FF2B5EF4-FFF2-40B4-BE49-F238E27FC236}">
                    <a16:creationId xmlns:a16="http://schemas.microsoft.com/office/drawing/2014/main" id="{4EA36216-7FCD-A0B8-3988-BC1F7330160F}"/>
                  </a:ext>
                </a:extLst>
              </p:cNvPr>
              <p:cNvPicPr/>
              <p:nvPr/>
            </p:nvPicPr>
            <p:blipFill>
              <a:blip r:embed="rId141"/>
              <a:stretch>
                <a:fillRect/>
              </a:stretch>
            </p:blipFill>
            <p:spPr>
              <a:xfrm>
                <a:off x="5045904" y="675432"/>
                <a:ext cx="371160" cy="269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2">
            <p14:nvContentPartPr>
              <p14:cNvPr id="84" name="Ink 83">
                <a:extLst>
                  <a:ext uri="{FF2B5EF4-FFF2-40B4-BE49-F238E27FC236}">
                    <a16:creationId xmlns:a16="http://schemas.microsoft.com/office/drawing/2014/main" id="{51D69BFF-ED5B-1FC5-A0DB-1B7B749E9C38}"/>
                  </a:ext>
                </a:extLst>
              </p14:cNvPr>
              <p14:cNvContentPartPr/>
              <p14:nvPr/>
            </p14:nvContentPartPr>
            <p14:xfrm>
              <a:off x="5390784" y="857952"/>
              <a:ext cx="86040" cy="67680"/>
            </p14:xfrm>
          </p:contentPart>
        </mc:Choice>
        <mc:Fallback>
          <p:pic>
            <p:nvPicPr>
              <p:cNvPr id="84" name="Ink 83">
                <a:extLst>
                  <a:ext uri="{FF2B5EF4-FFF2-40B4-BE49-F238E27FC236}">
                    <a16:creationId xmlns:a16="http://schemas.microsoft.com/office/drawing/2014/main" id="{51D69BFF-ED5B-1FC5-A0DB-1B7B749E9C38}"/>
                  </a:ext>
                </a:extLst>
              </p:cNvPr>
              <p:cNvPicPr/>
              <p:nvPr/>
            </p:nvPicPr>
            <p:blipFill>
              <a:blip r:embed="rId143"/>
              <a:stretch>
                <a:fillRect/>
              </a:stretch>
            </p:blipFill>
            <p:spPr>
              <a:xfrm>
                <a:off x="5384664" y="851832"/>
                <a:ext cx="98280" cy="79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4">
            <p14:nvContentPartPr>
              <p14:cNvPr id="85" name="Ink 84">
                <a:extLst>
                  <a:ext uri="{FF2B5EF4-FFF2-40B4-BE49-F238E27FC236}">
                    <a16:creationId xmlns:a16="http://schemas.microsoft.com/office/drawing/2014/main" id="{8164A6A8-D15E-8734-3713-73F5FA84DEF6}"/>
                  </a:ext>
                </a:extLst>
              </p14:cNvPr>
              <p14:cNvContentPartPr/>
              <p14:nvPr/>
            </p14:nvContentPartPr>
            <p14:xfrm>
              <a:off x="5489064" y="720432"/>
              <a:ext cx="102240" cy="220680"/>
            </p14:xfrm>
          </p:contentPart>
        </mc:Choice>
        <mc:Fallback>
          <p:pic>
            <p:nvPicPr>
              <p:cNvPr id="85" name="Ink 84">
                <a:extLst>
                  <a:ext uri="{FF2B5EF4-FFF2-40B4-BE49-F238E27FC236}">
                    <a16:creationId xmlns:a16="http://schemas.microsoft.com/office/drawing/2014/main" id="{8164A6A8-D15E-8734-3713-73F5FA84DEF6}"/>
                  </a:ext>
                </a:extLst>
              </p:cNvPr>
              <p:cNvPicPr/>
              <p:nvPr/>
            </p:nvPicPr>
            <p:blipFill>
              <a:blip r:embed="rId145"/>
              <a:stretch>
                <a:fillRect/>
              </a:stretch>
            </p:blipFill>
            <p:spPr>
              <a:xfrm>
                <a:off x="5482944" y="714312"/>
                <a:ext cx="114480" cy="232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6">
            <p14:nvContentPartPr>
              <p14:cNvPr id="86" name="Ink 85">
                <a:extLst>
                  <a:ext uri="{FF2B5EF4-FFF2-40B4-BE49-F238E27FC236}">
                    <a16:creationId xmlns:a16="http://schemas.microsoft.com/office/drawing/2014/main" id="{0239E9CD-D8D0-339F-2013-B36F881D48AE}"/>
                  </a:ext>
                </a:extLst>
              </p14:cNvPr>
              <p14:cNvContentPartPr/>
              <p14:nvPr/>
            </p14:nvContentPartPr>
            <p14:xfrm>
              <a:off x="5583744" y="861192"/>
              <a:ext cx="12600" cy="59040"/>
            </p14:xfrm>
          </p:contentPart>
        </mc:Choice>
        <mc:Fallback>
          <p:pic>
            <p:nvPicPr>
              <p:cNvPr id="86" name="Ink 85">
                <a:extLst>
                  <a:ext uri="{FF2B5EF4-FFF2-40B4-BE49-F238E27FC236}">
                    <a16:creationId xmlns:a16="http://schemas.microsoft.com/office/drawing/2014/main" id="{0239E9CD-D8D0-339F-2013-B36F881D48AE}"/>
                  </a:ext>
                </a:extLst>
              </p:cNvPr>
              <p:cNvPicPr/>
              <p:nvPr/>
            </p:nvPicPr>
            <p:blipFill>
              <a:blip r:embed="rId147"/>
              <a:stretch>
                <a:fillRect/>
              </a:stretch>
            </p:blipFill>
            <p:spPr>
              <a:xfrm>
                <a:off x="5577624" y="855072"/>
                <a:ext cx="24840" cy="71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8">
            <p14:nvContentPartPr>
              <p14:cNvPr id="87" name="Ink 86">
                <a:extLst>
                  <a:ext uri="{FF2B5EF4-FFF2-40B4-BE49-F238E27FC236}">
                    <a16:creationId xmlns:a16="http://schemas.microsoft.com/office/drawing/2014/main" id="{304BB49C-FCB8-5AE4-6714-DD9BF7E4E757}"/>
                  </a:ext>
                </a:extLst>
              </p14:cNvPr>
              <p14:cNvContentPartPr/>
              <p14:nvPr/>
            </p14:nvContentPartPr>
            <p14:xfrm>
              <a:off x="5659344" y="770832"/>
              <a:ext cx="12600" cy="43560"/>
            </p14:xfrm>
          </p:contentPart>
        </mc:Choice>
        <mc:Fallback>
          <p:pic>
            <p:nvPicPr>
              <p:cNvPr id="87" name="Ink 86">
                <a:extLst>
                  <a:ext uri="{FF2B5EF4-FFF2-40B4-BE49-F238E27FC236}">
                    <a16:creationId xmlns:a16="http://schemas.microsoft.com/office/drawing/2014/main" id="{304BB49C-FCB8-5AE4-6714-DD9BF7E4E757}"/>
                  </a:ext>
                </a:extLst>
              </p:cNvPr>
              <p:cNvPicPr/>
              <p:nvPr/>
            </p:nvPicPr>
            <p:blipFill>
              <a:blip r:embed="rId149"/>
              <a:stretch>
                <a:fillRect/>
              </a:stretch>
            </p:blipFill>
            <p:spPr>
              <a:xfrm>
                <a:off x="5653224" y="764712"/>
                <a:ext cx="24840" cy="55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0">
            <p14:nvContentPartPr>
              <p14:cNvPr id="88" name="Ink 87">
                <a:extLst>
                  <a:ext uri="{FF2B5EF4-FFF2-40B4-BE49-F238E27FC236}">
                    <a16:creationId xmlns:a16="http://schemas.microsoft.com/office/drawing/2014/main" id="{BEA10529-F650-353B-D998-3A291182CED5}"/>
                  </a:ext>
                </a:extLst>
              </p14:cNvPr>
              <p14:cNvContentPartPr/>
              <p14:nvPr/>
            </p14:nvContentPartPr>
            <p14:xfrm>
              <a:off x="5652864" y="770832"/>
              <a:ext cx="35280" cy="149040"/>
            </p14:xfrm>
          </p:contentPart>
        </mc:Choice>
        <mc:Fallback>
          <p:pic>
            <p:nvPicPr>
              <p:cNvPr id="88" name="Ink 87">
                <a:extLst>
                  <a:ext uri="{FF2B5EF4-FFF2-40B4-BE49-F238E27FC236}">
                    <a16:creationId xmlns:a16="http://schemas.microsoft.com/office/drawing/2014/main" id="{BEA10529-F650-353B-D998-3A291182CED5}"/>
                  </a:ext>
                </a:extLst>
              </p:cNvPr>
              <p:cNvPicPr/>
              <p:nvPr/>
            </p:nvPicPr>
            <p:blipFill>
              <a:blip r:embed="rId151"/>
              <a:stretch>
                <a:fillRect/>
              </a:stretch>
            </p:blipFill>
            <p:spPr>
              <a:xfrm>
                <a:off x="5646744" y="764712"/>
                <a:ext cx="47520" cy="161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2">
            <p14:nvContentPartPr>
              <p14:cNvPr id="89" name="Ink 88">
                <a:extLst>
                  <a:ext uri="{FF2B5EF4-FFF2-40B4-BE49-F238E27FC236}">
                    <a16:creationId xmlns:a16="http://schemas.microsoft.com/office/drawing/2014/main" id="{1A0FA1CD-0F08-FA6E-58A7-C9D615D2F3FC}"/>
                  </a:ext>
                </a:extLst>
              </p14:cNvPr>
              <p14:cNvContentPartPr/>
              <p14:nvPr/>
            </p14:nvContentPartPr>
            <p14:xfrm>
              <a:off x="5742864" y="798192"/>
              <a:ext cx="68040" cy="95040"/>
            </p14:xfrm>
          </p:contentPart>
        </mc:Choice>
        <mc:Fallback>
          <p:pic>
            <p:nvPicPr>
              <p:cNvPr id="89" name="Ink 88">
                <a:extLst>
                  <a:ext uri="{FF2B5EF4-FFF2-40B4-BE49-F238E27FC236}">
                    <a16:creationId xmlns:a16="http://schemas.microsoft.com/office/drawing/2014/main" id="{1A0FA1CD-0F08-FA6E-58A7-C9D615D2F3FC}"/>
                  </a:ext>
                </a:extLst>
              </p:cNvPr>
              <p:cNvPicPr/>
              <p:nvPr/>
            </p:nvPicPr>
            <p:blipFill>
              <a:blip r:embed="rId153"/>
              <a:stretch>
                <a:fillRect/>
              </a:stretch>
            </p:blipFill>
            <p:spPr>
              <a:xfrm>
                <a:off x="5736744" y="792072"/>
                <a:ext cx="80280" cy="107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4">
            <p14:nvContentPartPr>
              <p14:cNvPr id="90" name="Ink 89">
                <a:extLst>
                  <a:ext uri="{FF2B5EF4-FFF2-40B4-BE49-F238E27FC236}">
                    <a16:creationId xmlns:a16="http://schemas.microsoft.com/office/drawing/2014/main" id="{3C878EB4-9535-E85D-A932-4B88CE3D9FD9}"/>
                  </a:ext>
                </a:extLst>
              </p14:cNvPr>
              <p14:cNvContentPartPr/>
              <p14:nvPr/>
            </p14:nvContentPartPr>
            <p14:xfrm>
              <a:off x="6646824" y="1248912"/>
              <a:ext cx="585000" cy="656280"/>
            </p14:xfrm>
          </p:contentPart>
        </mc:Choice>
        <mc:Fallback>
          <p:pic>
            <p:nvPicPr>
              <p:cNvPr id="90" name="Ink 89">
                <a:extLst>
                  <a:ext uri="{FF2B5EF4-FFF2-40B4-BE49-F238E27FC236}">
                    <a16:creationId xmlns:a16="http://schemas.microsoft.com/office/drawing/2014/main" id="{3C878EB4-9535-E85D-A932-4B88CE3D9FD9}"/>
                  </a:ext>
                </a:extLst>
              </p:cNvPr>
              <p:cNvPicPr/>
              <p:nvPr/>
            </p:nvPicPr>
            <p:blipFill>
              <a:blip r:embed="rId155"/>
              <a:stretch>
                <a:fillRect/>
              </a:stretch>
            </p:blipFill>
            <p:spPr>
              <a:xfrm>
                <a:off x="6640704" y="1242792"/>
                <a:ext cx="597240" cy="668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6">
            <p14:nvContentPartPr>
              <p14:cNvPr id="91" name="Ink 90">
                <a:extLst>
                  <a:ext uri="{FF2B5EF4-FFF2-40B4-BE49-F238E27FC236}">
                    <a16:creationId xmlns:a16="http://schemas.microsoft.com/office/drawing/2014/main" id="{F44452F2-048D-6C24-17DF-EB2896777EF4}"/>
                  </a:ext>
                </a:extLst>
              </p14:cNvPr>
              <p14:cNvContentPartPr/>
              <p14:nvPr/>
            </p14:nvContentPartPr>
            <p14:xfrm>
              <a:off x="7258464" y="588672"/>
              <a:ext cx="410400" cy="223560"/>
            </p14:xfrm>
          </p:contentPart>
        </mc:Choice>
        <mc:Fallback>
          <p:pic>
            <p:nvPicPr>
              <p:cNvPr id="91" name="Ink 90">
                <a:extLst>
                  <a:ext uri="{FF2B5EF4-FFF2-40B4-BE49-F238E27FC236}">
                    <a16:creationId xmlns:a16="http://schemas.microsoft.com/office/drawing/2014/main" id="{F44452F2-048D-6C24-17DF-EB2896777EF4}"/>
                  </a:ext>
                </a:extLst>
              </p:cNvPr>
              <p:cNvPicPr/>
              <p:nvPr/>
            </p:nvPicPr>
            <p:blipFill>
              <a:blip r:embed="rId157"/>
              <a:stretch>
                <a:fillRect/>
              </a:stretch>
            </p:blipFill>
            <p:spPr>
              <a:xfrm>
                <a:off x="7252344" y="582552"/>
                <a:ext cx="422640" cy="235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8">
            <p14:nvContentPartPr>
              <p14:cNvPr id="92" name="Ink 91">
                <a:extLst>
                  <a:ext uri="{FF2B5EF4-FFF2-40B4-BE49-F238E27FC236}">
                    <a16:creationId xmlns:a16="http://schemas.microsoft.com/office/drawing/2014/main" id="{1B542455-36C8-C8AF-8EC0-3188081DDC31}"/>
                  </a:ext>
                </a:extLst>
              </p14:cNvPr>
              <p14:cNvContentPartPr/>
              <p14:nvPr/>
            </p14:nvContentPartPr>
            <p14:xfrm>
              <a:off x="7568064" y="693072"/>
              <a:ext cx="358920" cy="315000"/>
            </p14:xfrm>
          </p:contentPart>
        </mc:Choice>
        <mc:Fallback>
          <p:pic>
            <p:nvPicPr>
              <p:cNvPr id="92" name="Ink 91">
                <a:extLst>
                  <a:ext uri="{FF2B5EF4-FFF2-40B4-BE49-F238E27FC236}">
                    <a16:creationId xmlns:a16="http://schemas.microsoft.com/office/drawing/2014/main" id="{1B542455-36C8-C8AF-8EC0-3188081DDC31}"/>
                  </a:ext>
                </a:extLst>
              </p:cNvPr>
              <p:cNvPicPr/>
              <p:nvPr/>
            </p:nvPicPr>
            <p:blipFill>
              <a:blip r:embed="rId159"/>
              <a:stretch>
                <a:fillRect/>
              </a:stretch>
            </p:blipFill>
            <p:spPr>
              <a:xfrm>
                <a:off x="7561944" y="686952"/>
                <a:ext cx="371160" cy="327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0">
            <p14:nvContentPartPr>
              <p14:cNvPr id="93" name="Ink 92">
                <a:extLst>
                  <a:ext uri="{FF2B5EF4-FFF2-40B4-BE49-F238E27FC236}">
                    <a16:creationId xmlns:a16="http://schemas.microsoft.com/office/drawing/2014/main" id="{C184923B-7D92-3E8B-79D3-4CE63CC6CD54}"/>
                  </a:ext>
                </a:extLst>
              </p14:cNvPr>
              <p14:cNvContentPartPr/>
              <p14:nvPr/>
            </p14:nvContentPartPr>
            <p14:xfrm>
              <a:off x="7063344" y="452232"/>
              <a:ext cx="20160" cy="642960"/>
            </p14:xfrm>
          </p:contentPart>
        </mc:Choice>
        <mc:Fallback>
          <p:pic>
            <p:nvPicPr>
              <p:cNvPr id="93" name="Ink 92">
                <a:extLst>
                  <a:ext uri="{FF2B5EF4-FFF2-40B4-BE49-F238E27FC236}">
                    <a16:creationId xmlns:a16="http://schemas.microsoft.com/office/drawing/2014/main" id="{C184923B-7D92-3E8B-79D3-4CE63CC6CD54}"/>
                  </a:ext>
                </a:extLst>
              </p:cNvPr>
              <p:cNvPicPr/>
              <p:nvPr/>
            </p:nvPicPr>
            <p:blipFill>
              <a:blip r:embed="rId161"/>
              <a:stretch>
                <a:fillRect/>
              </a:stretch>
            </p:blipFill>
            <p:spPr>
              <a:xfrm>
                <a:off x="7057224" y="446112"/>
                <a:ext cx="32400" cy="655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2">
            <p14:nvContentPartPr>
              <p14:cNvPr id="94" name="Ink 93">
                <a:extLst>
                  <a:ext uri="{FF2B5EF4-FFF2-40B4-BE49-F238E27FC236}">
                    <a16:creationId xmlns:a16="http://schemas.microsoft.com/office/drawing/2014/main" id="{18F8A8A6-A1E9-8F19-946C-39EF53F65460}"/>
                  </a:ext>
                </a:extLst>
              </p14:cNvPr>
              <p14:cNvContentPartPr/>
              <p14:nvPr/>
            </p14:nvContentPartPr>
            <p14:xfrm>
              <a:off x="6970464" y="133632"/>
              <a:ext cx="1249560" cy="1009440"/>
            </p14:xfrm>
          </p:contentPart>
        </mc:Choice>
        <mc:Fallback>
          <p:pic>
            <p:nvPicPr>
              <p:cNvPr id="94" name="Ink 93">
                <a:extLst>
                  <a:ext uri="{FF2B5EF4-FFF2-40B4-BE49-F238E27FC236}">
                    <a16:creationId xmlns:a16="http://schemas.microsoft.com/office/drawing/2014/main" id="{18F8A8A6-A1E9-8F19-946C-39EF53F65460}"/>
                  </a:ext>
                </a:extLst>
              </p:cNvPr>
              <p:cNvPicPr/>
              <p:nvPr/>
            </p:nvPicPr>
            <p:blipFill>
              <a:blip r:embed="rId163"/>
              <a:stretch>
                <a:fillRect/>
              </a:stretch>
            </p:blipFill>
            <p:spPr>
              <a:xfrm>
                <a:off x="6964344" y="127512"/>
                <a:ext cx="1261800" cy="1021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4">
            <p14:nvContentPartPr>
              <p14:cNvPr id="95" name="Ink 94">
                <a:extLst>
                  <a:ext uri="{FF2B5EF4-FFF2-40B4-BE49-F238E27FC236}">
                    <a16:creationId xmlns:a16="http://schemas.microsoft.com/office/drawing/2014/main" id="{89611F91-0286-A09D-C6B0-89C85A468E1A}"/>
                  </a:ext>
                </a:extLst>
              </p14:cNvPr>
              <p14:cNvContentPartPr/>
              <p14:nvPr/>
            </p14:nvContentPartPr>
            <p14:xfrm>
              <a:off x="7028064" y="392832"/>
              <a:ext cx="1118880" cy="148680"/>
            </p14:xfrm>
          </p:contentPart>
        </mc:Choice>
        <mc:Fallback>
          <p:pic>
            <p:nvPicPr>
              <p:cNvPr id="95" name="Ink 94">
                <a:extLst>
                  <a:ext uri="{FF2B5EF4-FFF2-40B4-BE49-F238E27FC236}">
                    <a16:creationId xmlns:a16="http://schemas.microsoft.com/office/drawing/2014/main" id="{89611F91-0286-A09D-C6B0-89C85A468E1A}"/>
                  </a:ext>
                </a:extLst>
              </p:cNvPr>
              <p:cNvPicPr/>
              <p:nvPr/>
            </p:nvPicPr>
            <p:blipFill>
              <a:blip r:embed="rId165"/>
              <a:stretch>
                <a:fillRect/>
              </a:stretch>
            </p:blipFill>
            <p:spPr>
              <a:xfrm>
                <a:off x="7021944" y="386712"/>
                <a:ext cx="1131120" cy="160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6">
            <p14:nvContentPartPr>
              <p14:cNvPr id="96" name="Ink 95">
                <a:extLst>
                  <a:ext uri="{FF2B5EF4-FFF2-40B4-BE49-F238E27FC236}">
                    <a16:creationId xmlns:a16="http://schemas.microsoft.com/office/drawing/2014/main" id="{C7063180-5F03-08D1-27E5-65DE785AC7F2}"/>
                  </a:ext>
                </a:extLst>
              </p14:cNvPr>
              <p14:cNvContentPartPr/>
              <p14:nvPr/>
            </p14:nvContentPartPr>
            <p14:xfrm>
              <a:off x="7337304" y="371592"/>
              <a:ext cx="10080" cy="13680"/>
            </p14:xfrm>
          </p:contentPart>
        </mc:Choice>
        <mc:Fallback>
          <p:pic>
            <p:nvPicPr>
              <p:cNvPr id="96" name="Ink 95">
                <a:extLst>
                  <a:ext uri="{FF2B5EF4-FFF2-40B4-BE49-F238E27FC236}">
                    <a16:creationId xmlns:a16="http://schemas.microsoft.com/office/drawing/2014/main" id="{C7063180-5F03-08D1-27E5-65DE785AC7F2}"/>
                  </a:ext>
                </a:extLst>
              </p:cNvPr>
              <p:cNvPicPr/>
              <p:nvPr/>
            </p:nvPicPr>
            <p:blipFill>
              <a:blip r:embed="rId167"/>
              <a:stretch>
                <a:fillRect/>
              </a:stretch>
            </p:blipFill>
            <p:spPr>
              <a:xfrm>
                <a:off x="7331184" y="365472"/>
                <a:ext cx="22320" cy="25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8">
            <p14:nvContentPartPr>
              <p14:cNvPr id="97" name="Ink 96">
                <a:extLst>
                  <a:ext uri="{FF2B5EF4-FFF2-40B4-BE49-F238E27FC236}">
                    <a16:creationId xmlns:a16="http://schemas.microsoft.com/office/drawing/2014/main" id="{7DBEC5AD-13A1-426F-43BA-13724FDBB936}"/>
                  </a:ext>
                </a:extLst>
              </p14:cNvPr>
              <p14:cNvContentPartPr/>
              <p14:nvPr/>
            </p14:nvContentPartPr>
            <p14:xfrm>
              <a:off x="7344144" y="384912"/>
              <a:ext cx="360" cy="360"/>
            </p14:xfrm>
          </p:contentPart>
        </mc:Choice>
        <mc:Fallback>
          <p:pic>
            <p:nvPicPr>
              <p:cNvPr id="97" name="Ink 96">
                <a:extLst>
                  <a:ext uri="{FF2B5EF4-FFF2-40B4-BE49-F238E27FC236}">
                    <a16:creationId xmlns:a16="http://schemas.microsoft.com/office/drawing/2014/main" id="{7DBEC5AD-13A1-426F-43BA-13724FDBB936}"/>
                  </a:ext>
                </a:extLst>
              </p:cNvPr>
              <p:cNvPicPr/>
              <p:nvPr/>
            </p:nvPicPr>
            <p:blipFill>
              <a:blip r:embed="rId169"/>
              <a:stretch>
                <a:fillRect/>
              </a:stretch>
            </p:blipFill>
            <p:spPr>
              <a:xfrm>
                <a:off x="7338024" y="378792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0">
            <p14:nvContentPartPr>
              <p14:cNvPr id="98" name="Ink 97">
                <a:extLst>
                  <a:ext uri="{FF2B5EF4-FFF2-40B4-BE49-F238E27FC236}">
                    <a16:creationId xmlns:a16="http://schemas.microsoft.com/office/drawing/2014/main" id="{F0A6F146-616C-F078-3E4D-E7D8F550F63B}"/>
                  </a:ext>
                </a:extLst>
              </p14:cNvPr>
              <p14:cNvContentPartPr/>
              <p14:nvPr/>
            </p14:nvContentPartPr>
            <p14:xfrm>
              <a:off x="7344144" y="384912"/>
              <a:ext cx="11880" cy="59760"/>
            </p14:xfrm>
          </p:contentPart>
        </mc:Choice>
        <mc:Fallback>
          <p:pic>
            <p:nvPicPr>
              <p:cNvPr id="98" name="Ink 97">
                <a:extLst>
                  <a:ext uri="{FF2B5EF4-FFF2-40B4-BE49-F238E27FC236}">
                    <a16:creationId xmlns:a16="http://schemas.microsoft.com/office/drawing/2014/main" id="{F0A6F146-616C-F078-3E4D-E7D8F550F63B}"/>
                  </a:ext>
                </a:extLst>
              </p:cNvPr>
              <p:cNvPicPr/>
              <p:nvPr/>
            </p:nvPicPr>
            <p:blipFill>
              <a:blip r:embed="rId171"/>
              <a:stretch>
                <a:fillRect/>
              </a:stretch>
            </p:blipFill>
            <p:spPr>
              <a:xfrm>
                <a:off x="7338024" y="378792"/>
                <a:ext cx="24120" cy="7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2">
            <p14:nvContentPartPr>
              <p14:cNvPr id="99" name="Ink 98">
                <a:extLst>
                  <a:ext uri="{FF2B5EF4-FFF2-40B4-BE49-F238E27FC236}">
                    <a16:creationId xmlns:a16="http://schemas.microsoft.com/office/drawing/2014/main" id="{6760E7A5-69BA-6C0B-D116-69ED246A51E0}"/>
                  </a:ext>
                </a:extLst>
              </p14:cNvPr>
              <p14:cNvContentPartPr/>
              <p14:nvPr/>
            </p14:nvContentPartPr>
            <p14:xfrm>
              <a:off x="7434504" y="293112"/>
              <a:ext cx="92880" cy="126360"/>
            </p14:xfrm>
          </p:contentPart>
        </mc:Choice>
        <mc:Fallback>
          <p:pic>
            <p:nvPicPr>
              <p:cNvPr id="99" name="Ink 98">
                <a:extLst>
                  <a:ext uri="{FF2B5EF4-FFF2-40B4-BE49-F238E27FC236}">
                    <a16:creationId xmlns:a16="http://schemas.microsoft.com/office/drawing/2014/main" id="{6760E7A5-69BA-6C0B-D116-69ED246A51E0}"/>
                  </a:ext>
                </a:extLst>
              </p:cNvPr>
              <p:cNvPicPr/>
              <p:nvPr/>
            </p:nvPicPr>
            <p:blipFill>
              <a:blip r:embed="rId173"/>
              <a:stretch>
                <a:fillRect/>
              </a:stretch>
            </p:blipFill>
            <p:spPr>
              <a:xfrm>
                <a:off x="7428384" y="286992"/>
                <a:ext cx="105120" cy="138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4">
            <p14:nvContentPartPr>
              <p14:cNvPr id="100" name="Ink 99">
                <a:extLst>
                  <a:ext uri="{FF2B5EF4-FFF2-40B4-BE49-F238E27FC236}">
                    <a16:creationId xmlns:a16="http://schemas.microsoft.com/office/drawing/2014/main" id="{532BBB01-E359-967A-275C-C5907E2E7EBE}"/>
                  </a:ext>
                </a:extLst>
              </p14:cNvPr>
              <p14:cNvContentPartPr/>
              <p14:nvPr/>
            </p14:nvContentPartPr>
            <p14:xfrm>
              <a:off x="7546464" y="279072"/>
              <a:ext cx="68760" cy="161280"/>
            </p14:xfrm>
          </p:contentPart>
        </mc:Choice>
        <mc:Fallback>
          <p:pic>
            <p:nvPicPr>
              <p:cNvPr id="100" name="Ink 99">
                <a:extLst>
                  <a:ext uri="{FF2B5EF4-FFF2-40B4-BE49-F238E27FC236}">
                    <a16:creationId xmlns:a16="http://schemas.microsoft.com/office/drawing/2014/main" id="{532BBB01-E359-967A-275C-C5907E2E7EBE}"/>
                  </a:ext>
                </a:extLst>
              </p:cNvPr>
              <p:cNvPicPr/>
              <p:nvPr/>
            </p:nvPicPr>
            <p:blipFill>
              <a:blip r:embed="rId175"/>
              <a:stretch>
                <a:fillRect/>
              </a:stretch>
            </p:blipFill>
            <p:spPr>
              <a:xfrm>
                <a:off x="7540344" y="272952"/>
                <a:ext cx="81000" cy="173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6">
            <p14:nvContentPartPr>
              <p14:cNvPr id="101" name="Ink 100">
                <a:extLst>
                  <a:ext uri="{FF2B5EF4-FFF2-40B4-BE49-F238E27FC236}">
                    <a16:creationId xmlns:a16="http://schemas.microsoft.com/office/drawing/2014/main" id="{D9B9CF0B-EFD4-8A9A-6E39-5E446345290C}"/>
                  </a:ext>
                </a:extLst>
              </p14:cNvPr>
              <p14:cNvContentPartPr/>
              <p14:nvPr/>
            </p14:nvContentPartPr>
            <p14:xfrm>
              <a:off x="7553664" y="376632"/>
              <a:ext cx="183240" cy="45000"/>
            </p14:xfrm>
          </p:contentPart>
        </mc:Choice>
        <mc:Fallback>
          <p:pic>
            <p:nvPicPr>
              <p:cNvPr id="101" name="Ink 100">
                <a:extLst>
                  <a:ext uri="{FF2B5EF4-FFF2-40B4-BE49-F238E27FC236}">
                    <a16:creationId xmlns:a16="http://schemas.microsoft.com/office/drawing/2014/main" id="{D9B9CF0B-EFD4-8A9A-6E39-5E446345290C}"/>
                  </a:ext>
                </a:extLst>
              </p:cNvPr>
              <p:cNvPicPr/>
              <p:nvPr/>
            </p:nvPicPr>
            <p:blipFill>
              <a:blip r:embed="rId177"/>
              <a:stretch>
                <a:fillRect/>
              </a:stretch>
            </p:blipFill>
            <p:spPr>
              <a:xfrm>
                <a:off x="7547544" y="370512"/>
                <a:ext cx="195480" cy="57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8">
            <p14:nvContentPartPr>
              <p14:cNvPr id="102" name="Ink 101">
                <a:extLst>
                  <a:ext uri="{FF2B5EF4-FFF2-40B4-BE49-F238E27FC236}">
                    <a16:creationId xmlns:a16="http://schemas.microsoft.com/office/drawing/2014/main" id="{F39AF160-5F2C-B56A-9C27-80CB793BB26C}"/>
                  </a:ext>
                </a:extLst>
              </p14:cNvPr>
              <p14:cNvContentPartPr/>
              <p14:nvPr/>
            </p14:nvContentPartPr>
            <p14:xfrm>
              <a:off x="7728264" y="223272"/>
              <a:ext cx="349920" cy="187560"/>
            </p14:xfrm>
          </p:contentPart>
        </mc:Choice>
        <mc:Fallback>
          <p:pic>
            <p:nvPicPr>
              <p:cNvPr id="102" name="Ink 101">
                <a:extLst>
                  <a:ext uri="{FF2B5EF4-FFF2-40B4-BE49-F238E27FC236}">
                    <a16:creationId xmlns:a16="http://schemas.microsoft.com/office/drawing/2014/main" id="{F39AF160-5F2C-B56A-9C27-80CB793BB26C}"/>
                  </a:ext>
                </a:extLst>
              </p:cNvPr>
              <p:cNvPicPr/>
              <p:nvPr/>
            </p:nvPicPr>
            <p:blipFill>
              <a:blip r:embed="rId179"/>
              <a:stretch>
                <a:fillRect/>
              </a:stretch>
            </p:blipFill>
            <p:spPr>
              <a:xfrm>
                <a:off x="7722144" y="217152"/>
                <a:ext cx="362160" cy="199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0">
            <p14:nvContentPartPr>
              <p14:cNvPr id="103" name="Ink 102">
                <a:extLst>
                  <a:ext uri="{FF2B5EF4-FFF2-40B4-BE49-F238E27FC236}">
                    <a16:creationId xmlns:a16="http://schemas.microsoft.com/office/drawing/2014/main" id="{E236F7A2-D7E3-73A0-EAE6-BC8E289B424F}"/>
                  </a:ext>
                </a:extLst>
              </p14:cNvPr>
              <p14:cNvContentPartPr/>
              <p14:nvPr/>
            </p14:nvContentPartPr>
            <p14:xfrm>
              <a:off x="8142264" y="221472"/>
              <a:ext cx="46080" cy="138960"/>
            </p14:xfrm>
          </p:contentPart>
        </mc:Choice>
        <mc:Fallback>
          <p:pic>
            <p:nvPicPr>
              <p:cNvPr id="103" name="Ink 102">
                <a:extLst>
                  <a:ext uri="{FF2B5EF4-FFF2-40B4-BE49-F238E27FC236}">
                    <a16:creationId xmlns:a16="http://schemas.microsoft.com/office/drawing/2014/main" id="{E236F7A2-D7E3-73A0-EAE6-BC8E289B424F}"/>
                  </a:ext>
                </a:extLst>
              </p:cNvPr>
              <p:cNvPicPr/>
              <p:nvPr/>
            </p:nvPicPr>
            <p:blipFill>
              <a:blip r:embed="rId181"/>
              <a:stretch>
                <a:fillRect/>
              </a:stretch>
            </p:blipFill>
            <p:spPr>
              <a:xfrm>
                <a:off x="8136144" y="215352"/>
                <a:ext cx="58320" cy="151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2">
            <p14:nvContentPartPr>
              <p14:cNvPr id="104" name="Ink 103">
                <a:extLst>
                  <a:ext uri="{FF2B5EF4-FFF2-40B4-BE49-F238E27FC236}">
                    <a16:creationId xmlns:a16="http://schemas.microsoft.com/office/drawing/2014/main" id="{580FC8AB-85D4-3EFA-6572-4C00AB29C2A6}"/>
                  </a:ext>
                </a:extLst>
              </p14:cNvPr>
              <p14:cNvContentPartPr/>
              <p14:nvPr/>
            </p14:nvContentPartPr>
            <p14:xfrm>
              <a:off x="8114544" y="298872"/>
              <a:ext cx="83160" cy="8640"/>
            </p14:xfrm>
          </p:contentPart>
        </mc:Choice>
        <mc:Fallback>
          <p:pic>
            <p:nvPicPr>
              <p:cNvPr id="104" name="Ink 103">
                <a:extLst>
                  <a:ext uri="{FF2B5EF4-FFF2-40B4-BE49-F238E27FC236}">
                    <a16:creationId xmlns:a16="http://schemas.microsoft.com/office/drawing/2014/main" id="{580FC8AB-85D4-3EFA-6572-4C00AB29C2A6}"/>
                  </a:ext>
                </a:extLst>
              </p:cNvPr>
              <p:cNvPicPr/>
              <p:nvPr/>
            </p:nvPicPr>
            <p:blipFill>
              <a:blip r:embed="rId183"/>
              <a:stretch>
                <a:fillRect/>
              </a:stretch>
            </p:blipFill>
            <p:spPr>
              <a:xfrm>
                <a:off x="8108424" y="292752"/>
                <a:ext cx="95400" cy="20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4">
            <p14:nvContentPartPr>
              <p14:cNvPr id="105" name="Ink 104">
                <a:extLst>
                  <a:ext uri="{FF2B5EF4-FFF2-40B4-BE49-F238E27FC236}">
                    <a16:creationId xmlns:a16="http://schemas.microsoft.com/office/drawing/2014/main" id="{A200F518-E0A8-270B-4B90-CEC9D51FBB37}"/>
                  </a:ext>
                </a:extLst>
              </p14:cNvPr>
              <p14:cNvContentPartPr/>
              <p14:nvPr/>
            </p14:nvContentPartPr>
            <p14:xfrm>
              <a:off x="1922616" y="2014776"/>
              <a:ext cx="1409760" cy="323640"/>
            </p14:xfrm>
          </p:contentPart>
        </mc:Choice>
        <mc:Fallback>
          <p:pic>
            <p:nvPicPr>
              <p:cNvPr id="105" name="Ink 104">
                <a:extLst>
                  <a:ext uri="{FF2B5EF4-FFF2-40B4-BE49-F238E27FC236}">
                    <a16:creationId xmlns:a16="http://schemas.microsoft.com/office/drawing/2014/main" id="{A200F518-E0A8-270B-4B90-CEC9D51FBB37}"/>
                  </a:ext>
                </a:extLst>
              </p:cNvPr>
              <p:cNvPicPr/>
              <p:nvPr/>
            </p:nvPicPr>
            <p:blipFill>
              <a:blip r:embed="rId185"/>
              <a:stretch>
                <a:fillRect/>
              </a:stretch>
            </p:blipFill>
            <p:spPr>
              <a:xfrm>
                <a:off x="1832616" y="1834776"/>
                <a:ext cx="1589400" cy="683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6">
            <p14:nvContentPartPr>
              <p14:cNvPr id="106" name="Ink 105">
                <a:extLst>
                  <a:ext uri="{FF2B5EF4-FFF2-40B4-BE49-F238E27FC236}">
                    <a16:creationId xmlns:a16="http://schemas.microsoft.com/office/drawing/2014/main" id="{73AEC5C6-9709-6D87-DD18-CDC0EF939A26}"/>
                  </a:ext>
                </a:extLst>
              </p14:cNvPr>
              <p14:cNvContentPartPr/>
              <p14:nvPr/>
            </p14:nvContentPartPr>
            <p14:xfrm>
              <a:off x="2724696" y="534816"/>
              <a:ext cx="1395000" cy="852480"/>
            </p14:xfrm>
          </p:contentPart>
        </mc:Choice>
        <mc:Fallback>
          <p:pic>
            <p:nvPicPr>
              <p:cNvPr id="106" name="Ink 105">
                <a:extLst>
                  <a:ext uri="{FF2B5EF4-FFF2-40B4-BE49-F238E27FC236}">
                    <a16:creationId xmlns:a16="http://schemas.microsoft.com/office/drawing/2014/main" id="{73AEC5C6-9709-6D87-DD18-CDC0EF939A26}"/>
                  </a:ext>
                </a:extLst>
              </p:cNvPr>
              <p:cNvPicPr/>
              <p:nvPr/>
            </p:nvPicPr>
            <p:blipFill>
              <a:blip r:embed="rId187"/>
              <a:stretch>
                <a:fillRect/>
              </a:stretch>
            </p:blipFill>
            <p:spPr>
              <a:xfrm>
                <a:off x="2635056" y="355176"/>
                <a:ext cx="1574640" cy="1212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8">
            <p14:nvContentPartPr>
              <p14:cNvPr id="107" name="Ink 106">
                <a:extLst>
                  <a:ext uri="{FF2B5EF4-FFF2-40B4-BE49-F238E27FC236}">
                    <a16:creationId xmlns:a16="http://schemas.microsoft.com/office/drawing/2014/main" id="{9701721C-E410-98AC-6E27-8C01ECEBC565}"/>
                  </a:ext>
                </a:extLst>
              </p14:cNvPr>
              <p14:cNvContentPartPr/>
              <p14:nvPr/>
            </p14:nvContentPartPr>
            <p14:xfrm>
              <a:off x="1876896" y="1980576"/>
              <a:ext cx="1488240" cy="465840"/>
            </p14:xfrm>
          </p:contentPart>
        </mc:Choice>
        <mc:Fallback>
          <p:pic>
            <p:nvPicPr>
              <p:cNvPr id="107" name="Ink 106">
                <a:extLst>
                  <a:ext uri="{FF2B5EF4-FFF2-40B4-BE49-F238E27FC236}">
                    <a16:creationId xmlns:a16="http://schemas.microsoft.com/office/drawing/2014/main" id="{9701721C-E410-98AC-6E27-8C01ECEBC565}"/>
                  </a:ext>
                </a:extLst>
              </p:cNvPr>
              <p:cNvPicPr/>
              <p:nvPr/>
            </p:nvPicPr>
            <p:blipFill>
              <a:blip r:embed="rId189"/>
              <a:stretch>
                <a:fillRect/>
              </a:stretch>
            </p:blipFill>
            <p:spPr>
              <a:xfrm>
                <a:off x="1787256" y="1800576"/>
                <a:ext cx="1667880" cy="825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90">
            <p14:nvContentPartPr>
              <p14:cNvPr id="108" name="Ink 107">
                <a:extLst>
                  <a:ext uri="{FF2B5EF4-FFF2-40B4-BE49-F238E27FC236}">
                    <a16:creationId xmlns:a16="http://schemas.microsoft.com/office/drawing/2014/main" id="{578292B3-CE9E-97DB-9336-7FFC83F7FAD3}"/>
                  </a:ext>
                </a:extLst>
              </p14:cNvPr>
              <p14:cNvContentPartPr/>
              <p14:nvPr/>
            </p14:nvContentPartPr>
            <p14:xfrm>
              <a:off x="1118016" y="1242576"/>
              <a:ext cx="171360" cy="14040"/>
            </p14:xfrm>
          </p:contentPart>
        </mc:Choice>
        <mc:Fallback>
          <p:pic>
            <p:nvPicPr>
              <p:cNvPr id="108" name="Ink 107">
                <a:extLst>
                  <a:ext uri="{FF2B5EF4-FFF2-40B4-BE49-F238E27FC236}">
                    <a16:creationId xmlns:a16="http://schemas.microsoft.com/office/drawing/2014/main" id="{578292B3-CE9E-97DB-9336-7FFC83F7FAD3}"/>
                  </a:ext>
                </a:extLst>
              </p:cNvPr>
              <p:cNvPicPr/>
              <p:nvPr/>
            </p:nvPicPr>
            <p:blipFill>
              <a:blip r:embed="rId191"/>
              <a:stretch>
                <a:fillRect/>
              </a:stretch>
            </p:blipFill>
            <p:spPr>
              <a:xfrm>
                <a:off x="1111896" y="1236456"/>
                <a:ext cx="183600" cy="26280"/>
              </a:xfrm>
              <a:prstGeom prst="rect">
                <a:avLst/>
              </a:prstGeom>
            </p:spPr>
          </p:pic>
        </mc:Fallback>
      </mc:AlternateContent>
      <p:grpSp>
        <p:nvGrpSpPr>
          <p:cNvPr id="122" name="Group 121">
            <a:extLst>
              <a:ext uri="{FF2B5EF4-FFF2-40B4-BE49-F238E27FC236}">
                <a16:creationId xmlns:a16="http://schemas.microsoft.com/office/drawing/2014/main" id="{B8A4AC9D-C7BA-0B28-7ED1-2C7607956A20}"/>
              </a:ext>
            </a:extLst>
          </p:cNvPr>
          <p:cNvGrpSpPr/>
          <p:nvPr/>
        </p:nvGrpSpPr>
        <p:grpSpPr>
          <a:xfrm>
            <a:off x="3171096" y="1127736"/>
            <a:ext cx="119880" cy="81000"/>
            <a:chOff x="3171096" y="1127736"/>
            <a:chExt cx="119880" cy="81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92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34D752EA-FB46-8C9E-F411-E371B933397F}"/>
                    </a:ext>
                  </a:extLst>
                </p14:cNvPr>
                <p14:cNvContentPartPr/>
                <p14:nvPr/>
              </p14:nvContentPartPr>
              <p14:xfrm>
                <a:off x="3171096" y="1142496"/>
                <a:ext cx="12600" cy="54000"/>
              </p14:xfrm>
            </p:contentPart>
          </mc:Choice>
          <mc:Fallback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34D752EA-FB46-8C9E-F411-E371B933397F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3164976" y="1136376"/>
                  <a:ext cx="24840" cy="6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4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E72C1890-F31E-1CD4-00F0-20852D813C08}"/>
                    </a:ext>
                  </a:extLst>
                </p14:cNvPr>
                <p14:cNvContentPartPr/>
                <p14:nvPr/>
              </p14:nvContentPartPr>
              <p14:xfrm>
                <a:off x="3290616" y="1127736"/>
                <a:ext cx="360" cy="81000"/>
              </p14:xfrm>
            </p:contentPart>
          </mc:Choice>
          <mc:Fallback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E72C1890-F31E-1CD4-00F0-20852D813C08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3284496" y="1121616"/>
                  <a:ext cx="12600" cy="93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1" name="Group 120">
            <a:extLst>
              <a:ext uri="{FF2B5EF4-FFF2-40B4-BE49-F238E27FC236}">
                <a16:creationId xmlns:a16="http://schemas.microsoft.com/office/drawing/2014/main" id="{9CBBE15F-F126-47FB-C907-5826458D8ECB}"/>
              </a:ext>
            </a:extLst>
          </p:cNvPr>
          <p:cNvGrpSpPr/>
          <p:nvPr/>
        </p:nvGrpSpPr>
        <p:grpSpPr>
          <a:xfrm>
            <a:off x="3410136" y="1100736"/>
            <a:ext cx="280440" cy="106920"/>
            <a:chOff x="3410136" y="1100736"/>
            <a:chExt cx="280440" cy="106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96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7899F783-BA93-D4EB-13DA-251CDD933DC3}"/>
                    </a:ext>
                  </a:extLst>
                </p14:cNvPr>
                <p14:cNvContentPartPr/>
                <p14:nvPr/>
              </p14:nvContentPartPr>
              <p14:xfrm>
                <a:off x="3410136" y="1114776"/>
                <a:ext cx="15120" cy="84240"/>
              </p14:xfrm>
            </p:contentPart>
          </mc:Choice>
          <mc:Fallback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7899F783-BA93-D4EB-13DA-251CDD933DC3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3404016" y="1108656"/>
                  <a:ext cx="27360" cy="9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8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D62289BB-5F45-8823-2937-B89A7154DA26}"/>
                    </a:ext>
                  </a:extLst>
                </p14:cNvPr>
                <p14:cNvContentPartPr/>
                <p14:nvPr/>
              </p14:nvContentPartPr>
              <p14:xfrm>
                <a:off x="3509856" y="1121256"/>
                <a:ext cx="5400" cy="66960"/>
              </p14:xfrm>
            </p:contentPart>
          </mc:Choice>
          <mc:Fallback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D62289BB-5F45-8823-2937-B89A7154DA26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3503736" y="1115136"/>
                  <a:ext cx="17640" cy="7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0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E3778C1D-00A2-1E97-E6A5-129B2396662D}"/>
                    </a:ext>
                  </a:extLst>
                </p14:cNvPr>
                <p14:cNvContentPartPr/>
                <p14:nvPr/>
              </p14:nvContentPartPr>
              <p14:xfrm>
                <a:off x="3602736" y="1105776"/>
                <a:ext cx="360" cy="56520"/>
              </p14:xfrm>
            </p:contentPart>
          </mc:Choice>
          <mc:Fallback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E3778C1D-00A2-1E97-E6A5-129B2396662D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3596616" y="1099656"/>
                  <a:ext cx="12600" cy="6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2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DFD00D19-B1FB-2205-FF07-15B89C8A0191}"/>
                    </a:ext>
                  </a:extLst>
                </p14:cNvPr>
                <p14:cNvContentPartPr/>
                <p14:nvPr/>
              </p14:nvContentPartPr>
              <p14:xfrm>
                <a:off x="3680496" y="1100736"/>
                <a:ext cx="10080" cy="106920"/>
              </p14:xfrm>
            </p:contentPart>
          </mc:Choice>
          <mc:Fallback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DFD00D19-B1FB-2205-FF07-15B89C8A0191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3674376" y="1094616"/>
                  <a:ext cx="22320" cy="119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0" name="Group 119">
            <a:extLst>
              <a:ext uri="{FF2B5EF4-FFF2-40B4-BE49-F238E27FC236}">
                <a16:creationId xmlns:a16="http://schemas.microsoft.com/office/drawing/2014/main" id="{1D719F75-A5AB-0B93-4A78-65AE75740E08}"/>
              </a:ext>
            </a:extLst>
          </p:cNvPr>
          <p:cNvGrpSpPr/>
          <p:nvPr/>
        </p:nvGrpSpPr>
        <p:grpSpPr>
          <a:xfrm>
            <a:off x="5183856" y="967896"/>
            <a:ext cx="708840" cy="115200"/>
            <a:chOff x="5183856" y="967896"/>
            <a:chExt cx="708840" cy="115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04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993AF196-7726-49F6-268A-B9D195149570}"/>
                    </a:ext>
                  </a:extLst>
                </p14:cNvPr>
                <p14:cNvContentPartPr/>
                <p14:nvPr/>
              </p14:nvContentPartPr>
              <p14:xfrm>
                <a:off x="5183856" y="984816"/>
                <a:ext cx="125640" cy="78120"/>
              </p14:xfrm>
            </p:contentPart>
          </mc:Choice>
          <mc:Fallback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993AF196-7726-49F6-268A-B9D195149570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5177736" y="978696"/>
                  <a:ext cx="137880" cy="9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6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A6B7AB03-B340-C70E-79F2-D413F43D5873}"/>
                    </a:ext>
                  </a:extLst>
                </p14:cNvPr>
                <p14:cNvContentPartPr/>
                <p14:nvPr/>
              </p14:nvContentPartPr>
              <p14:xfrm>
                <a:off x="5377536" y="1001376"/>
                <a:ext cx="124560" cy="72000"/>
              </p14:xfrm>
            </p:contentPart>
          </mc:Choice>
          <mc:Fallback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A6B7AB03-B340-C70E-79F2-D413F43D5873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5371416" y="995256"/>
                  <a:ext cx="136800" cy="8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8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EE87D59F-CBAD-8593-B356-FD5FD006DD5C}"/>
                    </a:ext>
                  </a:extLst>
                </p14:cNvPr>
                <p14:cNvContentPartPr/>
                <p14:nvPr/>
              </p14:nvContentPartPr>
              <p14:xfrm>
                <a:off x="5543496" y="984816"/>
                <a:ext cx="122400" cy="98280"/>
              </p14:xfrm>
            </p:contentPart>
          </mc:Choice>
          <mc:Fallback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EE87D59F-CBAD-8593-B356-FD5FD006DD5C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5537376" y="978696"/>
                  <a:ext cx="134640" cy="11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0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1C8AD8EF-E3F1-7E52-7117-FAC1D7E47AE4}"/>
                    </a:ext>
                  </a:extLst>
                </p14:cNvPr>
                <p14:cNvContentPartPr/>
                <p14:nvPr/>
              </p14:nvContentPartPr>
              <p14:xfrm>
                <a:off x="5679576" y="990576"/>
                <a:ext cx="81000" cy="67320"/>
              </p14:xfrm>
            </p:contentPart>
          </mc:Choice>
          <mc:Fallback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1C8AD8EF-E3F1-7E52-7117-FAC1D7E47AE4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5673456" y="984456"/>
                  <a:ext cx="93240" cy="7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2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5AEEAC04-0A05-E61A-D0FD-4A26E37A0E46}"/>
                    </a:ext>
                  </a:extLst>
                </p14:cNvPr>
                <p14:cNvContentPartPr/>
                <p14:nvPr/>
              </p14:nvContentPartPr>
              <p14:xfrm>
                <a:off x="5799096" y="967896"/>
                <a:ext cx="93600" cy="91080"/>
              </p14:xfrm>
            </p:contentPart>
          </mc:Choice>
          <mc:Fallback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5AEEAC04-0A05-E61A-D0FD-4A26E37A0E46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5792976" y="961776"/>
                  <a:ext cx="105840" cy="103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7" name="Group 126">
            <a:extLst>
              <a:ext uri="{FF2B5EF4-FFF2-40B4-BE49-F238E27FC236}">
                <a16:creationId xmlns:a16="http://schemas.microsoft.com/office/drawing/2014/main" id="{41751EAF-B5DF-A9AA-51E6-FE5901D203CA}"/>
              </a:ext>
            </a:extLst>
          </p:cNvPr>
          <p:cNvGrpSpPr/>
          <p:nvPr/>
        </p:nvGrpSpPr>
        <p:grpSpPr>
          <a:xfrm>
            <a:off x="7378416" y="850176"/>
            <a:ext cx="618480" cy="185400"/>
            <a:chOff x="7378416" y="850176"/>
            <a:chExt cx="618480" cy="185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14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2141D7D3-EDF9-CD9D-C956-28DB6EC9FFCE}"/>
                    </a:ext>
                  </a:extLst>
                </p14:cNvPr>
                <p14:cNvContentPartPr/>
                <p14:nvPr/>
              </p14:nvContentPartPr>
              <p14:xfrm>
                <a:off x="7378416" y="903456"/>
                <a:ext cx="93240" cy="132120"/>
              </p14:xfrm>
            </p:contentPart>
          </mc:Choice>
          <mc:Fallback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2141D7D3-EDF9-CD9D-C956-28DB6EC9FFCE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7372296" y="897336"/>
                  <a:ext cx="105480" cy="14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6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0B8881F7-C4E6-D186-EC0D-C6D85D1FF7C3}"/>
                    </a:ext>
                  </a:extLst>
                </p14:cNvPr>
                <p14:cNvContentPartPr/>
                <p14:nvPr/>
              </p14:nvContentPartPr>
              <p14:xfrm>
                <a:off x="7518456" y="880776"/>
                <a:ext cx="137520" cy="117360"/>
              </p14:xfrm>
            </p:contentPart>
          </mc:Choice>
          <mc:Fallback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0B8881F7-C4E6-D186-EC0D-C6D85D1FF7C3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7512336" y="874656"/>
                  <a:ext cx="149760" cy="12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8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13DC933D-51FA-4B7F-D040-E1A4B698ECCF}"/>
                    </a:ext>
                  </a:extLst>
                </p14:cNvPr>
                <p14:cNvContentPartPr/>
                <p14:nvPr/>
              </p14:nvContentPartPr>
              <p14:xfrm>
                <a:off x="7753536" y="878616"/>
                <a:ext cx="97200" cy="98280"/>
              </p14:xfrm>
            </p:contentPart>
          </mc:Choice>
          <mc:Fallback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13DC933D-51FA-4B7F-D040-E1A4B698ECCF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7747416" y="872496"/>
                  <a:ext cx="109440" cy="11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0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A854C512-CE5B-F35B-6B13-F9A583C4A671}"/>
                    </a:ext>
                  </a:extLst>
                </p14:cNvPr>
                <p14:cNvContentPartPr/>
                <p14:nvPr/>
              </p14:nvContentPartPr>
              <p14:xfrm>
                <a:off x="7915896" y="850176"/>
                <a:ext cx="81000" cy="121680"/>
              </p14:xfrm>
            </p:contentPart>
          </mc:Choice>
          <mc:Fallback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A854C512-CE5B-F35B-6B13-F9A583C4A671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7909776" y="844056"/>
                  <a:ext cx="93240" cy="13392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46861244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1D4745-7ED7-5ECA-FA28-2F44E1D3CA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3E6311BB-C914-6C39-0DB1-A567ED42F05F}"/>
                  </a:ext>
                </a:extLst>
              </p14:cNvPr>
              <p14:cNvContentPartPr/>
              <p14:nvPr/>
            </p14:nvContentPartPr>
            <p14:xfrm>
              <a:off x="1937376" y="1977120"/>
              <a:ext cx="34560" cy="402480"/>
            </p14:xfrm>
          </p:contentPart>
        </mc:Choice>
        <mc:Fallback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3E6311BB-C914-6C39-0DB1-A567ED42F05F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933056" y="1972800"/>
                <a:ext cx="43200" cy="411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F59749B6-6678-AD27-21EA-721AE163558D}"/>
                  </a:ext>
                </a:extLst>
              </p14:cNvPr>
              <p14:cNvContentPartPr/>
              <p14:nvPr/>
            </p14:nvContentPartPr>
            <p14:xfrm>
              <a:off x="1919736" y="1932480"/>
              <a:ext cx="1334520" cy="45720"/>
            </p14:xfrm>
          </p:contentPart>
        </mc:Choice>
        <mc:Fallback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F59749B6-6678-AD27-21EA-721AE163558D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915416" y="1928160"/>
                <a:ext cx="1343160" cy="54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362E3A8A-E719-0E1E-69A2-4238BE0482AD}"/>
                  </a:ext>
                </a:extLst>
              </p14:cNvPr>
              <p14:cNvContentPartPr/>
              <p14:nvPr/>
            </p14:nvContentPartPr>
            <p14:xfrm>
              <a:off x="1933056" y="2386800"/>
              <a:ext cx="1379520" cy="64440"/>
            </p14:xfrm>
          </p:contentPart>
        </mc:Choice>
        <mc:Fallback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362E3A8A-E719-0E1E-69A2-4238BE0482AD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928736" y="2382480"/>
                <a:ext cx="1388160" cy="73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07702A59-4B58-E7F1-226D-AD3013DDC5C5}"/>
                  </a:ext>
                </a:extLst>
              </p14:cNvPr>
              <p14:cNvContentPartPr/>
              <p14:nvPr/>
            </p14:nvContentPartPr>
            <p14:xfrm>
              <a:off x="3266136" y="1929960"/>
              <a:ext cx="17280" cy="484200"/>
            </p14:xfrm>
          </p:contentPart>
        </mc:Choice>
        <mc:Fallback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07702A59-4B58-E7F1-226D-AD3013DDC5C5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3261816" y="1925640"/>
                <a:ext cx="25920" cy="492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C1286536-A051-C6A0-7648-6FD8CC9ADFC1}"/>
                  </a:ext>
                </a:extLst>
              </p14:cNvPr>
              <p14:cNvContentPartPr/>
              <p14:nvPr/>
            </p14:nvContentPartPr>
            <p14:xfrm>
              <a:off x="2941776" y="1950840"/>
              <a:ext cx="17640" cy="485640"/>
            </p14:xfrm>
          </p:contentPart>
        </mc:Choice>
        <mc:Fallback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C1286536-A051-C6A0-7648-6FD8CC9ADFC1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2937456" y="1946520"/>
                <a:ext cx="26280" cy="494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74D7E3C6-C823-CD1E-4B61-1A083EC99CB1}"/>
                  </a:ext>
                </a:extLst>
              </p14:cNvPr>
              <p14:cNvContentPartPr/>
              <p14:nvPr/>
            </p14:nvContentPartPr>
            <p14:xfrm>
              <a:off x="3146616" y="2113920"/>
              <a:ext cx="799560" cy="74880"/>
            </p14:xfrm>
          </p:contentPart>
        </mc:Choice>
        <mc:Fallback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74D7E3C6-C823-CD1E-4B61-1A083EC99CB1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3142296" y="2109600"/>
                <a:ext cx="808200" cy="83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36E49FF0-A491-D621-8D5D-7C02A54FE5D9}"/>
                  </a:ext>
                </a:extLst>
              </p14:cNvPr>
              <p14:cNvContentPartPr/>
              <p14:nvPr/>
            </p14:nvContentPartPr>
            <p14:xfrm>
              <a:off x="3917016" y="2055960"/>
              <a:ext cx="90720" cy="144720"/>
            </p14:xfrm>
          </p:contentPart>
        </mc:Choice>
        <mc:Fallback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36E49FF0-A491-D621-8D5D-7C02A54FE5D9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3912696" y="2051640"/>
                <a:ext cx="99360" cy="153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39A97A07-A6F0-BB4F-C7DC-8DC18B608D76}"/>
                  </a:ext>
                </a:extLst>
              </p14:cNvPr>
              <p14:cNvContentPartPr/>
              <p14:nvPr/>
            </p14:nvContentPartPr>
            <p14:xfrm>
              <a:off x="4070736" y="1885320"/>
              <a:ext cx="17280" cy="547920"/>
            </p14:xfrm>
          </p:contentPart>
        </mc:Choice>
        <mc:Fallback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39A97A07-A6F0-BB4F-C7DC-8DC18B608D76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4066416" y="1881000"/>
                <a:ext cx="25920" cy="556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6D204A74-7123-D8FF-BF3A-2EE857B9565D}"/>
                  </a:ext>
                </a:extLst>
              </p14:cNvPr>
              <p14:cNvContentPartPr/>
              <p14:nvPr/>
            </p14:nvContentPartPr>
            <p14:xfrm>
              <a:off x="3919536" y="1749600"/>
              <a:ext cx="1356480" cy="637560"/>
            </p14:xfrm>
          </p:contentPart>
        </mc:Choice>
        <mc:Fallback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6D204A74-7123-D8FF-BF3A-2EE857B9565D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3915216" y="1745280"/>
                <a:ext cx="1365120" cy="646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">
            <p14:nvContentPartPr>
              <p14:cNvPr id="22" name="Ink 21">
                <a:extLst>
                  <a:ext uri="{FF2B5EF4-FFF2-40B4-BE49-F238E27FC236}">
                    <a16:creationId xmlns:a16="http://schemas.microsoft.com/office/drawing/2014/main" id="{6B5EB545-4AF1-CC99-CF57-7FAF4BC16A5B}"/>
                  </a:ext>
                </a:extLst>
              </p14:cNvPr>
              <p14:cNvContentPartPr/>
              <p14:nvPr/>
            </p14:nvContentPartPr>
            <p14:xfrm>
              <a:off x="4887576" y="1793880"/>
              <a:ext cx="45720" cy="636120"/>
            </p14:xfrm>
          </p:contentPart>
        </mc:Choice>
        <mc:Fallback>
          <p:pic>
            <p:nvPicPr>
              <p:cNvPr id="22" name="Ink 21">
                <a:extLst>
                  <a:ext uri="{FF2B5EF4-FFF2-40B4-BE49-F238E27FC236}">
                    <a16:creationId xmlns:a16="http://schemas.microsoft.com/office/drawing/2014/main" id="{6B5EB545-4AF1-CC99-CF57-7FAF4BC16A5B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4883256" y="1789560"/>
                <a:ext cx="54360" cy="644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4C727369-D480-00E6-3F7D-2E204F994F77}"/>
                  </a:ext>
                </a:extLst>
              </p14:cNvPr>
              <p14:cNvContentPartPr/>
              <p14:nvPr/>
            </p14:nvContentPartPr>
            <p14:xfrm>
              <a:off x="5080896" y="2030040"/>
              <a:ext cx="921960" cy="84240"/>
            </p14:xfrm>
          </p:contentPart>
        </mc:Choice>
        <mc:Fallback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4C727369-D480-00E6-3F7D-2E204F994F77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5076576" y="2025720"/>
                <a:ext cx="930600" cy="92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4">
            <p14:nvContentPartPr>
              <p14:cNvPr id="24" name="Ink 23">
                <a:extLst>
                  <a:ext uri="{FF2B5EF4-FFF2-40B4-BE49-F238E27FC236}">
                    <a16:creationId xmlns:a16="http://schemas.microsoft.com/office/drawing/2014/main" id="{0707C5AE-51C9-6A8E-99B1-9CBF587149D8}"/>
                  </a:ext>
                </a:extLst>
              </p14:cNvPr>
              <p14:cNvContentPartPr/>
              <p14:nvPr/>
            </p14:nvContentPartPr>
            <p14:xfrm>
              <a:off x="6014016" y="1960920"/>
              <a:ext cx="164160" cy="198720"/>
            </p14:xfrm>
          </p:contentPart>
        </mc:Choice>
        <mc:Fallback>
          <p:pic>
            <p:nvPicPr>
              <p:cNvPr id="24" name="Ink 23">
                <a:extLst>
                  <a:ext uri="{FF2B5EF4-FFF2-40B4-BE49-F238E27FC236}">
                    <a16:creationId xmlns:a16="http://schemas.microsoft.com/office/drawing/2014/main" id="{0707C5AE-51C9-6A8E-99B1-9CBF587149D8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6009696" y="1956600"/>
                <a:ext cx="172800" cy="207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6">
            <p14:nvContentPartPr>
              <p14:cNvPr id="25" name="Ink 24">
                <a:extLst>
                  <a:ext uri="{FF2B5EF4-FFF2-40B4-BE49-F238E27FC236}">
                    <a16:creationId xmlns:a16="http://schemas.microsoft.com/office/drawing/2014/main" id="{37109DD2-E698-87A1-DB76-D27342788919}"/>
                  </a:ext>
                </a:extLst>
              </p14:cNvPr>
              <p14:cNvContentPartPr/>
              <p14:nvPr/>
            </p14:nvContentPartPr>
            <p14:xfrm>
              <a:off x="6216336" y="1683000"/>
              <a:ext cx="149040" cy="707040"/>
            </p14:xfrm>
          </p:contentPart>
        </mc:Choice>
        <mc:Fallback>
          <p:pic>
            <p:nvPicPr>
              <p:cNvPr id="25" name="Ink 24">
                <a:extLst>
                  <a:ext uri="{FF2B5EF4-FFF2-40B4-BE49-F238E27FC236}">
                    <a16:creationId xmlns:a16="http://schemas.microsoft.com/office/drawing/2014/main" id="{37109DD2-E698-87A1-DB76-D27342788919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6212016" y="1678680"/>
                <a:ext cx="157680" cy="715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8">
            <p14:nvContentPartPr>
              <p14:cNvPr id="26" name="Ink 25">
                <a:extLst>
                  <a:ext uri="{FF2B5EF4-FFF2-40B4-BE49-F238E27FC236}">
                    <a16:creationId xmlns:a16="http://schemas.microsoft.com/office/drawing/2014/main" id="{2458424C-C75D-6EC1-5830-9E7F46E07DCA}"/>
                  </a:ext>
                </a:extLst>
              </p14:cNvPr>
              <p14:cNvContentPartPr/>
              <p14:nvPr/>
            </p14:nvContentPartPr>
            <p14:xfrm>
              <a:off x="6105096" y="1562040"/>
              <a:ext cx="1431000" cy="781560"/>
            </p14:xfrm>
          </p:contentPart>
        </mc:Choice>
        <mc:Fallback>
          <p:pic>
            <p:nvPicPr>
              <p:cNvPr id="26" name="Ink 25">
                <a:extLst>
                  <a:ext uri="{FF2B5EF4-FFF2-40B4-BE49-F238E27FC236}">
                    <a16:creationId xmlns:a16="http://schemas.microsoft.com/office/drawing/2014/main" id="{2458424C-C75D-6EC1-5830-9E7F46E07DCA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6100776" y="1557720"/>
                <a:ext cx="1439640" cy="790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0">
            <p14:nvContentPartPr>
              <p14:cNvPr id="27" name="Ink 26">
                <a:extLst>
                  <a:ext uri="{FF2B5EF4-FFF2-40B4-BE49-F238E27FC236}">
                    <a16:creationId xmlns:a16="http://schemas.microsoft.com/office/drawing/2014/main" id="{DD7B8CF6-1065-8BD4-39EF-4B15C2F15DD6}"/>
                  </a:ext>
                </a:extLst>
              </p14:cNvPr>
              <p14:cNvContentPartPr/>
              <p14:nvPr/>
            </p14:nvContentPartPr>
            <p14:xfrm>
              <a:off x="7035696" y="1630800"/>
              <a:ext cx="118440" cy="709920"/>
            </p14:xfrm>
          </p:contentPart>
        </mc:Choice>
        <mc:Fallback>
          <p:pic>
            <p:nvPicPr>
              <p:cNvPr id="27" name="Ink 26">
                <a:extLst>
                  <a:ext uri="{FF2B5EF4-FFF2-40B4-BE49-F238E27FC236}">
                    <a16:creationId xmlns:a16="http://schemas.microsoft.com/office/drawing/2014/main" id="{DD7B8CF6-1065-8BD4-39EF-4B15C2F15DD6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7031376" y="1626480"/>
                <a:ext cx="127080" cy="718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2">
            <p14:nvContentPartPr>
              <p14:cNvPr id="28" name="Ink 27">
                <a:extLst>
                  <a:ext uri="{FF2B5EF4-FFF2-40B4-BE49-F238E27FC236}">
                    <a16:creationId xmlns:a16="http://schemas.microsoft.com/office/drawing/2014/main" id="{EF590464-BA09-216E-D8E4-8C4840D04439}"/>
                  </a:ext>
                </a:extLst>
              </p14:cNvPr>
              <p14:cNvContentPartPr/>
              <p14:nvPr/>
            </p14:nvContentPartPr>
            <p14:xfrm>
              <a:off x="7250256" y="1985760"/>
              <a:ext cx="44640" cy="39600"/>
            </p14:xfrm>
          </p:contentPart>
        </mc:Choice>
        <mc:Fallback>
          <p:pic>
            <p:nvPicPr>
              <p:cNvPr id="28" name="Ink 27">
                <a:extLst>
                  <a:ext uri="{FF2B5EF4-FFF2-40B4-BE49-F238E27FC236}">
                    <a16:creationId xmlns:a16="http://schemas.microsoft.com/office/drawing/2014/main" id="{EF590464-BA09-216E-D8E4-8C4840D04439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7245936" y="1981440"/>
                <a:ext cx="53280" cy="48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4">
            <p14:nvContentPartPr>
              <p14:cNvPr id="29" name="Ink 28">
                <a:extLst>
                  <a:ext uri="{FF2B5EF4-FFF2-40B4-BE49-F238E27FC236}">
                    <a16:creationId xmlns:a16="http://schemas.microsoft.com/office/drawing/2014/main" id="{94F6FA75-F525-299C-AA49-AF785E857DB9}"/>
                  </a:ext>
                </a:extLst>
              </p14:cNvPr>
              <p14:cNvContentPartPr/>
              <p14:nvPr/>
            </p14:nvContentPartPr>
            <p14:xfrm>
              <a:off x="620496" y="1607400"/>
              <a:ext cx="54000" cy="259560"/>
            </p14:xfrm>
          </p:contentPart>
        </mc:Choice>
        <mc:Fallback>
          <p:pic>
            <p:nvPicPr>
              <p:cNvPr id="29" name="Ink 28">
                <a:extLst>
                  <a:ext uri="{FF2B5EF4-FFF2-40B4-BE49-F238E27FC236}">
                    <a16:creationId xmlns:a16="http://schemas.microsoft.com/office/drawing/2014/main" id="{94F6FA75-F525-299C-AA49-AF785E857DB9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616176" y="1603080"/>
                <a:ext cx="62640" cy="268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6">
            <p14:nvContentPartPr>
              <p14:cNvPr id="30" name="Ink 29">
                <a:extLst>
                  <a:ext uri="{FF2B5EF4-FFF2-40B4-BE49-F238E27FC236}">
                    <a16:creationId xmlns:a16="http://schemas.microsoft.com/office/drawing/2014/main" id="{442B329E-48E7-ED84-FD95-B001FFCFDBC6}"/>
                  </a:ext>
                </a:extLst>
              </p14:cNvPr>
              <p14:cNvContentPartPr/>
              <p14:nvPr/>
            </p14:nvContentPartPr>
            <p14:xfrm>
              <a:off x="561456" y="1557360"/>
              <a:ext cx="606240" cy="341280"/>
            </p14:xfrm>
          </p:contentPart>
        </mc:Choice>
        <mc:Fallback>
          <p:pic>
            <p:nvPicPr>
              <p:cNvPr id="30" name="Ink 29">
                <a:extLst>
                  <a:ext uri="{FF2B5EF4-FFF2-40B4-BE49-F238E27FC236}">
                    <a16:creationId xmlns:a16="http://schemas.microsoft.com/office/drawing/2014/main" id="{442B329E-48E7-ED84-FD95-B001FFCFDBC6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557136" y="1553040"/>
                <a:ext cx="614880" cy="349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8">
            <p14:nvContentPartPr>
              <p14:cNvPr id="31" name="Ink 30">
                <a:extLst>
                  <a:ext uri="{FF2B5EF4-FFF2-40B4-BE49-F238E27FC236}">
                    <a16:creationId xmlns:a16="http://schemas.microsoft.com/office/drawing/2014/main" id="{DA5FF152-45AE-8C8B-D8E0-6A651C538102}"/>
                  </a:ext>
                </a:extLst>
              </p14:cNvPr>
              <p14:cNvContentPartPr/>
              <p14:nvPr/>
            </p14:nvContentPartPr>
            <p14:xfrm>
              <a:off x="537696" y="1131480"/>
              <a:ext cx="171720" cy="407880"/>
            </p14:xfrm>
          </p:contentPart>
        </mc:Choice>
        <mc:Fallback>
          <p:pic>
            <p:nvPicPr>
              <p:cNvPr id="31" name="Ink 30">
                <a:extLst>
                  <a:ext uri="{FF2B5EF4-FFF2-40B4-BE49-F238E27FC236}">
                    <a16:creationId xmlns:a16="http://schemas.microsoft.com/office/drawing/2014/main" id="{DA5FF152-45AE-8C8B-D8E0-6A651C538102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533376" y="1127160"/>
                <a:ext cx="180360" cy="416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0">
            <p14:nvContentPartPr>
              <p14:cNvPr id="32" name="Ink 31">
                <a:extLst>
                  <a:ext uri="{FF2B5EF4-FFF2-40B4-BE49-F238E27FC236}">
                    <a16:creationId xmlns:a16="http://schemas.microsoft.com/office/drawing/2014/main" id="{2753FE60-195E-C8C6-7F14-7DA4C092A6B4}"/>
                  </a:ext>
                </a:extLst>
              </p14:cNvPr>
              <p14:cNvContentPartPr/>
              <p14:nvPr/>
            </p14:nvContentPartPr>
            <p14:xfrm>
              <a:off x="464616" y="1337400"/>
              <a:ext cx="180720" cy="32760"/>
            </p14:xfrm>
          </p:contentPart>
        </mc:Choice>
        <mc:Fallback>
          <p:pic>
            <p:nvPicPr>
              <p:cNvPr id="32" name="Ink 31">
                <a:extLst>
                  <a:ext uri="{FF2B5EF4-FFF2-40B4-BE49-F238E27FC236}">
                    <a16:creationId xmlns:a16="http://schemas.microsoft.com/office/drawing/2014/main" id="{2753FE60-195E-C8C6-7F14-7DA4C092A6B4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460296" y="1333080"/>
                <a:ext cx="189360" cy="4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2">
            <p14:nvContentPartPr>
              <p14:cNvPr id="33" name="Ink 32">
                <a:extLst>
                  <a:ext uri="{FF2B5EF4-FFF2-40B4-BE49-F238E27FC236}">
                    <a16:creationId xmlns:a16="http://schemas.microsoft.com/office/drawing/2014/main" id="{7E9FC833-2994-87A5-130B-D76597714A3D}"/>
                  </a:ext>
                </a:extLst>
              </p14:cNvPr>
              <p14:cNvContentPartPr/>
              <p14:nvPr/>
            </p14:nvContentPartPr>
            <p14:xfrm>
              <a:off x="696096" y="1315440"/>
              <a:ext cx="88200" cy="102600"/>
            </p14:xfrm>
          </p:contentPart>
        </mc:Choice>
        <mc:Fallback>
          <p:pic>
            <p:nvPicPr>
              <p:cNvPr id="33" name="Ink 32">
                <a:extLst>
                  <a:ext uri="{FF2B5EF4-FFF2-40B4-BE49-F238E27FC236}">
                    <a16:creationId xmlns:a16="http://schemas.microsoft.com/office/drawing/2014/main" id="{7E9FC833-2994-87A5-130B-D76597714A3D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691776" y="1311120"/>
                <a:ext cx="96840" cy="111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4">
            <p14:nvContentPartPr>
              <p14:cNvPr id="34" name="Ink 33">
                <a:extLst>
                  <a:ext uri="{FF2B5EF4-FFF2-40B4-BE49-F238E27FC236}">
                    <a16:creationId xmlns:a16="http://schemas.microsoft.com/office/drawing/2014/main" id="{794B5FC3-9720-C253-0B3C-CCB9626BA666}"/>
                  </a:ext>
                </a:extLst>
              </p14:cNvPr>
              <p14:cNvContentPartPr/>
              <p14:nvPr/>
            </p14:nvContentPartPr>
            <p14:xfrm>
              <a:off x="804816" y="1307520"/>
              <a:ext cx="63720" cy="96480"/>
            </p14:xfrm>
          </p:contentPart>
        </mc:Choice>
        <mc:Fallback>
          <p:pic>
            <p:nvPicPr>
              <p:cNvPr id="34" name="Ink 33">
                <a:extLst>
                  <a:ext uri="{FF2B5EF4-FFF2-40B4-BE49-F238E27FC236}">
                    <a16:creationId xmlns:a16="http://schemas.microsoft.com/office/drawing/2014/main" id="{794B5FC3-9720-C253-0B3C-CCB9626BA666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800496" y="1303200"/>
                <a:ext cx="72360" cy="105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6">
            <p14:nvContentPartPr>
              <p14:cNvPr id="35" name="Ink 34">
                <a:extLst>
                  <a:ext uri="{FF2B5EF4-FFF2-40B4-BE49-F238E27FC236}">
                    <a16:creationId xmlns:a16="http://schemas.microsoft.com/office/drawing/2014/main" id="{DFE1A425-C426-70D0-55CD-DA05DE3B8598}"/>
                  </a:ext>
                </a:extLst>
              </p14:cNvPr>
              <p14:cNvContentPartPr/>
              <p14:nvPr/>
            </p14:nvContentPartPr>
            <p14:xfrm>
              <a:off x="1175616" y="1149840"/>
              <a:ext cx="59760" cy="183600"/>
            </p14:xfrm>
          </p:contentPart>
        </mc:Choice>
        <mc:Fallback>
          <p:pic>
            <p:nvPicPr>
              <p:cNvPr id="35" name="Ink 34">
                <a:extLst>
                  <a:ext uri="{FF2B5EF4-FFF2-40B4-BE49-F238E27FC236}">
                    <a16:creationId xmlns:a16="http://schemas.microsoft.com/office/drawing/2014/main" id="{DFE1A425-C426-70D0-55CD-DA05DE3B8598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1171296" y="1145520"/>
                <a:ext cx="68400" cy="192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8">
            <p14:nvContentPartPr>
              <p14:cNvPr id="37" name="Ink 36">
                <a:extLst>
                  <a:ext uri="{FF2B5EF4-FFF2-40B4-BE49-F238E27FC236}">
                    <a16:creationId xmlns:a16="http://schemas.microsoft.com/office/drawing/2014/main" id="{D6F480B6-88C5-AE4E-7A13-2C9C97C951D9}"/>
                  </a:ext>
                </a:extLst>
              </p14:cNvPr>
              <p14:cNvContentPartPr/>
              <p14:nvPr/>
            </p14:nvContentPartPr>
            <p14:xfrm>
              <a:off x="982296" y="1278360"/>
              <a:ext cx="113760" cy="105840"/>
            </p14:xfrm>
          </p:contentPart>
        </mc:Choice>
        <mc:Fallback>
          <p:pic>
            <p:nvPicPr>
              <p:cNvPr id="37" name="Ink 36">
                <a:extLst>
                  <a:ext uri="{FF2B5EF4-FFF2-40B4-BE49-F238E27FC236}">
                    <a16:creationId xmlns:a16="http://schemas.microsoft.com/office/drawing/2014/main" id="{D6F480B6-88C5-AE4E-7A13-2C9C97C951D9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976176" y="1272240"/>
                <a:ext cx="126000" cy="118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0">
            <p14:nvContentPartPr>
              <p14:cNvPr id="38" name="Ink 37">
                <a:extLst>
                  <a:ext uri="{FF2B5EF4-FFF2-40B4-BE49-F238E27FC236}">
                    <a16:creationId xmlns:a16="http://schemas.microsoft.com/office/drawing/2014/main" id="{4423EFA8-1ADB-A1C0-4F37-1C1AC71ECEB2}"/>
                  </a:ext>
                </a:extLst>
              </p14:cNvPr>
              <p14:cNvContentPartPr/>
              <p14:nvPr/>
            </p14:nvContentPartPr>
            <p14:xfrm>
              <a:off x="925416" y="1717920"/>
              <a:ext cx="912600" cy="542160"/>
            </p14:xfrm>
          </p:contentPart>
        </mc:Choice>
        <mc:Fallback>
          <p:pic>
            <p:nvPicPr>
              <p:cNvPr id="38" name="Ink 37">
                <a:extLst>
                  <a:ext uri="{FF2B5EF4-FFF2-40B4-BE49-F238E27FC236}">
                    <a16:creationId xmlns:a16="http://schemas.microsoft.com/office/drawing/2014/main" id="{4423EFA8-1ADB-A1C0-4F37-1C1AC71ECEB2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919296" y="1711800"/>
                <a:ext cx="924840" cy="554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2">
            <p14:nvContentPartPr>
              <p14:cNvPr id="39" name="Ink 38">
                <a:extLst>
                  <a:ext uri="{FF2B5EF4-FFF2-40B4-BE49-F238E27FC236}">
                    <a16:creationId xmlns:a16="http://schemas.microsoft.com/office/drawing/2014/main" id="{69B9D96D-A1B1-FC53-AE46-AD6B57F9FE02}"/>
                  </a:ext>
                </a:extLst>
              </p14:cNvPr>
              <p14:cNvContentPartPr/>
              <p14:nvPr/>
            </p14:nvContentPartPr>
            <p14:xfrm>
              <a:off x="1763496" y="2077920"/>
              <a:ext cx="163080" cy="200520"/>
            </p14:xfrm>
          </p:contentPart>
        </mc:Choice>
        <mc:Fallback>
          <p:pic>
            <p:nvPicPr>
              <p:cNvPr id="39" name="Ink 38">
                <a:extLst>
                  <a:ext uri="{FF2B5EF4-FFF2-40B4-BE49-F238E27FC236}">
                    <a16:creationId xmlns:a16="http://schemas.microsoft.com/office/drawing/2014/main" id="{69B9D96D-A1B1-FC53-AE46-AD6B57F9FE02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1757376" y="2071800"/>
                <a:ext cx="175320" cy="212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4">
            <p14:nvContentPartPr>
              <p14:cNvPr id="40" name="Ink 39">
                <a:extLst>
                  <a:ext uri="{FF2B5EF4-FFF2-40B4-BE49-F238E27FC236}">
                    <a16:creationId xmlns:a16="http://schemas.microsoft.com/office/drawing/2014/main" id="{AEE106E7-4E2B-63D6-3B4C-95CA096B8B38}"/>
                  </a:ext>
                </a:extLst>
              </p14:cNvPr>
              <p14:cNvContentPartPr/>
              <p14:nvPr/>
            </p14:nvContentPartPr>
            <p14:xfrm>
              <a:off x="603576" y="3042000"/>
              <a:ext cx="85680" cy="128520"/>
            </p14:xfrm>
          </p:contentPart>
        </mc:Choice>
        <mc:Fallback>
          <p:pic>
            <p:nvPicPr>
              <p:cNvPr id="40" name="Ink 39">
                <a:extLst>
                  <a:ext uri="{FF2B5EF4-FFF2-40B4-BE49-F238E27FC236}">
                    <a16:creationId xmlns:a16="http://schemas.microsoft.com/office/drawing/2014/main" id="{AEE106E7-4E2B-63D6-3B4C-95CA096B8B38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597456" y="3035880"/>
                <a:ext cx="97920" cy="140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6">
            <p14:nvContentPartPr>
              <p14:cNvPr id="41" name="Ink 40">
                <a:extLst>
                  <a:ext uri="{FF2B5EF4-FFF2-40B4-BE49-F238E27FC236}">
                    <a16:creationId xmlns:a16="http://schemas.microsoft.com/office/drawing/2014/main" id="{A61FE7BB-BF78-859E-4967-B42DCF247E68}"/>
                  </a:ext>
                </a:extLst>
              </p14:cNvPr>
              <p14:cNvContentPartPr/>
              <p14:nvPr/>
            </p14:nvContentPartPr>
            <p14:xfrm>
              <a:off x="737496" y="3043440"/>
              <a:ext cx="154080" cy="71280"/>
            </p14:xfrm>
          </p:contentPart>
        </mc:Choice>
        <mc:Fallback>
          <p:pic>
            <p:nvPicPr>
              <p:cNvPr id="41" name="Ink 40">
                <a:extLst>
                  <a:ext uri="{FF2B5EF4-FFF2-40B4-BE49-F238E27FC236}">
                    <a16:creationId xmlns:a16="http://schemas.microsoft.com/office/drawing/2014/main" id="{A61FE7BB-BF78-859E-4967-B42DCF247E68}"/>
                  </a:ext>
                </a:extLst>
              </p:cNvPr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731376" y="3037320"/>
                <a:ext cx="166320" cy="83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8">
            <p14:nvContentPartPr>
              <p14:cNvPr id="42" name="Ink 41">
                <a:extLst>
                  <a:ext uri="{FF2B5EF4-FFF2-40B4-BE49-F238E27FC236}">
                    <a16:creationId xmlns:a16="http://schemas.microsoft.com/office/drawing/2014/main" id="{8B8A4E2B-486B-E671-5E0A-F514AB6767D5}"/>
                  </a:ext>
                </a:extLst>
              </p14:cNvPr>
              <p14:cNvContentPartPr/>
              <p14:nvPr/>
            </p14:nvContentPartPr>
            <p14:xfrm>
              <a:off x="925416" y="3041640"/>
              <a:ext cx="105120" cy="55800"/>
            </p14:xfrm>
          </p:contentPart>
        </mc:Choice>
        <mc:Fallback>
          <p:pic>
            <p:nvPicPr>
              <p:cNvPr id="42" name="Ink 41">
                <a:extLst>
                  <a:ext uri="{FF2B5EF4-FFF2-40B4-BE49-F238E27FC236}">
                    <a16:creationId xmlns:a16="http://schemas.microsoft.com/office/drawing/2014/main" id="{8B8A4E2B-486B-E671-5E0A-F514AB6767D5}"/>
                  </a:ext>
                </a:extLst>
              </p:cNvPr>
              <p:cNvPicPr/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919296" y="3035520"/>
                <a:ext cx="117360" cy="68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0">
            <p14:nvContentPartPr>
              <p14:cNvPr id="43" name="Ink 42">
                <a:extLst>
                  <a:ext uri="{FF2B5EF4-FFF2-40B4-BE49-F238E27FC236}">
                    <a16:creationId xmlns:a16="http://schemas.microsoft.com/office/drawing/2014/main" id="{17907E98-0818-E4FB-1722-6C1CF6131011}"/>
                  </a:ext>
                </a:extLst>
              </p14:cNvPr>
              <p14:cNvContentPartPr/>
              <p14:nvPr/>
            </p14:nvContentPartPr>
            <p14:xfrm>
              <a:off x="1074096" y="2963160"/>
              <a:ext cx="81000" cy="124200"/>
            </p14:xfrm>
          </p:contentPart>
        </mc:Choice>
        <mc:Fallback>
          <p:pic>
            <p:nvPicPr>
              <p:cNvPr id="43" name="Ink 42">
                <a:extLst>
                  <a:ext uri="{FF2B5EF4-FFF2-40B4-BE49-F238E27FC236}">
                    <a16:creationId xmlns:a16="http://schemas.microsoft.com/office/drawing/2014/main" id="{17907E98-0818-E4FB-1722-6C1CF6131011}"/>
                  </a:ext>
                </a:extLst>
              </p:cNvPr>
              <p:cNvPicPr/>
              <p:nvPr/>
            </p:nvPicPr>
            <p:blipFill>
              <a:blip r:embed="rId61"/>
              <a:stretch>
                <a:fillRect/>
              </a:stretch>
            </p:blipFill>
            <p:spPr>
              <a:xfrm>
                <a:off x="1067976" y="2957040"/>
                <a:ext cx="93240" cy="136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2">
            <p14:nvContentPartPr>
              <p14:cNvPr id="44" name="Ink 43">
                <a:extLst>
                  <a:ext uri="{FF2B5EF4-FFF2-40B4-BE49-F238E27FC236}">
                    <a16:creationId xmlns:a16="http://schemas.microsoft.com/office/drawing/2014/main" id="{0BAB7F16-E310-FD9B-A73B-58C8813EF4D3}"/>
                  </a:ext>
                </a:extLst>
              </p14:cNvPr>
              <p14:cNvContentPartPr/>
              <p14:nvPr/>
            </p14:nvContentPartPr>
            <p14:xfrm>
              <a:off x="718056" y="3377520"/>
              <a:ext cx="41760" cy="222840"/>
            </p14:xfrm>
          </p:contentPart>
        </mc:Choice>
        <mc:Fallback>
          <p:pic>
            <p:nvPicPr>
              <p:cNvPr id="44" name="Ink 43">
                <a:extLst>
                  <a:ext uri="{FF2B5EF4-FFF2-40B4-BE49-F238E27FC236}">
                    <a16:creationId xmlns:a16="http://schemas.microsoft.com/office/drawing/2014/main" id="{0BAB7F16-E310-FD9B-A73B-58C8813EF4D3}"/>
                  </a:ext>
                </a:extLst>
              </p:cNvPr>
              <p:cNvPicPr/>
              <p:nvPr/>
            </p:nvPicPr>
            <p:blipFill>
              <a:blip r:embed="rId63"/>
              <a:stretch>
                <a:fillRect/>
              </a:stretch>
            </p:blipFill>
            <p:spPr>
              <a:xfrm>
                <a:off x="711936" y="3371400"/>
                <a:ext cx="54000" cy="235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4">
            <p14:nvContentPartPr>
              <p14:cNvPr id="45" name="Ink 44">
                <a:extLst>
                  <a:ext uri="{FF2B5EF4-FFF2-40B4-BE49-F238E27FC236}">
                    <a16:creationId xmlns:a16="http://schemas.microsoft.com/office/drawing/2014/main" id="{9CE8ED90-3082-FF4A-F6A9-DF2AD86CA6F7}"/>
                  </a:ext>
                </a:extLst>
              </p14:cNvPr>
              <p14:cNvContentPartPr/>
              <p14:nvPr/>
            </p14:nvContentPartPr>
            <p14:xfrm>
              <a:off x="600336" y="3257640"/>
              <a:ext cx="702000" cy="390600"/>
            </p14:xfrm>
          </p:contentPart>
        </mc:Choice>
        <mc:Fallback>
          <p:pic>
            <p:nvPicPr>
              <p:cNvPr id="45" name="Ink 44">
                <a:extLst>
                  <a:ext uri="{FF2B5EF4-FFF2-40B4-BE49-F238E27FC236}">
                    <a16:creationId xmlns:a16="http://schemas.microsoft.com/office/drawing/2014/main" id="{9CE8ED90-3082-FF4A-F6A9-DF2AD86CA6F7}"/>
                  </a:ext>
                </a:extLst>
              </p:cNvPr>
              <p:cNvPicPr/>
              <p:nvPr/>
            </p:nvPicPr>
            <p:blipFill>
              <a:blip r:embed="rId65"/>
              <a:stretch>
                <a:fillRect/>
              </a:stretch>
            </p:blipFill>
            <p:spPr>
              <a:xfrm>
                <a:off x="594216" y="3251520"/>
                <a:ext cx="714240" cy="402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6">
            <p14:nvContentPartPr>
              <p14:cNvPr id="46" name="Ink 45">
                <a:extLst>
                  <a:ext uri="{FF2B5EF4-FFF2-40B4-BE49-F238E27FC236}">
                    <a16:creationId xmlns:a16="http://schemas.microsoft.com/office/drawing/2014/main" id="{20E60735-AF2F-2338-311C-3ACF6930BCE1}"/>
                  </a:ext>
                </a:extLst>
              </p14:cNvPr>
              <p14:cNvContentPartPr/>
              <p14:nvPr/>
            </p14:nvContentPartPr>
            <p14:xfrm>
              <a:off x="1086336" y="2316960"/>
              <a:ext cx="5769360" cy="1166760"/>
            </p14:xfrm>
          </p:contentPart>
        </mc:Choice>
        <mc:Fallback>
          <p:pic>
            <p:nvPicPr>
              <p:cNvPr id="46" name="Ink 45">
                <a:extLst>
                  <a:ext uri="{FF2B5EF4-FFF2-40B4-BE49-F238E27FC236}">
                    <a16:creationId xmlns:a16="http://schemas.microsoft.com/office/drawing/2014/main" id="{20E60735-AF2F-2338-311C-3ACF6930BCE1}"/>
                  </a:ext>
                </a:extLst>
              </p:cNvPr>
              <p:cNvPicPr/>
              <p:nvPr/>
            </p:nvPicPr>
            <p:blipFill>
              <a:blip r:embed="rId67"/>
              <a:stretch>
                <a:fillRect/>
              </a:stretch>
            </p:blipFill>
            <p:spPr>
              <a:xfrm>
                <a:off x="1080216" y="2310840"/>
                <a:ext cx="5781600" cy="1179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8">
            <p14:nvContentPartPr>
              <p14:cNvPr id="47" name="Ink 46">
                <a:extLst>
                  <a:ext uri="{FF2B5EF4-FFF2-40B4-BE49-F238E27FC236}">
                    <a16:creationId xmlns:a16="http://schemas.microsoft.com/office/drawing/2014/main" id="{363A5CA2-8CD9-F96A-5482-0522630942FE}"/>
                  </a:ext>
                </a:extLst>
              </p14:cNvPr>
              <p14:cNvContentPartPr/>
              <p14:nvPr/>
            </p14:nvContentPartPr>
            <p14:xfrm>
              <a:off x="6690096" y="2334600"/>
              <a:ext cx="104040" cy="130320"/>
            </p14:xfrm>
          </p:contentPart>
        </mc:Choice>
        <mc:Fallback>
          <p:pic>
            <p:nvPicPr>
              <p:cNvPr id="47" name="Ink 46">
                <a:extLst>
                  <a:ext uri="{FF2B5EF4-FFF2-40B4-BE49-F238E27FC236}">
                    <a16:creationId xmlns:a16="http://schemas.microsoft.com/office/drawing/2014/main" id="{363A5CA2-8CD9-F96A-5482-0522630942FE}"/>
                  </a:ext>
                </a:extLst>
              </p:cNvPr>
              <p:cNvPicPr/>
              <p:nvPr/>
            </p:nvPicPr>
            <p:blipFill>
              <a:blip r:embed="rId69"/>
              <a:stretch>
                <a:fillRect/>
              </a:stretch>
            </p:blipFill>
            <p:spPr>
              <a:xfrm>
                <a:off x="6683976" y="2328480"/>
                <a:ext cx="116280" cy="142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0">
            <p14:nvContentPartPr>
              <p14:cNvPr id="48" name="Ink 47">
                <a:extLst>
                  <a:ext uri="{FF2B5EF4-FFF2-40B4-BE49-F238E27FC236}">
                    <a16:creationId xmlns:a16="http://schemas.microsoft.com/office/drawing/2014/main" id="{A011FAF8-9328-3AB7-D23E-A1C8782CE1DE}"/>
                  </a:ext>
                </a:extLst>
              </p14:cNvPr>
              <p14:cNvContentPartPr/>
              <p14:nvPr/>
            </p14:nvContentPartPr>
            <p14:xfrm>
              <a:off x="6764976" y="2341080"/>
              <a:ext cx="84600" cy="121320"/>
            </p14:xfrm>
          </p:contentPart>
        </mc:Choice>
        <mc:Fallback>
          <p:pic>
            <p:nvPicPr>
              <p:cNvPr id="48" name="Ink 47">
                <a:extLst>
                  <a:ext uri="{FF2B5EF4-FFF2-40B4-BE49-F238E27FC236}">
                    <a16:creationId xmlns:a16="http://schemas.microsoft.com/office/drawing/2014/main" id="{A011FAF8-9328-3AB7-D23E-A1C8782CE1DE}"/>
                  </a:ext>
                </a:extLst>
              </p:cNvPr>
              <p:cNvPicPr/>
              <p:nvPr/>
            </p:nvPicPr>
            <p:blipFill>
              <a:blip r:embed="rId71"/>
              <a:stretch>
                <a:fillRect/>
              </a:stretch>
            </p:blipFill>
            <p:spPr>
              <a:xfrm>
                <a:off x="6758856" y="2334960"/>
                <a:ext cx="96840" cy="133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2">
            <p14:nvContentPartPr>
              <p14:cNvPr id="49" name="Ink 48">
                <a:extLst>
                  <a:ext uri="{FF2B5EF4-FFF2-40B4-BE49-F238E27FC236}">
                    <a16:creationId xmlns:a16="http://schemas.microsoft.com/office/drawing/2014/main" id="{6E8FF148-99F5-2A9E-85B6-1074E330BAA0}"/>
                  </a:ext>
                </a:extLst>
              </p14:cNvPr>
              <p14:cNvContentPartPr/>
              <p14:nvPr/>
            </p14:nvContentPartPr>
            <p14:xfrm>
              <a:off x="2979504" y="463752"/>
              <a:ext cx="1112400" cy="64440"/>
            </p14:xfrm>
          </p:contentPart>
        </mc:Choice>
        <mc:Fallback>
          <p:pic>
            <p:nvPicPr>
              <p:cNvPr id="49" name="Ink 48">
                <a:extLst>
                  <a:ext uri="{FF2B5EF4-FFF2-40B4-BE49-F238E27FC236}">
                    <a16:creationId xmlns:a16="http://schemas.microsoft.com/office/drawing/2014/main" id="{6E8FF148-99F5-2A9E-85B6-1074E330BAA0}"/>
                  </a:ext>
                </a:extLst>
              </p:cNvPr>
              <p:cNvPicPr/>
              <p:nvPr/>
            </p:nvPicPr>
            <p:blipFill>
              <a:blip r:embed="rId73"/>
              <a:stretch>
                <a:fillRect/>
              </a:stretch>
            </p:blipFill>
            <p:spPr>
              <a:xfrm>
                <a:off x="2973384" y="457632"/>
                <a:ext cx="1124640" cy="76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4">
            <p14:nvContentPartPr>
              <p14:cNvPr id="50" name="Ink 49">
                <a:extLst>
                  <a:ext uri="{FF2B5EF4-FFF2-40B4-BE49-F238E27FC236}">
                    <a16:creationId xmlns:a16="http://schemas.microsoft.com/office/drawing/2014/main" id="{090AEDE7-4A36-9367-DB22-8B5AC9CB2C5D}"/>
                  </a:ext>
                </a:extLst>
              </p14:cNvPr>
              <p14:cNvContentPartPr/>
              <p14:nvPr/>
            </p14:nvContentPartPr>
            <p14:xfrm>
              <a:off x="2421144" y="1358712"/>
              <a:ext cx="539280" cy="802440"/>
            </p14:xfrm>
          </p:contentPart>
        </mc:Choice>
        <mc:Fallback>
          <p:pic>
            <p:nvPicPr>
              <p:cNvPr id="50" name="Ink 49">
                <a:extLst>
                  <a:ext uri="{FF2B5EF4-FFF2-40B4-BE49-F238E27FC236}">
                    <a16:creationId xmlns:a16="http://schemas.microsoft.com/office/drawing/2014/main" id="{090AEDE7-4A36-9367-DB22-8B5AC9CB2C5D}"/>
                  </a:ext>
                </a:extLst>
              </p:cNvPr>
              <p:cNvPicPr/>
              <p:nvPr/>
            </p:nvPicPr>
            <p:blipFill>
              <a:blip r:embed="rId75"/>
              <a:stretch>
                <a:fillRect/>
              </a:stretch>
            </p:blipFill>
            <p:spPr>
              <a:xfrm>
                <a:off x="2415024" y="1352592"/>
                <a:ext cx="551520" cy="814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6">
            <p14:nvContentPartPr>
              <p14:cNvPr id="51" name="Ink 50">
                <a:extLst>
                  <a:ext uri="{FF2B5EF4-FFF2-40B4-BE49-F238E27FC236}">
                    <a16:creationId xmlns:a16="http://schemas.microsoft.com/office/drawing/2014/main" id="{9424D25E-1559-9B0C-5351-46A8390A5C1D}"/>
                  </a:ext>
                </a:extLst>
              </p14:cNvPr>
              <p14:cNvContentPartPr/>
              <p14:nvPr/>
            </p14:nvContentPartPr>
            <p14:xfrm>
              <a:off x="2965104" y="548352"/>
              <a:ext cx="20160" cy="835560"/>
            </p14:xfrm>
          </p:contentPart>
        </mc:Choice>
        <mc:Fallback>
          <p:pic>
            <p:nvPicPr>
              <p:cNvPr id="51" name="Ink 50">
                <a:extLst>
                  <a:ext uri="{FF2B5EF4-FFF2-40B4-BE49-F238E27FC236}">
                    <a16:creationId xmlns:a16="http://schemas.microsoft.com/office/drawing/2014/main" id="{9424D25E-1559-9B0C-5351-46A8390A5C1D}"/>
                  </a:ext>
                </a:extLst>
              </p:cNvPr>
              <p:cNvPicPr/>
              <p:nvPr/>
            </p:nvPicPr>
            <p:blipFill>
              <a:blip r:embed="rId77"/>
              <a:stretch>
                <a:fillRect/>
              </a:stretch>
            </p:blipFill>
            <p:spPr>
              <a:xfrm>
                <a:off x="2958984" y="542232"/>
                <a:ext cx="32400" cy="847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8">
            <p14:nvContentPartPr>
              <p14:cNvPr id="52" name="Ink 51">
                <a:extLst>
                  <a:ext uri="{FF2B5EF4-FFF2-40B4-BE49-F238E27FC236}">
                    <a16:creationId xmlns:a16="http://schemas.microsoft.com/office/drawing/2014/main" id="{E0688AA8-6885-7039-C6D4-D811C7B6D249}"/>
                  </a:ext>
                </a:extLst>
              </p14:cNvPr>
              <p14:cNvContentPartPr/>
              <p14:nvPr/>
            </p14:nvContentPartPr>
            <p14:xfrm>
              <a:off x="2992104" y="709272"/>
              <a:ext cx="1068120" cy="65520"/>
            </p14:xfrm>
          </p:contentPart>
        </mc:Choice>
        <mc:Fallback>
          <p:pic>
            <p:nvPicPr>
              <p:cNvPr id="52" name="Ink 51">
                <a:extLst>
                  <a:ext uri="{FF2B5EF4-FFF2-40B4-BE49-F238E27FC236}">
                    <a16:creationId xmlns:a16="http://schemas.microsoft.com/office/drawing/2014/main" id="{E0688AA8-6885-7039-C6D4-D811C7B6D249}"/>
                  </a:ext>
                </a:extLst>
              </p:cNvPr>
              <p:cNvPicPr/>
              <p:nvPr/>
            </p:nvPicPr>
            <p:blipFill>
              <a:blip r:embed="rId79"/>
              <a:stretch>
                <a:fillRect/>
              </a:stretch>
            </p:blipFill>
            <p:spPr>
              <a:xfrm>
                <a:off x="2985984" y="703152"/>
                <a:ext cx="1080360" cy="77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0">
            <p14:nvContentPartPr>
              <p14:cNvPr id="53" name="Ink 52">
                <a:extLst>
                  <a:ext uri="{FF2B5EF4-FFF2-40B4-BE49-F238E27FC236}">
                    <a16:creationId xmlns:a16="http://schemas.microsoft.com/office/drawing/2014/main" id="{C4346AFD-129E-4004-1CEB-F014344EB784}"/>
                  </a:ext>
                </a:extLst>
              </p14:cNvPr>
              <p14:cNvContentPartPr/>
              <p14:nvPr/>
            </p14:nvContentPartPr>
            <p14:xfrm>
              <a:off x="3181464" y="609912"/>
              <a:ext cx="15480" cy="19800"/>
            </p14:xfrm>
          </p:contentPart>
        </mc:Choice>
        <mc:Fallback>
          <p:pic>
            <p:nvPicPr>
              <p:cNvPr id="53" name="Ink 52">
                <a:extLst>
                  <a:ext uri="{FF2B5EF4-FFF2-40B4-BE49-F238E27FC236}">
                    <a16:creationId xmlns:a16="http://schemas.microsoft.com/office/drawing/2014/main" id="{C4346AFD-129E-4004-1CEB-F014344EB784}"/>
                  </a:ext>
                </a:extLst>
              </p:cNvPr>
              <p:cNvPicPr/>
              <p:nvPr/>
            </p:nvPicPr>
            <p:blipFill>
              <a:blip r:embed="rId81"/>
              <a:stretch>
                <a:fillRect/>
              </a:stretch>
            </p:blipFill>
            <p:spPr>
              <a:xfrm>
                <a:off x="3175344" y="603792"/>
                <a:ext cx="27720" cy="32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2">
            <p14:nvContentPartPr>
              <p14:cNvPr id="54" name="Ink 53">
                <a:extLst>
                  <a:ext uri="{FF2B5EF4-FFF2-40B4-BE49-F238E27FC236}">
                    <a16:creationId xmlns:a16="http://schemas.microsoft.com/office/drawing/2014/main" id="{607D3137-9CC3-6F76-9110-28D957A9DE55}"/>
                  </a:ext>
                </a:extLst>
              </p14:cNvPr>
              <p14:cNvContentPartPr/>
              <p14:nvPr/>
            </p14:nvContentPartPr>
            <p14:xfrm>
              <a:off x="3177144" y="691992"/>
              <a:ext cx="10080" cy="19080"/>
            </p14:xfrm>
          </p:contentPart>
        </mc:Choice>
        <mc:Fallback>
          <p:pic>
            <p:nvPicPr>
              <p:cNvPr id="54" name="Ink 53">
                <a:extLst>
                  <a:ext uri="{FF2B5EF4-FFF2-40B4-BE49-F238E27FC236}">
                    <a16:creationId xmlns:a16="http://schemas.microsoft.com/office/drawing/2014/main" id="{607D3137-9CC3-6F76-9110-28D957A9DE55}"/>
                  </a:ext>
                </a:extLst>
              </p:cNvPr>
              <p:cNvPicPr/>
              <p:nvPr/>
            </p:nvPicPr>
            <p:blipFill>
              <a:blip r:embed="rId83"/>
              <a:stretch>
                <a:fillRect/>
              </a:stretch>
            </p:blipFill>
            <p:spPr>
              <a:xfrm>
                <a:off x="3171024" y="685872"/>
                <a:ext cx="22320" cy="31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4">
            <p14:nvContentPartPr>
              <p14:cNvPr id="55" name="Ink 54">
                <a:extLst>
                  <a:ext uri="{FF2B5EF4-FFF2-40B4-BE49-F238E27FC236}">
                    <a16:creationId xmlns:a16="http://schemas.microsoft.com/office/drawing/2014/main" id="{CFAD7383-7CDB-F3D3-B865-68C2E8381719}"/>
                  </a:ext>
                </a:extLst>
              </p14:cNvPr>
              <p14:cNvContentPartPr/>
              <p14:nvPr/>
            </p14:nvContentPartPr>
            <p14:xfrm>
              <a:off x="3233304" y="608112"/>
              <a:ext cx="81000" cy="83520"/>
            </p14:xfrm>
          </p:contentPart>
        </mc:Choice>
        <mc:Fallback>
          <p:pic>
            <p:nvPicPr>
              <p:cNvPr id="55" name="Ink 54">
                <a:extLst>
                  <a:ext uri="{FF2B5EF4-FFF2-40B4-BE49-F238E27FC236}">
                    <a16:creationId xmlns:a16="http://schemas.microsoft.com/office/drawing/2014/main" id="{CFAD7383-7CDB-F3D3-B865-68C2E8381719}"/>
                  </a:ext>
                </a:extLst>
              </p:cNvPr>
              <p:cNvPicPr/>
              <p:nvPr/>
            </p:nvPicPr>
            <p:blipFill>
              <a:blip r:embed="rId85"/>
              <a:stretch>
                <a:fillRect/>
              </a:stretch>
            </p:blipFill>
            <p:spPr>
              <a:xfrm>
                <a:off x="3227184" y="601992"/>
                <a:ext cx="93240" cy="95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6">
            <p14:nvContentPartPr>
              <p14:cNvPr id="56" name="Ink 55">
                <a:extLst>
                  <a:ext uri="{FF2B5EF4-FFF2-40B4-BE49-F238E27FC236}">
                    <a16:creationId xmlns:a16="http://schemas.microsoft.com/office/drawing/2014/main" id="{FEF2E714-C37B-E1C8-A307-02F440561422}"/>
                  </a:ext>
                </a:extLst>
              </p14:cNvPr>
              <p14:cNvContentPartPr/>
              <p14:nvPr/>
            </p14:nvContentPartPr>
            <p14:xfrm>
              <a:off x="3360024" y="528912"/>
              <a:ext cx="68760" cy="180720"/>
            </p14:xfrm>
          </p:contentPart>
        </mc:Choice>
        <mc:Fallback>
          <p:pic>
            <p:nvPicPr>
              <p:cNvPr id="56" name="Ink 55">
                <a:extLst>
                  <a:ext uri="{FF2B5EF4-FFF2-40B4-BE49-F238E27FC236}">
                    <a16:creationId xmlns:a16="http://schemas.microsoft.com/office/drawing/2014/main" id="{FEF2E714-C37B-E1C8-A307-02F440561422}"/>
                  </a:ext>
                </a:extLst>
              </p:cNvPr>
              <p:cNvPicPr/>
              <p:nvPr/>
            </p:nvPicPr>
            <p:blipFill>
              <a:blip r:embed="rId87"/>
              <a:stretch>
                <a:fillRect/>
              </a:stretch>
            </p:blipFill>
            <p:spPr>
              <a:xfrm>
                <a:off x="3353904" y="522792"/>
                <a:ext cx="81000" cy="192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8">
            <p14:nvContentPartPr>
              <p14:cNvPr id="57" name="Ink 56">
                <a:extLst>
                  <a:ext uri="{FF2B5EF4-FFF2-40B4-BE49-F238E27FC236}">
                    <a16:creationId xmlns:a16="http://schemas.microsoft.com/office/drawing/2014/main" id="{C210AF1E-C536-2C3A-34C9-BE02578D73F1}"/>
                  </a:ext>
                </a:extLst>
              </p14:cNvPr>
              <p14:cNvContentPartPr/>
              <p14:nvPr/>
            </p14:nvContentPartPr>
            <p14:xfrm>
              <a:off x="3340584" y="624672"/>
              <a:ext cx="227160" cy="30600"/>
            </p14:xfrm>
          </p:contentPart>
        </mc:Choice>
        <mc:Fallback>
          <p:pic>
            <p:nvPicPr>
              <p:cNvPr id="57" name="Ink 56">
                <a:extLst>
                  <a:ext uri="{FF2B5EF4-FFF2-40B4-BE49-F238E27FC236}">
                    <a16:creationId xmlns:a16="http://schemas.microsoft.com/office/drawing/2014/main" id="{C210AF1E-C536-2C3A-34C9-BE02578D73F1}"/>
                  </a:ext>
                </a:extLst>
              </p:cNvPr>
              <p:cNvPicPr/>
              <p:nvPr/>
            </p:nvPicPr>
            <p:blipFill>
              <a:blip r:embed="rId89"/>
              <a:stretch>
                <a:fillRect/>
              </a:stretch>
            </p:blipFill>
            <p:spPr>
              <a:xfrm>
                <a:off x="3334464" y="618552"/>
                <a:ext cx="239400" cy="42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0">
            <p14:nvContentPartPr>
              <p14:cNvPr id="58" name="Ink 57">
                <a:extLst>
                  <a:ext uri="{FF2B5EF4-FFF2-40B4-BE49-F238E27FC236}">
                    <a16:creationId xmlns:a16="http://schemas.microsoft.com/office/drawing/2014/main" id="{DC267455-BA70-E922-22C3-DC284EC23B64}"/>
                  </a:ext>
                </a:extLst>
              </p14:cNvPr>
              <p14:cNvContentPartPr/>
              <p14:nvPr/>
            </p14:nvContentPartPr>
            <p14:xfrm>
              <a:off x="3520944" y="534312"/>
              <a:ext cx="388080" cy="132840"/>
            </p14:xfrm>
          </p:contentPart>
        </mc:Choice>
        <mc:Fallback>
          <p:pic>
            <p:nvPicPr>
              <p:cNvPr id="58" name="Ink 57">
                <a:extLst>
                  <a:ext uri="{FF2B5EF4-FFF2-40B4-BE49-F238E27FC236}">
                    <a16:creationId xmlns:a16="http://schemas.microsoft.com/office/drawing/2014/main" id="{DC267455-BA70-E922-22C3-DC284EC23B64}"/>
                  </a:ext>
                </a:extLst>
              </p:cNvPr>
              <p:cNvPicPr/>
              <p:nvPr/>
            </p:nvPicPr>
            <p:blipFill>
              <a:blip r:embed="rId91"/>
              <a:stretch>
                <a:fillRect/>
              </a:stretch>
            </p:blipFill>
            <p:spPr>
              <a:xfrm>
                <a:off x="3514824" y="528192"/>
                <a:ext cx="400320" cy="145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2">
            <p14:nvContentPartPr>
              <p14:cNvPr id="59" name="Ink 58">
                <a:extLst>
                  <a:ext uri="{FF2B5EF4-FFF2-40B4-BE49-F238E27FC236}">
                    <a16:creationId xmlns:a16="http://schemas.microsoft.com/office/drawing/2014/main" id="{D2F41F2B-FA8E-C0B4-8574-569AC18F27ED}"/>
                  </a:ext>
                </a:extLst>
              </p14:cNvPr>
              <p14:cNvContentPartPr/>
              <p14:nvPr/>
            </p14:nvContentPartPr>
            <p14:xfrm>
              <a:off x="3917304" y="563832"/>
              <a:ext cx="45000" cy="100440"/>
            </p14:xfrm>
          </p:contentPart>
        </mc:Choice>
        <mc:Fallback>
          <p:pic>
            <p:nvPicPr>
              <p:cNvPr id="59" name="Ink 58">
                <a:extLst>
                  <a:ext uri="{FF2B5EF4-FFF2-40B4-BE49-F238E27FC236}">
                    <a16:creationId xmlns:a16="http://schemas.microsoft.com/office/drawing/2014/main" id="{D2F41F2B-FA8E-C0B4-8574-569AC18F27ED}"/>
                  </a:ext>
                </a:extLst>
              </p:cNvPr>
              <p:cNvPicPr/>
              <p:nvPr/>
            </p:nvPicPr>
            <p:blipFill>
              <a:blip r:embed="rId93"/>
              <a:stretch>
                <a:fillRect/>
              </a:stretch>
            </p:blipFill>
            <p:spPr>
              <a:xfrm>
                <a:off x="3911184" y="557712"/>
                <a:ext cx="57240" cy="112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4">
            <p14:nvContentPartPr>
              <p14:cNvPr id="60" name="Ink 59">
                <a:extLst>
                  <a:ext uri="{FF2B5EF4-FFF2-40B4-BE49-F238E27FC236}">
                    <a16:creationId xmlns:a16="http://schemas.microsoft.com/office/drawing/2014/main" id="{516E7B17-13B7-9C27-956E-2F113758821D}"/>
                  </a:ext>
                </a:extLst>
              </p14:cNvPr>
              <p14:cNvContentPartPr/>
              <p14:nvPr/>
            </p14:nvContentPartPr>
            <p14:xfrm>
              <a:off x="3898944" y="608472"/>
              <a:ext cx="70920" cy="360"/>
            </p14:xfrm>
          </p:contentPart>
        </mc:Choice>
        <mc:Fallback>
          <p:pic>
            <p:nvPicPr>
              <p:cNvPr id="60" name="Ink 59">
                <a:extLst>
                  <a:ext uri="{FF2B5EF4-FFF2-40B4-BE49-F238E27FC236}">
                    <a16:creationId xmlns:a16="http://schemas.microsoft.com/office/drawing/2014/main" id="{516E7B17-13B7-9C27-956E-2F113758821D}"/>
                  </a:ext>
                </a:extLst>
              </p:cNvPr>
              <p:cNvPicPr/>
              <p:nvPr/>
            </p:nvPicPr>
            <p:blipFill>
              <a:blip r:embed="rId95"/>
              <a:stretch>
                <a:fillRect/>
              </a:stretch>
            </p:blipFill>
            <p:spPr>
              <a:xfrm>
                <a:off x="3892824" y="602352"/>
                <a:ext cx="8316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6">
            <p14:nvContentPartPr>
              <p14:cNvPr id="61" name="Ink 60">
                <a:extLst>
                  <a:ext uri="{FF2B5EF4-FFF2-40B4-BE49-F238E27FC236}">
                    <a16:creationId xmlns:a16="http://schemas.microsoft.com/office/drawing/2014/main" id="{7708A714-5074-2B55-3394-FC8F44F92C15}"/>
                  </a:ext>
                </a:extLst>
              </p14:cNvPr>
              <p14:cNvContentPartPr/>
              <p14:nvPr/>
            </p14:nvContentPartPr>
            <p14:xfrm>
              <a:off x="3150144" y="869832"/>
              <a:ext cx="108720" cy="141840"/>
            </p14:xfrm>
          </p:contentPart>
        </mc:Choice>
        <mc:Fallback>
          <p:pic>
            <p:nvPicPr>
              <p:cNvPr id="61" name="Ink 60">
                <a:extLst>
                  <a:ext uri="{FF2B5EF4-FFF2-40B4-BE49-F238E27FC236}">
                    <a16:creationId xmlns:a16="http://schemas.microsoft.com/office/drawing/2014/main" id="{7708A714-5074-2B55-3394-FC8F44F92C15}"/>
                  </a:ext>
                </a:extLst>
              </p:cNvPr>
              <p:cNvPicPr/>
              <p:nvPr/>
            </p:nvPicPr>
            <p:blipFill>
              <a:blip r:embed="rId97"/>
              <a:stretch>
                <a:fillRect/>
              </a:stretch>
            </p:blipFill>
            <p:spPr>
              <a:xfrm>
                <a:off x="3144024" y="863712"/>
                <a:ext cx="120960" cy="154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8">
            <p14:nvContentPartPr>
              <p14:cNvPr id="62" name="Ink 61">
                <a:extLst>
                  <a:ext uri="{FF2B5EF4-FFF2-40B4-BE49-F238E27FC236}">
                    <a16:creationId xmlns:a16="http://schemas.microsoft.com/office/drawing/2014/main" id="{3BAD511C-0C86-9913-18B5-A00905DFFC18}"/>
                  </a:ext>
                </a:extLst>
              </p14:cNvPr>
              <p14:cNvContentPartPr/>
              <p14:nvPr/>
            </p14:nvContentPartPr>
            <p14:xfrm>
              <a:off x="3313584" y="965952"/>
              <a:ext cx="5400" cy="41040"/>
            </p14:xfrm>
          </p:contentPart>
        </mc:Choice>
        <mc:Fallback>
          <p:pic>
            <p:nvPicPr>
              <p:cNvPr id="62" name="Ink 61">
                <a:extLst>
                  <a:ext uri="{FF2B5EF4-FFF2-40B4-BE49-F238E27FC236}">
                    <a16:creationId xmlns:a16="http://schemas.microsoft.com/office/drawing/2014/main" id="{3BAD511C-0C86-9913-18B5-A00905DFFC18}"/>
                  </a:ext>
                </a:extLst>
              </p:cNvPr>
              <p:cNvPicPr/>
              <p:nvPr/>
            </p:nvPicPr>
            <p:blipFill>
              <a:blip r:embed="rId99"/>
              <a:stretch>
                <a:fillRect/>
              </a:stretch>
            </p:blipFill>
            <p:spPr>
              <a:xfrm>
                <a:off x="3307464" y="959832"/>
                <a:ext cx="17640" cy="53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0">
            <p14:nvContentPartPr>
              <p14:cNvPr id="63" name="Ink 62">
                <a:extLst>
                  <a:ext uri="{FF2B5EF4-FFF2-40B4-BE49-F238E27FC236}">
                    <a16:creationId xmlns:a16="http://schemas.microsoft.com/office/drawing/2014/main" id="{74705C48-A75F-D786-BE3C-F6F39193DCDB}"/>
                  </a:ext>
                </a:extLst>
              </p14:cNvPr>
              <p14:cNvContentPartPr/>
              <p14:nvPr/>
            </p14:nvContentPartPr>
            <p14:xfrm>
              <a:off x="3374424" y="854712"/>
              <a:ext cx="5400" cy="79920"/>
            </p14:xfrm>
          </p:contentPart>
        </mc:Choice>
        <mc:Fallback>
          <p:pic>
            <p:nvPicPr>
              <p:cNvPr id="63" name="Ink 62">
                <a:extLst>
                  <a:ext uri="{FF2B5EF4-FFF2-40B4-BE49-F238E27FC236}">
                    <a16:creationId xmlns:a16="http://schemas.microsoft.com/office/drawing/2014/main" id="{74705C48-A75F-D786-BE3C-F6F39193DCDB}"/>
                  </a:ext>
                </a:extLst>
              </p:cNvPr>
              <p:cNvPicPr/>
              <p:nvPr/>
            </p:nvPicPr>
            <p:blipFill>
              <a:blip r:embed="rId101"/>
              <a:stretch>
                <a:fillRect/>
              </a:stretch>
            </p:blipFill>
            <p:spPr>
              <a:xfrm>
                <a:off x="3368304" y="848592"/>
                <a:ext cx="17640" cy="92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2">
            <p14:nvContentPartPr>
              <p14:cNvPr id="64" name="Ink 63">
                <a:extLst>
                  <a:ext uri="{FF2B5EF4-FFF2-40B4-BE49-F238E27FC236}">
                    <a16:creationId xmlns:a16="http://schemas.microsoft.com/office/drawing/2014/main" id="{1D43A353-1AA2-66C1-E127-CF3FDA912AFF}"/>
                  </a:ext>
                </a:extLst>
              </p14:cNvPr>
              <p14:cNvContentPartPr/>
              <p14:nvPr/>
            </p14:nvContentPartPr>
            <p14:xfrm>
              <a:off x="3388824" y="951192"/>
              <a:ext cx="98280" cy="23760"/>
            </p14:xfrm>
          </p:contentPart>
        </mc:Choice>
        <mc:Fallback>
          <p:pic>
            <p:nvPicPr>
              <p:cNvPr id="64" name="Ink 63">
                <a:extLst>
                  <a:ext uri="{FF2B5EF4-FFF2-40B4-BE49-F238E27FC236}">
                    <a16:creationId xmlns:a16="http://schemas.microsoft.com/office/drawing/2014/main" id="{1D43A353-1AA2-66C1-E127-CF3FDA912AFF}"/>
                  </a:ext>
                </a:extLst>
              </p:cNvPr>
              <p:cNvPicPr/>
              <p:nvPr/>
            </p:nvPicPr>
            <p:blipFill>
              <a:blip r:embed="rId103"/>
              <a:stretch>
                <a:fillRect/>
              </a:stretch>
            </p:blipFill>
            <p:spPr>
              <a:xfrm>
                <a:off x="3382704" y="945072"/>
                <a:ext cx="11052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4">
            <p14:nvContentPartPr>
              <p14:cNvPr id="65" name="Ink 64">
                <a:extLst>
                  <a:ext uri="{FF2B5EF4-FFF2-40B4-BE49-F238E27FC236}">
                    <a16:creationId xmlns:a16="http://schemas.microsoft.com/office/drawing/2014/main" id="{A92BFB78-EE42-6E35-B927-74B0A716A064}"/>
                  </a:ext>
                </a:extLst>
              </p14:cNvPr>
              <p14:cNvContentPartPr/>
              <p14:nvPr/>
            </p14:nvContentPartPr>
            <p14:xfrm>
              <a:off x="3496464" y="799632"/>
              <a:ext cx="173520" cy="177120"/>
            </p14:xfrm>
          </p:contentPart>
        </mc:Choice>
        <mc:Fallback>
          <p:pic>
            <p:nvPicPr>
              <p:cNvPr id="65" name="Ink 64">
                <a:extLst>
                  <a:ext uri="{FF2B5EF4-FFF2-40B4-BE49-F238E27FC236}">
                    <a16:creationId xmlns:a16="http://schemas.microsoft.com/office/drawing/2014/main" id="{A92BFB78-EE42-6E35-B927-74B0A716A064}"/>
                  </a:ext>
                </a:extLst>
              </p:cNvPr>
              <p:cNvPicPr/>
              <p:nvPr/>
            </p:nvPicPr>
            <p:blipFill>
              <a:blip r:embed="rId105"/>
              <a:stretch>
                <a:fillRect/>
              </a:stretch>
            </p:blipFill>
            <p:spPr>
              <a:xfrm>
                <a:off x="3490344" y="793512"/>
                <a:ext cx="185760" cy="189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6">
            <p14:nvContentPartPr>
              <p14:cNvPr id="66" name="Ink 65">
                <a:extLst>
                  <a:ext uri="{FF2B5EF4-FFF2-40B4-BE49-F238E27FC236}">
                    <a16:creationId xmlns:a16="http://schemas.microsoft.com/office/drawing/2014/main" id="{4E97B875-6B48-75B5-AE0A-D8E4AF308EAC}"/>
                  </a:ext>
                </a:extLst>
              </p14:cNvPr>
              <p14:cNvContentPartPr/>
              <p14:nvPr/>
            </p14:nvContentPartPr>
            <p14:xfrm>
              <a:off x="3691584" y="922032"/>
              <a:ext cx="75960" cy="19080"/>
            </p14:xfrm>
          </p:contentPart>
        </mc:Choice>
        <mc:Fallback>
          <p:pic>
            <p:nvPicPr>
              <p:cNvPr id="66" name="Ink 65">
                <a:extLst>
                  <a:ext uri="{FF2B5EF4-FFF2-40B4-BE49-F238E27FC236}">
                    <a16:creationId xmlns:a16="http://schemas.microsoft.com/office/drawing/2014/main" id="{4E97B875-6B48-75B5-AE0A-D8E4AF308EAC}"/>
                  </a:ext>
                </a:extLst>
              </p:cNvPr>
              <p:cNvPicPr/>
              <p:nvPr/>
            </p:nvPicPr>
            <p:blipFill>
              <a:blip r:embed="rId107"/>
              <a:stretch>
                <a:fillRect/>
              </a:stretch>
            </p:blipFill>
            <p:spPr>
              <a:xfrm>
                <a:off x="3685464" y="915912"/>
                <a:ext cx="88200" cy="31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8">
            <p14:nvContentPartPr>
              <p14:cNvPr id="67" name="Ink 66">
                <a:extLst>
                  <a:ext uri="{FF2B5EF4-FFF2-40B4-BE49-F238E27FC236}">
                    <a16:creationId xmlns:a16="http://schemas.microsoft.com/office/drawing/2014/main" id="{5984E4CE-3F68-E95C-2199-B9635D8EB222}"/>
                  </a:ext>
                </a:extLst>
              </p14:cNvPr>
              <p14:cNvContentPartPr/>
              <p14:nvPr/>
            </p14:nvContentPartPr>
            <p14:xfrm>
              <a:off x="3673944" y="899352"/>
              <a:ext cx="103320" cy="210240"/>
            </p14:xfrm>
          </p:contentPart>
        </mc:Choice>
        <mc:Fallback>
          <p:pic>
            <p:nvPicPr>
              <p:cNvPr id="67" name="Ink 66">
                <a:extLst>
                  <a:ext uri="{FF2B5EF4-FFF2-40B4-BE49-F238E27FC236}">
                    <a16:creationId xmlns:a16="http://schemas.microsoft.com/office/drawing/2014/main" id="{5984E4CE-3F68-E95C-2199-B9635D8EB222}"/>
                  </a:ext>
                </a:extLst>
              </p:cNvPr>
              <p:cNvPicPr/>
              <p:nvPr/>
            </p:nvPicPr>
            <p:blipFill>
              <a:blip r:embed="rId109"/>
              <a:stretch>
                <a:fillRect/>
              </a:stretch>
            </p:blipFill>
            <p:spPr>
              <a:xfrm>
                <a:off x="3667824" y="893232"/>
                <a:ext cx="115560" cy="222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0">
            <p14:nvContentPartPr>
              <p14:cNvPr id="68" name="Ink 67">
                <a:extLst>
                  <a:ext uri="{FF2B5EF4-FFF2-40B4-BE49-F238E27FC236}">
                    <a16:creationId xmlns:a16="http://schemas.microsoft.com/office/drawing/2014/main" id="{BBDEF332-31B1-CF70-5A69-4A8FF88D9EE3}"/>
                  </a:ext>
                </a:extLst>
              </p14:cNvPr>
              <p14:cNvContentPartPr/>
              <p14:nvPr/>
            </p14:nvContentPartPr>
            <p14:xfrm>
              <a:off x="2950344" y="1356912"/>
              <a:ext cx="1060560" cy="131040"/>
            </p14:xfrm>
          </p:contentPart>
        </mc:Choice>
        <mc:Fallback>
          <p:pic>
            <p:nvPicPr>
              <p:cNvPr id="68" name="Ink 67">
                <a:extLst>
                  <a:ext uri="{FF2B5EF4-FFF2-40B4-BE49-F238E27FC236}">
                    <a16:creationId xmlns:a16="http://schemas.microsoft.com/office/drawing/2014/main" id="{BBDEF332-31B1-CF70-5A69-4A8FF88D9EE3}"/>
                  </a:ext>
                </a:extLst>
              </p:cNvPr>
              <p:cNvPicPr/>
              <p:nvPr/>
            </p:nvPicPr>
            <p:blipFill>
              <a:blip r:embed="rId111"/>
              <a:stretch>
                <a:fillRect/>
              </a:stretch>
            </p:blipFill>
            <p:spPr>
              <a:xfrm>
                <a:off x="2944224" y="1350792"/>
                <a:ext cx="1072800" cy="143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2">
            <p14:nvContentPartPr>
              <p14:cNvPr id="69" name="Ink 68">
                <a:extLst>
                  <a:ext uri="{FF2B5EF4-FFF2-40B4-BE49-F238E27FC236}">
                    <a16:creationId xmlns:a16="http://schemas.microsoft.com/office/drawing/2014/main" id="{E700C299-080D-014F-A408-78BFE9519C9D}"/>
                  </a:ext>
                </a:extLst>
              </p14:cNvPr>
              <p14:cNvContentPartPr/>
              <p14:nvPr/>
            </p14:nvContentPartPr>
            <p14:xfrm>
              <a:off x="3968424" y="521352"/>
              <a:ext cx="116280" cy="886320"/>
            </p14:xfrm>
          </p:contentPart>
        </mc:Choice>
        <mc:Fallback>
          <p:pic>
            <p:nvPicPr>
              <p:cNvPr id="69" name="Ink 68">
                <a:extLst>
                  <a:ext uri="{FF2B5EF4-FFF2-40B4-BE49-F238E27FC236}">
                    <a16:creationId xmlns:a16="http://schemas.microsoft.com/office/drawing/2014/main" id="{E700C299-080D-014F-A408-78BFE9519C9D}"/>
                  </a:ext>
                </a:extLst>
              </p:cNvPr>
              <p:cNvPicPr/>
              <p:nvPr/>
            </p:nvPicPr>
            <p:blipFill>
              <a:blip r:embed="rId113"/>
              <a:stretch>
                <a:fillRect/>
              </a:stretch>
            </p:blipFill>
            <p:spPr>
              <a:xfrm>
                <a:off x="3962304" y="515232"/>
                <a:ext cx="128520" cy="898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4">
            <p14:nvContentPartPr>
              <p14:cNvPr id="70" name="Ink 69">
                <a:extLst>
                  <a:ext uri="{FF2B5EF4-FFF2-40B4-BE49-F238E27FC236}">
                    <a16:creationId xmlns:a16="http://schemas.microsoft.com/office/drawing/2014/main" id="{8C987E82-36DE-FE86-AEDB-7D0878979E7B}"/>
                  </a:ext>
                </a:extLst>
              </p14:cNvPr>
              <p14:cNvContentPartPr/>
              <p14:nvPr/>
            </p14:nvContentPartPr>
            <p14:xfrm>
              <a:off x="4457304" y="1186632"/>
              <a:ext cx="617040" cy="845280"/>
            </p14:xfrm>
          </p:contentPart>
        </mc:Choice>
        <mc:Fallback>
          <p:pic>
            <p:nvPicPr>
              <p:cNvPr id="70" name="Ink 69">
                <a:extLst>
                  <a:ext uri="{FF2B5EF4-FFF2-40B4-BE49-F238E27FC236}">
                    <a16:creationId xmlns:a16="http://schemas.microsoft.com/office/drawing/2014/main" id="{8C987E82-36DE-FE86-AEDB-7D0878979E7B}"/>
                  </a:ext>
                </a:extLst>
              </p:cNvPr>
              <p:cNvPicPr/>
              <p:nvPr/>
            </p:nvPicPr>
            <p:blipFill>
              <a:blip r:embed="rId115"/>
              <a:stretch>
                <a:fillRect/>
              </a:stretch>
            </p:blipFill>
            <p:spPr>
              <a:xfrm>
                <a:off x="4451184" y="1180512"/>
                <a:ext cx="629280" cy="857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6">
            <p14:nvContentPartPr>
              <p14:cNvPr id="71" name="Ink 70">
                <a:extLst>
                  <a:ext uri="{FF2B5EF4-FFF2-40B4-BE49-F238E27FC236}">
                    <a16:creationId xmlns:a16="http://schemas.microsoft.com/office/drawing/2014/main" id="{C946C951-68CD-7AC6-6660-5CA3A90690E9}"/>
                  </a:ext>
                </a:extLst>
              </p14:cNvPr>
              <p14:cNvContentPartPr/>
              <p14:nvPr/>
            </p14:nvContentPartPr>
            <p14:xfrm>
              <a:off x="4866984" y="518472"/>
              <a:ext cx="84240" cy="583560"/>
            </p14:xfrm>
          </p:contentPart>
        </mc:Choice>
        <mc:Fallback>
          <p:pic>
            <p:nvPicPr>
              <p:cNvPr id="71" name="Ink 70">
                <a:extLst>
                  <a:ext uri="{FF2B5EF4-FFF2-40B4-BE49-F238E27FC236}">
                    <a16:creationId xmlns:a16="http://schemas.microsoft.com/office/drawing/2014/main" id="{C946C951-68CD-7AC6-6660-5CA3A90690E9}"/>
                  </a:ext>
                </a:extLst>
              </p:cNvPr>
              <p:cNvPicPr/>
              <p:nvPr/>
            </p:nvPicPr>
            <p:blipFill>
              <a:blip r:embed="rId117"/>
              <a:stretch>
                <a:fillRect/>
              </a:stretch>
            </p:blipFill>
            <p:spPr>
              <a:xfrm>
                <a:off x="4860864" y="512352"/>
                <a:ext cx="96480" cy="595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8">
            <p14:nvContentPartPr>
              <p14:cNvPr id="72" name="Ink 71">
                <a:extLst>
                  <a:ext uri="{FF2B5EF4-FFF2-40B4-BE49-F238E27FC236}">
                    <a16:creationId xmlns:a16="http://schemas.microsoft.com/office/drawing/2014/main" id="{261E90C8-E2B1-A67B-CA3B-912209AE55B3}"/>
                  </a:ext>
                </a:extLst>
              </p14:cNvPr>
              <p14:cNvContentPartPr/>
              <p14:nvPr/>
            </p14:nvContentPartPr>
            <p14:xfrm>
              <a:off x="4922784" y="292392"/>
              <a:ext cx="1056240" cy="892800"/>
            </p14:xfrm>
          </p:contentPart>
        </mc:Choice>
        <mc:Fallback>
          <p:pic>
            <p:nvPicPr>
              <p:cNvPr id="72" name="Ink 71">
                <a:extLst>
                  <a:ext uri="{FF2B5EF4-FFF2-40B4-BE49-F238E27FC236}">
                    <a16:creationId xmlns:a16="http://schemas.microsoft.com/office/drawing/2014/main" id="{261E90C8-E2B1-A67B-CA3B-912209AE55B3}"/>
                  </a:ext>
                </a:extLst>
              </p:cNvPr>
              <p:cNvPicPr/>
              <p:nvPr/>
            </p:nvPicPr>
            <p:blipFill>
              <a:blip r:embed="rId119"/>
              <a:stretch>
                <a:fillRect/>
              </a:stretch>
            </p:blipFill>
            <p:spPr>
              <a:xfrm>
                <a:off x="4916664" y="286272"/>
                <a:ext cx="1068480" cy="905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0">
            <p14:nvContentPartPr>
              <p14:cNvPr id="73" name="Ink 72">
                <a:extLst>
                  <a:ext uri="{FF2B5EF4-FFF2-40B4-BE49-F238E27FC236}">
                    <a16:creationId xmlns:a16="http://schemas.microsoft.com/office/drawing/2014/main" id="{572D69F7-A9AF-5C45-2130-C98F0A7089AD}"/>
                  </a:ext>
                </a:extLst>
              </p14:cNvPr>
              <p14:cNvContentPartPr/>
              <p14:nvPr/>
            </p14:nvContentPartPr>
            <p14:xfrm>
              <a:off x="4922424" y="537552"/>
              <a:ext cx="946800" cy="171720"/>
            </p14:xfrm>
          </p:contentPart>
        </mc:Choice>
        <mc:Fallback>
          <p:pic>
            <p:nvPicPr>
              <p:cNvPr id="73" name="Ink 72">
                <a:extLst>
                  <a:ext uri="{FF2B5EF4-FFF2-40B4-BE49-F238E27FC236}">
                    <a16:creationId xmlns:a16="http://schemas.microsoft.com/office/drawing/2014/main" id="{572D69F7-A9AF-5C45-2130-C98F0A7089AD}"/>
                  </a:ext>
                </a:extLst>
              </p:cNvPr>
              <p:cNvPicPr/>
              <p:nvPr/>
            </p:nvPicPr>
            <p:blipFill>
              <a:blip r:embed="rId121"/>
              <a:stretch>
                <a:fillRect/>
              </a:stretch>
            </p:blipFill>
            <p:spPr>
              <a:xfrm>
                <a:off x="4916304" y="531432"/>
                <a:ext cx="959040" cy="183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2">
            <p14:nvContentPartPr>
              <p14:cNvPr id="74" name="Ink 73">
                <a:extLst>
                  <a:ext uri="{FF2B5EF4-FFF2-40B4-BE49-F238E27FC236}">
                    <a16:creationId xmlns:a16="http://schemas.microsoft.com/office/drawing/2014/main" id="{8EF89896-B1BD-0A79-1DFE-09AFEF2DC282}"/>
                  </a:ext>
                </a:extLst>
              </p14:cNvPr>
              <p14:cNvContentPartPr/>
              <p14:nvPr/>
            </p14:nvContentPartPr>
            <p14:xfrm>
              <a:off x="5071464" y="514152"/>
              <a:ext cx="20520" cy="22320"/>
            </p14:xfrm>
          </p:contentPart>
        </mc:Choice>
        <mc:Fallback>
          <p:pic>
            <p:nvPicPr>
              <p:cNvPr id="74" name="Ink 73">
                <a:extLst>
                  <a:ext uri="{FF2B5EF4-FFF2-40B4-BE49-F238E27FC236}">
                    <a16:creationId xmlns:a16="http://schemas.microsoft.com/office/drawing/2014/main" id="{8EF89896-B1BD-0A79-1DFE-09AFEF2DC282}"/>
                  </a:ext>
                </a:extLst>
              </p:cNvPr>
              <p:cNvPicPr/>
              <p:nvPr/>
            </p:nvPicPr>
            <p:blipFill>
              <a:blip r:embed="rId123"/>
              <a:stretch>
                <a:fillRect/>
              </a:stretch>
            </p:blipFill>
            <p:spPr>
              <a:xfrm>
                <a:off x="5065344" y="508032"/>
                <a:ext cx="32760" cy="34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4">
            <p14:nvContentPartPr>
              <p14:cNvPr id="75" name="Ink 74">
                <a:extLst>
                  <a:ext uri="{FF2B5EF4-FFF2-40B4-BE49-F238E27FC236}">
                    <a16:creationId xmlns:a16="http://schemas.microsoft.com/office/drawing/2014/main" id="{7B141C28-D901-51B7-BE18-A7DA000751C7}"/>
                  </a:ext>
                </a:extLst>
              </p14:cNvPr>
              <p14:cNvContentPartPr/>
              <p14:nvPr/>
            </p14:nvContentPartPr>
            <p14:xfrm>
              <a:off x="5069304" y="602712"/>
              <a:ext cx="24840" cy="7560"/>
            </p14:xfrm>
          </p:contentPart>
        </mc:Choice>
        <mc:Fallback>
          <p:pic>
            <p:nvPicPr>
              <p:cNvPr id="75" name="Ink 74">
                <a:extLst>
                  <a:ext uri="{FF2B5EF4-FFF2-40B4-BE49-F238E27FC236}">
                    <a16:creationId xmlns:a16="http://schemas.microsoft.com/office/drawing/2014/main" id="{7B141C28-D901-51B7-BE18-A7DA000751C7}"/>
                  </a:ext>
                </a:extLst>
              </p:cNvPr>
              <p:cNvPicPr/>
              <p:nvPr/>
            </p:nvPicPr>
            <p:blipFill>
              <a:blip r:embed="rId125"/>
              <a:stretch>
                <a:fillRect/>
              </a:stretch>
            </p:blipFill>
            <p:spPr>
              <a:xfrm>
                <a:off x="5063184" y="596592"/>
                <a:ext cx="37080" cy="19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6">
            <p14:nvContentPartPr>
              <p14:cNvPr id="76" name="Ink 75">
                <a:extLst>
                  <a:ext uri="{FF2B5EF4-FFF2-40B4-BE49-F238E27FC236}">
                    <a16:creationId xmlns:a16="http://schemas.microsoft.com/office/drawing/2014/main" id="{C91938A0-CDE7-E08B-D5F8-F210653B632D}"/>
                  </a:ext>
                </a:extLst>
              </p14:cNvPr>
              <p14:cNvContentPartPr/>
              <p14:nvPr/>
            </p14:nvContentPartPr>
            <p14:xfrm>
              <a:off x="5168664" y="428832"/>
              <a:ext cx="103320" cy="160200"/>
            </p14:xfrm>
          </p:contentPart>
        </mc:Choice>
        <mc:Fallback>
          <p:pic>
            <p:nvPicPr>
              <p:cNvPr id="76" name="Ink 75">
                <a:extLst>
                  <a:ext uri="{FF2B5EF4-FFF2-40B4-BE49-F238E27FC236}">
                    <a16:creationId xmlns:a16="http://schemas.microsoft.com/office/drawing/2014/main" id="{C91938A0-CDE7-E08B-D5F8-F210653B632D}"/>
                  </a:ext>
                </a:extLst>
              </p:cNvPr>
              <p:cNvPicPr/>
              <p:nvPr/>
            </p:nvPicPr>
            <p:blipFill>
              <a:blip r:embed="rId127"/>
              <a:stretch>
                <a:fillRect/>
              </a:stretch>
            </p:blipFill>
            <p:spPr>
              <a:xfrm>
                <a:off x="5162544" y="422712"/>
                <a:ext cx="115560" cy="172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8">
            <p14:nvContentPartPr>
              <p14:cNvPr id="77" name="Ink 76">
                <a:extLst>
                  <a:ext uri="{FF2B5EF4-FFF2-40B4-BE49-F238E27FC236}">
                    <a16:creationId xmlns:a16="http://schemas.microsoft.com/office/drawing/2014/main" id="{7CE417B8-4B33-620F-2807-03D2B0D06BF5}"/>
                  </a:ext>
                </a:extLst>
              </p14:cNvPr>
              <p14:cNvContentPartPr/>
              <p14:nvPr/>
            </p14:nvContentPartPr>
            <p14:xfrm>
              <a:off x="5269104" y="431352"/>
              <a:ext cx="68760" cy="166320"/>
            </p14:xfrm>
          </p:contentPart>
        </mc:Choice>
        <mc:Fallback>
          <p:pic>
            <p:nvPicPr>
              <p:cNvPr id="77" name="Ink 76">
                <a:extLst>
                  <a:ext uri="{FF2B5EF4-FFF2-40B4-BE49-F238E27FC236}">
                    <a16:creationId xmlns:a16="http://schemas.microsoft.com/office/drawing/2014/main" id="{7CE417B8-4B33-620F-2807-03D2B0D06BF5}"/>
                  </a:ext>
                </a:extLst>
              </p:cNvPr>
              <p:cNvPicPr/>
              <p:nvPr/>
            </p:nvPicPr>
            <p:blipFill>
              <a:blip r:embed="rId129"/>
              <a:stretch>
                <a:fillRect/>
              </a:stretch>
            </p:blipFill>
            <p:spPr>
              <a:xfrm>
                <a:off x="5262984" y="425232"/>
                <a:ext cx="81000" cy="178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0">
            <p14:nvContentPartPr>
              <p14:cNvPr id="78" name="Ink 77">
                <a:extLst>
                  <a:ext uri="{FF2B5EF4-FFF2-40B4-BE49-F238E27FC236}">
                    <a16:creationId xmlns:a16="http://schemas.microsoft.com/office/drawing/2014/main" id="{C8DCDEF6-2EBC-DB38-8600-9D8727CDF2E3}"/>
                  </a:ext>
                </a:extLst>
              </p14:cNvPr>
              <p14:cNvContentPartPr/>
              <p14:nvPr/>
            </p14:nvContentPartPr>
            <p14:xfrm>
              <a:off x="5256864" y="517392"/>
              <a:ext cx="207720" cy="57960"/>
            </p14:xfrm>
          </p:contentPart>
        </mc:Choice>
        <mc:Fallback>
          <p:pic>
            <p:nvPicPr>
              <p:cNvPr id="78" name="Ink 77">
                <a:extLst>
                  <a:ext uri="{FF2B5EF4-FFF2-40B4-BE49-F238E27FC236}">
                    <a16:creationId xmlns:a16="http://schemas.microsoft.com/office/drawing/2014/main" id="{C8DCDEF6-2EBC-DB38-8600-9D8727CDF2E3}"/>
                  </a:ext>
                </a:extLst>
              </p:cNvPr>
              <p:cNvPicPr/>
              <p:nvPr/>
            </p:nvPicPr>
            <p:blipFill>
              <a:blip r:embed="rId131"/>
              <a:stretch>
                <a:fillRect/>
              </a:stretch>
            </p:blipFill>
            <p:spPr>
              <a:xfrm>
                <a:off x="5250744" y="511272"/>
                <a:ext cx="219960" cy="70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2">
            <p14:nvContentPartPr>
              <p14:cNvPr id="79" name="Ink 78">
                <a:extLst>
                  <a:ext uri="{FF2B5EF4-FFF2-40B4-BE49-F238E27FC236}">
                    <a16:creationId xmlns:a16="http://schemas.microsoft.com/office/drawing/2014/main" id="{1CD78445-5118-2D4A-4C28-8E208E853D05}"/>
                  </a:ext>
                </a:extLst>
              </p14:cNvPr>
              <p14:cNvContentPartPr/>
              <p14:nvPr/>
            </p14:nvContentPartPr>
            <p14:xfrm>
              <a:off x="5437224" y="388872"/>
              <a:ext cx="324720" cy="167040"/>
            </p14:xfrm>
          </p:contentPart>
        </mc:Choice>
        <mc:Fallback>
          <p:pic>
            <p:nvPicPr>
              <p:cNvPr id="79" name="Ink 78">
                <a:extLst>
                  <a:ext uri="{FF2B5EF4-FFF2-40B4-BE49-F238E27FC236}">
                    <a16:creationId xmlns:a16="http://schemas.microsoft.com/office/drawing/2014/main" id="{1CD78445-5118-2D4A-4C28-8E208E853D05}"/>
                  </a:ext>
                </a:extLst>
              </p:cNvPr>
              <p:cNvPicPr/>
              <p:nvPr/>
            </p:nvPicPr>
            <p:blipFill>
              <a:blip r:embed="rId133"/>
              <a:stretch>
                <a:fillRect/>
              </a:stretch>
            </p:blipFill>
            <p:spPr>
              <a:xfrm>
                <a:off x="5431104" y="382752"/>
                <a:ext cx="336960" cy="179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4">
            <p14:nvContentPartPr>
              <p14:cNvPr id="80" name="Ink 79">
                <a:extLst>
                  <a:ext uri="{FF2B5EF4-FFF2-40B4-BE49-F238E27FC236}">
                    <a16:creationId xmlns:a16="http://schemas.microsoft.com/office/drawing/2014/main" id="{407654DD-47FB-BD9A-8CBD-3827DF7A86A0}"/>
                  </a:ext>
                </a:extLst>
              </p14:cNvPr>
              <p14:cNvContentPartPr/>
              <p14:nvPr/>
            </p14:nvContentPartPr>
            <p14:xfrm>
              <a:off x="5783544" y="386352"/>
              <a:ext cx="41760" cy="112680"/>
            </p14:xfrm>
          </p:contentPart>
        </mc:Choice>
        <mc:Fallback>
          <p:pic>
            <p:nvPicPr>
              <p:cNvPr id="80" name="Ink 79">
                <a:extLst>
                  <a:ext uri="{FF2B5EF4-FFF2-40B4-BE49-F238E27FC236}">
                    <a16:creationId xmlns:a16="http://schemas.microsoft.com/office/drawing/2014/main" id="{407654DD-47FB-BD9A-8CBD-3827DF7A86A0}"/>
                  </a:ext>
                </a:extLst>
              </p:cNvPr>
              <p:cNvPicPr/>
              <p:nvPr/>
            </p:nvPicPr>
            <p:blipFill>
              <a:blip r:embed="rId135"/>
              <a:stretch>
                <a:fillRect/>
              </a:stretch>
            </p:blipFill>
            <p:spPr>
              <a:xfrm>
                <a:off x="5777424" y="380232"/>
                <a:ext cx="54000" cy="124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6">
            <p14:nvContentPartPr>
              <p14:cNvPr id="81" name="Ink 80">
                <a:extLst>
                  <a:ext uri="{FF2B5EF4-FFF2-40B4-BE49-F238E27FC236}">
                    <a16:creationId xmlns:a16="http://schemas.microsoft.com/office/drawing/2014/main" id="{58E89B93-74EE-4626-A8BB-57195D424F9D}"/>
                  </a:ext>
                </a:extLst>
              </p14:cNvPr>
              <p14:cNvContentPartPr/>
              <p14:nvPr/>
            </p14:nvContentPartPr>
            <p14:xfrm>
              <a:off x="5805504" y="423072"/>
              <a:ext cx="81000" cy="12600"/>
            </p14:xfrm>
          </p:contentPart>
        </mc:Choice>
        <mc:Fallback>
          <p:pic>
            <p:nvPicPr>
              <p:cNvPr id="81" name="Ink 80">
                <a:extLst>
                  <a:ext uri="{FF2B5EF4-FFF2-40B4-BE49-F238E27FC236}">
                    <a16:creationId xmlns:a16="http://schemas.microsoft.com/office/drawing/2014/main" id="{58E89B93-74EE-4626-A8BB-57195D424F9D}"/>
                  </a:ext>
                </a:extLst>
              </p:cNvPr>
              <p:cNvPicPr/>
              <p:nvPr/>
            </p:nvPicPr>
            <p:blipFill>
              <a:blip r:embed="rId137"/>
              <a:stretch>
                <a:fillRect/>
              </a:stretch>
            </p:blipFill>
            <p:spPr>
              <a:xfrm>
                <a:off x="5799384" y="416952"/>
                <a:ext cx="93240" cy="24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8">
            <p14:nvContentPartPr>
              <p14:cNvPr id="82" name="Ink 81">
                <a:extLst>
                  <a:ext uri="{FF2B5EF4-FFF2-40B4-BE49-F238E27FC236}">
                    <a16:creationId xmlns:a16="http://schemas.microsoft.com/office/drawing/2014/main" id="{2E5AD9E8-6ABE-7285-798C-137B48CC6C7E}"/>
                  </a:ext>
                </a:extLst>
              </p14:cNvPr>
              <p14:cNvContentPartPr/>
              <p14:nvPr/>
            </p14:nvContentPartPr>
            <p14:xfrm>
              <a:off x="5142384" y="819432"/>
              <a:ext cx="53640" cy="123840"/>
            </p14:xfrm>
          </p:contentPart>
        </mc:Choice>
        <mc:Fallback>
          <p:pic>
            <p:nvPicPr>
              <p:cNvPr id="82" name="Ink 81">
                <a:extLst>
                  <a:ext uri="{FF2B5EF4-FFF2-40B4-BE49-F238E27FC236}">
                    <a16:creationId xmlns:a16="http://schemas.microsoft.com/office/drawing/2014/main" id="{2E5AD9E8-6ABE-7285-798C-137B48CC6C7E}"/>
                  </a:ext>
                </a:extLst>
              </p:cNvPr>
              <p:cNvPicPr/>
              <p:nvPr/>
            </p:nvPicPr>
            <p:blipFill>
              <a:blip r:embed="rId139"/>
              <a:stretch>
                <a:fillRect/>
              </a:stretch>
            </p:blipFill>
            <p:spPr>
              <a:xfrm>
                <a:off x="5136264" y="813312"/>
                <a:ext cx="65880" cy="136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0">
            <p14:nvContentPartPr>
              <p14:cNvPr id="83" name="Ink 82">
                <a:extLst>
                  <a:ext uri="{FF2B5EF4-FFF2-40B4-BE49-F238E27FC236}">
                    <a16:creationId xmlns:a16="http://schemas.microsoft.com/office/drawing/2014/main" id="{31C5B939-F333-86FD-6E1F-4A7C1AB539D7}"/>
                  </a:ext>
                </a:extLst>
              </p14:cNvPr>
              <p14:cNvContentPartPr/>
              <p14:nvPr/>
            </p14:nvContentPartPr>
            <p14:xfrm>
              <a:off x="5052024" y="681552"/>
              <a:ext cx="358920" cy="257400"/>
            </p14:xfrm>
          </p:contentPart>
        </mc:Choice>
        <mc:Fallback>
          <p:pic>
            <p:nvPicPr>
              <p:cNvPr id="83" name="Ink 82">
                <a:extLst>
                  <a:ext uri="{FF2B5EF4-FFF2-40B4-BE49-F238E27FC236}">
                    <a16:creationId xmlns:a16="http://schemas.microsoft.com/office/drawing/2014/main" id="{31C5B939-F333-86FD-6E1F-4A7C1AB539D7}"/>
                  </a:ext>
                </a:extLst>
              </p:cNvPr>
              <p:cNvPicPr/>
              <p:nvPr/>
            </p:nvPicPr>
            <p:blipFill>
              <a:blip r:embed="rId141"/>
              <a:stretch>
                <a:fillRect/>
              </a:stretch>
            </p:blipFill>
            <p:spPr>
              <a:xfrm>
                <a:off x="5045904" y="675432"/>
                <a:ext cx="371160" cy="269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2">
            <p14:nvContentPartPr>
              <p14:cNvPr id="84" name="Ink 83">
                <a:extLst>
                  <a:ext uri="{FF2B5EF4-FFF2-40B4-BE49-F238E27FC236}">
                    <a16:creationId xmlns:a16="http://schemas.microsoft.com/office/drawing/2014/main" id="{AE0CC429-4430-50A1-6CCB-7CCE5FB8BBB1}"/>
                  </a:ext>
                </a:extLst>
              </p14:cNvPr>
              <p14:cNvContentPartPr/>
              <p14:nvPr/>
            </p14:nvContentPartPr>
            <p14:xfrm>
              <a:off x="5390784" y="857952"/>
              <a:ext cx="86040" cy="67680"/>
            </p14:xfrm>
          </p:contentPart>
        </mc:Choice>
        <mc:Fallback>
          <p:pic>
            <p:nvPicPr>
              <p:cNvPr id="84" name="Ink 83">
                <a:extLst>
                  <a:ext uri="{FF2B5EF4-FFF2-40B4-BE49-F238E27FC236}">
                    <a16:creationId xmlns:a16="http://schemas.microsoft.com/office/drawing/2014/main" id="{AE0CC429-4430-50A1-6CCB-7CCE5FB8BBB1}"/>
                  </a:ext>
                </a:extLst>
              </p:cNvPr>
              <p:cNvPicPr/>
              <p:nvPr/>
            </p:nvPicPr>
            <p:blipFill>
              <a:blip r:embed="rId143"/>
              <a:stretch>
                <a:fillRect/>
              </a:stretch>
            </p:blipFill>
            <p:spPr>
              <a:xfrm>
                <a:off x="5384664" y="851832"/>
                <a:ext cx="98280" cy="79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4">
            <p14:nvContentPartPr>
              <p14:cNvPr id="85" name="Ink 84">
                <a:extLst>
                  <a:ext uri="{FF2B5EF4-FFF2-40B4-BE49-F238E27FC236}">
                    <a16:creationId xmlns:a16="http://schemas.microsoft.com/office/drawing/2014/main" id="{372C24B4-9606-6891-3D21-5576B7C0CE82}"/>
                  </a:ext>
                </a:extLst>
              </p14:cNvPr>
              <p14:cNvContentPartPr/>
              <p14:nvPr/>
            </p14:nvContentPartPr>
            <p14:xfrm>
              <a:off x="5489064" y="720432"/>
              <a:ext cx="102240" cy="220680"/>
            </p14:xfrm>
          </p:contentPart>
        </mc:Choice>
        <mc:Fallback>
          <p:pic>
            <p:nvPicPr>
              <p:cNvPr id="85" name="Ink 84">
                <a:extLst>
                  <a:ext uri="{FF2B5EF4-FFF2-40B4-BE49-F238E27FC236}">
                    <a16:creationId xmlns:a16="http://schemas.microsoft.com/office/drawing/2014/main" id="{372C24B4-9606-6891-3D21-5576B7C0CE82}"/>
                  </a:ext>
                </a:extLst>
              </p:cNvPr>
              <p:cNvPicPr/>
              <p:nvPr/>
            </p:nvPicPr>
            <p:blipFill>
              <a:blip r:embed="rId145"/>
              <a:stretch>
                <a:fillRect/>
              </a:stretch>
            </p:blipFill>
            <p:spPr>
              <a:xfrm>
                <a:off x="5482944" y="714312"/>
                <a:ext cx="114480" cy="232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6">
            <p14:nvContentPartPr>
              <p14:cNvPr id="86" name="Ink 85">
                <a:extLst>
                  <a:ext uri="{FF2B5EF4-FFF2-40B4-BE49-F238E27FC236}">
                    <a16:creationId xmlns:a16="http://schemas.microsoft.com/office/drawing/2014/main" id="{D480D3D1-F767-F17F-78DE-1E53AE813BE5}"/>
                  </a:ext>
                </a:extLst>
              </p14:cNvPr>
              <p14:cNvContentPartPr/>
              <p14:nvPr/>
            </p14:nvContentPartPr>
            <p14:xfrm>
              <a:off x="5583744" y="861192"/>
              <a:ext cx="12600" cy="59040"/>
            </p14:xfrm>
          </p:contentPart>
        </mc:Choice>
        <mc:Fallback>
          <p:pic>
            <p:nvPicPr>
              <p:cNvPr id="86" name="Ink 85">
                <a:extLst>
                  <a:ext uri="{FF2B5EF4-FFF2-40B4-BE49-F238E27FC236}">
                    <a16:creationId xmlns:a16="http://schemas.microsoft.com/office/drawing/2014/main" id="{D480D3D1-F767-F17F-78DE-1E53AE813BE5}"/>
                  </a:ext>
                </a:extLst>
              </p:cNvPr>
              <p:cNvPicPr/>
              <p:nvPr/>
            </p:nvPicPr>
            <p:blipFill>
              <a:blip r:embed="rId147"/>
              <a:stretch>
                <a:fillRect/>
              </a:stretch>
            </p:blipFill>
            <p:spPr>
              <a:xfrm>
                <a:off x="5577624" y="855072"/>
                <a:ext cx="24840" cy="71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8">
            <p14:nvContentPartPr>
              <p14:cNvPr id="87" name="Ink 86">
                <a:extLst>
                  <a:ext uri="{FF2B5EF4-FFF2-40B4-BE49-F238E27FC236}">
                    <a16:creationId xmlns:a16="http://schemas.microsoft.com/office/drawing/2014/main" id="{98750DBE-D03F-549D-2998-3ED0837D7579}"/>
                  </a:ext>
                </a:extLst>
              </p14:cNvPr>
              <p14:cNvContentPartPr/>
              <p14:nvPr/>
            </p14:nvContentPartPr>
            <p14:xfrm>
              <a:off x="5659344" y="770832"/>
              <a:ext cx="12600" cy="43560"/>
            </p14:xfrm>
          </p:contentPart>
        </mc:Choice>
        <mc:Fallback>
          <p:pic>
            <p:nvPicPr>
              <p:cNvPr id="87" name="Ink 86">
                <a:extLst>
                  <a:ext uri="{FF2B5EF4-FFF2-40B4-BE49-F238E27FC236}">
                    <a16:creationId xmlns:a16="http://schemas.microsoft.com/office/drawing/2014/main" id="{98750DBE-D03F-549D-2998-3ED0837D7579}"/>
                  </a:ext>
                </a:extLst>
              </p:cNvPr>
              <p:cNvPicPr/>
              <p:nvPr/>
            </p:nvPicPr>
            <p:blipFill>
              <a:blip r:embed="rId149"/>
              <a:stretch>
                <a:fillRect/>
              </a:stretch>
            </p:blipFill>
            <p:spPr>
              <a:xfrm>
                <a:off x="5653224" y="764712"/>
                <a:ext cx="24840" cy="55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0">
            <p14:nvContentPartPr>
              <p14:cNvPr id="88" name="Ink 87">
                <a:extLst>
                  <a:ext uri="{FF2B5EF4-FFF2-40B4-BE49-F238E27FC236}">
                    <a16:creationId xmlns:a16="http://schemas.microsoft.com/office/drawing/2014/main" id="{BB33439A-721A-ACA2-723A-464EDD403FEE}"/>
                  </a:ext>
                </a:extLst>
              </p14:cNvPr>
              <p14:cNvContentPartPr/>
              <p14:nvPr/>
            </p14:nvContentPartPr>
            <p14:xfrm>
              <a:off x="5652864" y="770832"/>
              <a:ext cx="35280" cy="149040"/>
            </p14:xfrm>
          </p:contentPart>
        </mc:Choice>
        <mc:Fallback>
          <p:pic>
            <p:nvPicPr>
              <p:cNvPr id="88" name="Ink 87">
                <a:extLst>
                  <a:ext uri="{FF2B5EF4-FFF2-40B4-BE49-F238E27FC236}">
                    <a16:creationId xmlns:a16="http://schemas.microsoft.com/office/drawing/2014/main" id="{BB33439A-721A-ACA2-723A-464EDD403FEE}"/>
                  </a:ext>
                </a:extLst>
              </p:cNvPr>
              <p:cNvPicPr/>
              <p:nvPr/>
            </p:nvPicPr>
            <p:blipFill>
              <a:blip r:embed="rId151"/>
              <a:stretch>
                <a:fillRect/>
              </a:stretch>
            </p:blipFill>
            <p:spPr>
              <a:xfrm>
                <a:off x="5646744" y="764712"/>
                <a:ext cx="47520" cy="161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2">
            <p14:nvContentPartPr>
              <p14:cNvPr id="89" name="Ink 88">
                <a:extLst>
                  <a:ext uri="{FF2B5EF4-FFF2-40B4-BE49-F238E27FC236}">
                    <a16:creationId xmlns:a16="http://schemas.microsoft.com/office/drawing/2014/main" id="{930EC638-C94A-2E65-FEB8-FD532AC4E692}"/>
                  </a:ext>
                </a:extLst>
              </p14:cNvPr>
              <p14:cNvContentPartPr/>
              <p14:nvPr/>
            </p14:nvContentPartPr>
            <p14:xfrm>
              <a:off x="5742864" y="798192"/>
              <a:ext cx="68040" cy="95040"/>
            </p14:xfrm>
          </p:contentPart>
        </mc:Choice>
        <mc:Fallback>
          <p:pic>
            <p:nvPicPr>
              <p:cNvPr id="89" name="Ink 88">
                <a:extLst>
                  <a:ext uri="{FF2B5EF4-FFF2-40B4-BE49-F238E27FC236}">
                    <a16:creationId xmlns:a16="http://schemas.microsoft.com/office/drawing/2014/main" id="{930EC638-C94A-2E65-FEB8-FD532AC4E692}"/>
                  </a:ext>
                </a:extLst>
              </p:cNvPr>
              <p:cNvPicPr/>
              <p:nvPr/>
            </p:nvPicPr>
            <p:blipFill>
              <a:blip r:embed="rId153"/>
              <a:stretch>
                <a:fillRect/>
              </a:stretch>
            </p:blipFill>
            <p:spPr>
              <a:xfrm>
                <a:off x="5736744" y="792072"/>
                <a:ext cx="80280" cy="107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4">
            <p14:nvContentPartPr>
              <p14:cNvPr id="90" name="Ink 89">
                <a:extLst>
                  <a:ext uri="{FF2B5EF4-FFF2-40B4-BE49-F238E27FC236}">
                    <a16:creationId xmlns:a16="http://schemas.microsoft.com/office/drawing/2014/main" id="{B95099DD-831F-A772-A65E-9F5232B48611}"/>
                  </a:ext>
                </a:extLst>
              </p14:cNvPr>
              <p14:cNvContentPartPr/>
              <p14:nvPr/>
            </p14:nvContentPartPr>
            <p14:xfrm>
              <a:off x="6646824" y="1248912"/>
              <a:ext cx="585000" cy="656280"/>
            </p14:xfrm>
          </p:contentPart>
        </mc:Choice>
        <mc:Fallback>
          <p:pic>
            <p:nvPicPr>
              <p:cNvPr id="90" name="Ink 89">
                <a:extLst>
                  <a:ext uri="{FF2B5EF4-FFF2-40B4-BE49-F238E27FC236}">
                    <a16:creationId xmlns:a16="http://schemas.microsoft.com/office/drawing/2014/main" id="{B95099DD-831F-A772-A65E-9F5232B48611}"/>
                  </a:ext>
                </a:extLst>
              </p:cNvPr>
              <p:cNvPicPr/>
              <p:nvPr/>
            </p:nvPicPr>
            <p:blipFill>
              <a:blip r:embed="rId155"/>
              <a:stretch>
                <a:fillRect/>
              </a:stretch>
            </p:blipFill>
            <p:spPr>
              <a:xfrm>
                <a:off x="6640704" y="1242792"/>
                <a:ext cx="597240" cy="668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6">
            <p14:nvContentPartPr>
              <p14:cNvPr id="91" name="Ink 90">
                <a:extLst>
                  <a:ext uri="{FF2B5EF4-FFF2-40B4-BE49-F238E27FC236}">
                    <a16:creationId xmlns:a16="http://schemas.microsoft.com/office/drawing/2014/main" id="{DA71E09D-B20A-1AFD-A0B3-51E9EE850A40}"/>
                  </a:ext>
                </a:extLst>
              </p14:cNvPr>
              <p14:cNvContentPartPr/>
              <p14:nvPr/>
            </p14:nvContentPartPr>
            <p14:xfrm>
              <a:off x="7258464" y="588672"/>
              <a:ext cx="410400" cy="223560"/>
            </p14:xfrm>
          </p:contentPart>
        </mc:Choice>
        <mc:Fallback>
          <p:pic>
            <p:nvPicPr>
              <p:cNvPr id="91" name="Ink 90">
                <a:extLst>
                  <a:ext uri="{FF2B5EF4-FFF2-40B4-BE49-F238E27FC236}">
                    <a16:creationId xmlns:a16="http://schemas.microsoft.com/office/drawing/2014/main" id="{DA71E09D-B20A-1AFD-A0B3-51E9EE850A40}"/>
                  </a:ext>
                </a:extLst>
              </p:cNvPr>
              <p:cNvPicPr/>
              <p:nvPr/>
            </p:nvPicPr>
            <p:blipFill>
              <a:blip r:embed="rId157"/>
              <a:stretch>
                <a:fillRect/>
              </a:stretch>
            </p:blipFill>
            <p:spPr>
              <a:xfrm>
                <a:off x="7252344" y="582552"/>
                <a:ext cx="422640" cy="235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8">
            <p14:nvContentPartPr>
              <p14:cNvPr id="92" name="Ink 91">
                <a:extLst>
                  <a:ext uri="{FF2B5EF4-FFF2-40B4-BE49-F238E27FC236}">
                    <a16:creationId xmlns:a16="http://schemas.microsoft.com/office/drawing/2014/main" id="{44785E8E-8479-055E-30F2-48E4E0367BBB}"/>
                  </a:ext>
                </a:extLst>
              </p14:cNvPr>
              <p14:cNvContentPartPr/>
              <p14:nvPr/>
            </p14:nvContentPartPr>
            <p14:xfrm>
              <a:off x="7568064" y="693072"/>
              <a:ext cx="358920" cy="315000"/>
            </p14:xfrm>
          </p:contentPart>
        </mc:Choice>
        <mc:Fallback>
          <p:pic>
            <p:nvPicPr>
              <p:cNvPr id="92" name="Ink 91">
                <a:extLst>
                  <a:ext uri="{FF2B5EF4-FFF2-40B4-BE49-F238E27FC236}">
                    <a16:creationId xmlns:a16="http://schemas.microsoft.com/office/drawing/2014/main" id="{44785E8E-8479-055E-30F2-48E4E0367BBB}"/>
                  </a:ext>
                </a:extLst>
              </p:cNvPr>
              <p:cNvPicPr/>
              <p:nvPr/>
            </p:nvPicPr>
            <p:blipFill>
              <a:blip r:embed="rId159"/>
              <a:stretch>
                <a:fillRect/>
              </a:stretch>
            </p:blipFill>
            <p:spPr>
              <a:xfrm>
                <a:off x="7561944" y="686952"/>
                <a:ext cx="371160" cy="327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0">
            <p14:nvContentPartPr>
              <p14:cNvPr id="93" name="Ink 92">
                <a:extLst>
                  <a:ext uri="{FF2B5EF4-FFF2-40B4-BE49-F238E27FC236}">
                    <a16:creationId xmlns:a16="http://schemas.microsoft.com/office/drawing/2014/main" id="{F807DF88-21A4-7019-671F-AB0AC8D13F3D}"/>
                  </a:ext>
                </a:extLst>
              </p14:cNvPr>
              <p14:cNvContentPartPr/>
              <p14:nvPr/>
            </p14:nvContentPartPr>
            <p14:xfrm>
              <a:off x="7063344" y="452232"/>
              <a:ext cx="20160" cy="642960"/>
            </p14:xfrm>
          </p:contentPart>
        </mc:Choice>
        <mc:Fallback>
          <p:pic>
            <p:nvPicPr>
              <p:cNvPr id="93" name="Ink 92">
                <a:extLst>
                  <a:ext uri="{FF2B5EF4-FFF2-40B4-BE49-F238E27FC236}">
                    <a16:creationId xmlns:a16="http://schemas.microsoft.com/office/drawing/2014/main" id="{F807DF88-21A4-7019-671F-AB0AC8D13F3D}"/>
                  </a:ext>
                </a:extLst>
              </p:cNvPr>
              <p:cNvPicPr/>
              <p:nvPr/>
            </p:nvPicPr>
            <p:blipFill>
              <a:blip r:embed="rId161"/>
              <a:stretch>
                <a:fillRect/>
              </a:stretch>
            </p:blipFill>
            <p:spPr>
              <a:xfrm>
                <a:off x="7057224" y="446112"/>
                <a:ext cx="32400" cy="655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2">
            <p14:nvContentPartPr>
              <p14:cNvPr id="94" name="Ink 93">
                <a:extLst>
                  <a:ext uri="{FF2B5EF4-FFF2-40B4-BE49-F238E27FC236}">
                    <a16:creationId xmlns:a16="http://schemas.microsoft.com/office/drawing/2014/main" id="{25763F9D-CA1D-4212-A3C9-80FBFEE3191E}"/>
                  </a:ext>
                </a:extLst>
              </p14:cNvPr>
              <p14:cNvContentPartPr/>
              <p14:nvPr/>
            </p14:nvContentPartPr>
            <p14:xfrm>
              <a:off x="6970464" y="133632"/>
              <a:ext cx="1249560" cy="1009440"/>
            </p14:xfrm>
          </p:contentPart>
        </mc:Choice>
        <mc:Fallback>
          <p:pic>
            <p:nvPicPr>
              <p:cNvPr id="94" name="Ink 93">
                <a:extLst>
                  <a:ext uri="{FF2B5EF4-FFF2-40B4-BE49-F238E27FC236}">
                    <a16:creationId xmlns:a16="http://schemas.microsoft.com/office/drawing/2014/main" id="{25763F9D-CA1D-4212-A3C9-80FBFEE3191E}"/>
                  </a:ext>
                </a:extLst>
              </p:cNvPr>
              <p:cNvPicPr/>
              <p:nvPr/>
            </p:nvPicPr>
            <p:blipFill>
              <a:blip r:embed="rId163"/>
              <a:stretch>
                <a:fillRect/>
              </a:stretch>
            </p:blipFill>
            <p:spPr>
              <a:xfrm>
                <a:off x="6964344" y="127512"/>
                <a:ext cx="1261800" cy="1021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4">
            <p14:nvContentPartPr>
              <p14:cNvPr id="95" name="Ink 94">
                <a:extLst>
                  <a:ext uri="{FF2B5EF4-FFF2-40B4-BE49-F238E27FC236}">
                    <a16:creationId xmlns:a16="http://schemas.microsoft.com/office/drawing/2014/main" id="{CC915042-18BE-8BAD-E9E7-8E435AE2B0C5}"/>
                  </a:ext>
                </a:extLst>
              </p14:cNvPr>
              <p14:cNvContentPartPr/>
              <p14:nvPr/>
            </p14:nvContentPartPr>
            <p14:xfrm>
              <a:off x="7028064" y="392832"/>
              <a:ext cx="1118880" cy="148680"/>
            </p14:xfrm>
          </p:contentPart>
        </mc:Choice>
        <mc:Fallback>
          <p:pic>
            <p:nvPicPr>
              <p:cNvPr id="95" name="Ink 94">
                <a:extLst>
                  <a:ext uri="{FF2B5EF4-FFF2-40B4-BE49-F238E27FC236}">
                    <a16:creationId xmlns:a16="http://schemas.microsoft.com/office/drawing/2014/main" id="{CC915042-18BE-8BAD-E9E7-8E435AE2B0C5}"/>
                  </a:ext>
                </a:extLst>
              </p:cNvPr>
              <p:cNvPicPr/>
              <p:nvPr/>
            </p:nvPicPr>
            <p:blipFill>
              <a:blip r:embed="rId165"/>
              <a:stretch>
                <a:fillRect/>
              </a:stretch>
            </p:blipFill>
            <p:spPr>
              <a:xfrm>
                <a:off x="7021944" y="386712"/>
                <a:ext cx="1131120" cy="160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6">
            <p14:nvContentPartPr>
              <p14:cNvPr id="96" name="Ink 95">
                <a:extLst>
                  <a:ext uri="{FF2B5EF4-FFF2-40B4-BE49-F238E27FC236}">
                    <a16:creationId xmlns:a16="http://schemas.microsoft.com/office/drawing/2014/main" id="{73704825-C571-AF44-2230-5C3B5BE3593F}"/>
                  </a:ext>
                </a:extLst>
              </p14:cNvPr>
              <p14:cNvContentPartPr/>
              <p14:nvPr/>
            </p14:nvContentPartPr>
            <p14:xfrm>
              <a:off x="7337304" y="371592"/>
              <a:ext cx="10080" cy="13680"/>
            </p14:xfrm>
          </p:contentPart>
        </mc:Choice>
        <mc:Fallback>
          <p:pic>
            <p:nvPicPr>
              <p:cNvPr id="96" name="Ink 95">
                <a:extLst>
                  <a:ext uri="{FF2B5EF4-FFF2-40B4-BE49-F238E27FC236}">
                    <a16:creationId xmlns:a16="http://schemas.microsoft.com/office/drawing/2014/main" id="{73704825-C571-AF44-2230-5C3B5BE3593F}"/>
                  </a:ext>
                </a:extLst>
              </p:cNvPr>
              <p:cNvPicPr/>
              <p:nvPr/>
            </p:nvPicPr>
            <p:blipFill>
              <a:blip r:embed="rId167"/>
              <a:stretch>
                <a:fillRect/>
              </a:stretch>
            </p:blipFill>
            <p:spPr>
              <a:xfrm>
                <a:off x="7331184" y="365472"/>
                <a:ext cx="22320" cy="25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8">
            <p14:nvContentPartPr>
              <p14:cNvPr id="97" name="Ink 96">
                <a:extLst>
                  <a:ext uri="{FF2B5EF4-FFF2-40B4-BE49-F238E27FC236}">
                    <a16:creationId xmlns:a16="http://schemas.microsoft.com/office/drawing/2014/main" id="{F9E5B3F1-C854-121B-EDB2-9EA300FF9A0E}"/>
                  </a:ext>
                </a:extLst>
              </p14:cNvPr>
              <p14:cNvContentPartPr/>
              <p14:nvPr/>
            </p14:nvContentPartPr>
            <p14:xfrm>
              <a:off x="7344144" y="384912"/>
              <a:ext cx="360" cy="360"/>
            </p14:xfrm>
          </p:contentPart>
        </mc:Choice>
        <mc:Fallback>
          <p:pic>
            <p:nvPicPr>
              <p:cNvPr id="97" name="Ink 96">
                <a:extLst>
                  <a:ext uri="{FF2B5EF4-FFF2-40B4-BE49-F238E27FC236}">
                    <a16:creationId xmlns:a16="http://schemas.microsoft.com/office/drawing/2014/main" id="{F9E5B3F1-C854-121B-EDB2-9EA300FF9A0E}"/>
                  </a:ext>
                </a:extLst>
              </p:cNvPr>
              <p:cNvPicPr/>
              <p:nvPr/>
            </p:nvPicPr>
            <p:blipFill>
              <a:blip r:embed="rId169"/>
              <a:stretch>
                <a:fillRect/>
              </a:stretch>
            </p:blipFill>
            <p:spPr>
              <a:xfrm>
                <a:off x="7338024" y="378792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0">
            <p14:nvContentPartPr>
              <p14:cNvPr id="98" name="Ink 97">
                <a:extLst>
                  <a:ext uri="{FF2B5EF4-FFF2-40B4-BE49-F238E27FC236}">
                    <a16:creationId xmlns:a16="http://schemas.microsoft.com/office/drawing/2014/main" id="{BD5F7F1B-BC5F-97E1-0530-18EC67E77ACB}"/>
                  </a:ext>
                </a:extLst>
              </p14:cNvPr>
              <p14:cNvContentPartPr/>
              <p14:nvPr/>
            </p14:nvContentPartPr>
            <p14:xfrm>
              <a:off x="7344144" y="384912"/>
              <a:ext cx="11880" cy="59760"/>
            </p14:xfrm>
          </p:contentPart>
        </mc:Choice>
        <mc:Fallback>
          <p:pic>
            <p:nvPicPr>
              <p:cNvPr id="98" name="Ink 97">
                <a:extLst>
                  <a:ext uri="{FF2B5EF4-FFF2-40B4-BE49-F238E27FC236}">
                    <a16:creationId xmlns:a16="http://schemas.microsoft.com/office/drawing/2014/main" id="{BD5F7F1B-BC5F-97E1-0530-18EC67E77ACB}"/>
                  </a:ext>
                </a:extLst>
              </p:cNvPr>
              <p:cNvPicPr/>
              <p:nvPr/>
            </p:nvPicPr>
            <p:blipFill>
              <a:blip r:embed="rId171"/>
              <a:stretch>
                <a:fillRect/>
              </a:stretch>
            </p:blipFill>
            <p:spPr>
              <a:xfrm>
                <a:off x="7338024" y="378792"/>
                <a:ext cx="24120" cy="7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2">
            <p14:nvContentPartPr>
              <p14:cNvPr id="99" name="Ink 98">
                <a:extLst>
                  <a:ext uri="{FF2B5EF4-FFF2-40B4-BE49-F238E27FC236}">
                    <a16:creationId xmlns:a16="http://schemas.microsoft.com/office/drawing/2014/main" id="{F790C08B-2331-AE6B-1C65-B9AD170CB9F2}"/>
                  </a:ext>
                </a:extLst>
              </p14:cNvPr>
              <p14:cNvContentPartPr/>
              <p14:nvPr/>
            </p14:nvContentPartPr>
            <p14:xfrm>
              <a:off x="7434504" y="293112"/>
              <a:ext cx="92880" cy="126360"/>
            </p14:xfrm>
          </p:contentPart>
        </mc:Choice>
        <mc:Fallback>
          <p:pic>
            <p:nvPicPr>
              <p:cNvPr id="99" name="Ink 98">
                <a:extLst>
                  <a:ext uri="{FF2B5EF4-FFF2-40B4-BE49-F238E27FC236}">
                    <a16:creationId xmlns:a16="http://schemas.microsoft.com/office/drawing/2014/main" id="{F790C08B-2331-AE6B-1C65-B9AD170CB9F2}"/>
                  </a:ext>
                </a:extLst>
              </p:cNvPr>
              <p:cNvPicPr/>
              <p:nvPr/>
            </p:nvPicPr>
            <p:blipFill>
              <a:blip r:embed="rId173"/>
              <a:stretch>
                <a:fillRect/>
              </a:stretch>
            </p:blipFill>
            <p:spPr>
              <a:xfrm>
                <a:off x="7428384" y="286992"/>
                <a:ext cx="105120" cy="138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4">
            <p14:nvContentPartPr>
              <p14:cNvPr id="100" name="Ink 99">
                <a:extLst>
                  <a:ext uri="{FF2B5EF4-FFF2-40B4-BE49-F238E27FC236}">
                    <a16:creationId xmlns:a16="http://schemas.microsoft.com/office/drawing/2014/main" id="{0F67CC33-0DC1-CAD8-4078-A7238AC97FCA}"/>
                  </a:ext>
                </a:extLst>
              </p14:cNvPr>
              <p14:cNvContentPartPr/>
              <p14:nvPr/>
            </p14:nvContentPartPr>
            <p14:xfrm>
              <a:off x="7546464" y="279072"/>
              <a:ext cx="68760" cy="161280"/>
            </p14:xfrm>
          </p:contentPart>
        </mc:Choice>
        <mc:Fallback>
          <p:pic>
            <p:nvPicPr>
              <p:cNvPr id="100" name="Ink 99">
                <a:extLst>
                  <a:ext uri="{FF2B5EF4-FFF2-40B4-BE49-F238E27FC236}">
                    <a16:creationId xmlns:a16="http://schemas.microsoft.com/office/drawing/2014/main" id="{0F67CC33-0DC1-CAD8-4078-A7238AC97FCA}"/>
                  </a:ext>
                </a:extLst>
              </p:cNvPr>
              <p:cNvPicPr/>
              <p:nvPr/>
            </p:nvPicPr>
            <p:blipFill>
              <a:blip r:embed="rId175"/>
              <a:stretch>
                <a:fillRect/>
              </a:stretch>
            </p:blipFill>
            <p:spPr>
              <a:xfrm>
                <a:off x="7540344" y="272952"/>
                <a:ext cx="81000" cy="173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6">
            <p14:nvContentPartPr>
              <p14:cNvPr id="101" name="Ink 100">
                <a:extLst>
                  <a:ext uri="{FF2B5EF4-FFF2-40B4-BE49-F238E27FC236}">
                    <a16:creationId xmlns:a16="http://schemas.microsoft.com/office/drawing/2014/main" id="{9939461E-9D6D-67B2-4470-4C847EDF5C55}"/>
                  </a:ext>
                </a:extLst>
              </p14:cNvPr>
              <p14:cNvContentPartPr/>
              <p14:nvPr/>
            </p14:nvContentPartPr>
            <p14:xfrm>
              <a:off x="7553664" y="376632"/>
              <a:ext cx="183240" cy="45000"/>
            </p14:xfrm>
          </p:contentPart>
        </mc:Choice>
        <mc:Fallback>
          <p:pic>
            <p:nvPicPr>
              <p:cNvPr id="101" name="Ink 100">
                <a:extLst>
                  <a:ext uri="{FF2B5EF4-FFF2-40B4-BE49-F238E27FC236}">
                    <a16:creationId xmlns:a16="http://schemas.microsoft.com/office/drawing/2014/main" id="{9939461E-9D6D-67B2-4470-4C847EDF5C55}"/>
                  </a:ext>
                </a:extLst>
              </p:cNvPr>
              <p:cNvPicPr/>
              <p:nvPr/>
            </p:nvPicPr>
            <p:blipFill>
              <a:blip r:embed="rId177"/>
              <a:stretch>
                <a:fillRect/>
              </a:stretch>
            </p:blipFill>
            <p:spPr>
              <a:xfrm>
                <a:off x="7547544" y="370512"/>
                <a:ext cx="195480" cy="57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8">
            <p14:nvContentPartPr>
              <p14:cNvPr id="102" name="Ink 101">
                <a:extLst>
                  <a:ext uri="{FF2B5EF4-FFF2-40B4-BE49-F238E27FC236}">
                    <a16:creationId xmlns:a16="http://schemas.microsoft.com/office/drawing/2014/main" id="{621C4141-B963-72BE-C450-15FEDB709CF8}"/>
                  </a:ext>
                </a:extLst>
              </p14:cNvPr>
              <p14:cNvContentPartPr/>
              <p14:nvPr/>
            </p14:nvContentPartPr>
            <p14:xfrm>
              <a:off x="7728264" y="223272"/>
              <a:ext cx="349920" cy="187560"/>
            </p14:xfrm>
          </p:contentPart>
        </mc:Choice>
        <mc:Fallback>
          <p:pic>
            <p:nvPicPr>
              <p:cNvPr id="102" name="Ink 101">
                <a:extLst>
                  <a:ext uri="{FF2B5EF4-FFF2-40B4-BE49-F238E27FC236}">
                    <a16:creationId xmlns:a16="http://schemas.microsoft.com/office/drawing/2014/main" id="{621C4141-B963-72BE-C450-15FEDB709CF8}"/>
                  </a:ext>
                </a:extLst>
              </p:cNvPr>
              <p:cNvPicPr/>
              <p:nvPr/>
            </p:nvPicPr>
            <p:blipFill>
              <a:blip r:embed="rId179"/>
              <a:stretch>
                <a:fillRect/>
              </a:stretch>
            </p:blipFill>
            <p:spPr>
              <a:xfrm>
                <a:off x="7722144" y="217152"/>
                <a:ext cx="362160" cy="199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0">
            <p14:nvContentPartPr>
              <p14:cNvPr id="103" name="Ink 102">
                <a:extLst>
                  <a:ext uri="{FF2B5EF4-FFF2-40B4-BE49-F238E27FC236}">
                    <a16:creationId xmlns:a16="http://schemas.microsoft.com/office/drawing/2014/main" id="{1F3EF461-793C-63CA-B7D0-1C08895DA3D5}"/>
                  </a:ext>
                </a:extLst>
              </p14:cNvPr>
              <p14:cNvContentPartPr/>
              <p14:nvPr/>
            </p14:nvContentPartPr>
            <p14:xfrm>
              <a:off x="8142264" y="221472"/>
              <a:ext cx="46080" cy="138960"/>
            </p14:xfrm>
          </p:contentPart>
        </mc:Choice>
        <mc:Fallback>
          <p:pic>
            <p:nvPicPr>
              <p:cNvPr id="103" name="Ink 102">
                <a:extLst>
                  <a:ext uri="{FF2B5EF4-FFF2-40B4-BE49-F238E27FC236}">
                    <a16:creationId xmlns:a16="http://schemas.microsoft.com/office/drawing/2014/main" id="{1F3EF461-793C-63CA-B7D0-1C08895DA3D5}"/>
                  </a:ext>
                </a:extLst>
              </p:cNvPr>
              <p:cNvPicPr/>
              <p:nvPr/>
            </p:nvPicPr>
            <p:blipFill>
              <a:blip r:embed="rId181"/>
              <a:stretch>
                <a:fillRect/>
              </a:stretch>
            </p:blipFill>
            <p:spPr>
              <a:xfrm>
                <a:off x="8136144" y="215352"/>
                <a:ext cx="58320" cy="151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2">
            <p14:nvContentPartPr>
              <p14:cNvPr id="104" name="Ink 103">
                <a:extLst>
                  <a:ext uri="{FF2B5EF4-FFF2-40B4-BE49-F238E27FC236}">
                    <a16:creationId xmlns:a16="http://schemas.microsoft.com/office/drawing/2014/main" id="{B6BC63CA-DECD-1BE3-6AF8-58E7C1D5DC4D}"/>
                  </a:ext>
                </a:extLst>
              </p14:cNvPr>
              <p14:cNvContentPartPr/>
              <p14:nvPr/>
            </p14:nvContentPartPr>
            <p14:xfrm>
              <a:off x="8114544" y="298872"/>
              <a:ext cx="83160" cy="8640"/>
            </p14:xfrm>
          </p:contentPart>
        </mc:Choice>
        <mc:Fallback>
          <p:pic>
            <p:nvPicPr>
              <p:cNvPr id="104" name="Ink 103">
                <a:extLst>
                  <a:ext uri="{FF2B5EF4-FFF2-40B4-BE49-F238E27FC236}">
                    <a16:creationId xmlns:a16="http://schemas.microsoft.com/office/drawing/2014/main" id="{B6BC63CA-DECD-1BE3-6AF8-58E7C1D5DC4D}"/>
                  </a:ext>
                </a:extLst>
              </p:cNvPr>
              <p:cNvPicPr/>
              <p:nvPr/>
            </p:nvPicPr>
            <p:blipFill>
              <a:blip r:embed="rId183"/>
              <a:stretch>
                <a:fillRect/>
              </a:stretch>
            </p:blipFill>
            <p:spPr>
              <a:xfrm>
                <a:off x="8108424" y="292752"/>
                <a:ext cx="95400" cy="20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4">
            <p14:nvContentPartPr>
              <p14:cNvPr id="105" name="Ink 104">
                <a:extLst>
                  <a:ext uri="{FF2B5EF4-FFF2-40B4-BE49-F238E27FC236}">
                    <a16:creationId xmlns:a16="http://schemas.microsoft.com/office/drawing/2014/main" id="{08336602-0B19-E96A-5434-F96DC4401670}"/>
                  </a:ext>
                </a:extLst>
              </p14:cNvPr>
              <p14:cNvContentPartPr/>
              <p14:nvPr/>
            </p14:nvContentPartPr>
            <p14:xfrm>
              <a:off x="1922616" y="2014776"/>
              <a:ext cx="1409760" cy="323640"/>
            </p14:xfrm>
          </p:contentPart>
        </mc:Choice>
        <mc:Fallback>
          <p:pic>
            <p:nvPicPr>
              <p:cNvPr id="105" name="Ink 104">
                <a:extLst>
                  <a:ext uri="{FF2B5EF4-FFF2-40B4-BE49-F238E27FC236}">
                    <a16:creationId xmlns:a16="http://schemas.microsoft.com/office/drawing/2014/main" id="{08336602-0B19-E96A-5434-F96DC4401670}"/>
                  </a:ext>
                </a:extLst>
              </p:cNvPr>
              <p:cNvPicPr/>
              <p:nvPr/>
            </p:nvPicPr>
            <p:blipFill>
              <a:blip r:embed="rId185"/>
              <a:stretch>
                <a:fillRect/>
              </a:stretch>
            </p:blipFill>
            <p:spPr>
              <a:xfrm>
                <a:off x="1832616" y="1834776"/>
                <a:ext cx="1589400" cy="683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6">
            <p14:nvContentPartPr>
              <p14:cNvPr id="106" name="Ink 105">
                <a:extLst>
                  <a:ext uri="{FF2B5EF4-FFF2-40B4-BE49-F238E27FC236}">
                    <a16:creationId xmlns:a16="http://schemas.microsoft.com/office/drawing/2014/main" id="{B14651AB-29AA-F174-FB6C-E991C2B9BB8E}"/>
                  </a:ext>
                </a:extLst>
              </p14:cNvPr>
              <p14:cNvContentPartPr/>
              <p14:nvPr/>
            </p14:nvContentPartPr>
            <p14:xfrm>
              <a:off x="2724696" y="534816"/>
              <a:ext cx="1395000" cy="852480"/>
            </p14:xfrm>
          </p:contentPart>
        </mc:Choice>
        <mc:Fallback>
          <p:pic>
            <p:nvPicPr>
              <p:cNvPr id="106" name="Ink 105">
                <a:extLst>
                  <a:ext uri="{FF2B5EF4-FFF2-40B4-BE49-F238E27FC236}">
                    <a16:creationId xmlns:a16="http://schemas.microsoft.com/office/drawing/2014/main" id="{B14651AB-29AA-F174-FB6C-E991C2B9BB8E}"/>
                  </a:ext>
                </a:extLst>
              </p:cNvPr>
              <p:cNvPicPr/>
              <p:nvPr/>
            </p:nvPicPr>
            <p:blipFill>
              <a:blip r:embed="rId187"/>
              <a:stretch>
                <a:fillRect/>
              </a:stretch>
            </p:blipFill>
            <p:spPr>
              <a:xfrm>
                <a:off x="2635056" y="355176"/>
                <a:ext cx="1574640" cy="1212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8">
            <p14:nvContentPartPr>
              <p14:cNvPr id="107" name="Ink 106">
                <a:extLst>
                  <a:ext uri="{FF2B5EF4-FFF2-40B4-BE49-F238E27FC236}">
                    <a16:creationId xmlns:a16="http://schemas.microsoft.com/office/drawing/2014/main" id="{B2D4D4C4-34BE-9083-9F7F-18171FA08B5B}"/>
                  </a:ext>
                </a:extLst>
              </p14:cNvPr>
              <p14:cNvContentPartPr/>
              <p14:nvPr/>
            </p14:nvContentPartPr>
            <p14:xfrm>
              <a:off x="1876896" y="1980576"/>
              <a:ext cx="1488240" cy="465840"/>
            </p14:xfrm>
          </p:contentPart>
        </mc:Choice>
        <mc:Fallback>
          <p:pic>
            <p:nvPicPr>
              <p:cNvPr id="107" name="Ink 106">
                <a:extLst>
                  <a:ext uri="{FF2B5EF4-FFF2-40B4-BE49-F238E27FC236}">
                    <a16:creationId xmlns:a16="http://schemas.microsoft.com/office/drawing/2014/main" id="{B2D4D4C4-34BE-9083-9F7F-18171FA08B5B}"/>
                  </a:ext>
                </a:extLst>
              </p:cNvPr>
              <p:cNvPicPr/>
              <p:nvPr/>
            </p:nvPicPr>
            <p:blipFill>
              <a:blip r:embed="rId189"/>
              <a:stretch>
                <a:fillRect/>
              </a:stretch>
            </p:blipFill>
            <p:spPr>
              <a:xfrm>
                <a:off x="1787256" y="1800576"/>
                <a:ext cx="1667880" cy="825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90">
            <p14:nvContentPartPr>
              <p14:cNvPr id="108" name="Ink 107">
                <a:extLst>
                  <a:ext uri="{FF2B5EF4-FFF2-40B4-BE49-F238E27FC236}">
                    <a16:creationId xmlns:a16="http://schemas.microsoft.com/office/drawing/2014/main" id="{A602ABCF-E743-15E2-0111-9EB64329F0C8}"/>
                  </a:ext>
                </a:extLst>
              </p14:cNvPr>
              <p14:cNvContentPartPr/>
              <p14:nvPr/>
            </p14:nvContentPartPr>
            <p14:xfrm>
              <a:off x="1118016" y="1242576"/>
              <a:ext cx="171360" cy="14040"/>
            </p14:xfrm>
          </p:contentPart>
        </mc:Choice>
        <mc:Fallback>
          <p:pic>
            <p:nvPicPr>
              <p:cNvPr id="108" name="Ink 107">
                <a:extLst>
                  <a:ext uri="{FF2B5EF4-FFF2-40B4-BE49-F238E27FC236}">
                    <a16:creationId xmlns:a16="http://schemas.microsoft.com/office/drawing/2014/main" id="{A602ABCF-E743-15E2-0111-9EB64329F0C8}"/>
                  </a:ext>
                </a:extLst>
              </p:cNvPr>
              <p:cNvPicPr/>
              <p:nvPr/>
            </p:nvPicPr>
            <p:blipFill>
              <a:blip r:embed="rId191"/>
              <a:stretch>
                <a:fillRect/>
              </a:stretch>
            </p:blipFill>
            <p:spPr>
              <a:xfrm>
                <a:off x="1111896" y="1236456"/>
                <a:ext cx="183600" cy="26280"/>
              </a:xfrm>
              <a:prstGeom prst="rect">
                <a:avLst/>
              </a:prstGeom>
            </p:spPr>
          </p:pic>
        </mc:Fallback>
      </mc:AlternateContent>
      <p:grpSp>
        <p:nvGrpSpPr>
          <p:cNvPr id="122" name="Group 121">
            <a:extLst>
              <a:ext uri="{FF2B5EF4-FFF2-40B4-BE49-F238E27FC236}">
                <a16:creationId xmlns:a16="http://schemas.microsoft.com/office/drawing/2014/main" id="{DD9F891A-EEF1-DD57-B183-B743AA565886}"/>
              </a:ext>
            </a:extLst>
          </p:cNvPr>
          <p:cNvGrpSpPr/>
          <p:nvPr/>
        </p:nvGrpSpPr>
        <p:grpSpPr>
          <a:xfrm>
            <a:off x="3171096" y="1127736"/>
            <a:ext cx="119880" cy="81000"/>
            <a:chOff x="3171096" y="1127736"/>
            <a:chExt cx="119880" cy="81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92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B3BE947A-7876-541C-57F3-68C607D25A1C}"/>
                    </a:ext>
                  </a:extLst>
                </p14:cNvPr>
                <p14:cNvContentPartPr/>
                <p14:nvPr/>
              </p14:nvContentPartPr>
              <p14:xfrm>
                <a:off x="3171096" y="1142496"/>
                <a:ext cx="12600" cy="54000"/>
              </p14:xfrm>
            </p:contentPart>
          </mc:Choice>
          <mc:Fallback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B3BE947A-7876-541C-57F3-68C607D25A1C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3164976" y="1136376"/>
                  <a:ext cx="24840" cy="6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4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7A5A1515-7623-197D-DC62-859D046C533A}"/>
                    </a:ext>
                  </a:extLst>
                </p14:cNvPr>
                <p14:cNvContentPartPr/>
                <p14:nvPr/>
              </p14:nvContentPartPr>
              <p14:xfrm>
                <a:off x="3290616" y="1127736"/>
                <a:ext cx="360" cy="81000"/>
              </p14:xfrm>
            </p:contentPart>
          </mc:Choice>
          <mc:Fallback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7A5A1515-7623-197D-DC62-859D046C533A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3284496" y="1121616"/>
                  <a:ext cx="12600" cy="93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1" name="Group 120">
            <a:extLst>
              <a:ext uri="{FF2B5EF4-FFF2-40B4-BE49-F238E27FC236}">
                <a16:creationId xmlns:a16="http://schemas.microsoft.com/office/drawing/2014/main" id="{F520EC51-70D5-C848-DF3D-2C7A7B049BEA}"/>
              </a:ext>
            </a:extLst>
          </p:cNvPr>
          <p:cNvGrpSpPr/>
          <p:nvPr/>
        </p:nvGrpSpPr>
        <p:grpSpPr>
          <a:xfrm>
            <a:off x="3410136" y="1100736"/>
            <a:ext cx="280440" cy="106920"/>
            <a:chOff x="3410136" y="1100736"/>
            <a:chExt cx="280440" cy="106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96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B4995F8C-195A-FA07-EEB2-D85FEA931AF8}"/>
                    </a:ext>
                  </a:extLst>
                </p14:cNvPr>
                <p14:cNvContentPartPr/>
                <p14:nvPr/>
              </p14:nvContentPartPr>
              <p14:xfrm>
                <a:off x="3410136" y="1114776"/>
                <a:ext cx="15120" cy="84240"/>
              </p14:xfrm>
            </p:contentPart>
          </mc:Choice>
          <mc:Fallback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B4995F8C-195A-FA07-EEB2-D85FEA931AF8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3404016" y="1108656"/>
                  <a:ext cx="27360" cy="9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8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EAE8235A-837E-15B7-6671-4B8EDD2BAC7A}"/>
                    </a:ext>
                  </a:extLst>
                </p14:cNvPr>
                <p14:cNvContentPartPr/>
                <p14:nvPr/>
              </p14:nvContentPartPr>
              <p14:xfrm>
                <a:off x="3509856" y="1121256"/>
                <a:ext cx="5400" cy="66960"/>
              </p14:xfrm>
            </p:contentPart>
          </mc:Choice>
          <mc:Fallback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EAE8235A-837E-15B7-6671-4B8EDD2BAC7A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3503736" y="1115136"/>
                  <a:ext cx="17640" cy="7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0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F6E96A93-3B8F-8D76-33B7-BF7D4F9F0687}"/>
                    </a:ext>
                  </a:extLst>
                </p14:cNvPr>
                <p14:cNvContentPartPr/>
                <p14:nvPr/>
              </p14:nvContentPartPr>
              <p14:xfrm>
                <a:off x="3602736" y="1105776"/>
                <a:ext cx="360" cy="56520"/>
              </p14:xfrm>
            </p:contentPart>
          </mc:Choice>
          <mc:Fallback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F6E96A93-3B8F-8D76-33B7-BF7D4F9F0687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3596616" y="1099656"/>
                  <a:ext cx="12600" cy="6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2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D18108ED-19AC-BD6F-2A9E-2FF0150F9D94}"/>
                    </a:ext>
                  </a:extLst>
                </p14:cNvPr>
                <p14:cNvContentPartPr/>
                <p14:nvPr/>
              </p14:nvContentPartPr>
              <p14:xfrm>
                <a:off x="3680496" y="1100736"/>
                <a:ext cx="10080" cy="106920"/>
              </p14:xfrm>
            </p:contentPart>
          </mc:Choice>
          <mc:Fallback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D18108ED-19AC-BD6F-2A9E-2FF0150F9D94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3674376" y="1094616"/>
                  <a:ext cx="22320" cy="119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0" name="Group 119">
            <a:extLst>
              <a:ext uri="{FF2B5EF4-FFF2-40B4-BE49-F238E27FC236}">
                <a16:creationId xmlns:a16="http://schemas.microsoft.com/office/drawing/2014/main" id="{DECDEC03-9461-A0EB-B16C-B1485F4C9409}"/>
              </a:ext>
            </a:extLst>
          </p:cNvPr>
          <p:cNvGrpSpPr/>
          <p:nvPr/>
        </p:nvGrpSpPr>
        <p:grpSpPr>
          <a:xfrm>
            <a:off x="5183856" y="967896"/>
            <a:ext cx="708840" cy="115200"/>
            <a:chOff x="5183856" y="967896"/>
            <a:chExt cx="708840" cy="115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04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7A9BF479-AB2F-B00E-9391-459688B0DDF3}"/>
                    </a:ext>
                  </a:extLst>
                </p14:cNvPr>
                <p14:cNvContentPartPr/>
                <p14:nvPr/>
              </p14:nvContentPartPr>
              <p14:xfrm>
                <a:off x="5183856" y="984816"/>
                <a:ext cx="125640" cy="78120"/>
              </p14:xfrm>
            </p:contentPart>
          </mc:Choice>
          <mc:Fallback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7A9BF479-AB2F-B00E-9391-459688B0DDF3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5177736" y="978696"/>
                  <a:ext cx="137880" cy="9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6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F515CD5D-39AE-4ED4-A948-D4088BEB5FFA}"/>
                    </a:ext>
                  </a:extLst>
                </p14:cNvPr>
                <p14:cNvContentPartPr/>
                <p14:nvPr/>
              </p14:nvContentPartPr>
              <p14:xfrm>
                <a:off x="5377536" y="1001376"/>
                <a:ext cx="124560" cy="72000"/>
              </p14:xfrm>
            </p:contentPart>
          </mc:Choice>
          <mc:Fallback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F515CD5D-39AE-4ED4-A948-D4088BEB5FFA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5371416" y="995256"/>
                  <a:ext cx="136800" cy="8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8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FA8D8B9B-051F-8D0C-4F9B-F184D9BD6D64}"/>
                    </a:ext>
                  </a:extLst>
                </p14:cNvPr>
                <p14:cNvContentPartPr/>
                <p14:nvPr/>
              </p14:nvContentPartPr>
              <p14:xfrm>
                <a:off x="5543496" y="984816"/>
                <a:ext cx="122400" cy="98280"/>
              </p14:xfrm>
            </p:contentPart>
          </mc:Choice>
          <mc:Fallback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FA8D8B9B-051F-8D0C-4F9B-F184D9BD6D64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5537376" y="978696"/>
                  <a:ext cx="134640" cy="11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0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E04EFB7E-7E93-D38F-731C-77F5CA1776DB}"/>
                    </a:ext>
                  </a:extLst>
                </p14:cNvPr>
                <p14:cNvContentPartPr/>
                <p14:nvPr/>
              </p14:nvContentPartPr>
              <p14:xfrm>
                <a:off x="5679576" y="990576"/>
                <a:ext cx="81000" cy="67320"/>
              </p14:xfrm>
            </p:contentPart>
          </mc:Choice>
          <mc:Fallback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E04EFB7E-7E93-D38F-731C-77F5CA1776DB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5673456" y="984456"/>
                  <a:ext cx="93240" cy="7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2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E11E6749-016D-EB33-540B-86DA31346DF7}"/>
                    </a:ext>
                  </a:extLst>
                </p14:cNvPr>
                <p14:cNvContentPartPr/>
                <p14:nvPr/>
              </p14:nvContentPartPr>
              <p14:xfrm>
                <a:off x="5799096" y="967896"/>
                <a:ext cx="93600" cy="91080"/>
              </p14:xfrm>
            </p:contentPart>
          </mc:Choice>
          <mc:Fallback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E11E6749-016D-EB33-540B-86DA31346DF7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5792976" y="961776"/>
                  <a:ext cx="105840" cy="103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7" name="Group 126">
            <a:extLst>
              <a:ext uri="{FF2B5EF4-FFF2-40B4-BE49-F238E27FC236}">
                <a16:creationId xmlns:a16="http://schemas.microsoft.com/office/drawing/2014/main" id="{9626ABCB-BD0D-FCB3-A035-FFC5A8A4EFF2}"/>
              </a:ext>
            </a:extLst>
          </p:cNvPr>
          <p:cNvGrpSpPr/>
          <p:nvPr/>
        </p:nvGrpSpPr>
        <p:grpSpPr>
          <a:xfrm>
            <a:off x="7378416" y="850176"/>
            <a:ext cx="618480" cy="185400"/>
            <a:chOff x="7378416" y="850176"/>
            <a:chExt cx="618480" cy="185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14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D8E61EF8-41A7-9B5E-3B90-CA954613C5CD}"/>
                    </a:ext>
                  </a:extLst>
                </p14:cNvPr>
                <p14:cNvContentPartPr/>
                <p14:nvPr/>
              </p14:nvContentPartPr>
              <p14:xfrm>
                <a:off x="7378416" y="903456"/>
                <a:ext cx="93240" cy="132120"/>
              </p14:xfrm>
            </p:contentPart>
          </mc:Choice>
          <mc:Fallback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D8E61EF8-41A7-9B5E-3B90-CA954613C5CD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7372296" y="897336"/>
                  <a:ext cx="105480" cy="14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6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CBF6B6B7-BDB7-A55B-D269-C04D812AF42D}"/>
                    </a:ext>
                  </a:extLst>
                </p14:cNvPr>
                <p14:cNvContentPartPr/>
                <p14:nvPr/>
              </p14:nvContentPartPr>
              <p14:xfrm>
                <a:off x="7518456" y="880776"/>
                <a:ext cx="137520" cy="117360"/>
              </p14:xfrm>
            </p:contentPart>
          </mc:Choice>
          <mc:Fallback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CBF6B6B7-BDB7-A55B-D269-C04D812AF42D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7512336" y="874656"/>
                  <a:ext cx="149760" cy="12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8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552D58A1-C314-C5C6-E25C-BAB9DFEC368B}"/>
                    </a:ext>
                  </a:extLst>
                </p14:cNvPr>
                <p14:cNvContentPartPr/>
                <p14:nvPr/>
              </p14:nvContentPartPr>
              <p14:xfrm>
                <a:off x="7753536" y="878616"/>
                <a:ext cx="97200" cy="98280"/>
              </p14:xfrm>
            </p:contentPart>
          </mc:Choice>
          <mc:Fallback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552D58A1-C314-C5C6-E25C-BAB9DFEC368B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7747416" y="872496"/>
                  <a:ext cx="109440" cy="11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0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6D1B5000-EBA0-C7E5-0DAD-9C002A4FF599}"/>
                    </a:ext>
                  </a:extLst>
                </p14:cNvPr>
                <p14:cNvContentPartPr/>
                <p14:nvPr/>
              </p14:nvContentPartPr>
              <p14:xfrm>
                <a:off x="7915896" y="850176"/>
                <a:ext cx="81000" cy="121680"/>
              </p14:xfrm>
            </p:contentPart>
          </mc:Choice>
          <mc:Fallback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6D1B5000-EBA0-C7E5-0DAD-9C002A4FF599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7909776" y="844056"/>
                  <a:ext cx="93240" cy="133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1A71F0EB-8BC9-5257-9277-B7BF5B4E37AB}"/>
              </a:ext>
            </a:extLst>
          </p:cNvPr>
          <p:cNvGrpSpPr/>
          <p:nvPr/>
        </p:nvGrpSpPr>
        <p:grpSpPr>
          <a:xfrm>
            <a:off x="9537336" y="3779856"/>
            <a:ext cx="1388880" cy="481320"/>
            <a:chOff x="9537336" y="3779856"/>
            <a:chExt cx="1388880" cy="481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22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E3DF63B9-20D0-4411-0073-7AFF8F2E80C3}"/>
                    </a:ext>
                  </a:extLst>
                </p14:cNvPr>
                <p14:cNvContentPartPr/>
                <p14:nvPr/>
              </p14:nvContentPartPr>
              <p14:xfrm>
                <a:off x="9537336" y="3779856"/>
                <a:ext cx="407520" cy="371160"/>
              </p14:xfrm>
            </p:contentPart>
          </mc:Choice>
          <mc:Fallback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E3DF63B9-20D0-4411-0073-7AFF8F2E80C3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9531216" y="3773736"/>
                  <a:ext cx="419760" cy="38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8AE72062-2B55-1D2A-C921-0ABE7066B12E}"/>
                    </a:ext>
                  </a:extLst>
                </p14:cNvPr>
                <p14:cNvContentPartPr/>
                <p14:nvPr/>
              </p14:nvContentPartPr>
              <p14:xfrm>
                <a:off x="9844056" y="3983616"/>
                <a:ext cx="77040" cy="88920"/>
              </p14:xfrm>
            </p:contentPart>
          </mc:Choice>
          <mc:Fallback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8AE72062-2B55-1D2A-C921-0ABE7066B12E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9837936" y="3977496"/>
                  <a:ext cx="89280" cy="10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6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70E9E919-7C8A-8A9B-E482-297C549553F8}"/>
                    </a:ext>
                  </a:extLst>
                </p14:cNvPr>
                <p14:cNvContentPartPr/>
                <p14:nvPr/>
              </p14:nvContentPartPr>
              <p14:xfrm>
                <a:off x="9795816" y="4008456"/>
                <a:ext cx="258840" cy="25272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70E9E919-7C8A-8A9B-E482-297C549553F8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9789696" y="4002336"/>
                  <a:ext cx="271080" cy="26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8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A6059EDD-B4EF-F9AD-1A07-3E696AD4ACEA}"/>
                    </a:ext>
                  </a:extLst>
                </p14:cNvPr>
                <p14:cNvContentPartPr/>
                <p14:nvPr/>
              </p14:nvContentPartPr>
              <p14:xfrm>
                <a:off x="10091016" y="4068936"/>
                <a:ext cx="107640" cy="4104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A6059EDD-B4EF-F9AD-1A07-3E696AD4ACEA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10084896" y="4062816"/>
                  <a:ext cx="119880" cy="5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0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EE0C8149-DCD2-8A94-A735-F48D750E2C0B}"/>
                    </a:ext>
                  </a:extLst>
                </p14:cNvPr>
                <p14:cNvContentPartPr/>
                <p14:nvPr/>
              </p14:nvContentPartPr>
              <p14:xfrm>
                <a:off x="10234296" y="4028256"/>
                <a:ext cx="81000" cy="7812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EE0C8149-DCD2-8A94-A735-F48D750E2C0B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10228176" y="4022136"/>
                  <a:ext cx="93240" cy="9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2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F39C7B88-B843-0F7C-B81F-FFA92B5250BE}"/>
                    </a:ext>
                  </a:extLst>
                </p14:cNvPr>
                <p14:cNvContentPartPr/>
                <p14:nvPr/>
              </p14:nvContentPartPr>
              <p14:xfrm>
                <a:off x="10373616" y="4043736"/>
                <a:ext cx="141840" cy="4212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F39C7B88-B843-0F7C-B81F-FFA92B5250BE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10367496" y="4037616"/>
                  <a:ext cx="154080" cy="5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4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886BDB46-6E2C-FBB6-DF25-25E538A77A49}"/>
                    </a:ext>
                  </a:extLst>
                </p14:cNvPr>
                <p14:cNvContentPartPr/>
                <p14:nvPr/>
              </p14:nvContentPartPr>
              <p14:xfrm>
                <a:off x="10546776" y="4012056"/>
                <a:ext cx="168840" cy="6876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886BDB46-6E2C-FBB6-DF25-25E538A77A49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10540656" y="4005936"/>
                  <a:ext cx="181080" cy="8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6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DDE9857D-4228-9B01-70FE-1968414DCB2F}"/>
                    </a:ext>
                  </a:extLst>
                </p14:cNvPr>
                <p14:cNvContentPartPr/>
                <p14:nvPr/>
              </p14:nvContentPartPr>
              <p14:xfrm>
                <a:off x="10682856" y="3876336"/>
                <a:ext cx="137520" cy="23652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DDE9857D-4228-9B01-70FE-1968414DCB2F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10676736" y="3870216"/>
                  <a:ext cx="149760" cy="24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8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862687D3-C1DB-8F7E-4D6F-7E212087943D}"/>
                    </a:ext>
                  </a:extLst>
                </p14:cNvPr>
                <p14:cNvContentPartPr/>
                <p14:nvPr/>
              </p14:nvContentPartPr>
              <p14:xfrm>
                <a:off x="10820736" y="3879576"/>
                <a:ext cx="105480" cy="26136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862687D3-C1DB-8F7E-4D6F-7E212087943D}"/>
                    </a:ext>
                  </a:extLst>
                </p:cNvPr>
                <p:cNvPicPr/>
                <p:nvPr/>
              </p:nvPicPr>
              <p:blipFill>
                <a:blip r:embed="rId239"/>
                <a:stretch>
                  <a:fillRect/>
                </a:stretch>
              </p:blipFill>
              <p:spPr>
                <a:xfrm>
                  <a:off x="10814616" y="3873456"/>
                  <a:ext cx="117720" cy="273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2" name="Group 131">
            <a:extLst>
              <a:ext uri="{FF2B5EF4-FFF2-40B4-BE49-F238E27FC236}">
                <a16:creationId xmlns:a16="http://schemas.microsoft.com/office/drawing/2014/main" id="{E3729D50-6AB4-393B-D87C-EED1DC34458B}"/>
              </a:ext>
            </a:extLst>
          </p:cNvPr>
          <p:cNvGrpSpPr/>
          <p:nvPr/>
        </p:nvGrpSpPr>
        <p:grpSpPr>
          <a:xfrm>
            <a:off x="832536" y="1896696"/>
            <a:ext cx="3752640" cy="1032840"/>
            <a:chOff x="832536" y="1896696"/>
            <a:chExt cx="3752640" cy="1032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40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A07B8934-AC4F-8E98-2168-C911CCA0B697}"/>
                    </a:ext>
                  </a:extLst>
                </p14:cNvPr>
                <p14:cNvContentPartPr/>
                <p14:nvPr/>
              </p14:nvContentPartPr>
              <p14:xfrm>
                <a:off x="1264176" y="2079576"/>
                <a:ext cx="278280" cy="248760"/>
              </p14:xfrm>
            </p:contentPart>
          </mc:Choice>
          <mc:Fallback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A07B8934-AC4F-8E98-2168-C911CCA0B697}"/>
                    </a:ext>
                  </a:extLst>
                </p:cNvPr>
                <p:cNvPicPr/>
                <p:nvPr/>
              </p:nvPicPr>
              <p:blipFill>
                <a:blip r:embed="rId241"/>
                <a:stretch>
                  <a:fillRect/>
                </a:stretch>
              </p:blipFill>
              <p:spPr>
                <a:xfrm>
                  <a:off x="1258056" y="2073456"/>
                  <a:ext cx="290520" cy="26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2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3D677C8D-BFCB-301E-D862-BF6E5A0DEC58}"/>
                    </a:ext>
                  </a:extLst>
                </p14:cNvPr>
                <p14:cNvContentPartPr/>
                <p14:nvPr/>
              </p14:nvContentPartPr>
              <p14:xfrm>
                <a:off x="1371456" y="2104776"/>
                <a:ext cx="110160" cy="229680"/>
              </p14:xfrm>
            </p:contentPart>
          </mc:Choice>
          <mc:Fallback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3D677C8D-BFCB-301E-D862-BF6E5A0DEC58}"/>
                    </a:ext>
                  </a:extLst>
                </p:cNvPr>
                <p:cNvPicPr/>
                <p:nvPr/>
              </p:nvPicPr>
              <p:blipFill>
                <a:blip r:embed="rId243"/>
                <a:stretch>
                  <a:fillRect/>
                </a:stretch>
              </p:blipFill>
              <p:spPr>
                <a:xfrm>
                  <a:off x="1365336" y="2098656"/>
                  <a:ext cx="122400" cy="24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4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46A474F0-65C1-CFD5-8E94-4EEFA1126862}"/>
                    </a:ext>
                  </a:extLst>
                </p14:cNvPr>
                <p14:cNvContentPartPr/>
                <p14:nvPr/>
              </p14:nvContentPartPr>
              <p14:xfrm>
                <a:off x="832536" y="1896696"/>
                <a:ext cx="3752640" cy="1032840"/>
              </p14:xfrm>
            </p:contentPart>
          </mc:Choice>
          <mc:Fallback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46A474F0-65C1-CFD5-8E94-4EEFA1126862}"/>
                    </a:ext>
                  </a:extLst>
                </p:cNvPr>
                <p:cNvPicPr/>
                <p:nvPr/>
              </p:nvPicPr>
              <p:blipFill>
                <a:blip r:embed="rId245"/>
                <a:stretch>
                  <a:fillRect/>
                </a:stretch>
              </p:blipFill>
              <p:spPr>
                <a:xfrm>
                  <a:off x="826416" y="1890576"/>
                  <a:ext cx="3764880" cy="1045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6" name="Group 155">
            <a:extLst>
              <a:ext uri="{FF2B5EF4-FFF2-40B4-BE49-F238E27FC236}">
                <a16:creationId xmlns:a16="http://schemas.microsoft.com/office/drawing/2014/main" id="{B07EF1C1-50CF-841B-F5B0-6D388F8543F6}"/>
              </a:ext>
            </a:extLst>
          </p:cNvPr>
          <p:cNvGrpSpPr/>
          <p:nvPr/>
        </p:nvGrpSpPr>
        <p:grpSpPr>
          <a:xfrm>
            <a:off x="1498176" y="173736"/>
            <a:ext cx="1261080" cy="740160"/>
            <a:chOff x="1498176" y="173736"/>
            <a:chExt cx="1261080" cy="740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46">
              <p14:nvContentPartPr>
                <p14:cNvPr id="136" name="Ink 135">
                  <a:extLst>
                    <a:ext uri="{FF2B5EF4-FFF2-40B4-BE49-F238E27FC236}">
                      <a16:creationId xmlns:a16="http://schemas.microsoft.com/office/drawing/2014/main" id="{91C986CD-B89B-1105-CE31-443F60CB3AA1}"/>
                    </a:ext>
                  </a:extLst>
                </p14:cNvPr>
                <p14:cNvContentPartPr/>
                <p14:nvPr/>
              </p14:nvContentPartPr>
              <p14:xfrm>
                <a:off x="1498176" y="250416"/>
                <a:ext cx="173520" cy="127440"/>
              </p14:xfrm>
            </p:contentPart>
          </mc:Choice>
          <mc:Fallback>
            <p:pic>
              <p:nvPicPr>
                <p:cNvPr id="136" name="Ink 135">
                  <a:extLst>
                    <a:ext uri="{FF2B5EF4-FFF2-40B4-BE49-F238E27FC236}">
                      <a16:creationId xmlns:a16="http://schemas.microsoft.com/office/drawing/2014/main" id="{91C986CD-B89B-1105-CE31-443F60CB3AA1}"/>
                    </a:ext>
                  </a:extLst>
                </p:cNvPr>
                <p:cNvPicPr/>
                <p:nvPr/>
              </p:nvPicPr>
              <p:blipFill>
                <a:blip r:embed="rId247"/>
                <a:stretch>
                  <a:fillRect/>
                </a:stretch>
              </p:blipFill>
              <p:spPr>
                <a:xfrm>
                  <a:off x="1492056" y="244296"/>
                  <a:ext cx="185760" cy="13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8">
              <p14:nvContentPartPr>
                <p14:cNvPr id="137" name="Ink 136">
                  <a:extLst>
                    <a:ext uri="{FF2B5EF4-FFF2-40B4-BE49-F238E27FC236}">
                      <a16:creationId xmlns:a16="http://schemas.microsoft.com/office/drawing/2014/main" id="{1FAB223C-4620-E267-869F-6ACF66F2A1A0}"/>
                    </a:ext>
                  </a:extLst>
                </p14:cNvPr>
                <p14:cNvContentPartPr/>
                <p14:nvPr/>
              </p14:nvContentPartPr>
              <p14:xfrm>
                <a:off x="1754496" y="173736"/>
                <a:ext cx="29520" cy="169920"/>
              </p14:xfrm>
            </p:contentPart>
          </mc:Choice>
          <mc:Fallback>
            <p:pic>
              <p:nvPicPr>
                <p:cNvPr id="137" name="Ink 136">
                  <a:extLst>
                    <a:ext uri="{FF2B5EF4-FFF2-40B4-BE49-F238E27FC236}">
                      <a16:creationId xmlns:a16="http://schemas.microsoft.com/office/drawing/2014/main" id="{1FAB223C-4620-E267-869F-6ACF66F2A1A0}"/>
                    </a:ext>
                  </a:extLst>
                </p:cNvPr>
                <p:cNvPicPr/>
                <p:nvPr/>
              </p:nvPicPr>
              <p:blipFill>
                <a:blip r:embed="rId249"/>
                <a:stretch>
                  <a:fillRect/>
                </a:stretch>
              </p:blipFill>
              <p:spPr>
                <a:xfrm>
                  <a:off x="1748376" y="167616"/>
                  <a:ext cx="41760" cy="18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0">
              <p14:nvContentPartPr>
                <p14:cNvPr id="138" name="Ink 137">
                  <a:extLst>
                    <a:ext uri="{FF2B5EF4-FFF2-40B4-BE49-F238E27FC236}">
                      <a16:creationId xmlns:a16="http://schemas.microsoft.com/office/drawing/2014/main" id="{939C7049-4A5A-487A-7006-D535131D38AE}"/>
                    </a:ext>
                  </a:extLst>
                </p14:cNvPr>
                <p14:cNvContentPartPr/>
                <p14:nvPr/>
              </p14:nvContentPartPr>
              <p14:xfrm>
                <a:off x="1693296" y="269496"/>
                <a:ext cx="268560" cy="53280"/>
              </p14:xfrm>
            </p:contentPart>
          </mc:Choice>
          <mc:Fallback>
            <p:pic>
              <p:nvPicPr>
                <p:cNvPr id="138" name="Ink 137">
                  <a:extLst>
                    <a:ext uri="{FF2B5EF4-FFF2-40B4-BE49-F238E27FC236}">
                      <a16:creationId xmlns:a16="http://schemas.microsoft.com/office/drawing/2014/main" id="{939C7049-4A5A-487A-7006-D535131D38AE}"/>
                    </a:ext>
                  </a:extLst>
                </p:cNvPr>
                <p:cNvPicPr/>
                <p:nvPr/>
              </p:nvPicPr>
              <p:blipFill>
                <a:blip r:embed="rId251"/>
                <a:stretch>
                  <a:fillRect/>
                </a:stretch>
              </p:blipFill>
              <p:spPr>
                <a:xfrm>
                  <a:off x="1687176" y="263376"/>
                  <a:ext cx="280800" cy="6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2">
              <p14:nvContentPartPr>
                <p14:cNvPr id="139" name="Ink 138">
                  <a:extLst>
                    <a:ext uri="{FF2B5EF4-FFF2-40B4-BE49-F238E27FC236}">
                      <a16:creationId xmlns:a16="http://schemas.microsoft.com/office/drawing/2014/main" id="{A731F988-F2E0-0DF2-8334-C1AF82111A7D}"/>
                    </a:ext>
                  </a:extLst>
                </p14:cNvPr>
                <p14:cNvContentPartPr/>
                <p14:nvPr/>
              </p14:nvContentPartPr>
              <p14:xfrm>
                <a:off x="1983456" y="236736"/>
                <a:ext cx="27360" cy="85680"/>
              </p14:xfrm>
            </p:contentPart>
          </mc:Choice>
          <mc:Fallback>
            <p:pic>
              <p:nvPicPr>
                <p:cNvPr id="139" name="Ink 138">
                  <a:extLst>
                    <a:ext uri="{FF2B5EF4-FFF2-40B4-BE49-F238E27FC236}">
                      <a16:creationId xmlns:a16="http://schemas.microsoft.com/office/drawing/2014/main" id="{A731F988-F2E0-0DF2-8334-C1AF82111A7D}"/>
                    </a:ext>
                  </a:extLst>
                </p:cNvPr>
                <p:cNvPicPr/>
                <p:nvPr/>
              </p:nvPicPr>
              <p:blipFill>
                <a:blip r:embed="rId253"/>
                <a:stretch>
                  <a:fillRect/>
                </a:stretch>
              </p:blipFill>
              <p:spPr>
                <a:xfrm>
                  <a:off x="1977336" y="230616"/>
                  <a:ext cx="39600" cy="9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4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5E781C25-6B36-4549-61E4-40766A660F43}"/>
                    </a:ext>
                  </a:extLst>
                </p14:cNvPr>
                <p14:cNvContentPartPr/>
                <p14:nvPr/>
              </p14:nvContentPartPr>
              <p14:xfrm>
                <a:off x="2049336" y="266976"/>
                <a:ext cx="90720" cy="27360"/>
              </p14:xfrm>
            </p:contentPart>
          </mc:Choice>
          <mc:Fallback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5E781C25-6B36-4549-61E4-40766A660F43}"/>
                    </a:ext>
                  </a:extLst>
                </p:cNvPr>
                <p:cNvPicPr/>
                <p:nvPr/>
              </p:nvPicPr>
              <p:blipFill>
                <a:blip r:embed="rId255"/>
                <a:stretch>
                  <a:fillRect/>
                </a:stretch>
              </p:blipFill>
              <p:spPr>
                <a:xfrm>
                  <a:off x="2043216" y="260856"/>
                  <a:ext cx="102960" cy="3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6">
              <p14:nvContentPartPr>
                <p14:cNvPr id="141" name="Ink 140">
                  <a:extLst>
                    <a:ext uri="{FF2B5EF4-FFF2-40B4-BE49-F238E27FC236}">
                      <a16:creationId xmlns:a16="http://schemas.microsoft.com/office/drawing/2014/main" id="{DE5E4410-9A40-E9B9-030E-85ECFA696714}"/>
                    </a:ext>
                  </a:extLst>
                </p14:cNvPr>
                <p14:cNvContentPartPr/>
                <p14:nvPr/>
              </p14:nvContentPartPr>
              <p14:xfrm>
                <a:off x="2412576" y="435456"/>
                <a:ext cx="295560" cy="101880"/>
              </p14:xfrm>
            </p:contentPart>
          </mc:Choice>
          <mc:Fallback>
            <p:pic>
              <p:nvPicPr>
                <p:cNvPr id="141" name="Ink 140">
                  <a:extLst>
                    <a:ext uri="{FF2B5EF4-FFF2-40B4-BE49-F238E27FC236}">
                      <a16:creationId xmlns:a16="http://schemas.microsoft.com/office/drawing/2014/main" id="{DE5E4410-9A40-E9B9-030E-85ECFA696714}"/>
                    </a:ext>
                  </a:extLst>
                </p:cNvPr>
                <p:cNvPicPr/>
                <p:nvPr/>
              </p:nvPicPr>
              <p:blipFill>
                <a:blip r:embed="rId257"/>
                <a:stretch>
                  <a:fillRect/>
                </a:stretch>
              </p:blipFill>
              <p:spPr>
                <a:xfrm>
                  <a:off x="2406456" y="429336"/>
                  <a:ext cx="307800" cy="11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8">
              <p14:nvContentPartPr>
                <p14:cNvPr id="142" name="Ink 141">
                  <a:extLst>
                    <a:ext uri="{FF2B5EF4-FFF2-40B4-BE49-F238E27FC236}">
                      <a16:creationId xmlns:a16="http://schemas.microsoft.com/office/drawing/2014/main" id="{17209A66-66F3-852E-DA79-5940BD7A440E}"/>
                    </a:ext>
                  </a:extLst>
                </p14:cNvPr>
                <p14:cNvContentPartPr/>
                <p14:nvPr/>
              </p14:nvContentPartPr>
              <p14:xfrm>
                <a:off x="2644776" y="448416"/>
                <a:ext cx="114480" cy="163800"/>
              </p14:xfrm>
            </p:contentPart>
          </mc:Choice>
          <mc:Fallback>
            <p:pic>
              <p:nvPicPr>
                <p:cNvPr id="142" name="Ink 141">
                  <a:extLst>
                    <a:ext uri="{FF2B5EF4-FFF2-40B4-BE49-F238E27FC236}">
                      <a16:creationId xmlns:a16="http://schemas.microsoft.com/office/drawing/2014/main" id="{17209A66-66F3-852E-DA79-5940BD7A440E}"/>
                    </a:ext>
                  </a:extLst>
                </p:cNvPr>
                <p:cNvPicPr/>
                <p:nvPr/>
              </p:nvPicPr>
              <p:blipFill>
                <a:blip r:embed="rId259"/>
                <a:stretch>
                  <a:fillRect/>
                </a:stretch>
              </p:blipFill>
              <p:spPr>
                <a:xfrm>
                  <a:off x="2638656" y="442296"/>
                  <a:ext cx="126720" cy="17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0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7ED2DD24-02CE-8A91-87FF-9886B9EC9B9E}"/>
                    </a:ext>
                  </a:extLst>
                </p14:cNvPr>
                <p14:cNvContentPartPr/>
                <p14:nvPr/>
              </p14:nvContentPartPr>
              <p14:xfrm>
                <a:off x="1656936" y="446616"/>
                <a:ext cx="12600" cy="138600"/>
              </p14:xfrm>
            </p:contentPart>
          </mc:Choice>
          <mc:Fallback>
            <p:pic>
              <p:nvPicPr>
                <p:cNvPr id="144" name="Ink 143">
                  <a:extLst>
                    <a:ext uri="{FF2B5EF4-FFF2-40B4-BE49-F238E27FC236}">
                      <a16:creationId xmlns:a16="http://schemas.microsoft.com/office/drawing/2014/main" id="{7ED2DD24-02CE-8A91-87FF-9886B9EC9B9E}"/>
                    </a:ext>
                  </a:extLst>
                </p:cNvPr>
                <p:cNvPicPr/>
                <p:nvPr/>
              </p:nvPicPr>
              <p:blipFill>
                <a:blip r:embed="rId261"/>
                <a:stretch>
                  <a:fillRect/>
                </a:stretch>
              </p:blipFill>
              <p:spPr>
                <a:xfrm>
                  <a:off x="1650816" y="440496"/>
                  <a:ext cx="24840" cy="15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2">
              <p14:nvContentPartPr>
                <p14:cNvPr id="145" name="Ink 144">
                  <a:extLst>
                    <a:ext uri="{FF2B5EF4-FFF2-40B4-BE49-F238E27FC236}">
                      <a16:creationId xmlns:a16="http://schemas.microsoft.com/office/drawing/2014/main" id="{98E2666B-D08B-3344-5042-2954803E106E}"/>
                    </a:ext>
                  </a:extLst>
                </p14:cNvPr>
                <p14:cNvContentPartPr/>
                <p14:nvPr/>
              </p14:nvContentPartPr>
              <p14:xfrm>
                <a:off x="1605456" y="412056"/>
                <a:ext cx="275760" cy="181440"/>
              </p14:xfrm>
            </p:contentPart>
          </mc:Choice>
          <mc:Fallback>
            <p:pic>
              <p:nvPicPr>
                <p:cNvPr id="145" name="Ink 144">
                  <a:extLst>
                    <a:ext uri="{FF2B5EF4-FFF2-40B4-BE49-F238E27FC236}">
                      <a16:creationId xmlns:a16="http://schemas.microsoft.com/office/drawing/2014/main" id="{98E2666B-D08B-3344-5042-2954803E106E}"/>
                    </a:ext>
                  </a:extLst>
                </p:cNvPr>
                <p:cNvPicPr/>
                <p:nvPr/>
              </p:nvPicPr>
              <p:blipFill>
                <a:blip r:embed="rId263"/>
                <a:stretch>
                  <a:fillRect/>
                </a:stretch>
              </p:blipFill>
              <p:spPr>
                <a:xfrm>
                  <a:off x="1599336" y="405936"/>
                  <a:ext cx="288000" cy="19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4">
              <p14:nvContentPartPr>
                <p14:cNvPr id="146" name="Ink 145">
                  <a:extLst>
                    <a:ext uri="{FF2B5EF4-FFF2-40B4-BE49-F238E27FC236}">
                      <a16:creationId xmlns:a16="http://schemas.microsoft.com/office/drawing/2014/main" id="{B107A506-F3FA-21FF-9531-B5FC5F37B6F7}"/>
                    </a:ext>
                  </a:extLst>
                </p14:cNvPr>
                <p14:cNvContentPartPr/>
                <p14:nvPr/>
              </p14:nvContentPartPr>
              <p14:xfrm>
                <a:off x="1951776" y="536976"/>
                <a:ext cx="7560" cy="24840"/>
              </p14:xfrm>
            </p:contentPart>
          </mc:Choice>
          <mc:Fallback>
            <p:pic>
              <p:nvPicPr>
                <p:cNvPr id="146" name="Ink 145">
                  <a:extLst>
                    <a:ext uri="{FF2B5EF4-FFF2-40B4-BE49-F238E27FC236}">
                      <a16:creationId xmlns:a16="http://schemas.microsoft.com/office/drawing/2014/main" id="{B107A506-F3FA-21FF-9531-B5FC5F37B6F7}"/>
                    </a:ext>
                  </a:extLst>
                </p:cNvPr>
                <p:cNvPicPr/>
                <p:nvPr/>
              </p:nvPicPr>
              <p:blipFill>
                <a:blip r:embed="rId265"/>
                <a:stretch>
                  <a:fillRect/>
                </a:stretch>
              </p:blipFill>
              <p:spPr>
                <a:xfrm>
                  <a:off x="1945656" y="530856"/>
                  <a:ext cx="19800" cy="3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6">
              <p14:nvContentPartPr>
                <p14:cNvPr id="147" name="Ink 146">
                  <a:extLst>
                    <a:ext uri="{FF2B5EF4-FFF2-40B4-BE49-F238E27FC236}">
                      <a16:creationId xmlns:a16="http://schemas.microsoft.com/office/drawing/2014/main" id="{2219340D-FE26-1F6F-E4CF-EBA3C7DC48A7}"/>
                    </a:ext>
                  </a:extLst>
                </p14:cNvPr>
                <p14:cNvContentPartPr/>
                <p14:nvPr/>
              </p14:nvContentPartPr>
              <p14:xfrm>
                <a:off x="1969056" y="439416"/>
                <a:ext cx="360" cy="360"/>
              </p14:xfrm>
            </p:contentPart>
          </mc:Choice>
          <mc:Fallback>
            <p:pic>
              <p:nvPicPr>
                <p:cNvPr id="147" name="Ink 146">
                  <a:extLst>
                    <a:ext uri="{FF2B5EF4-FFF2-40B4-BE49-F238E27FC236}">
                      <a16:creationId xmlns:a16="http://schemas.microsoft.com/office/drawing/2014/main" id="{2219340D-FE26-1F6F-E4CF-EBA3C7DC48A7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1962936" y="433296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7">
              <p14:nvContentPartPr>
                <p14:cNvPr id="148" name="Ink 147">
                  <a:extLst>
                    <a:ext uri="{FF2B5EF4-FFF2-40B4-BE49-F238E27FC236}">
                      <a16:creationId xmlns:a16="http://schemas.microsoft.com/office/drawing/2014/main" id="{16E6987A-2154-0C05-1BA4-60A3BA964001}"/>
                    </a:ext>
                  </a:extLst>
                </p14:cNvPr>
                <p14:cNvContentPartPr/>
                <p14:nvPr/>
              </p14:nvContentPartPr>
              <p14:xfrm>
                <a:off x="2029896" y="487296"/>
                <a:ext cx="48600" cy="93960"/>
              </p14:xfrm>
            </p:contentPart>
          </mc:Choice>
          <mc:Fallback>
            <p:pic>
              <p:nvPicPr>
                <p:cNvPr id="148" name="Ink 147">
                  <a:extLst>
                    <a:ext uri="{FF2B5EF4-FFF2-40B4-BE49-F238E27FC236}">
                      <a16:creationId xmlns:a16="http://schemas.microsoft.com/office/drawing/2014/main" id="{16E6987A-2154-0C05-1BA4-60A3BA964001}"/>
                    </a:ext>
                  </a:extLst>
                </p:cNvPr>
                <p:cNvPicPr/>
                <p:nvPr/>
              </p:nvPicPr>
              <p:blipFill>
                <a:blip r:embed="rId268"/>
                <a:stretch>
                  <a:fillRect/>
                </a:stretch>
              </p:blipFill>
              <p:spPr>
                <a:xfrm>
                  <a:off x="2023776" y="481176"/>
                  <a:ext cx="60840" cy="10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9">
              <p14:nvContentPartPr>
                <p14:cNvPr id="149" name="Ink 148">
                  <a:extLst>
                    <a:ext uri="{FF2B5EF4-FFF2-40B4-BE49-F238E27FC236}">
                      <a16:creationId xmlns:a16="http://schemas.microsoft.com/office/drawing/2014/main" id="{763F3F39-F0B4-3010-E02A-22EFEF703617}"/>
                    </a:ext>
                  </a:extLst>
                </p14:cNvPr>
                <p14:cNvContentPartPr/>
                <p14:nvPr/>
              </p14:nvContentPartPr>
              <p14:xfrm>
                <a:off x="1806696" y="662976"/>
                <a:ext cx="172800" cy="156960"/>
              </p14:xfrm>
            </p:contentPart>
          </mc:Choice>
          <mc:Fallback>
            <p:pic>
              <p:nvPicPr>
                <p:cNvPr id="149" name="Ink 148">
                  <a:extLst>
                    <a:ext uri="{FF2B5EF4-FFF2-40B4-BE49-F238E27FC236}">
                      <a16:creationId xmlns:a16="http://schemas.microsoft.com/office/drawing/2014/main" id="{763F3F39-F0B4-3010-E02A-22EFEF703617}"/>
                    </a:ext>
                  </a:extLst>
                </p:cNvPr>
                <p:cNvPicPr/>
                <p:nvPr/>
              </p:nvPicPr>
              <p:blipFill>
                <a:blip r:embed="rId270"/>
                <a:stretch>
                  <a:fillRect/>
                </a:stretch>
              </p:blipFill>
              <p:spPr>
                <a:xfrm>
                  <a:off x="1800576" y="656856"/>
                  <a:ext cx="185040" cy="16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1">
              <p14:nvContentPartPr>
                <p14:cNvPr id="150" name="Ink 149">
                  <a:extLst>
                    <a:ext uri="{FF2B5EF4-FFF2-40B4-BE49-F238E27FC236}">
                      <a16:creationId xmlns:a16="http://schemas.microsoft.com/office/drawing/2014/main" id="{0768A068-0A34-F35C-2B70-BAF05626F78B}"/>
                    </a:ext>
                  </a:extLst>
                </p14:cNvPr>
                <p14:cNvContentPartPr/>
                <p14:nvPr/>
              </p14:nvContentPartPr>
              <p14:xfrm>
                <a:off x="1963296" y="755496"/>
                <a:ext cx="74160" cy="158400"/>
              </p14:xfrm>
            </p:contentPart>
          </mc:Choice>
          <mc:Fallback>
            <p:pic>
              <p:nvPicPr>
                <p:cNvPr id="150" name="Ink 149">
                  <a:extLst>
                    <a:ext uri="{FF2B5EF4-FFF2-40B4-BE49-F238E27FC236}">
                      <a16:creationId xmlns:a16="http://schemas.microsoft.com/office/drawing/2014/main" id="{0768A068-0A34-F35C-2B70-BAF05626F78B}"/>
                    </a:ext>
                  </a:extLst>
                </p:cNvPr>
                <p:cNvPicPr/>
                <p:nvPr/>
              </p:nvPicPr>
              <p:blipFill>
                <a:blip r:embed="rId272"/>
                <a:stretch>
                  <a:fillRect/>
                </a:stretch>
              </p:blipFill>
              <p:spPr>
                <a:xfrm>
                  <a:off x="1957176" y="749376"/>
                  <a:ext cx="86400" cy="17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3">
              <p14:nvContentPartPr>
                <p14:cNvPr id="151" name="Ink 150">
                  <a:extLst>
                    <a:ext uri="{FF2B5EF4-FFF2-40B4-BE49-F238E27FC236}">
                      <a16:creationId xmlns:a16="http://schemas.microsoft.com/office/drawing/2014/main" id="{A199354A-8317-6DC2-F5B3-6BF0D7B590B3}"/>
                    </a:ext>
                  </a:extLst>
                </p14:cNvPr>
                <p14:cNvContentPartPr/>
                <p14:nvPr/>
              </p14:nvContentPartPr>
              <p14:xfrm>
                <a:off x="2059056" y="673416"/>
                <a:ext cx="12600" cy="28080"/>
              </p14:xfrm>
            </p:contentPart>
          </mc:Choice>
          <mc:Fallback>
            <p:pic>
              <p:nvPicPr>
                <p:cNvPr id="151" name="Ink 150">
                  <a:extLst>
                    <a:ext uri="{FF2B5EF4-FFF2-40B4-BE49-F238E27FC236}">
                      <a16:creationId xmlns:a16="http://schemas.microsoft.com/office/drawing/2014/main" id="{A199354A-8317-6DC2-F5B3-6BF0D7B590B3}"/>
                    </a:ext>
                  </a:extLst>
                </p:cNvPr>
                <p:cNvPicPr/>
                <p:nvPr/>
              </p:nvPicPr>
              <p:blipFill>
                <a:blip r:embed="rId274"/>
                <a:stretch>
                  <a:fillRect/>
                </a:stretch>
              </p:blipFill>
              <p:spPr>
                <a:xfrm>
                  <a:off x="2052936" y="667296"/>
                  <a:ext cx="24840" cy="4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5">
              <p14:nvContentPartPr>
                <p14:cNvPr id="152" name="Ink 151">
                  <a:extLst>
                    <a:ext uri="{FF2B5EF4-FFF2-40B4-BE49-F238E27FC236}">
                      <a16:creationId xmlns:a16="http://schemas.microsoft.com/office/drawing/2014/main" id="{23BA566D-E063-EB1C-7F5B-68B13EBA876A}"/>
                    </a:ext>
                  </a:extLst>
                </p14:cNvPr>
                <p14:cNvContentPartPr/>
                <p14:nvPr/>
              </p14:nvContentPartPr>
              <p14:xfrm>
                <a:off x="2078136" y="736416"/>
                <a:ext cx="52560" cy="51120"/>
              </p14:xfrm>
            </p:contentPart>
          </mc:Choice>
          <mc:Fallback>
            <p:pic>
              <p:nvPicPr>
                <p:cNvPr id="152" name="Ink 151">
                  <a:extLst>
                    <a:ext uri="{FF2B5EF4-FFF2-40B4-BE49-F238E27FC236}">
                      <a16:creationId xmlns:a16="http://schemas.microsoft.com/office/drawing/2014/main" id="{23BA566D-E063-EB1C-7F5B-68B13EBA876A}"/>
                    </a:ext>
                  </a:extLst>
                </p:cNvPr>
                <p:cNvPicPr/>
                <p:nvPr/>
              </p:nvPicPr>
              <p:blipFill>
                <a:blip r:embed="rId276"/>
                <a:stretch>
                  <a:fillRect/>
                </a:stretch>
              </p:blipFill>
              <p:spPr>
                <a:xfrm>
                  <a:off x="2072016" y="730296"/>
                  <a:ext cx="64800" cy="6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7">
              <p14:nvContentPartPr>
                <p14:cNvPr id="153" name="Ink 152">
                  <a:extLst>
                    <a:ext uri="{FF2B5EF4-FFF2-40B4-BE49-F238E27FC236}">
                      <a16:creationId xmlns:a16="http://schemas.microsoft.com/office/drawing/2014/main" id="{C22EF4F6-53AC-1935-CDC9-7BB51BA47BB3}"/>
                    </a:ext>
                  </a:extLst>
                </p14:cNvPr>
                <p14:cNvContentPartPr/>
                <p14:nvPr/>
              </p14:nvContentPartPr>
              <p14:xfrm>
                <a:off x="2187936" y="739296"/>
                <a:ext cx="59400" cy="63720"/>
              </p14:xfrm>
            </p:contentPart>
          </mc:Choice>
          <mc:Fallback>
            <p:pic>
              <p:nvPicPr>
                <p:cNvPr id="153" name="Ink 152">
                  <a:extLst>
                    <a:ext uri="{FF2B5EF4-FFF2-40B4-BE49-F238E27FC236}">
                      <a16:creationId xmlns:a16="http://schemas.microsoft.com/office/drawing/2014/main" id="{C22EF4F6-53AC-1935-CDC9-7BB51BA47BB3}"/>
                    </a:ext>
                  </a:extLst>
                </p:cNvPr>
                <p:cNvPicPr/>
                <p:nvPr/>
              </p:nvPicPr>
              <p:blipFill>
                <a:blip r:embed="rId278"/>
                <a:stretch>
                  <a:fillRect/>
                </a:stretch>
              </p:blipFill>
              <p:spPr>
                <a:xfrm>
                  <a:off x="2181816" y="733176"/>
                  <a:ext cx="71640" cy="7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9">
              <p14:nvContentPartPr>
                <p14:cNvPr id="154" name="Ink 153">
                  <a:extLst>
                    <a:ext uri="{FF2B5EF4-FFF2-40B4-BE49-F238E27FC236}">
                      <a16:creationId xmlns:a16="http://schemas.microsoft.com/office/drawing/2014/main" id="{C84D22E6-1B94-55F6-988E-37C5D877AD53}"/>
                    </a:ext>
                  </a:extLst>
                </p14:cNvPr>
                <p14:cNvContentPartPr/>
                <p14:nvPr/>
              </p14:nvContentPartPr>
              <p14:xfrm>
                <a:off x="2295576" y="669456"/>
                <a:ext cx="54000" cy="113040"/>
              </p14:xfrm>
            </p:contentPart>
          </mc:Choice>
          <mc:Fallback>
            <p:pic>
              <p:nvPicPr>
                <p:cNvPr id="154" name="Ink 153">
                  <a:extLst>
                    <a:ext uri="{FF2B5EF4-FFF2-40B4-BE49-F238E27FC236}">
                      <a16:creationId xmlns:a16="http://schemas.microsoft.com/office/drawing/2014/main" id="{C84D22E6-1B94-55F6-988E-37C5D877AD53}"/>
                    </a:ext>
                  </a:extLst>
                </p:cNvPr>
                <p:cNvPicPr/>
                <p:nvPr/>
              </p:nvPicPr>
              <p:blipFill>
                <a:blip r:embed="rId280"/>
                <a:stretch>
                  <a:fillRect/>
                </a:stretch>
              </p:blipFill>
              <p:spPr>
                <a:xfrm>
                  <a:off x="2289456" y="663336"/>
                  <a:ext cx="66240" cy="12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1">
              <p14:nvContentPartPr>
                <p14:cNvPr id="155" name="Ink 154">
                  <a:extLst>
                    <a:ext uri="{FF2B5EF4-FFF2-40B4-BE49-F238E27FC236}">
                      <a16:creationId xmlns:a16="http://schemas.microsoft.com/office/drawing/2014/main" id="{D8075681-D6BC-BD97-632E-628B1D35F2C3}"/>
                    </a:ext>
                  </a:extLst>
                </p14:cNvPr>
                <p14:cNvContentPartPr/>
                <p14:nvPr/>
              </p14:nvContentPartPr>
              <p14:xfrm>
                <a:off x="2263896" y="719856"/>
                <a:ext cx="63720" cy="7560"/>
              </p14:xfrm>
            </p:contentPart>
          </mc:Choice>
          <mc:Fallback>
            <p:pic>
              <p:nvPicPr>
                <p:cNvPr id="155" name="Ink 154">
                  <a:extLst>
                    <a:ext uri="{FF2B5EF4-FFF2-40B4-BE49-F238E27FC236}">
                      <a16:creationId xmlns:a16="http://schemas.microsoft.com/office/drawing/2014/main" id="{D8075681-D6BC-BD97-632E-628B1D35F2C3}"/>
                    </a:ext>
                  </a:extLst>
                </p:cNvPr>
                <p:cNvPicPr/>
                <p:nvPr/>
              </p:nvPicPr>
              <p:blipFill>
                <a:blip r:embed="rId282"/>
                <a:stretch>
                  <a:fillRect/>
                </a:stretch>
              </p:blipFill>
              <p:spPr>
                <a:xfrm>
                  <a:off x="2257776" y="713736"/>
                  <a:ext cx="75960" cy="19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8" name="Group 167">
            <a:extLst>
              <a:ext uri="{FF2B5EF4-FFF2-40B4-BE49-F238E27FC236}">
                <a16:creationId xmlns:a16="http://schemas.microsoft.com/office/drawing/2014/main" id="{6D861275-259B-2F89-725A-32FFF8BA9472}"/>
              </a:ext>
            </a:extLst>
          </p:cNvPr>
          <p:cNvGrpSpPr/>
          <p:nvPr/>
        </p:nvGrpSpPr>
        <p:grpSpPr>
          <a:xfrm>
            <a:off x="2124936" y="1388736"/>
            <a:ext cx="1663200" cy="4046760"/>
            <a:chOff x="2124936" y="1388736"/>
            <a:chExt cx="1663200" cy="4046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83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A34BECA5-0903-056F-A226-39F34E813282}"/>
                    </a:ext>
                  </a:extLst>
                </p14:cNvPr>
                <p14:cNvContentPartPr/>
                <p14:nvPr/>
              </p14:nvContentPartPr>
              <p14:xfrm>
                <a:off x="3478176" y="2648016"/>
                <a:ext cx="16200" cy="58320"/>
              </p14:xfrm>
            </p:contentPart>
          </mc:Choice>
          <mc:Fallback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A34BECA5-0903-056F-A226-39F34E813282}"/>
                    </a:ext>
                  </a:extLst>
                </p:cNvPr>
                <p:cNvPicPr/>
                <p:nvPr/>
              </p:nvPicPr>
              <p:blipFill>
                <a:blip r:embed="rId284"/>
                <a:stretch>
                  <a:fillRect/>
                </a:stretch>
              </p:blipFill>
              <p:spPr>
                <a:xfrm>
                  <a:off x="3472056" y="2641896"/>
                  <a:ext cx="28440" cy="7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5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A858ED75-A31F-2B0F-CFE9-6F10479C116D}"/>
                    </a:ext>
                  </a:extLst>
                </p14:cNvPr>
                <p14:cNvContentPartPr/>
                <p14:nvPr/>
              </p14:nvContentPartPr>
              <p14:xfrm>
                <a:off x="3416976" y="2603376"/>
                <a:ext cx="149400" cy="147960"/>
              </p14:xfrm>
            </p:contentPart>
          </mc:Choice>
          <mc:Fallback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A858ED75-A31F-2B0F-CFE9-6F10479C116D}"/>
                    </a:ext>
                  </a:extLst>
                </p:cNvPr>
                <p:cNvPicPr/>
                <p:nvPr/>
              </p:nvPicPr>
              <p:blipFill>
                <a:blip r:embed="rId286"/>
                <a:stretch>
                  <a:fillRect/>
                </a:stretch>
              </p:blipFill>
              <p:spPr>
                <a:xfrm>
                  <a:off x="3410856" y="2597256"/>
                  <a:ext cx="161640" cy="16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7">
              <p14:nvContentPartPr>
                <p14:cNvPr id="157" name="Ink 156">
                  <a:extLst>
                    <a:ext uri="{FF2B5EF4-FFF2-40B4-BE49-F238E27FC236}">
                      <a16:creationId xmlns:a16="http://schemas.microsoft.com/office/drawing/2014/main" id="{95D26272-4EFE-056C-8DB4-08E6C587F589}"/>
                    </a:ext>
                  </a:extLst>
                </p14:cNvPr>
                <p14:cNvContentPartPr/>
                <p14:nvPr/>
              </p14:nvContentPartPr>
              <p14:xfrm>
                <a:off x="2210256" y="4858056"/>
                <a:ext cx="17280" cy="178200"/>
              </p14:xfrm>
            </p:contentPart>
          </mc:Choice>
          <mc:Fallback>
            <p:pic>
              <p:nvPicPr>
                <p:cNvPr id="157" name="Ink 156">
                  <a:extLst>
                    <a:ext uri="{FF2B5EF4-FFF2-40B4-BE49-F238E27FC236}">
                      <a16:creationId xmlns:a16="http://schemas.microsoft.com/office/drawing/2014/main" id="{95D26272-4EFE-056C-8DB4-08E6C587F589}"/>
                    </a:ext>
                  </a:extLst>
                </p:cNvPr>
                <p:cNvPicPr/>
                <p:nvPr/>
              </p:nvPicPr>
              <p:blipFill>
                <a:blip r:embed="rId288"/>
                <a:stretch>
                  <a:fillRect/>
                </a:stretch>
              </p:blipFill>
              <p:spPr>
                <a:xfrm>
                  <a:off x="2204136" y="4851936"/>
                  <a:ext cx="29520" cy="19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9">
              <p14:nvContentPartPr>
                <p14:cNvPr id="158" name="Ink 157">
                  <a:extLst>
                    <a:ext uri="{FF2B5EF4-FFF2-40B4-BE49-F238E27FC236}">
                      <a16:creationId xmlns:a16="http://schemas.microsoft.com/office/drawing/2014/main" id="{355A3F05-C494-5252-9B86-57853C960CD7}"/>
                    </a:ext>
                  </a:extLst>
                </p14:cNvPr>
                <p14:cNvContentPartPr/>
                <p14:nvPr/>
              </p14:nvContentPartPr>
              <p14:xfrm>
                <a:off x="2124936" y="4944456"/>
                <a:ext cx="127080" cy="28800"/>
              </p14:xfrm>
            </p:contentPart>
          </mc:Choice>
          <mc:Fallback>
            <p:pic>
              <p:nvPicPr>
                <p:cNvPr id="158" name="Ink 157">
                  <a:extLst>
                    <a:ext uri="{FF2B5EF4-FFF2-40B4-BE49-F238E27FC236}">
                      <a16:creationId xmlns:a16="http://schemas.microsoft.com/office/drawing/2014/main" id="{355A3F05-C494-5252-9B86-57853C960CD7}"/>
                    </a:ext>
                  </a:extLst>
                </p:cNvPr>
                <p:cNvPicPr/>
                <p:nvPr/>
              </p:nvPicPr>
              <p:blipFill>
                <a:blip r:embed="rId290"/>
                <a:stretch>
                  <a:fillRect/>
                </a:stretch>
              </p:blipFill>
              <p:spPr>
                <a:xfrm>
                  <a:off x="2118816" y="4938336"/>
                  <a:ext cx="139320" cy="4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1">
              <p14:nvContentPartPr>
                <p14:cNvPr id="159" name="Ink 158">
                  <a:extLst>
                    <a:ext uri="{FF2B5EF4-FFF2-40B4-BE49-F238E27FC236}">
                      <a16:creationId xmlns:a16="http://schemas.microsoft.com/office/drawing/2014/main" id="{737C401B-CBE1-D1AB-FFD1-84CA54EA1BB6}"/>
                    </a:ext>
                  </a:extLst>
                </p14:cNvPr>
                <p14:cNvContentPartPr/>
                <p14:nvPr/>
              </p14:nvContentPartPr>
              <p14:xfrm>
                <a:off x="2278656" y="4934016"/>
                <a:ext cx="98280" cy="74880"/>
              </p14:xfrm>
            </p:contentPart>
          </mc:Choice>
          <mc:Fallback>
            <p:pic>
              <p:nvPicPr>
                <p:cNvPr id="159" name="Ink 158">
                  <a:extLst>
                    <a:ext uri="{FF2B5EF4-FFF2-40B4-BE49-F238E27FC236}">
                      <a16:creationId xmlns:a16="http://schemas.microsoft.com/office/drawing/2014/main" id="{737C401B-CBE1-D1AB-FFD1-84CA54EA1BB6}"/>
                    </a:ext>
                  </a:extLst>
                </p:cNvPr>
                <p:cNvPicPr/>
                <p:nvPr/>
              </p:nvPicPr>
              <p:blipFill>
                <a:blip r:embed="rId292"/>
                <a:stretch>
                  <a:fillRect/>
                </a:stretch>
              </p:blipFill>
              <p:spPr>
                <a:xfrm>
                  <a:off x="2272536" y="4927896"/>
                  <a:ext cx="110520" cy="8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3">
              <p14:nvContentPartPr>
                <p14:cNvPr id="160" name="Ink 159">
                  <a:extLst>
                    <a:ext uri="{FF2B5EF4-FFF2-40B4-BE49-F238E27FC236}">
                      <a16:creationId xmlns:a16="http://schemas.microsoft.com/office/drawing/2014/main" id="{2AAED17A-4A83-1822-39A3-0476F6226D41}"/>
                    </a:ext>
                  </a:extLst>
                </p14:cNvPr>
                <p14:cNvContentPartPr/>
                <p14:nvPr/>
              </p14:nvContentPartPr>
              <p14:xfrm>
                <a:off x="2380896" y="4954536"/>
                <a:ext cx="200160" cy="41400"/>
              </p14:xfrm>
            </p:contentPart>
          </mc:Choice>
          <mc:Fallback>
            <p:pic>
              <p:nvPicPr>
                <p:cNvPr id="160" name="Ink 159">
                  <a:extLst>
                    <a:ext uri="{FF2B5EF4-FFF2-40B4-BE49-F238E27FC236}">
                      <a16:creationId xmlns:a16="http://schemas.microsoft.com/office/drawing/2014/main" id="{2AAED17A-4A83-1822-39A3-0476F6226D41}"/>
                    </a:ext>
                  </a:extLst>
                </p:cNvPr>
                <p:cNvPicPr/>
                <p:nvPr/>
              </p:nvPicPr>
              <p:blipFill>
                <a:blip r:embed="rId294"/>
                <a:stretch>
                  <a:fillRect/>
                </a:stretch>
              </p:blipFill>
              <p:spPr>
                <a:xfrm>
                  <a:off x="2374776" y="4948416"/>
                  <a:ext cx="212400" cy="5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5">
              <p14:nvContentPartPr>
                <p14:cNvPr id="161" name="Ink 160">
                  <a:extLst>
                    <a:ext uri="{FF2B5EF4-FFF2-40B4-BE49-F238E27FC236}">
                      <a16:creationId xmlns:a16="http://schemas.microsoft.com/office/drawing/2014/main" id="{081E6181-7118-5FE7-99EE-6C202ED54096}"/>
                    </a:ext>
                  </a:extLst>
                </p14:cNvPr>
                <p14:cNvContentPartPr/>
                <p14:nvPr/>
              </p14:nvContentPartPr>
              <p14:xfrm>
                <a:off x="2626776" y="4934736"/>
                <a:ext cx="5760" cy="232920"/>
              </p14:xfrm>
            </p:contentPart>
          </mc:Choice>
          <mc:Fallback>
            <p:pic>
              <p:nvPicPr>
                <p:cNvPr id="161" name="Ink 160">
                  <a:extLst>
                    <a:ext uri="{FF2B5EF4-FFF2-40B4-BE49-F238E27FC236}">
                      <a16:creationId xmlns:a16="http://schemas.microsoft.com/office/drawing/2014/main" id="{081E6181-7118-5FE7-99EE-6C202ED54096}"/>
                    </a:ext>
                  </a:extLst>
                </p:cNvPr>
                <p:cNvPicPr/>
                <p:nvPr/>
              </p:nvPicPr>
              <p:blipFill>
                <a:blip r:embed="rId296"/>
                <a:stretch>
                  <a:fillRect/>
                </a:stretch>
              </p:blipFill>
              <p:spPr>
                <a:xfrm>
                  <a:off x="2620656" y="4928616"/>
                  <a:ext cx="18000" cy="24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7">
              <p14:nvContentPartPr>
                <p14:cNvPr id="162" name="Ink 161">
                  <a:extLst>
                    <a:ext uri="{FF2B5EF4-FFF2-40B4-BE49-F238E27FC236}">
                      <a16:creationId xmlns:a16="http://schemas.microsoft.com/office/drawing/2014/main" id="{2A647496-BB4E-8F38-4A4B-E3C5D16C7F8B}"/>
                    </a:ext>
                  </a:extLst>
                </p14:cNvPr>
                <p14:cNvContentPartPr/>
                <p14:nvPr/>
              </p14:nvContentPartPr>
              <p14:xfrm>
                <a:off x="2658456" y="4903056"/>
                <a:ext cx="60120" cy="72720"/>
              </p14:xfrm>
            </p:contentPart>
          </mc:Choice>
          <mc:Fallback>
            <p:pic>
              <p:nvPicPr>
                <p:cNvPr id="162" name="Ink 161">
                  <a:extLst>
                    <a:ext uri="{FF2B5EF4-FFF2-40B4-BE49-F238E27FC236}">
                      <a16:creationId xmlns:a16="http://schemas.microsoft.com/office/drawing/2014/main" id="{2A647496-BB4E-8F38-4A4B-E3C5D16C7F8B}"/>
                    </a:ext>
                  </a:extLst>
                </p:cNvPr>
                <p:cNvPicPr/>
                <p:nvPr/>
              </p:nvPicPr>
              <p:blipFill>
                <a:blip r:embed="rId298"/>
                <a:stretch>
                  <a:fillRect/>
                </a:stretch>
              </p:blipFill>
              <p:spPr>
                <a:xfrm>
                  <a:off x="2652336" y="4896936"/>
                  <a:ext cx="72360" cy="8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9">
              <p14:nvContentPartPr>
                <p14:cNvPr id="164" name="Ink 163">
                  <a:extLst>
                    <a:ext uri="{FF2B5EF4-FFF2-40B4-BE49-F238E27FC236}">
                      <a16:creationId xmlns:a16="http://schemas.microsoft.com/office/drawing/2014/main" id="{FAFD8A49-E408-166A-B67A-F27ABDED3164}"/>
                    </a:ext>
                  </a:extLst>
                </p14:cNvPr>
                <p14:cNvContentPartPr/>
                <p14:nvPr/>
              </p14:nvContentPartPr>
              <p14:xfrm>
                <a:off x="2498616" y="5225616"/>
                <a:ext cx="7200" cy="200880"/>
              </p14:xfrm>
            </p:contentPart>
          </mc:Choice>
          <mc:Fallback>
            <p:pic>
              <p:nvPicPr>
                <p:cNvPr id="164" name="Ink 163">
                  <a:extLst>
                    <a:ext uri="{FF2B5EF4-FFF2-40B4-BE49-F238E27FC236}">
                      <a16:creationId xmlns:a16="http://schemas.microsoft.com/office/drawing/2014/main" id="{FAFD8A49-E408-166A-B67A-F27ABDED3164}"/>
                    </a:ext>
                  </a:extLst>
                </p:cNvPr>
                <p:cNvPicPr/>
                <p:nvPr/>
              </p:nvPicPr>
              <p:blipFill>
                <a:blip r:embed="rId300"/>
                <a:stretch>
                  <a:fillRect/>
                </a:stretch>
              </p:blipFill>
              <p:spPr>
                <a:xfrm>
                  <a:off x="2492496" y="5219496"/>
                  <a:ext cx="19440" cy="21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1">
              <p14:nvContentPartPr>
                <p14:cNvPr id="165" name="Ink 164">
                  <a:extLst>
                    <a:ext uri="{FF2B5EF4-FFF2-40B4-BE49-F238E27FC236}">
                      <a16:creationId xmlns:a16="http://schemas.microsoft.com/office/drawing/2014/main" id="{0329B54D-D730-DAA2-051C-470D1A96AED6}"/>
                    </a:ext>
                  </a:extLst>
                </p14:cNvPr>
                <p14:cNvContentPartPr/>
                <p14:nvPr/>
              </p14:nvContentPartPr>
              <p14:xfrm>
                <a:off x="2502936" y="5168016"/>
                <a:ext cx="339120" cy="267480"/>
              </p14:xfrm>
            </p:contentPart>
          </mc:Choice>
          <mc:Fallback>
            <p:pic>
              <p:nvPicPr>
                <p:cNvPr id="165" name="Ink 164">
                  <a:extLst>
                    <a:ext uri="{FF2B5EF4-FFF2-40B4-BE49-F238E27FC236}">
                      <a16:creationId xmlns:a16="http://schemas.microsoft.com/office/drawing/2014/main" id="{0329B54D-D730-DAA2-051C-470D1A96AED6}"/>
                    </a:ext>
                  </a:extLst>
                </p:cNvPr>
                <p:cNvPicPr/>
                <p:nvPr/>
              </p:nvPicPr>
              <p:blipFill>
                <a:blip r:embed="rId302"/>
                <a:stretch>
                  <a:fillRect/>
                </a:stretch>
              </p:blipFill>
              <p:spPr>
                <a:xfrm>
                  <a:off x="2496816" y="5161896"/>
                  <a:ext cx="351360" cy="27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3">
              <p14:nvContentPartPr>
                <p14:cNvPr id="167" name="Ink 166">
                  <a:extLst>
                    <a:ext uri="{FF2B5EF4-FFF2-40B4-BE49-F238E27FC236}">
                      <a16:creationId xmlns:a16="http://schemas.microsoft.com/office/drawing/2014/main" id="{9514DEE9-721E-65F2-FA57-3BBE7A079721}"/>
                    </a:ext>
                  </a:extLst>
                </p14:cNvPr>
                <p14:cNvContentPartPr/>
                <p14:nvPr/>
              </p14:nvContentPartPr>
              <p14:xfrm>
                <a:off x="2736936" y="1388736"/>
                <a:ext cx="1051200" cy="3947040"/>
              </p14:xfrm>
            </p:contentPart>
          </mc:Choice>
          <mc:Fallback>
            <p:pic>
              <p:nvPicPr>
                <p:cNvPr id="167" name="Ink 166">
                  <a:extLst>
                    <a:ext uri="{FF2B5EF4-FFF2-40B4-BE49-F238E27FC236}">
                      <a16:creationId xmlns:a16="http://schemas.microsoft.com/office/drawing/2014/main" id="{9514DEE9-721E-65F2-FA57-3BBE7A079721}"/>
                    </a:ext>
                  </a:extLst>
                </p:cNvPr>
                <p:cNvPicPr/>
                <p:nvPr/>
              </p:nvPicPr>
              <p:blipFill>
                <a:blip r:embed="rId304"/>
                <a:stretch>
                  <a:fillRect/>
                </a:stretch>
              </p:blipFill>
              <p:spPr>
                <a:xfrm>
                  <a:off x="2730816" y="1382616"/>
                  <a:ext cx="1063440" cy="395928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25476815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EE98C783-4272-6730-F4F0-4CC952BCDB70}"/>
              </a:ext>
            </a:extLst>
          </p:cNvPr>
          <p:cNvGrpSpPr/>
          <p:nvPr/>
        </p:nvGrpSpPr>
        <p:grpSpPr>
          <a:xfrm>
            <a:off x="1208016" y="774936"/>
            <a:ext cx="819720" cy="752400"/>
            <a:chOff x="1208016" y="774936"/>
            <a:chExt cx="819720" cy="752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97D57487-24D4-711A-A00E-B9B4022A21C9}"/>
                    </a:ext>
                  </a:extLst>
                </p14:cNvPr>
                <p14:cNvContentPartPr/>
                <p14:nvPr/>
              </p14:nvContentPartPr>
              <p14:xfrm>
                <a:off x="1242216" y="774936"/>
                <a:ext cx="214920" cy="488160"/>
              </p14:xfrm>
            </p:contentPart>
          </mc:Choice>
          <mc:Fallback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97D57487-24D4-711A-A00E-B9B4022A21C9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1237896" y="770616"/>
                  <a:ext cx="223560" cy="49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4A14EC49-84A7-E508-E134-E335721F4823}"/>
                    </a:ext>
                  </a:extLst>
                </p14:cNvPr>
                <p14:cNvContentPartPr/>
                <p14:nvPr/>
              </p14:nvContentPartPr>
              <p14:xfrm>
                <a:off x="1208016" y="1054656"/>
                <a:ext cx="158760" cy="37080"/>
              </p14:xfrm>
            </p:contentPart>
          </mc:Choice>
          <mc:Fallback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4A14EC49-84A7-E508-E134-E335721F4823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1203696" y="1050336"/>
                  <a:ext cx="167400" cy="4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5BC41B23-DD14-99BF-A8B7-8C2307D98815}"/>
                    </a:ext>
                  </a:extLst>
                </p14:cNvPr>
                <p14:cNvContentPartPr/>
                <p14:nvPr/>
              </p14:nvContentPartPr>
              <p14:xfrm>
                <a:off x="1437336" y="1001736"/>
                <a:ext cx="44280" cy="10044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5BC41B23-DD14-99BF-A8B7-8C2307D98815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433016" y="997416"/>
                  <a:ext cx="52920" cy="10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1188E51D-5C24-7168-BBAB-126CBB72C7D4}"/>
                    </a:ext>
                  </a:extLst>
                </p14:cNvPr>
                <p14:cNvContentPartPr/>
                <p14:nvPr/>
              </p14:nvContentPartPr>
              <p14:xfrm>
                <a:off x="1534896" y="986976"/>
                <a:ext cx="200520" cy="6120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1188E51D-5C24-7168-BBAB-126CBB72C7D4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530576" y="982656"/>
                  <a:ext cx="209160" cy="6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AFDF8942-0F44-6802-6AAC-D58265732AFE}"/>
                    </a:ext>
                  </a:extLst>
                </p14:cNvPr>
                <p14:cNvContentPartPr/>
                <p14:nvPr/>
              </p14:nvContentPartPr>
              <p14:xfrm>
                <a:off x="1856736" y="815616"/>
                <a:ext cx="61200" cy="18756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AFDF8942-0F44-6802-6AAC-D58265732AFE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1852416" y="811296"/>
                  <a:ext cx="69840" cy="19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93D61DBF-B5A4-DF36-D058-425FD556EF42}"/>
                    </a:ext>
                  </a:extLst>
                </p14:cNvPr>
                <p14:cNvContentPartPr/>
                <p14:nvPr/>
              </p14:nvContentPartPr>
              <p14:xfrm>
                <a:off x="1854216" y="901656"/>
                <a:ext cx="173520" cy="864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93D61DBF-B5A4-DF36-D058-425FD556EF42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1849896" y="897336"/>
                  <a:ext cx="182160" cy="1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23E2704B-B2C7-8297-4BF7-6C890CE46F39}"/>
                    </a:ext>
                  </a:extLst>
                </p14:cNvPr>
                <p14:cNvContentPartPr/>
                <p14:nvPr/>
              </p14:nvContentPartPr>
              <p14:xfrm>
                <a:off x="1583856" y="1301616"/>
                <a:ext cx="11880" cy="19476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23E2704B-B2C7-8297-4BF7-6C890CE46F39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1579536" y="1297296"/>
                  <a:ext cx="20520" cy="20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D2DDB850-3344-37D9-1A0A-F3AA05C95CE9}"/>
                    </a:ext>
                  </a:extLst>
                </p14:cNvPr>
                <p14:cNvContentPartPr/>
                <p14:nvPr/>
              </p14:nvContentPartPr>
              <p14:xfrm>
                <a:off x="1613016" y="1200096"/>
                <a:ext cx="390240" cy="32724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D2DDB850-3344-37D9-1A0A-F3AA05C95CE9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1608696" y="1195776"/>
                  <a:ext cx="398880" cy="335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B46C1A22-AD6D-7C5E-A4F3-7ED3A2BD03FF}"/>
              </a:ext>
            </a:extLst>
          </p:cNvPr>
          <p:cNvGrpSpPr/>
          <p:nvPr/>
        </p:nvGrpSpPr>
        <p:grpSpPr>
          <a:xfrm>
            <a:off x="1171656" y="115776"/>
            <a:ext cx="4100040" cy="2709000"/>
            <a:chOff x="1171656" y="115776"/>
            <a:chExt cx="4100040" cy="2709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B9DF550C-7884-AEEB-1C64-0C5DE0A98D2F}"/>
                    </a:ext>
                  </a:extLst>
                </p14:cNvPr>
                <p14:cNvContentPartPr/>
                <p14:nvPr/>
              </p14:nvContentPartPr>
              <p14:xfrm>
                <a:off x="1805616" y="1294056"/>
                <a:ext cx="1397520" cy="53640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B9DF550C-7884-AEEB-1C64-0C5DE0A98D2F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1799496" y="1287936"/>
                  <a:ext cx="1409760" cy="54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640233D1-61C7-BD7B-FA81-98353E76AD16}"/>
                    </a:ext>
                  </a:extLst>
                </p14:cNvPr>
                <p14:cNvContentPartPr/>
                <p14:nvPr/>
              </p14:nvContentPartPr>
              <p14:xfrm>
                <a:off x="3222216" y="1705536"/>
                <a:ext cx="139320" cy="18684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640233D1-61C7-BD7B-FA81-98353E76AD16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3216096" y="1699416"/>
                  <a:ext cx="151560" cy="19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5E171DB3-13C8-9E10-1C64-EC1EEBD4564B}"/>
                    </a:ext>
                  </a:extLst>
                </p14:cNvPr>
                <p14:cNvContentPartPr/>
                <p14:nvPr/>
              </p14:nvContentPartPr>
              <p14:xfrm>
                <a:off x="3427056" y="1524456"/>
                <a:ext cx="12600" cy="60408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5E171DB3-13C8-9E10-1C64-EC1EEBD4564B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3420936" y="1518336"/>
                  <a:ext cx="24840" cy="61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9E4A03C7-72D7-23AF-BB64-E11958260662}"/>
                    </a:ext>
                  </a:extLst>
                </p14:cNvPr>
                <p14:cNvContentPartPr/>
                <p14:nvPr/>
              </p14:nvContentPartPr>
              <p14:xfrm>
                <a:off x="3434256" y="1391976"/>
                <a:ext cx="1416240" cy="78048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9E4A03C7-72D7-23AF-BB64-E11958260662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3428136" y="1385856"/>
                  <a:ext cx="1428480" cy="79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BB867657-9CD0-B1C1-6E4D-C5CA3BBF8E92}"/>
                    </a:ext>
                  </a:extLst>
                </p14:cNvPr>
                <p14:cNvContentPartPr/>
                <p14:nvPr/>
              </p14:nvContentPartPr>
              <p14:xfrm>
                <a:off x="4319496" y="1498176"/>
                <a:ext cx="44280" cy="60912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BB867657-9CD0-B1C1-6E4D-C5CA3BBF8E92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4313376" y="1492056"/>
                  <a:ext cx="56520" cy="62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AA574463-A164-578B-73FD-5C9DA703C1AF}"/>
                    </a:ext>
                  </a:extLst>
                </p14:cNvPr>
                <p14:cNvContentPartPr/>
                <p14:nvPr/>
              </p14:nvContentPartPr>
              <p14:xfrm>
                <a:off x="4548816" y="1764216"/>
                <a:ext cx="52920" cy="5724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AA574463-A164-578B-73FD-5C9DA703C1AF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4542696" y="1758096"/>
                  <a:ext cx="65160" cy="6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B3EB8009-E2D4-E1DF-4EE5-AE97E937DA31}"/>
                    </a:ext>
                  </a:extLst>
                </p14:cNvPr>
                <p14:cNvContentPartPr/>
                <p14:nvPr/>
              </p14:nvContentPartPr>
              <p14:xfrm>
                <a:off x="1710576" y="2611656"/>
                <a:ext cx="11520" cy="21312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B3EB8009-E2D4-E1DF-4EE5-AE97E937DA31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1704456" y="2605536"/>
                  <a:ext cx="23760" cy="22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1C4BD805-80D5-AF97-41BD-56A44ED1C363}"/>
                    </a:ext>
                  </a:extLst>
                </p14:cNvPr>
                <p14:cNvContentPartPr/>
                <p14:nvPr/>
              </p14:nvContentPartPr>
              <p14:xfrm>
                <a:off x="1737216" y="2544336"/>
                <a:ext cx="341640" cy="25164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1C4BD805-80D5-AF97-41BD-56A44ED1C363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1731096" y="2538216"/>
                  <a:ext cx="353880" cy="26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9264A7C0-B50F-80AC-F6FA-0065224B3234}"/>
                    </a:ext>
                  </a:extLst>
                </p14:cNvPr>
                <p14:cNvContentPartPr/>
                <p14:nvPr/>
              </p14:nvContentPartPr>
              <p14:xfrm>
                <a:off x="1171656" y="2283336"/>
                <a:ext cx="261360" cy="12708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9264A7C0-B50F-80AC-F6FA-0065224B3234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1165536" y="2277216"/>
                  <a:ext cx="273600" cy="13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AB3298F0-77FE-98D1-7B1C-692A840A37BE}"/>
                    </a:ext>
                  </a:extLst>
                </p14:cNvPr>
                <p14:cNvContentPartPr/>
                <p14:nvPr/>
              </p14:nvContentPartPr>
              <p14:xfrm>
                <a:off x="1503216" y="2274336"/>
                <a:ext cx="112680" cy="9000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AB3298F0-77FE-98D1-7B1C-692A840A37BE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1497096" y="2268216"/>
                  <a:ext cx="124920" cy="10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CB2273F5-6DA9-DFFC-AADB-22B1F8E6534E}"/>
                    </a:ext>
                  </a:extLst>
                </p14:cNvPr>
                <p14:cNvContentPartPr/>
                <p14:nvPr/>
              </p14:nvContentPartPr>
              <p14:xfrm>
                <a:off x="1656576" y="2253456"/>
                <a:ext cx="76320" cy="8928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CB2273F5-6DA9-DFFC-AADB-22B1F8E6534E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1650456" y="2247336"/>
                  <a:ext cx="88560" cy="10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213814CF-9AC6-951D-0A48-F3CE54C77438}"/>
                    </a:ext>
                  </a:extLst>
                </p14:cNvPr>
                <p14:cNvContentPartPr/>
                <p14:nvPr/>
              </p14:nvContentPartPr>
              <p14:xfrm>
                <a:off x="1951056" y="2151936"/>
                <a:ext cx="2024640" cy="59040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213814CF-9AC6-951D-0A48-F3CE54C77438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1944936" y="2145816"/>
                  <a:ext cx="2036880" cy="60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D75532E1-D215-F278-364E-479076FF009E}"/>
                    </a:ext>
                  </a:extLst>
                </p14:cNvPr>
                <p14:cNvContentPartPr/>
                <p14:nvPr/>
              </p14:nvContentPartPr>
              <p14:xfrm>
                <a:off x="3845736" y="995616"/>
                <a:ext cx="383760" cy="76140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D75532E1-D215-F278-364E-479076FF009E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3839616" y="989496"/>
                  <a:ext cx="396000" cy="77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602EA9CC-01B5-B299-52D4-752DCF70C9A7}"/>
                    </a:ext>
                  </a:extLst>
                </p14:cNvPr>
                <p14:cNvContentPartPr/>
                <p14:nvPr/>
              </p14:nvContentPartPr>
              <p14:xfrm>
                <a:off x="4212216" y="201096"/>
                <a:ext cx="81000" cy="98280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602EA9CC-01B5-B299-52D4-752DCF70C9A7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4206096" y="194976"/>
                  <a:ext cx="93240" cy="99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076E4F16-55A0-65DC-D64B-C43CB401F003}"/>
                    </a:ext>
                  </a:extLst>
                </p14:cNvPr>
                <p14:cNvContentPartPr/>
                <p14:nvPr/>
              </p14:nvContentPartPr>
              <p14:xfrm>
                <a:off x="4236696" y="115776"/>
                <a:ext cx="1035000" cy="106488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076E4F16-55A0-65DC-D64B-C43CB401F003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4230576" y="109656"/>
                  <a:ext cx="1047240" cy="107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44DAD69F-6BA1-CC9C-1E6F-57D0E6E87468}"/>
                    </a:ext>
                  </a:extLst>
                </p14:cNvPr>
                <p14:cNvContentPartPr/>
                <p14:nvPr/>
              </p14:nvContentPartPr>
              <p14:xfrm>
                <a:off x="4419576" y="329256"/>
                <a:ext cx="10080" cy="13500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44DAD69F-6BA1-CC9C-1E6F-57D0E6E87468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4413456" y="323136"/>
                  <a:ext cx="22320" cy="14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3D73E29B-EB0A-E8F0-BD06-F1203E3E6E42}"/>
                    </a:ext>
                  </a:extLst>
                </p14:cNvPr>
                <p14:cNvContentPartPr/>
                <p14:nvPr/>
              </p14:nvContentPartPr>
              <p14:xfrm>
                <a:off x="4362336" y="284976"/>
                <a:ext cx="214920" cy="3060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3D73E29B-EB0A-E8F0-BD06-F1203E3E6E42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4356216" y="278856"/>
                  <a:ext cx="227160" cy="4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AFA1A1C6-AD94-C52B-5F5E-287FCC34B4DA}"/>
                    </a:ext>
                  </a:extLst>
                </p14:cNvPr>
                <p14:cNvContentPartPr/>
                <p14:nvPr/>
              </p14:nvContentPartPr>
              <p14:xfrm>
                <a:off x="4346136" y="463896"/>
                <a:ext cx="161280" cy="2484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AFA1A1C6-AD94-C52B-5F5E-287FCC34B4DA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4340016" y="457776"/>
                  <a:ext cx="173520" cy="3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F6A6D014-0D5B-9FDE-EB22-857517927BE0}"/>
                    </a:ext>
                  </a:extLst>
                </p14:cNvPr>
                <p14:cNvContentPartPr/>
                <p14:nvPr/>
              </p14:nvContentPartPr>
              <p14:xfrm>
                <a:off x="4514616" y="417456"/>
                <a:ext cx="129600" cy="4824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F6A6D014-0D5B-9FDE-EB22-857517927BE0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4508496" y="411336"/>
                  <a:ext cx="141840" cy="6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BD953F67-56FA-908F-82A7-1E0ABB8DF59E}"/>
                    </a:ext>
                  </a:extLst>
                </p14:cNvPr>
                <p14:cNvContentPartPr/>
                <p14:nvPr/>
              </p14:nvContentPartPr>
              <p14:xfrm>
                <a:off x="4651776" y="371736"/>
                <a:ext cx="318960" cy="25200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BD953F67-56FA-908F-82A7-1E0ABB8DF59E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4645656" y="365616"/>
                  <a:ext cx="331200" cy="26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B159208B-C995-91F3-5CF2-BEE2AE319E35}"/>
                    </a:ext>
                  </a:extLst>
                </p14:cNvPr>
                <p14:cNvContentPartPr/>
                <p14:nvPr/>
              </p14:nvContentPartPr>
              <p14:xfrm>
                <a:off x="4348656" y="723816"/>
                <a:ext cx="182160" cy="12240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B159208B-C995-91F3-5CF2-BEE2AE319E35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4342536" y="717696"/>
                  <a:ext cx="194400" cy="13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1EB5DCF2-56D9-8999-7BD3-73823512E014}"/>
                    </a:ext>
                  </a:extLst>
                </p14:cNvPr>
                <p14:cNvContentPartPr/>
                <p14:nvPr/>
              </p14:nvContentPartPr>
              <p14:xfrm>
                <a:off x="4609656" y="682416"/>
                <a:ext cx="113760" cy="13536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1EB5DCF2-56D9-8999-7BD3-73823512E014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4603536" y="676296"/>
                  <a:ext cx="126000" cy="14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71EA4533-8042-451F-A02D-8DF3851B7384}"/>
                    </a:ext>
                  </a:extLst>
                </p14:cNvPr>
                <p14:cNvContentPartPr/>
                <p14:nvPr/>
              </p14:nvContentPartPr>
              <p14:xfrm>
                <a:off x="4792536" y="678816"/>
                <a:ext cx="93960" cy="12996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71EA4533-8042-451F-A02D-8DF3851B7384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4786416" y="672696"/>
                  <a:ext cx="106200" cy="14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38886520-2935-C3BB-70F4-B44F4DA010EA}"/>
                    </a:ext>
                  </a:extLst>
                </p14:cNvPr>
                <p14:cNvContentPartPr/>
                <p14:nvPr/>
              </p14:nvContentPartPr>
              <p14:xfrm>
                <a:off x="4931136" y="669456"/>
                <a:ext cx="64800" cy="9036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38886520-2935-C3BB-70F4-B44F4DA010EA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4925016" y="663336"/>
                  <a:ext cx="77040" cy="10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81F53BBE-6020-3128-B002-F72F60D3848C}"/>
                    </a:ext>
                  </a:extLst>
                </p14:cNvPr>
                <p14:cNvContentPartPr/>
                <p14:nvPr/>
              </p14:nvContentPartPr>
              <p14:xfrm>
                <a:off x="4931496" y="751536"/>
                <a:ext cx="71640" cy="7092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81F53BBE-6020-3128-B002-F72F60D3848C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4925376" y="745416"/>
                  <a:ext cx="83880" cy="8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9DAD47ED-7107-099C-C8E1-993EC67EB3E3}"/>
                    </a:ext>
                  </a:extLst>
                </p14:cNvPr>
                <p14:cNvContentPartPr/>
                <p14:nvPr/>
              </p14:nvContentPartPr>
              <p14:xfrm>
                <a:off x="5043096" y="657576"/>
                <a:ext cx="76680" cy="13896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9DAD47ED-7107-099C-C8E1-993EC67EB3E3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5036976" y="651456"/>
                  <a:ext cx="88920" cy="151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7" name="Group 86">
            <a:extLst>
              <a:ext uri="{FF2B5EF4-FFF2-40B4-BE49-F238E27FC236}">
                <a16:creationId xmlns:a16="http://schemas.microsoft.com/office/drawing/2014/main" id="{3BB59DCA-2F10-FA77-BCFC-7D52E818F7C5}"/>
              </a:ext>
            </a:extLst>
          </p:cNvPr>
          <p:cNvGrpSpPr/>
          <p:nvPr/>
        </p:nvGrpSpPr>
        <p:grpSpPr>
          <a:xfrm>
            <a:off x="948672" y="4554144"/>
            <a:ext cx="2743200" cy="520560"/>
            <a:chOff x="948672" y="4554144"/>
            <a:chExt cx="2743200" cy="520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3414A356-C048-B873-A2E7-804EBCDF677C}"/>
                    </a:ext>
                  </a:extLst>
                </p14:cNvPr>
                <p14:cNvContentPartPr/>
                <p14:nvPr/>
              </p14:nvContentPartPr>
              <p14:xfrm>
                <a:off x="948672" y="4884264"/>
                <a:ext cx="17280" cy="54000"/>
              </p14:xfrm>
            </p:contentPart>
          </mc:Choice>
          <mc:Fallback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3414A356-C048-B873-A2E7-804EBCDF677C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942552" y="4878144"/>
                  <a:ext cx="29520" cy="6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681824C1-ED3D-C658-0E0F-6C545C7545DE}"/>
                    </a:ext>
                  </a:extLst>
                </p14:cNvPr>
                <p14:cNvContentPartPr/>
                <p14:nvPr/>
              </p14:nvContentPartPr>
              <p14:xfrm>
                <a:off x="1026792" y="4734504"/>
                <a:ext cx="7560" cy="45720"/>
              </p14:xfrm>
            </p:contentPart>
          </mc:Choice>
          <mc:Fallback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681824C1-ED3D-C658-0E0F-6C545C7545DE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1020672" y="4728384"/>
                  <a:ext cx="19800" cy="5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EBDC7400-2A78-4CEB-B880-60402095BA6D}"/>
                    </a:ext>
                  </a:extLst>
                </p14:cNvPr>
                <p14:cNvContentPartPr/>
                <p14:nvPr/>
              </p14:nvContentPartPr>
              <p14:xfrm>
                <a:off x="1158552" y="4728744"/>
                <a:ext cx="141840" cy="323280"/>
              </p14:xfrm>
            </p:contentPart>
          </mc:Choice>
          <mc:Fallback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EBDC7400-2A78-4CEB-B880-60402095BA6D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1152432" y="4722624"/>
                  <a:ext cx="154080" cy="33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01367335-7B59-89F2-3217-57CDFB6B3C01}"/>
                    </a:ext>
                  </a:extLst>
                </p14:cNvPr>
                <p14:cNvContentPartPr/>
                <p14:nvPr/>
              </p14:nvContentPartPr>
              <p14:xfrm>
                <a:off x="1134072" y="4906944"/>
                <a:ext cx="151560" cy="2880"/>
              </p14:xfrm>
            </p:contentPart>
          </mc:Choice>
          <mc:Fallback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01367335-7B59-89F2-3217-57CDFB6B3C01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1127952" y="4900824"/>
                  <a:ext cx="163800" cy="1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E68AFEAD-9CD2-D972-5B16-610EB8C8E7C2}"/>
                    </a:ext>
                  </a:extLst>
                </p14:cNvPr>
                <p14:cNvContentPartPr/>
                <p14:nvPr/>
              </p14:nvContentPartPr>
              <p14:xfrm>
                <a:off x="1392552" y="4711824"/>
                <a:ext cx="199080" cy="362880"/>
              </p14:xfrm>
            </p:contentPart>
          </mc:Choice>
          <mc:Fallback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E68AFEAD-9CD2-D972-5B16-610EB8C8E7C2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1386432" y="4705704"/>
                  <a:ext cx="211320" cy="37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329C6936-5B88-1A1A-F134-0D249B54BE5F}"/>
                    </a:ext>
                  </a:extLst>
                </p14:cNvPr>
                <p14:cNvContentPartPr/>
                <p14:nvPr/>
              </p14:nvContentPartPr>
              <p14:xfrm>
                <a:off x="1710432" y="4749264"/>
                <a:ext cx="177480" cy="288360"/>
              </p14:xfrm>
            </p:contentPart>
          </mc:Choice>
          <mc:Fallback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329C6936-5B88-1A1A-F134-0D249B54BE5F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1704312" y="4743144"/>
                  <a:ext cx="189720" cy="30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3F0FD225-BEE2-DE8C-FAF6-214EFEDC4373}"/>
                    </a:ext>
                  </a:extLst>
                </p14:cNvPr>
                <p14:cNvContentPartPr/>
                <p14:nvPr/>
              </p14:nvContentPartPr>
              <p14:xfrm>
                <a:off x="1685232" y="4878144"/>
                <a:ext cx="166320" cy="122040"/>
              </p14:xfrm>
            </p:contentPart>
          </mc:Choice>
          <mc:Fallback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3F0FD225-BEE2-DE8C-FAF6-214EFEDC4373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1679112" y="4872024"/>
                  <a:ext cx="178560" cy="13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5DD41A13-A599-374F-426D-CCE01C906DFB}"/>
                    </a:ext>
                  </a:extLst>
                </p14:cNvPr>
                <p14:cNvContentPartPr/>
                <p14:nvPr/>
              </p14:nvContentPartPr>
              <p14:xfrm>
                <a:off x="1898712" y="4875264"/>
                <a:ext cx="213480" cy="81720"/>
              </p14:xfrm>
            </p:contentPart>
          </mc:Choice>
          <mc:Fallback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5DD41A13-A599-374F-426D-CCE01C906DFB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1892592" y="4869144"/>
                  <a:ext cx="225720" cy="9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99607E80-8183-3F4D-FB92-B5D14FAF3F05}"/>
                    </a:ext>
                  </a:extLst>
                </p14:cNvPr>
                <p14:cNvContentPartPr/>
                <p14:nvPr/>
              </p14:nvContentPartPr>
              <p14:xfrm>
                <a:off x="2185992" y="4769784"/>
                <a:ext cx="41040" cy="180360"/>
              </p14:xfrm>
            </p:contentPart>
          </mc:Choice>
          <mc:Fallback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99607E80-8183-3F4D-FB92-B5D14FAF3F05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2179872" y="4763664"/>
                  <a:ext cx="53280" cy="19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20214E5C-7405-DED4-3263-746A84DA9E57}"/>
                    </a:ext>
                  </a:extLst>
                </p14:cNvPr>
                <p14:cNvContentPartPr/>
                <p14:nvPr/>
              </p14:nvContentPartPr>
              <p14:xfrm>
                <a:off x="2204712" y="4827384"/>
                <a:ext cx="117360" cy="4320"/>
              </p14:xfrm>
            </p:contentPart>
          </mc:Choice>
          <mc:Fallback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20214E5C-7405-DED4-3263-746A84DA9E57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2198592" y="4821264"/>
                  <a:ext cx="129600" cy="1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51B2E4DB-DC27-12E7-CC0E-2683CC4A15F3}"/>
                    </a:ext>
                  </a:extLst>
                </p14:cNvPr>
                <p14:cNvContentPartPr/>
                <p14:nvPr/>
              </p14:nvContentPartPr>
              <p14:xfrm>
                <a:off x="2428992" y="4823424"/>
                <a:ext cx="112680" cy="23760"/>
              </p14:xfrm>
            </p:contentPart>
          </mc:Choice>
          <mc:Fallback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51B2E4DB-DC27-12E7-CC0E-2683CC4A15F3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2422872" y="4817304"/>
                  <a:ext cx="12492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2B6E2D45-C534-DFB7-E513-6548F25E1167}"/>
                    </a:ext>
                  </a:extLst>
                </p14:cNvPr>
                <p14:cNvContentPartPr/>
                <p14:nvPr/>
              </p14:nvContentPartPr>
              <p14:xfrm>
                <a:off x="2450952" y="4868784"/>
                <a:ext cx="112680" cy="17280"/>
              </p14:xfrm>
            </p:contentPart>
          </mc:Choice>
          <mc:Fallback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2B6E2D45-C534-DFB7-E513-6548F25E1167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2444832" y="4862664"/>
                  <a:ext cx="124920" cy="2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A81C645B-2BFC-6664-3C26-178B11654116}"/>
                    </a:ext>
                  </a:extLst>
                </p14:cNvPr>
                <p14:cNvContentPartPr/>
                <p14:nvPr/>
              </p14:nvContentPartPr>
              <p14:xfrm>
                <a:off x="2628792" y="4789224"/>
                <a:ext cx="102240" cy="15120"/>
              </p14:xfrm>
            </p:contentPart>
          </mc:Choice>
          <mc:Fallback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A81C645B-2BFC-6664-3C26-178B11654116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2622672" y="4783104"/>
                  <a:ext cx="114480" cy="2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2C7E0A48-2A77-29C8-6A91-2B2BF523BE87}"/>
                    </a:ext>
                  </a:extLst>
                </p14:cNvPr>
                <p14:cNvContentPartPr/>
                <p14:nvPr/>
              </p14:nvContentPartPr>
              <p14:xfrm>
                <a:off x="2628792" y="4802904"/>
                <a:ext cx="134640" cy="46800"/>
              </p14:xfrm>
            </p:contentPart>
          </mc:Choice>
          <mc:Fallback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2C7E0A48-2A77-29C8-6A91-2B2BF523BE87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2622672" y="4796784"/>
                  <a:ext cx="146880" cy="5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B64FCE8F-56BD-F046-167D-ABF805282296}"/>
                    </a:ext>
                  </a:extLst>
                </p14:cNvPr>
                <p14:cNvContentPartPr/>
                <p14:nvPr/>
              </p14:nvContentPartPr>
              <p14:xfrm>
                <a:off x="2921472" y="4756104"/>
                <a:ext cx="176040" cy="63000"/>
              </p14:xfrm>
            </p:contentPart>
          </mc:Choice>
          <mc:Fallback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B64FCE8F-56BD-F046-167D-ABF805282296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2915352" y="4749984"/>
                  <a:ext cx="188280" cy="7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858D0CE1-5F57-2DEC-F069-3F848FCD4C4F}"/>
                    </a:ext>
                  </a:extLst>
                </p14:cNvPr>
                <p14:cNvContentPartPr/>
                <p14:nvPr/>
              </p14:nvContentPartPr>
              <p14:xfrm>
                <a:off x="3157992" y="4753584"/>
                <a:ext cx="149040" cy="35280"/>
              </p14:xfrm>
            </p:contentPart>
          </mc:Choice>
          <mc:Fallback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858D0CE1-5F57-2DEC-F069-3F848FCD4C4F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3151872" y="4747464"/>
                  <a:ext cx="161280" cy="4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2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612E774A-7667-BDBD-9D20-5BBE130BEC08}"/>
                    </a:ext>
                  </a:extLst>
                </p14:cNvPr>
                <p14:cNvContentPartPr/>
                <p14:nvPr/>
              </p14:nvContentPartPr>
              <p14:xfrm>
                <a:off x="3379752" y="4658184"/>
                <a:ext cx="17280" cy="124560"/>
              </p14:xfrm>
            </p:contentPart>
          </mc:Choice>
          <mc:Fallback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612E774A-7667-BDBD-9D20-5BBE130BEC08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3373632" y="4652064"/>
                  <a:ext cx="29520" cy="13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4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C0BBF93E-57A8-50AD-1CC2-2A0AE5B97E18}"/>
                    </a:ext>
                  </a:extLst>
                </p14:cNvPr>
                <p14:cNvContentPartPr/>
                <p14:nvPr/>
              </p14:nvContentPartPr>
              <p14:xfrm>
                <a:off x="3470112" y="4625784"/>
                <a:ext cx="29520" cy="187200"/>
              </p14:xfrm>
            </p:contentPart>
          </mc:Choice>
          <mc:Fallback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C0BBF93E-57A8-50AD-1CC2-2A0AE5B97E18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3463992" y="4619664"/>
                  <a:ext cx="41760" cy="19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6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E33CB8FE-6141-55A1-EDFB-80E0CCA6FAD1}"/>
                    </a:ext>
                  </a:extLst>
                </p14:cNvPr>
                <p14:cNvContentPartPr/>
                <p14:nvPr/>
              </p14:nvContentPartPr>
              <p14:xfrm>
                <a:off x="3575952" y="4554144"/>
                <a:ext cx="115920" cy="339840"/>
              </p14:xfrm>
            </p:contentPart>
          </mc:Choice>
          <mc:Fallback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E33CB8FE-6141-55A1-EDFB-80E0CCA6FAD1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3569832" y="4548024"/>
                  <a:ext cx="128160" cy="3520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08">
            <p14:nvContentPartPr>
              <p14:cNvPr id="88" name="Ink 87">
                <a:extLst>
                  <a:ext uri="{FF2B5EF4-FFF2-40B4-BE49-F238E27FC236}">
                    <a16:creationId xmlns:a16="http://schemas.microsoft.com/office/drawing/2014/main" id="{FDDA9B80-48C8-1177-94DE-9FC0425D7319}"/>
                  </a:ext>
                </a:extLst>
              </p14:cNvPr>
              <p14:cNvContentPartPr/>
              <p14:nvPr/>
            </p14:nvContentPartPr>
            <p14:xfrm>
              <a:off x="3872592" y="4555944"/>
              <a:ext cx="180360" cy="300240"/>
            </p14:xfrm>
          </p:contentPart>
        </mc:Choice>
        <mc:Fallback>
          <p:pic>
            <p:nvPicPr>
              <p:cNvPr id="88" name="Ink 87">
                <a:extLst>
                  <a:ext uri="{FF2B5EF4-FFF2-40B4-BE49-F238E27FC236}">
                    <a16:creationId xmlns:a16="http://schemas.microsoft.com/office/drawing/2014/main" id="{FDDA9B80-48C8-1177-94DE-9FC0425D7319}"/>
                  </a:ext>
                </a:extLst>
              </p:cNvPr>
              <p:cNvPicPr/>
              <p:nvPr/>
            </p:nvPicPr>
            <p:blipFill>
              <a:blip r:embed="rId109"/>
              <a:stretch>
                <a:fillRect/>
              </a:stretch>
            </p:blipFill>
            <p:spPr>
              <a:xfrm>
                <a:off x="3866472" y="4549824"/>
                <a:ext cx="192600" cy="312480"/>
              </a:xfrm>
              <a:prstGeom prst="rect">
                <a:avLst/>
              </a:prstGeom>
            </p:spPr>
          </p:pic>
        </mc:Fallback>
      </mc:AlternateContent>
      <p:grpSp>
        <p:nvGrpSpPr>
          <p:cNvPr id="102" name="Group 101">
            <a:extLst>
              <a:ext uri="{FF2B5EF4-FFF2-40B4-BE49-F238E27FC236}">
                <a16:creationId xmlns:a16="http://schemas.microsoft.com/office/drawing/2014/main" id="{A1E6A63D-CF8F-4AB2-3762-1729B5053713}"/>
              </a:ext>
            </a:extLst>
          </p:cNvPr>
          <p:cNvGrpSpPr/>
          <p:nvPr/>
        </p:nvGrpSpPr>
        <p:grpSpPr>
          <a:xfrm>
            <a:off x="2059632" y="5326344"/>
            <a:ext cx="474120" cy="166320"/>
            <a:chOff x="2059632" y="5326344"/>
            <a:chExt cx="474120" cy="166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10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4DF85872-22A6-E014-5DCC-6F6AD11CF072}"/>
                    </a:ext>
                  </a:extLst>
                </p14:cNvPr>
                <p14:cNvContentPartPr/>
                <p14:nvPr/>
              </p14:nvContentPartPr>
              <p14:xfrm>
                <a:off x="2059632" y="5365224"/>
                <a:ext cx="179280" cy="127440"/>
              </p14:xfrm>
            </p:contentPart>
          </mc:Choice>
          <mc:Fallback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4DF85872-22A6-E014-5DCC-6F6AD11CF072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2053512" y="5359104"/>
                  <a:ext cx="191520" cy="13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2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72238D22-4747-B2DE-6B74-5F46B8268654}"/>
                    </a:ext>
                  </a:extLst>
                </p14:cNvPr>
                <p14:cNvContentPartPr/>
                <p14:nvPr/>
              </p14:nvContentPartPr>
              <p14:xfrm>
                <a:off x="2302272" y="5359824"/>
                <a:ext cx="110160" cy="76680"/>
              </p14:xfrm>
            </p:contentPart>
          </mc:Choice>
          <mc:Fallback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72238D22-4747-B2DE-6B74-5F46B8268654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2296152" y="5353704"/>
                  <a:ext cx="122400" cy="8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4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370976CB-EA81-0AEB-CDB8-2306F27F8E81}"/>
                    </a:ext>
                  </a:extLst>
                </p14:cNvPr>
                <p14:cNvContentPartPr/>
                <p14:nvPr/>
              </p14:nvContentPartPr>
              <p14:xfrm>
                <a:off x="2468592" y="5326344"/>
                <a:ext cx="65160" cy="115200"/>
              </p14:xfrm>
            </p:contentPart>
          </mc:Choice>
          <mc:Fallback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370976CB-EA81-0AEB-CDB8-2306F27F8E81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2462472" y="5320224"/>
                  <a:ext cx="77400" cy="127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1" name="Group 100">
            <a:extLst>
              <a:ext uri="{FF2B5EF4-FFF2-40B4-BE49-F238E27FC236}">
                <a16:creationId xmlns:a16="http://schemas.microsoft.com/office/drawing/2014/main" id="{2504B689-E75D-0D54-A61B-2334E1CAABC4}"/>
              </a:ext>
            </a:extLst>
          </p:cNvPr>
          <p:cNvGrpSpPr/>
          <p:nvPr/>
        </p:nvGrpSpPr>
        <p:grpSpPr>
          <a:xfrm>
            <a:off x="2774952" y="5313384"/>
            <a:ext cx="139320" cy="68760"/>
            <a:chOff x="2774952" y="5313384"/>
            <a:chExt cx="139320" cy="68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16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4E06F965-1054-6077-71DA-40C63D2D8B9E}"/>
                    </a:ext>
                  </a:extLst>
                </p14:cNvPr>
                <p14:cNvContentPartPr/>
                <p14:nvPr/>
              </p14:nvContentPartPr>
              <p14:xfrm>
                <a:off x="2792232" y="5313384"/>
                <a:ext cx="112680" cy="14040"/>
              </p14:xfrm>
            </p:contentPart>
          </mc:Choice>
          <mc:Fallback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4E06F965-1054-6077-71DA-40C63D2D8B9E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2786112" y="5307264"/>
                  <a:ext cx="124920" cy="2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8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D07051C1-A2D8-6F4B-7738-F6B03556E84F}"/>
                    </a:ext>
                  </a:extLst>
                </p14:cNvPr>
                <p14:cNvContentPartPr/>
                <p14:nvPr/>
              </p14:nvContentPartPr>
              <p14:xfrm>
                <a:off x="2774952" y="5359824"/>
                <a:ext cx="139320" cy="22320"/>
              </p14:xfrm>
            </p:contentPart>
          </mc:Choice>
          <mc:Fallback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D07051C1-A2D8-6F4B-7738-F6B03556E84F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2768832" y="5353704"/>
                  <a:ext cx="151560" cy="34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0" name="Group 99">
            <a:extLst>
              <a:ext uri="{FF2B5EF4-FFF2-40B4-BE49-F238E27FC236}">
                <a16:creationId xmlns:a16="http://schemas.microsoft.com/office/drawing/2014/main" id="{4B7EE7A9-DCF3-7CE1-5884-83D0E0979EA8}"/>
              </a:ext>
            </a:extLst>
          </p:cNvPr>
          <p:cNvGrpSpPr/>
          <p:nvPr/>
        </p:nvGrpSpPr>
        <p:grpSpPr>
          <a:xfrm>
            <a:off x="3130272" y="5136264"/>
            <a:ext cx="815760" cy="378000"/>
            <a:chOff x="3130272" y="5136264"/>
            <a:chExt cx="815760" cy="378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20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D27D749D-0121-821A-4E73-68C41689A9FE}"/>
                    </a:ext>
                  </a:extLst>
                </p14:cNvPr>
                <p14:cNvContentPartPr/>
                <p14:nvPr/>
              </p14:nvContentPartPr>
              <p14:xfrm>
                <a:off x="3130272" y="5261184"/>
                <a:ext cx="186480" cy="88560"/>
              </p14:xfrm>
            </p:contentPart>
          </mc:Choice>
          <mc:Fallback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D27D749D-0121-821A-4E73-68C41689A9FE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3124152" y="5255064"/>
                  <a:ext cx="198720" cy="10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2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612C8E67-EC8F-0FCF-415B-9F43C7E522C6}"/>
                    </a:ext>
                  </a:extLst>
                </p14:cNvPr>
                <p14:cNvContentPartPr/>
                <p14:nvPr/>
              </p14:nvContentPartPr>
              <p14:xfrm>
                <a:off x="3394512" y="5248224"/>
                <a:ext cx="158760" cy="56520"/>
              </p14:xfrm>
            </p:contentPart>
          </mc:Choice>
          <mc:Fallback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612C8E67-EC8F-0FCF-415B-9F43C7E522C6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3388392" y="5242104"/>
                  <a:ext cx="171000" cy="6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4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73645EFB-01BA-0729-44EB-A975B3DAB56C}"/>
                    </a:ext>
                  </a:extLst>
                </p14:cNvPr>
                <p14:cNvContentPartPr/>
                <p14:nvPr/>
              </p14:nvContentPartPr>
              <p14:xfrm>
                <a:off x="3662712" y="5157144"/>
                <a:ext cx="24840" cy="139680"/>
              </p14:xfrm>
            </p:contentPart>
          </mc:Choice>
          <mc:Fallback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73645EFB-01BA-0729-44EB-A975B3DAB56C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3656592" y="5151024"/>
                  <a:ext cx="37080" cy="15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6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22C78C18-BED2-64B4-80B3-10E30DD561FD}"/>
                    </a:ext>
                  </a:extLst>
                </p14:cNvPr>
                <p14:cNvContentPartPr/>
                <p14:nvPr/>
              </p14:nvContentPartPr>
              <p14:xfrm>
                <a:off x="3764952" y="5136264"/>
                <a:ext cx="34560" cy="187200"/>
              </p14:xfrm>
            </p:contentPart>
          </mc:Choice>
          <mc:Fallback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22C78C18-BED2-64B4-80B3-10E30DD561FD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3758832" y="5130144"/>
                  <a:ext cx="46800" cy="19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8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51DD02A7-9AEA-8C72-905D-8B2167437647}"/>
                    </a:ext>
                  </a:extLst>
                </p14:cNvPr>
                <p14:cNvContentPartPr/>
                <p14:nvPr/>
              </p14:nvContentPartPr>
              <p14:xfrm>
                <a:off x="3945672" y="5230584"/>
                <a:ext cx="360" cy="41760"/>
              </p14:xfrm>
            </p:contentPart>
          </mc:Choice>
          <mc:Fallback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51DD02A7-9AEA-8C72-905D-8B2167437647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3939552" y="5224464"/>
                  <a:ext cx="12600" cy="5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0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BC1C169C-F65D-C767-B0C3-E7B2672A99E2}"/>
                    </a:ext>
                  </a:extLst>
                </p14:cNvPr>
                <p14:cNvContentPartPr/>
                <p14:nvPr/>
              </p14:nvContentPartPr>
              <p14:xfrm>
                <a:off x="3796632" y="5396184"/>
                <a:ext cx="100440" cy="118080"/>
              </p14:xfrm>
            </p:contentPart>
          </mc:Choice>
          <mc:Fallback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BC1C169C-F65D-C767-B0C3-E7B2672A99E2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3790512" y="5390064"/>
                  <a:ext cx="112680" cy="1303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32">
            <p14:nvContentPartPr>
              <p14:cNvPr id="103" name="Ink 102">
                <a:extLst>
                  <a:ext uri="{FF2B5EF4-FFF2-40B4-BE49-F238E27FC236}">
                    <a16:creationId xmlns:a16="http://schemas.microsoft.com/office/drawing/2014/main" id="{F0E84569-06F6-0B72-72B3-E5CE93092F9B}"/>
                  </a:ext>
                </a:extLst>
              </p14:cNvPr>
              <p14:cNvContentPartPr/>
              <p14:nvPr/>
            </p14:nvContentPartPr>
            <p14:xfrm>
              <a:off x="7096176" y="3181176"/>
              <a:ext cx="100800" cy="340200"/>
            </p14:xfrm>
          </p:contentPart>
        </mc:Choice>
        <mc:Fallback>
          <p:pic>
            <p:nvPicPr>
              <p:cNvPr id="103" name="Ink 102">
                <a:extLst>
                  <a:ext uri="{FF2B5EF4-FFF2-40B4-BE49-F238E27FC236}">
                    <a16:creationId xmlns:a16="http://schemas.microsoft.com/office/drawing/2014/main" id="{F0E84569-06F6-0B72-72B3-E5CE93092F9B}"/>
                  </a:ext>
                </a:extLst>
              </p:cNvPr>
              <p:cNvPicPr/>
              <p:nvPr/>
            </p:nvPicPr>
            <p:blipFill>
              <a:blip r:embed="rId133"/>
              <a:stretch>
                <a:fillRect/>
              </a:stretch>
            </p:blipFill>
            <p:spPr>
              <a:xfrm>
                <a:off x="7090056" y="3175056"/>
                <a:ext cx="113040" cy="352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4">
            <p14:nvContentPartPr>
              <p14:cNvPr id="212" name="Ink 211">
                <a:extLst>
                  <a:ext uri="{FF2B5EF4-FFF2-40B4-BE49-F238E27FC236}">
                    <a16:creationId xmlns:a16="http://schemas.microsoft.com/office/drawing/2014/main" id="{EE20D649-9A0D-A831-1C3C-4FAE8EFF79C2}"/>
                  </a:ext>
                </a:extLst>
              </p14:cNvPr>
              <p14:cNvContentPartPr/>
              <p14:nvPr/>
            </p14:nvContentPartPr>
            <p14:xfrm>
              <a:off x="4316256" y="3505680"/>
              <a:ext cx="188640" cy="406800"/>
            </p14:xfrm>
          </p:contentPart>
        </mc:Choice>
        <mc:Fallback>
          <p:pic>
            <p:nvPicPr>
              <p:cNvPr id="212" name="Ink 211">
                <a:extLst>
                  <a:ext uri="{FF2B5EF4-FFF2-40B4-BE49-F238E27FC236}">
                    <a16:creationId xmlns:a16="http://schemas.microsoft.com/office/drawing/2014/main" id="{EE20D649-9A0D-A831-1C3C-4FAE8EFF79C2}"/>
                  </a:ext>
                </a:extLst>
              </p:cNvPr>
              <p:cNvPicPr/>
              <p:nvPr/>
            </p:nvPicPr>
            <p:blipFill>
              <a:blip r:embed="rId135"/>
              <a:stretch>
                <a:fillRect/>
              </a:stretch>
            </p:blipFill>
            <p:spPr>
              <a:xfrm>
                <a:off x="4311936" y="3501360"/>
                <a:ext cx="197280" cy="415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6">
            <p14:nvContentPartPr>
              <p14:cNvPr id="213" name="Ink 212">
                <a:extLst>
                  <a:ext uri="{FF2B5EF4-FFF2-40B4-BE49-F238E27FC236}">
                    <a16:creationId xmlns:a16="http://schemas.microsoft.com/office/drawing/2014/main" id="{F0E7AB77-0989-E701-9C5A-CCE51206F4CF}"/>
                  </a:ext>
                </a:extLst>
              </p14:cNvPr>
              <p14:cNvContentPartPr/>
              <p14:nvPr/>
            </p14:nvContentPartPr>
            <p14:xfrm>
              <a:off x="4301496" y="3756960"/>
              <a:ext cx="163440" cy="16560"/>
            </p14:xfrm>
          </p:contentPart>
        </mc:Choice>
        <mc:Fallback>
          <p:pic>
            <p:nvPicPr>
              <p:cNvPr id="213" name="Ink 212">
                <a:extLst>
                  <a:ext uri="{FF2B5EF4-FFF2-40B4-BE49-F238E27FC236}">
                    <a16:creationId xmlns:a16="http://schemas.microsoft.com/office/drawing/2014/main" id="{F0E7AB77-0989-E701-9C5A-CCE51206F4CF}"/>
                  </a:ext>
                </a:extLst>
              </p:cNvPr>
              <p:cNvPicPr/>
              <p:nvPr/>
            </p:nvPicPr>
            <p:blipFill>
              <a:blip r:embed="rId137"/>
              <a:stretch>
                <a:fillRect/>
              </a:stretch>
            </p:blipFill>
            <p:spPr>
              <a:xfrm>
                <a:off x="4297176" y="3752640"/>
                <a:ext cx="172080" cy="25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8">
            <p14:nvContentPartPr>
              <p14:cNvPr id="214" name="Ink 213">
                <a:extLst>
                  <a:ext uri="{FF2B5EF4-FFF2-40B4-BE49-F238E27FC236}">
                    <a16:creationId xmlns:a16="http://schemas.microsoft.com/office/drawing/2014/main" id="{A372C09D-4D02-7C00-200C-948F904FCB14}"/>
                  </a:ext>
                </a:extLst>
              </p14:cNvPr>
              <p14:cNvContentPartPr/>
              <p14:nvPr/>
            </p14:nvContentPartPr>
            <p14:xfrm>
              <a:off x="4520736" y="3709800"/>
              <a:ext cx="56520" cy="125640"/>
            </p14:xfrm>
          </p:contentPart>
        </mc:Choice>
        <mc:Fallback>
          <p:pic>
            <p:nvPicPr>
              <p:cNvPr id="214" name="Ink 213">
                <a:extLst>
                  <a:ext uri="{FF2B5EF4-FFF2-40B4-BE49-F238E27FC236}">
                    <a16:creationId xmlns:a16="http://schemas.microsoft.com/office/drawing/2014/main" id="{A372C09D-4D02-7C00-200C-948F904FCB14}"/>
                  </a:ext>
                </a:extLst>
              </p:cNvPr>
              <p:cNvPicPr/>
              <p:nvPr/>
            </p:nvPicPr>
            <p:blipFill>
              <a:blip r:embed="rId139"/>
              <a:stretch>
                <a:fillRect/>
              </a:stretch>
            </p:blipFill>
            <p:spPr>
              <a:xfrm>
                <a:off x="4516416" y="3705480"/>
                <a:ext cx="65160" cy="134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0">
            <p14:nvContentPartPr>
              <p14:cNvPr id="215" name="Ink 214">
                <a:extLst>
                  <a:ext uri="{FF2B5EF4-FFF2-40B4-BE49-F238E27FC236}">
                    <a16:creationId xmlns:a16="http://schemas.microsoft.com/office/drawing/2014/main" id="{A1006AE9-99D9-202C-2A6C-1F21D93B07B2}"/>
                  </a:ext>
                </a:extLst>
              </p14:cNvPr>
              <p14:cNvContentPartPr/>
              <p14:nvPr/>
            </p14:nvContentPartPr>
            <p14:xfrm>
              <a:off x="4655016" y="3695400"/>
              <a:ext cx="219960" cy="109440"/>
            </p14:xfrm>
          </p:contentPart>
        </mc:Choice>
        <mc:Fallback>
          <p:pic>
            <p:nvPicPr>
              <p:cNvPr id="215" name="Ink 214">
                <a:extLst>
                  <a:ext uri="{FF2B5EF4-FFF2-40B4-BE49-F238E27FC236}">
                    <a16:creationId xmlns:a16="http://schemas.microsoft.com/office/drawing/2014/main" id="{A1006AE9-99D9-202C-2A6C-1F21D93B07B2}"/>
                  </a:ext>
                </a:extLst>
              </p:cNvPr>
              <p:cNvPicPr/>
              <p:nvPr/>
            </p:nvPicPr>
            <p:blipFill>
              <a:blip r:embed="rId141"/>
              <a:stretch>
                <a:fillRect/>
              </a:stretch>
            </p:blipFill>
            <p:spPr>
              <a:xfrm>
                <a:off x="4650696" y="3691080"/>
                <a:ext cx="228600" cy="118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2">
            <p14:nvContentPartPr>
              <p14:cNvPr id="216" name="Ink 215">
                <a:extLst>
                  <a:ext uri="{FF2B5EF4-FFF2-40B4-BE49-F238E27FC236}">
                    <a16:creationId xmlns:a16="http://schemas.microsoft.com/office/drawing/2014/main" id="{FF0551BE-9DC6-8BFB-50A3-1516FED4F4C3}"/>
                  </a:ext>
                </a:extLst>
              </p14:cNvPr>
              <p14:cNvContentPartPr/>
              <p14:nvPr/>
            </p14:nvContentPartPr>
            <p14:xfrm>
              <a:off x="5003856" y="3582360"/>
              <a:ext cx="56520" cy="209520"/>
            </p14:xfrm>
          </p:contentPart>
        </mc:Choice>
        <mc:Fallback>
          <p:pic>
            <p:nvPicPr>
              <p:cNvPr id="216" name="Ink 215">
                <a:extLst>
                  <a:ext uri="{FF2B5EF4-FFF2-40B4-BE49-F238E27FC236}">
                    <a16:creationId xmlns:a16="http://schemas.microsoft.com/office/drawing/2014/main" id="{FF0551BE-9DC6-8BFB-50A3-1516FED4F4C3}"/>
                  </a:ext>
                </a:extLst>
              </p:cNvPr>
              <p:cNvPicPr/>
              <p:nvPr/>
            </p:nvPicPr>
            <p:blipFill>
              <a:blip r:embed="rId143"/>
              <a:stretch>
                <a:fillRect/>
              </a:stretch>
            </p:blipFill>
            <p:spPr>
              <a:xfrm>
                <a:off x="4999536" y="3578040"/>
                <a:ext cx="65160" cy="218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4">
            <p14:nvContentPartPr>
              <p14:cNvPr id="217" name="Ink 216">
                <a:extLst>
                  <a:ext uri="{FF2B5EF4-FFF2-40B4-BE49-F238E27FC236}">
                    <a16:creationId xmlns:a16="http://schemas.microsoft.com/office/drawing/2014/main" id="{2B3F25EF-773E-859A-C7A3-2BA4A0A4AC46}"/>
                  </a:ext>
                </a:extLst>
              </p14:cNvPr>
              <p14:cNvContentPartPr/>
              <p14:nvPr/>
            </p14:nvContentPartPr>
            <p14:xfrm>
              <a:off x="4967136" y="3662640"/>
              <a:ext cx="122400" cy="10800"/>
            </p14:xfrm>
          </p:contentPart>
        </mc:Choice>
        <mc:Fallback>
          <p:pic>
            <p:nvPicPr>
              <p:cNvPr id="217" name="Ink 216">
                <a:extLst>
                  <a:ext uri="{FF2B5EF4-FFF2-40B4-BE49-F238E27FC236}">
                    <a16:creationId xmlns:a16="http://schemas.microsoft.com/office/drawing/2014/main" id="{2B3F25EF-773E-859A-C7A3-2BA4A0A4AC46}"/>
                  </a:ext>
                </a:extLst>
              </p:cNvPr>
              <p:cNvPicPr/>
              <p:nvPr/>
            </p:nvPicPr>
            <p:blipFill>
              <a:blip r:embed="rId145"/>
              <a:stretch>
                <a:fillRect/>
              </a:stretch>
            </p:blipFill>
            <p:spPr>
              <a:xfrm>
                <a:off x="4962816" y="3658320"/>
                <a:ext cx="131040" cy="19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6">
            <p14:nvContentPartPr>
              <p14:cNvPr id="218" name="Ink 217">
                <a:extLst>
                  <a:ext uri="{FF2B5EF4-FFF2-40B4-BE49-F238E27FC236}">
                    <a16:creationId xmlns:a16="http://schemas.microsoft.com/office/drawing/2014/main" id="{5121DD37-0ACD-1723-497A-81914AA9E2EC}"/>
                  </a:ext>
                </a:extLst>
              </p14:cNvPr>
              <p14:cNvContentPartPr/>
              <p14:nvPr/>
            </p14:nvContentPartPr>
            <p14:xfrm>
              <a:off x="5128056" y="3740040"/>
              <a:ext cx="29520" cy="13320"/>
            </p14:xfrm>
          </p:contentPart>
        </mc:Choice>
        <mc:Fallback>
          <p:pic>
            <p:nvPicPr>
              <p:cNvPr id="218" name="Ink 217">
                <a:extLst>
                  <a:ext uri="{FF2B5EF4-FFF2-40B4-BE49-F238E27FC236}">
                    <a16:creationId xmlns:a16="http://schemas.microsoft.com/office/drawing/2014/main" id="{5121DD37-0ACD-1723-497A-81914AA9E2EC}"/>
                  </a:ext>
                </a:extLst>
              </p:cNvPr>
              <p:cNvPicPr/>
              <p:nvPr/>
            </p:nvPicPr>
            <p:blipFill>
              <a:blip r:embed="rId147"/>
              <a:stretch>
                <a:fillRect/>
              </a:stretch>
            </p:blipFill>
            <p:spPr>
              <a:xfrm>
                <a:off x="5123736" y="3735720"/>
                <a:ext cx="38160" cy="21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8">
            <p14:nvContentPartPr>
              <p14:cNvPr id="219" name="Ink 218">
                <a:extLst>
                  <a:ext uri="{FF2B5EF4-FFF2-40B4-BE49-F238E27FC236}">
                    <a16:creationId xmlns:a16="http://schemas.microsoft.com/office/drawing/2014/main" id="{31DC7A2E-0E6B-C942-2375-8E1A756B755E}"/>
                  </a:ext>
                </a:extLst>
              </p14:cNvPr>
              <p14:cNvContentPartPr/>
              <p14:nvPr/>
            </p14:nvContentPartPr>
            <p14:xfrm>
              <a:off x="5293656" y="3639960"/>
              <a:ext cx="234720" cy="203040"/>
            </p14:xfrm>
          </p:contentPart>
        </mc:Choice>
        <mc:Fallback>
          <p:pic>
            <p:nvPicPr>
              <p:cNvPr id="219" name="Ink 218">
                <a:extLst>
                  <a:ext uri="{FF2B5EF4-FFF2-40B4-BE49-F238E27FC236}">
                    <a16:creationId xmlns:a16="http://schemas.microsoft.com/office/drawing/2014/main" id="{31DC7A2E-0E6B-C942-2375-8E1A756B755E}"/>
                  </a:ext>
                </a:extLst>
              </p:cNvPr>
              <p:cNvPicPr/>
              <p:nvPr/>
            </p:nvPicPr>
            <p:blipFill>
              <a:blip r:embed="rId149"/>
              <a:stretch>
                <a:fillRect/>
              </a:stretch>
            </p:blipFill>
            <p:spPr>
              <a:xfrm>
                <a:off x="5289336" y="3635640"/>
                <a:ext cx="243360" cy="211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0">
            <p14:nvContentPartPr>
              <p14:cNvPr id="220" name="Ink 219">
                <a:extLst>
                  <a:ext uri="{FF2B5EF4-FFF2-40B4-BE49-F238E27FC236}">
                    <a16:creationId xmlns:a16="http://schemas.microsoft.com/office/drawing/2014/main" id="{EABCFAEF-93AE-010B-91B7-0F318E101FF6}"/>
                  </a:ext>
                </a:extLst>
              </p14:cNvPr>
              <p14:cNvContentPartPr/>
              <p14:nvPr/>
            </p14:nvContentPartPr>
            <p14:xfrm>
              <a:off x="5637816" y="3525480"/>
              <a:ext cx="100440" cy="182520"/>
            </p14:xfrm>
          </p:contentPart>
        </mc:Choice>
        <mc:Fallback>
          <p:pic>
            <p:nvPicPr>
              <p:cNvPr id="220" name="Ink 219">
                <a:extLst>
                  <a:ext uri="{FF2B5EF4-FFF2-40B4-BE49-F238E27FC236}">
                    <a16:creationId xmlns:a16="http://schemas.microsoft.com/office/drawing/2014/main" id="{EABCFAEF-93AE-010B-91B7-0F318E101FF6}"/>
                  </a:ext>
                </a:extLst>
              </p:cNvPr>
              <p:cNvPicPr/>
              <p:nvPr/>
            </p:nvPicPr>
            <p:blipFill>
              <a:blip r:embed="rId151"/>
              <a:stretch>
                <a:fillRect/>
              </a:stretch>
            </p:blipFill>
            <p:spPr>
              <a:xfrm>
                <a:off x="5633496" y="3521160"/>
                <a:ext cx="109080" cy="191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2">
            <p14:nvContentPartPr>
              <p14:cNvPr id="221" name="Ink 220">
                <a:extLst>
                  <a:ext uri="{FF2B5EF4-FFF2-40B4-BE49-F238E27FC236}">
                    <a16:creationId xmlns:a16="http://schemas.microsoft.com/office/drawing/2014/main" id="{EDD650B4-67D8-6BA3-0486-72C0C1949E53}"/>
                  </a:ext>
                </a:extLst>
              </p14:cNvPr>
              <p14:cNvContentPartPr/>
              <p14:nvPr/>
            </p14:nvContentPartPr>
            <p14:xfrm>
              <a:off x="5620536" y="3608280"/>
              <a:ext cx="161280" cy="9360"/>
            </p14:xfrm>
          </p:contentPart>
        </mc:Choice>
        <mc:Fallback>
          <p:pic>
            <p:nvPicPr>
              <p:cNvPr id="221" name="Ink 220">
                <a:extLst>
                  <a:ext uri="{FF2B5EF4-FFF2-40B4-BE49-F238E27FC236}">
                    <a16:creationId xmlns:a16="http://schemas.microsoft.com/office/drawing/2014/main" id="{EDD650B4-67D8-6BA3-0486-72C0C1949E53}"/>
                  </a:ext>
                </a:extLst>
              </p:cNvPr>
              <p:cNvPicPr/>
              <p:nvPr/>
            </p:nvPicPr>
            <p:blipFill>
              <a:blip r:embed="rId153"/>
              <a:stretch>
                <a:fillRect/>
              </a:stretch>
            </p:blipFill>
            <p:spPr>
              <a:xfrm>
                <a:off x="5616216" y="3603960"/>
                <a:ext cx="16992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4">
            <p14:nvContentPartPr>
              <p14:cNvPr id="222" name="Ink 221">
                <a:extLst>
                  <a:ext uri="{FF2B5EF4-FFF2-40B4-BE49-F238E27FC236}">
                    <a16:creationId xmlns:a16="http://schemas.microsoft.com/office/drawing/2014/main" id="{B36B8959-084E-F472-C2AF-52D11C59EB5D}"/>
                  </a:ext>
                </a:extLst>
              </p14:cNvPr>
              <p14:cNvContentPartPr/>
              <p14:nvPr/>
            </p14:nvContentPartPr>
            <p14:xfrm>
              <a:off x="5908536" y="3552120"/>
              <a:ext cx="29520" cy="102600"/>
            </p14:xfrm>
          </p:contentPart>
        </mc:Choice>
        <mc:Fallback>
          <p:pic>
            <p:nvPicPr>
              <p:cNvPr id="222" name="Ink 221">
                <a:extLst>
                  <a:ext uri="{FF2B5EF4-FFF2-40B4-BE49-F238E27FC236}">
                    <a16:creationId xmlns:a16="http://schemas.microsoft.com/office/drawing/2014/main" id="{B36B8959-084E-F472-C2AF-52D11C59EB5D}"/>
                  </a:ext>
                </a:extLst>
              </p:cNvPr>
              <p:cNvPicPr/>
              <p:nvPr/>
            </p:nvPicPr>
            <p:blipFill>
              <a:blip r:embed="rId155"/>
              <a:stretch>
                <a:fillRect/>
              </a:stretch>
            </p:blipFill>
            <p:spPr>
              <a:xfrm>
                <a:off x="5904216" y="3547800"/>
                <a:ext cx="38160" cy="111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6">
            <p14:nvContentPartPr>
              <p14:cNvPr id="223" name="Ink 222">
                <a:extLst>
                  <a:ext uri="{FF2B5EF4-FFF2-40B4-BE49-F238E27FC236}">
                    <a16:creationId xmlns:a16="http://schemas.microsoft.com/office/drawing/2014/main" id="{B5CF9098-BCD0-BFC1-57CF-70573979C9D4}"/>
                  </a:ext>
                </a:extLst>
              </p14:cNvPr>
              <p14:cNvContentPartPr/>
              <p14:nvPr/>
            </p14:nvContentPartPr>
            <p14:xfrm>
              <a:off x="5786496" y="3496320"/>
              <a:ext cx="217440" cy="224640"/>
            </p14:xfrm>
          </p:contentPart>
        </mc:Choice>
        <mc:Fallback>
          <p:pic>
            <p:nvPicPr>
              <p:cNvPr id="223" name="Ink 222">
                <a:extLst>
                  <a:ext uri="{FF2B5EF4-FFF2-40B4-BE49-F238E27FC236}">
                    <a16:creationId xmlns:a16="http://schemas.microsoft.com/office/drawing/2014/main" id="{B5CF9098-BCD0-BFC1-57CF-70573979C9D4}"/>
                  </a:ext>
                </a:extLst>
              </p:cNvPr>
              <p:cNvPicPr/>
              <p:nvPr/>
            </p:nvPicPr>
            <p:blipFill>
              <a:blip r:embed="rId157"/>
              <a:stretch>
                <a:fillRect/>
              </a:stretch>
            </p:blipFill>
            <p:spPr>
              <a:xfrm>
                <a:off x="5782176" y="3492000"/>
                <a:ext cx="226080" cy="233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8">
            <p14:nvContentPartPr>
              <p14:cNvPr id="224" name="Ink 223">
                <a:extLst>
                  <a:ext uri="{FF2B5EF4-FFF2-40B4-BE49-F238E27FC236}">
                    <a16:creationId xmlns:a16="http://schemas.microsoft.com/office/drawing/2014/main" id="{FC33688F-672F-E250-C1C8-1CCAEF696E7A}"/>
                  </a:ext>
                </a:extLst>
              </p14:cNvPr>
              <p14:cNvContentPartPr/>
              <p14:nvPr/>
            </p14:nvContentPartPr>
            <p14:xfrm>
              <a:off x="6046416" y="3627000"/>
              <a:ext cx="115920" cy="59040"/>
            </p14:xfrm>
          </p:contentPart>
        </mc:Choice>
        <mc:Fallback>
          <p:pic>
            <p:nvPicPr>
              <p:cNvPr id="224" name="Ink 223">
                <a:extLst>
                  <a:ext uri="{FF2B5EF4-FFF2-40B4-BE49-F238E27FC236}">
                    <a16:creationId xmlns:a16="http://schemas.microsoft.com/office/drawing/2014/main" id="{FC33688F-672F-E250-C1C8-1CCAEF696E7A}"/>
                  </a:ext>
                </a:extLst>
              </p:cNvPr>
              <p:cNvPicPr/>
              <p:nvPr/>
            </p:nvPicPr>
            <p:blipFill>
              <a:blip r:embed="rId159"/>
              <a:stretch>
                <a:fillRect/>
              </a:stretch>
            </p:blipFill>
            <p:spPr>
              <a:xfrm>
                <a:off x="6042096" y="3622680"/>
                <a:ext cx="124560" cy="67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0">
            <p14:nvContentPartPr>
              <p14:cNvPr id="225" name="Ink 224">
                <a:extLst>
                  <a:ext uri="{FF2B5EF4-FFF2-40B4-BE49-F238E27FC236}">
                    <a16:creationId xmlns:a16="http://schemas.microsoft.com/office/drawing/2014/main" id="{09342CB3-D3C3-1979-FE61-0A5FB055F3CA}"/>
                  </a:ext>
                </a:extLst>
              </p14:cNvPr>
              <p14:cNvContentPartPr/>
              <p14:nvPr/>
            </p14:nvContentPartPr>
            <p14:xfrm>
              <a:off x="6235056" y="3434400"/>
              <a:ext cx="81000" cy="228240"/>
            </p14:xfrm>
          </p:contentPart>
        </mc:Choice>
        <mc:Fallback>
          <p:pic>
            <p:nvPicPr>
              <p:cNvPr id="225" name="Ink 224">
                <a:extLst>
                  <a:ext uri="{FF2B5EF4-FFF2-40B4-BE49-F238E27FC236}">
                    <a16:creationId xmlns:a16="http://schemas.microsoft.com/office/drawing/2014/main" id="{09342CB3-D3C3-1979-FE61-0A5FB055F3CA}"/>
                  </a:ext>
                </a:extLst>
              </p:cNvPr>
              <p:cNvPicPr/>
              <p:nvPr/>
            </p:nvPicPr>
            <p:blipFill>
              <a:blip r:embed="rId161"/>
              <a:stretch>
                <a:fillRect/>
              </a:stretch>
            </p:blipFill>
            <p:spPr>
              <a:xfrm>
                <a:off x="6230736" y="3430080"/>
                <a:ext cx="89640" cy="236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2">
            <p14:nvContentPartPr>
              <p14:cNvPr id="226" name="Ink 225">
                <a:extLst>
                  <a:ext uri="{FF2B5EF4-FFF2-40B4-BE49-F238E27FC236}">
                    <a16:creationId xmlns:a16="http://schemas.microsoft.com/office/drawing/2014/main" id="{C0E82A9E-EA07-58C4-733A-EC81730E403D}"/>
                  </a:ext>
                </a:extLst>
              </p14:cNvPr>
              <p14:cNvContentPartPr/>
              <p14:nvPr/>
            </p14:nvContentPartPr>
            <p14:xfrm>
              <a:off x="6200856" y="3583080"/>
              <a:ext cx="224640" cy="84960"/>
            </p14:xfrm>
          </p:contentPart>
        </mc:Choice>
        <mc:Fallback>
          <p:pic>
            <p:nvPicPr>
              <p:cNvPr id="226" name="Ink 225">
                <a:extLst>
                  <a:ext uri="{FF2B5EF4-FFF2-40B4-BE49-F238E27FC236}">
                    <a16:creationId xmlns:a16="http://schemas.microsoft.com/office/drawing/2014/main" id="{C0E82A9E-EA07-58C4-733A-EC81730E403D}"/>
                  </a:ext>
                </a:extLst>
              </p:cNvPr>
              <p:cNvPicPr/>
              <p:nvPr/>
            </p:nvPicPr>
            <p:blipFill>
              <a:blip r:embed="rId163"/>
              <a:stretch>
                <a:fillRect/>
              </a:stretch>
            </p:blipFill>
            <p:spPr>
              <a:xfrm>
                <a:off x="6196536" y="3578760"/>
                <a:ext cx="233280" cy="93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4">
            <p14:nvContentPartPr>
              <p14:cNvPr id="227" name="Ink 226">
                <a:extLst>
                  <a:ext uri="{FF2B5EF4-FFF2-40B4-BE49-F238E27FC236}">
                    <a16:creationId xmlns:a16="http://schemas.microsoft.com/office/drawing/2014/main" id="{4A448B17-859A-7882-2260-AD74FD5565A7}"/>
                  </a:ext>
                </a:extLst>
              </p14:cNvPr>
              <p14:cNvContentPartPr/>
              <p14:nvPr/>
            </p14:nvContentPartPr>
            <p14:xfrm>
              <a:off x="6566616" y="3438360"/>
              <a:ext cx="88200" cy="210960"/>
            </p14:xfrm>
          </p:contentPart>
        </mc:Choice>
        <mc:Fallback>
          <p:pic>
            <p:nvPicPr>
              <p:cNvPr id="227" name="Ink 226">
                <a:extLst>
                  <a:ext uri="{FF2B5EF4-FFF2-40B4-BE49-F238E27FC236}">
                    <a16:creationId xmlns:a16="http://schemas.microsoft.com/office/drawing/2014/main" id="{4A448B17-859A-7882-2260-AD74FD5565A7}"/>
                  </a:ext>
                </a:extLst>
              </p:cNvPr>
              <p:cNvPicPr/>
              <p:nvPr/>
            </p:nvPicPr>
            <p:blipFill>
              <a:blip r:embed="rId165"/>
              <a:stretch>
                <a:fillRect/>
              </a:stretch>
            </p:blipFill>
            <p:spPr>
              <a:xfrm>
                <a:off x="6562296" y="3434040"/>
                <a:ext cx="96840" cy="219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6">
            <p14:nvContentPartPr>
              <p14:cNvPr id="228" name="Ink 227">
                <a:extLst>
                  <a:ext uri="{FF2B5EF4-FFF2-40B4-BE49-F238E27FC236}">
                    <a16:creationId xmlns:a16="http://schemas.microsoft.com/office/drawing/2014/main" id="{88599D37-0588-8C13-C9FF-493E6B2CB2C3}"/>
                  </a:ext>
                </a:extLst>
              </p14:cNvPr>
              <p14:cNvContentPartPr/>
              <p14:nvPr/>
            </p14:nvContentPartPr>
            <p14:xfrm>
              <a:off x="6764256" y="3415680"/>
              <a:ext cx="88200" cy="284040"/>
            </p14:xfrm>
          </p:contentPart>
        </mc:Choice>
        <mc:Fallback>
          <p:pic>
            <p:nvPicPr>
              <p:cNvPr id="228" name="Ink 227">
                <a:extLst>
                  <a:ext uri="{FF2B5EF4-FFF2-40B4-BE49-F238E27FC236}">
                    <a16:creationId xmlns:a16="http://schemas.microsoft.com/office/drawing/2014/main" id="{88599D37-0588-8C13-C9FF-493E6B2CB2C3}"/>
                  </a:ext>
                </a:extLst>
              </p:cNvPr>
              <p:cNvPicPr/>
              <p:nvPr/>
            </p:nvPicPr>
            <p:blipFill>
              <a:blip r:embed="rId167"/>
              <a:stretch>
                <a:fillRect/>
              </a:stretch>
            </p:blipFill>
            <p:spPr>
              <a:xfrm>
                <a:off x="6759936" y="3411360"/>
                <a:ext cx="96840" cy="292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8">
            <p14:nvContentPartPr>
              <p14:cNvPr id="229" name="Ink 228">
                <a:extLst>
                  <a:ext uri="{FF2B5EF4-FFF2-40B4-BE49-F238E27FC236}">
                    <a16:creationId xmlns:a16="http://schemas.microsoft.com/office/drawing/2014/main" id="{6FAACA9A-D102-629C-113B-EE7171655E9C}"/>
                  </a:ext>
                </a:extLst>
              </p14:cNvPr>
              <p14:cNvContentPartPr/>
              <p14:nvPr/>
            </p14:nvContentPartPr>
            <p14:xfrm>
              <a:off x="6978816" y="3543120"/>
              <a:ext cx="7560" cy="32760"/>
            </p14:xfrm>
          </p:contentPart>
        </mc:Choice>
        <mc:Fallback>
          <p:pic>
            <p:nvPicPr>
              <p:cNvPr id="229" name="Ink 228">
                <a:extLst>
                  <a:ext uri="{FF2B5EF4-FFF2-40B4-BE49-F238E27FC236}">
                    <a16:creationId xmlns:a16="http://schemas.microsoft.com/office/drawing/2014/main" id="{6FAACA9A-D102-629C-113B-EE7171655E9C}"/>
                  </a:ext>
                </a:extLst>
              </p:cNvPr>
              <p:cNvPicPr/>
              <p:nvPr/>
            </p:nvPicPr>
            <p:blipFill>
              <a:blip r:embed="rId169"/>
              <a:stretch>
                <a:fillRect/>
              </a:stretch>
            </p:blipFill>
            <p:spPr>
              <a:xfrm>
                <a:off x="6974496" y="3538800"/>
                <a:ext cx="16200" cy="4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0">
            <p14:nvContentPartPr>
              <p14:cNvPr id="230" name="Ink 229">
                <a:extLst>
                  <a:ext uri="{FF2B5EF4-FFF2-40B4-BE49-F238E27FC236}">
                    <a16:creationId xmlns:a16="http://schemas.microsoft.com/office/drawing/2014/main" id="{66DEC436-963B-A768-314F-0DB01CC25CE1}"/>
                  </a:ext>
                </a:extLst>
              </p14:cNvPr>
              <p14:cNvContentPartPr/>
              <p14:nvPr/>
            </p14:nvContentPartPr>
            <p14:xfrm>
              <a:off x="6852096" y="3661920"/>
              <a:ext cx="117360" cy="139320"/>
            </p14:xfrm>
          </p:contentPart>
        </mc:Choice>
        <mc:Fallback>
          <p:pic>
            <p:nvPicPr>
              <p:cNvPr id="230" name="Ink 229">
                <a:extLst>
                  <a:ext uri="{FF2B5EF4-FFF2-40B4-BE49-F238E27FC236}">
                    <a16:creationId xmlns:a16="http://schemas.microsoft.com/office/drawing/2014/main" id="{66DEC436-963B-A768-314F-0DB01CC25CE1}"/>
                  </a:ext>
                </a:extLst>
              </p:cNvPr>
              <p:cNvPicPr/>
              <p:nvPr/>
            </p:nvPicPr>
            <p:blipFill>
              <a:blip r:embed="rId171"/>
              <a:stretch>
                <a:fillRect/>
              </a:stretch>
            </p:blipFill>
            <p:spPr>
              <a:xfrm>
                <a:off x="6847776" y="3657600"/>
                <a:ext cx="126000" cy="147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2">
            <p14:nvContentPartPr>
              <p14:cNvPr id="187" name="Ink 186">
                <a:extLst>
                  <a:ext uri="{FF2B5EF4-FFF2-40B4-BE49-F238E27FC236}">
                    <a16:creationId xmlns:a16="http://schemas.microsoft.com/office/drawing/2014/main" id="{9115FA13-D09D-E892-747B-931CEF416B79}"/>
                  </a:ext>
                </a:extLst>
              </p14:cNvPr>
              <p14:cNvContentPartPr/>
              <p14:nvPr/>
            </p14:nvContentPartPr>
            <p14:xfrm>
              <a:off x="703656" y="3895920"/>
              <a:ext cx="143640" cy="187200"/>
            </p14:xfrm>
          </p:contentPart>
        </mc:Choice>
        <mc:Fallback>
          <p:pic>
            <p:nvPicPr>
              <p:cNvPr id="187" name="Ink 186">
                <a:extLst>
                  <a:ext uri="{FF2B5EF4-FFF2-40B4-BE49-F238E27FC236}">
                    <a16:creationId xmlns:a16="http://schemas.microsoft.com/office/drawing/2014/main" id="{9115FA13-D09D-E892-747B-931CEF416B79}"/>
                  </a:ext>
                </a:extLst>
              </p:cNvPr>
              <p:cNvPicPr/>
              <p:nvPr/>
            </p:nvPicPr>
            <p:blipFill>
              <a:blip r:embed="rId173"/>
              <a:stretch>
                <a:fillRect/>
              </a:stretch>
            </p:blipFill>
            <p:spPr>
              <a:xfrm>
                <a:off x="699336" y="3891600"/>
                <a:ext cx="152280" cy="195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4">
            <p14:nvContentPartPr>
              <p14:cNvPr id="188" name="Ink 187">
                <a:extLst>
                  <a:ext uri="{FF2B5EF4-FFF2-40B4-BE49-F238E27FC236}">
                    <a16:creationId xmlns:a16="http://schemas.microsoft.com/office/drawing/2014/main" id="{D17F820D-7DB7-70E1-059C-39212DEB0381}"/>
                  </a:ext>
                </a:extLst>
              </p14:cNvPr>
              <p14:cNvContentPartPr/>
              <p14:nvPr/>
            </p14:nvContentPartPr>
            <p14:xfrm>
              <a:off x="914616" y="3832560"/>
              <a:ext cx="81000" cy="219600"/>
            </p14:xfrm>
          </p:contentPart>
        </mc:Choice>
        <mc:Fallback>
          <p:pic>
            <p:nvPicPr>
              <p:cNvPr id="188" name="Ink 187">
                <a:extLst>
                  <a:ext uri="{FF2B5EF4-FFF2-40B4-BE49-F238E27FC236}">
                    <a16:creationId xmlns:a16="http://schemas.microsoft.com/office/drawing/2014/main" id="{D17F820D-7DB7-70E1-059C-39212DEB0381}"/>
                  </a:ext>
                </a:extLst>
              </p:cNvPr>
              <p:cNvPicPr/>
              <p:nvPr/>
            </p:nvPicPr>
            <p:blipFill>
              <a:blip r:embed="rId175"/>
              <a:stretch>
                <a:fillRect/>
              </a:stretch>
            </p:blipFill>
            <p:spPr>
              <a:xfrm>
                <a:off x="910296" y="3828240"/>
                <a:ext cx="89640" cy="228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6">
            <p14:nvContentPartPr>
              <p14:cNvPr id="189" name="Ink 188">
                <a:extLst>
                  <a:ext uri="{FF2B5EF4-FFF2-40B4-BE49-F238E27FC236}">
                    <a16:creationId xmlns:a16="http://schemas.microsoft.com/office/drawing/2014/main" id="{27CDF437-3E72-9DA7-9811-531CB837E593}"/>
                  </a:ext>
                </a:extLst>
              </p14:cNvPr>
              <p14:cNvContentPartPr/>
              <p14:nvPr/>
            </p14:nvContentPartPr>
            <p14:xfrm>
              <a:off x="875736" y="3971520"/>
              <a:ext cx="293040" cy="36360"/>
            </p14:xfrm>
          </p:contentPart>
        </mc:Choice>
        <mc:Fallback>
          <p:pic>
            <p:nvPicPr>
              <p:cNvPr id="189" name="Ink 188">
                <a:extLst>
                  <a:ext uri="{FF2B5EF4-FFF2-40B4-BE49-F238E27FC236}">
                    <a16:creationId xmlns:a16="http://schemas.microsoft.com/office/drawing/2014/main" id="{27CDF437-3E72-9DA7-9811-531CB837E593}"/>
                  </a:ext>
                </a:extLst>
              </p:cNvPr>
              <p:cNvPicPr/>
              <p:nvPr/>
            </p:nvPicPr>
            <p:blipFill>
              <a:blip r:embed="rId177"/>
              <a:stretch>
                <a:fillRect/>
              </a:stretch>
            </p:blipFill>
            <p:spPr>
              <a:xfrm>
                <a:off x="871416" y="3967200"/>
                <a:ext cx="301680" cy="45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8">
            <p14:nvContentPartPr>
              <p14:cNvPr id="190" name="Ink 189">
                <a:extLst>
                  <a:ext uri="{FF2B5EF4-FFF2-40B4-BE49-F238E27FC236}">
                    <a16:creationId xmlns:a16="http://schemas.microsoft.com/office/drawing/2014/main" id="{D21EDC9A-4F6E-3292-A985-13FF5D86CF12}"/>
                  </a:ext>
                </a:extLst>
              </p14:cNvPr>
              <p14:cNvContentPartPr/>
              <p14:nvPr/>
            </p14:nvContentPartPr>
            <p14:xfrm>
              <a:off x="1194336" y="3778560"/>
              <a:ext cx="202320" cy="239400"/>
            </p14:xfrm>
          </p:contentPart>
        </mc:Choice>
        <mc:Fallback>
          <p:pic>
            <p:nvPicPr>
              <p:cNvPr id="190" name="Ink 189">
                <a:extLst>
                  <a:ext uri="{FF2B5EF4-FFF2-40B4-BE49-F238E27FC236}">
                    <a16:creationId xmlns:a16="http://schemas.microsoft.com/office/drawing/2014/main" id="{D21EDC9A-4F6E-3292-A985-13FF5D86CF12}"/>
                  </a:ext>
                </a:extLst>
              </p:cNvPr>
              <p:cNvPicPr/>
              <p:nvPr/>
            </p:nvPicPr>
            <p:blipFill>
              <a:blip r:embed="rId179"/>
              <a:stretch>
                <a:fillRect/>
              </a:stretch>
            </p:blipFill>
            <p:spPr>
              <a:xfrm>
                <a:off x="1190016" y="3774240"/>
                <a:ext cx="210960" cy="248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0">
            <p14:nvContentPartPr>
              <p14:cNvPr id="191" name="Ink 190">
                <a:extLst>
                  <a:ext uri="{FF2B5EF4-FFF2-40B4-BE49-F238E27FC236}">
                    <a16:creationId xmlns:a16="http://schemas.microsoft.com/office/drawing/2014/main" id="{DC2FA755-88D4-AD40-DA0F-079C099C4820}"/>
                  </a:ext>
                </a:extLst>
              </p14:cNvPr>
              <p14:cNvContentPartPr/>
              <p14:nvPr/>
            </p14:nvContentPartPr>
            <p14:xfrm>
              <a:off x="1354176" y="3946320"/>
              <a:ext cx="128880" cy="82080"/>
            </p14:xfrm>
          </p:contentPart>
        </mc:Choice>
        <mc:Fallback>
          <p:pic>
            <p:nvPicPr>
              <p:cNvPr id="191" name="Ink 190">
                <a:extLst>
                  <a:ext uri="{FF2B5EF4-FFF2-40B4-BE49-F238E27FC236}">
                    <a16:creationId xmlns:a16="http://schemas.microsoft.com/office/drawing/2014/main" id="{DC2FA755-88D4-AD40-DA0F-079C099C4820}"/>
                  </a:ext>
                </a:extLst>
              </p:cNvPr>
              <p:cNvPicPr/>
              <p:nvPr/>
            </p:nvPicPr>
            <p:blipFill>
              <a:blip r:embed="rId181"/>
              <a:stretch>
                <a:fillRect/>
              </a:stretch>
            </p:blipFill>
            <p:spPr>
              <a:xfrm>
                <a:off x="1349856" y="3942000"/>
                <a:ext cx="137520" cy="90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2">
            <p14:nvContentPartPr>
              <p14:cNvPr id="192" name="Ink 191">
                <a:extLst>
                  <a:ext uri="{FF2B5EF4-FFF2-40B4-BE49-F238E27FC236}">
                    <a16:creationId xmlns:a16="http://schemas.microsoft.com/office/drawing/2014/main" id="{6006C6B3-A09E-9E54-659D-6E51D2626652}"/>
                  </a:ext>
                </a:extLst>
              </p14:cNvPr>
              <p14:cNvContentPartPr/>
              <p14:nvPr/>
            </p14:nvContentPartPr>
            <p14:xfrm>
              <a:off x="1536696" y="3966840"/>
              <a:ext cx="114840" cy="46080"/>
            </p14:xfrm>
          </p:contentPart>
        </mc:Choice>
        <mc:Fallback>
          <p:pic>
            <p:nvPicPr>
              <p:cNvPr id="192" name="Ink 191">
                <a:extLst>
                  <a:ext uri="{FF2B5EF4-FFF2-40B4-BE49-F238E27FC236}">
                    <a16:creationId xmlns:a16="http://schemas.microsoft.com/office/drawing/2014/main" id="{6006C6B3-A09E-9E54-659D-6E51D2626652}"/>
                  </a:ext>
                </a:extLst>
              </p:cNvPr>
              <p:cNvPicPr/>
              <p:nvPr/>
            </p:nvPicPr>
            <p:blipFill>
              <a:blip r:embed="rId183"/>
              <a:stretch>
                <a:fillRect/>
              </a:stretch>
            </p:blipFill>
            <p:spPr>
              <a:xfrm>
                <a:off x="1532376" y="3962520"/>
                <a:ext cx="123480" cy="54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4">
            <p14:nvContentPartPr>
              <p14:cNvPr id="193" name="Ink 192">
                <a:extLst>
                  <a:ext uri="{FF2B5EF4-FFF2-40B4-BE49-F238E27FC236}">
                    <a16:creationId xmlns:a16="http://schemas.microsoft.com/office/drawing/2014/main" id="{00A2D639-04BD-C2DE-8D34-32264CC804D7}"/>
                  </a:ext>
                </a:extLst>
              </p14:cNvPr>
              <p14:cNvContentPartPr/>
              <p14:nvPr/>
            </p14:nvContentPartPr>
            <p14:xfrm>
              <a:off x="1739016" y="3812400"/>
              <a:ext cx="46800" cy="186120"/>
            </p14:xfrm>
          </p:contentPart>
        </mc:Choice>
        <mc:Fallback>
          <p:pic>
            <p:nvPicPr>
              <p:cNvPr id="193" name="Ink 192">
                <a:extLst>
                  <a:ext uri="{FF2B5EF4-FFF2-40B4-BE49-F238E27FC236}">
                    <a16:creationId xmlns:a16="http://schemas.microsoft.com/office/drawing/2014/main" id="{00A2D639-04BD-C2DE-8D34-32264CC804D7}"/>
                  </a:ext>
                </a:extLst>
              </p:cNvPr>
              <p:cNvPicPr/>
              <p:nvPr/>
            </p:nvPicPr>
            <p:blipFill>
              <a:blip r:embed="rId185"/>
              <a:stretch>
                <a:fillRect/>
              </a:stretch>
            </p:blipFill>
            <p:spPr>
              <a:xfrm>
                <a:off x="1734696" y="3808080"/>
                <a:ext cx="55440" cy="194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6">
            <p14:nvContentPartPr>
              <p14:cNvPr id="194" name="Ink 193">
                <a:extLst>
                  <a:ext uri="{FF2B5EF4-FFF2-40B4-BE49-F238E27FC236}">
                    <a16:creationId xmlns:a16="http://schemas.microsoft.com/office/drawing/2014/main" id="{71DA779F-13D9-F4BA-739B-D745E13E7F15}"/>
                  </a:ext>
                </a:extLst>
              </p14:cNvPr>
              <p14:cNvContentPartPr/>
              <p14:nvPr/>
            </p14:nvContentPartPr>
            <p14:xfrm>
              <a:off x="1697616" y="3914640"/>
              <a:ext cx="132120" cy="6120"/>
            </p14:xfrm>
          </p:contentPart>
        </mc:Choice>
        <mc:Fallback>
          <p:pic>
            <p:nvPicPr>
              <p:cNvPr id="194" name="Ink 193">
                <a:extLst>
                  <a:ext uri="{FF2B5EF4-FFF2-40B4-BE49-F238E27FC236}">
                    <a16:creationId xmlns:a16="http://schemas.microsoft.com/office/drawing/2014/main" id="{71DA779F-13D9-F4BA-739B-D745E13E7F15}"/>
                  </a:ext>
                </a:extLst>
              </p:cNvPr>
              <p:cNvPicPr/>
              <p:nvPr/>
            </p:nvPicPr>
            <p:blipFill>
              <a:blip r:embed="rId187"/>
              <a:stretch>
                <a:fillRect/>
              </a:stretch>
            </p:blipFill>
            <p:spPr>
              <a:xfrm>
                <a:off x="1693296" y="3910320"/>
                <a:ext cx="140760" cy="14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8">
            <p14:nvContentPartPr>
              <p14:cNvPr id="195" name="Ink 194">
                <a:extLst>
                  <a:ext uri="{FF2B5EF4-FFF2-40B4-BE49-F238E27FC236}">
                    <a16:creationId xmlns:a16="http://schemas.microsoft.com/office/drawing/2014/main" id="{C867B6BE-2181-A8C5-D66E-FF2830CDAC15}"/>
                  </a:ext>
                </a:extLst>
              </p14:cNvPr>
              <p14:cNvContentPartPr/>
              <p14:nvPr/>
            </p14:nvContentPartPr>
            <p14:xfrm>
              <a:off x="2170656" y="3850200"/>
              <a:ext cx="271080" cy="137160"/>
            </p14:xfrm>
          </p:contentPart>
        </mc:Choice>
        <mc:Fallback>
          <p:pic>
            <p:nvPicPr>
              <p:cNvPr id="195" name="Ink 194">
                <a:extLst>
                  <a:ext uri="{FF2B5EF4-FFF2-40B4-BE49-F238E27FC236}">
                    <a16:creationId xmlns:a16="http://schemas.microsoft.com/office/drawing/2014/main" id="{C867B6BE-2181-A8C5-D66E-FF2830CDAC15}"/>
                  </a:ext>
                </a:extLst>
              </p:cNvPr>
              <p:cNvPicPr/>
              <p:nvPr/>
            </p:nvPicPr>
            <p:blipFill>
              <a:blip r:embed="rId189"/>
              <a:stretch>
                <a:fillRect/>
              </a:stretch>
            </p:blipFill>
            <p:spPr>
              <a:xfrm>
                <a:off x="2166336" y="3845880"/>
                <a:ext cx="279720" cy="145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90">
            <p14:nvContentPartPr>
              <p14:cNvPr id="196" name="Ink 195">
                <a:extLst>
                  <a:ext uri="{FF2B5EF4-FFF2-40B4-BE49-F238E27FC236}">
                    <a16:creationId xmlns:a16="http://schemas.microsoft.com/office/drawing/2014/main" id="{5C7F8B3B-F9B5-CE1A-FADD-A3043C3DA931}"/>
                  </a:ext>
                </a:extLst>
              </p14:cNvPr>
              <p14:cNvContentPartPr/>
              <p14:nvPr/>
            </p14:nvContentPartPr>
            <p14:xfrm>
              <a:off x="2487456" y="3672360"/>
              <a:ext cx="112680" cy="278280"/>
            </p14:xfrm>
          </p:contentPart>
        </mc:Choice>
        <mc:Fallback>
          <p:pic>
            <p:nvPicPr>
              <p:cNvPr id="196" name="Ink 195">
                <a:extLst>
                  <a:ext uri="{FF2B5EF4-FFF2-40B4-BE49-F238E27FC236}">
                    <a16:creationId xmlns:a16="http://schemas.microsoft.com/office/drawing/2014/main" id="{5C7F8B3B-F9B5-CE1A-FADD-A3043C3DA931}"/>
                  </a:ext>
                </a:extLst>
              </p:cNvPr>
              <p:cNvPicPr/>
              <p:nvPr/>
            </p:nvPicPr>
            <p:blipFill>
              <a:blip r:embed="rId191"/>
              <a:stretch>
                <a:fillRect/>
              </a:stretch>
            </p:blipFill>
            <p:spPr>
              <a:xfrm>
                <a:off x="2483136" y="3668040"/>
                <a:ext cx="121320" cy="286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92">
            <p14:nvContentPartPr>
              <p14:cNvPr id="197" name="Ink 196">
                <a:extLst>
                  <a:ext uri="{FF2B5EF4-FFF2-40B4-BE49-F238E27FC236}">
                    <a16:creationId xmlns:a16="http://schemas.microsoft.com/office/drawing/2014/main" id="{034FE242-3DD9-C790-5F67-06C3489B2237}"/>
                  </a:ext>
                </a:extLst>
              </p14:cNvPr>
              <p14:cNvContentPartPr/>
              <p14:nvPr/>
            </p14:nvContentPartPr>
            <p14:xfrm>
              <a:off x="2492496" y="3821400"/>
              <a:ext cx="229680" cy="102960"/>
            </p14:xfrm>
          </p:contentPart>
        </mc:Choice>
        <mc:Fallback>
          <p:pic>
            <p:nvPicPr>
              <p:cNvPr id="197" name="Ink 196">
                <a:extLst>
                  <a:ext uri="{FF2B5EF4-FFF2-40B4-BE49-F238E27FC236}">
                    <a16:creationId xmlns:a16="http://schemas.microsoft.com/office/drawing/2014/main" id="{034FE242-3DD9-C790-5F67-06C3489B2237}"/>
                  </a:ext>
                </a:extLst>
              </p:cNvPr>
              <p:cNvPicPr/>
              <p:nvPr/>
            </p:nvPicPr>
            <p:blipFill>
              <a:blip r:embed="rId193"/>
              <a:stretch>
                <a:fillRect/>
              </a:stretch>
            </p:blipFill>
            <p:spPr>
              <a:xfrm>
                <a:off x="2488176" y="3817080"/>
                <a:ext cx="238320" cy="111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94">
            <p14:nvContentPartPr>
              <p14:cNvPr id="198" name="Ink 197">
                <a:extLst>
                  <a:ext uri="{FF2B5EF4-FFF2-40B4-BE49-F238E27FC236}">
                    <a16:creationId xmlns:a16="http://schemas.microsoft.com/office/drawing/2014/main" id="{695AC669-0094-0F91-0CF8-134EE3E0C3D1}"/>
                  </a:ext>
                </a:extLst>
              </p14:cNvPr>
              <p14:cNvContentPartPr/>
              <p14:nvPr/>
            </p14:nvContentPartPr>
            <p14:xfrm>
              <a:off x="2758176" y="3838320"/>
              <a:ext cx="44280" cy="63000"/>
            </p14:xfrm>
          </p:contentPart>
        </mc:Choice>
        <mc:Fallback>
          <p:pic>
            <p:nvPicPr>
              <p:cNvPr id="198" name="Ink 197">
                <a:extLst>
                  <a:ext uri="{FF2B5EF4-FFF2-40B4-BE49-F238E27FC236}">
                    <a16:creationId xmlns:a16="http://schemas.microsoft.com/office/drawing/2014/main" id="{695AC669-0094-0F91-0CF8-134EE3E0C3D1}"/>
                  </a:ext>
                </a:extLst>
              </p:cNvPr>
              <p:cNvPicPr/>
              <p:nvPr/>
            </p:nvPicPr>
            <p:blipFill>
              <a:blip r:embed="rId195"/>
              <a:stretch>
                <a:fillRect/>
              </a:stretch>
            </p:blipFill>
            <p:spPr>
              <a:xfrm>
                <a:off x="2753856" y="3834000"/>
                <a:ext cx="52920" cy="71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96">
            <p14:nvContentPartPr>
              <p14:cNvPr id="199" name="Ink 198">
                <a:extLst>
                  <a:ext uri="{FF2B5EF4-FFF2-40B4-BE49-F238E27FC236}">
                    <a16:creationId xmlns:a16="http://schemas.microsoft.com/office/drawing/2014/main" id="{6143DFE3-9990-5275-84C4-45CAD6044099}"/>
                  </a:ext>
                </a:extLst>
              </p14:cNvPr>
              <p14:cNvContentPartPr/>
              <p14:nvPr/>
            </p14:nvContentPartPr>
            <p14:xfrm>
              <a:off x="2821536" y="3863520"/>
              <a:ext cx="112680" cy="48600"/>
            </p14:xfrm>
          </p:contentPart>
        </mc:Choice>
        <mc:Fallback>
          <p:pic>
            <p:nvPicPr>
              <p:cNvPr id="199" name="Ink 198">
                <a:extLst>
                  <a:ext uri="{FF2B5EF4-FFF2-40B4-BE49-F238E27FC236}">
                    <a16:creationId xmlns:a16="http://schemas.microsoft.com/office/drawing/2014/main" id="{6143DFE3-9990-5275-84C4-45CAD6044099}"/>
                  </a:ext>
                </a:extLst>
              </p:cNvPr>
              <p:cNvPicPr/>
              <p:nvPr/>
            </p:nvPicPr>
            <p:blipFill>
              <a:blip r:embed="rId197"/>
              <a:stretch>
                <a:fillRect/>
              </a:stretch>
            </p:blipFill>
            <p:spPr>
              <a:xfrm>
                <a:off x="2817216" y="3859200"/>
                <a:ext cx="121320" cy="57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98">
            <p14:nvContentPartPr>
              <p14:cNvPr id="200" name="Ink 199">
                <a:extLst>
                  <a:ext uri="{FF2B5EF4-FFF2-40B4-BE49-F238E27FC236}">
                    <a16:creationId xmlns:a16="http://schemas.microsoft.com/office/drawing/2014/main" id="{D2A3A694-ED35-B95F-3DB6-F23ED5D1E106}"/>
                  </a:ext>
                </a:extLst>
              </p14:cNvPr>
              <p14:cNvContentPartPr/>
              <p14:nvPr/>
            </p14:nvContentPartPr>
            <p14:xfrm>
              <a:off x="2982456" y="3679560"/>
              <a:ext cx="156600" cy="227520"/>
            </p14:xfrm>
          </p:contentPart>
        </mc:Choice>
        <mc:Fallback>
          <p:pic>
            <p:nvPicPr>
              <p:cNvPr id="200" name="Ink 199">
                <a:extLst>
                  <a:ext uri="{FF2B5EF4-FFF2-40B4-BE49-F238E27FC236}">
                    <a16:creationId xmlns:a16="http://schemas.microsoft.com/office/drawing/2014/main" id="{D2A3A694-ED35-B95F-3DB6-F23ED5D1E106}"/>
                  </a:ext>
                </a:extLst>
              </p:cNvPr>
              <p:cNvPicPr/>
              <p:nvPr/>
            </p:nvPicPr>
            <p:blipFill>
              <a:blip r:embed="rId199"/>
              <a:stretch>
                <a:fillRect/>
              </a:stretch>
            </p:blipFill>
            <p:spPr>
              <a:xfrm>
                <a:off x="2978136" y="3675240"/>
                <a:ext cx="165240" cy="236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0">
            <p14:nvContentPartPr>
              <p14:cNvPr id="201" name="Ink 200">
                <a:extLst>
                  <a:ext uri="{FF2B5EF4-FFF2-40B4-BE49-F238E27FC236}">
                    <a16:creationId xmlns:a16="http://schemas.microsoft.com/office/drawing/2014/main" id="{724C7F27-A48D-4942-D9C0-A3175CF5546F}"/>
                  </a:ext>
                </a:extLst>
              </p14:cNvPr>
              <p14:cNvContentPartPr/>
              <p14:nvPr/>
            </p14:nvContentPartPr>
            <p14:xfrm>
              <a:off x="3184776" y="3701880"/>
              <a:ext cx="96120" cy="200880"/>
            </p14:xfrm>
          </p:contentPart>
        </mc:Choice>
        <mc:Fallback>
          <p:pic>
            <p:nvPicPr>
              <p:cNvPr id="201" name="Ink 200">
                <a:extLst>
                  <a:ext uri="{FF2B5EF4-FFF2-40B4-BE49-F238E27FC236}">
                    <a16:creationId xmlns:a16="http://schemas.microsoft.com/office/drawing/2014/main" id="{724C7F27-A48D-4942-D9C0-A3175CF5546F}"/>
                  </a:ext>
                </a:extLst>
              </p:cNvPr>
              <p:cNvPicPr/>
              <p:nvPr/>
            </p:nvPicPr>
            <p:blipFill>
              <a:blip r:embed="rId201"/>
              <a:stretch>
                <a:fillRect/>
              </a:stretch>
            </p:blipFill>
            <p:spPr>
              <a:xfrm>
                <a:off x="3180456" y="3697560"/>
                <a:ext cx="104760" cy="209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2">
            <p14:nvContentPartPr>
              <p14:cNvPr id="202" name="Ink 201">
                <a:extLst>
                  <a:ext uri="{FF2B5EF4-FFF2-40B4-BE49-F238E27FC236}">
                    <a16:creationId xmlns:a16="http://schemas.microsoft.com/office/drawing/2014/main" id="{AB6BE220-D487-1C34-D618-4AFEC5B85C40}"/>
                  </a:ext>
                </a:extLst>
              </p14:cNvPr>
              <p14:cNvContentPartPr/>
              <p14:nvPr/>
            </p14:nvContentPartPr>
            <p14:xfrm>
              <a:off x="3253176" y="3848760"/>
              <a:ext cx="105120" cy="221040"/>
            </p14:xfrm>
          </p:contentPart>
        </mc:Choice>
        <mc:Fallback>
          <p:pic>
            <p:nvPicPr>
              <p:cNvPr id="202" name="Ink 201">
                <a:extLst>
                  <a:ext uri="{FF2B5EF4-FFF2-40B4-BE49-F238E27FC236}">
                    <a16:creationId xmlns:a16="http://schemas.microsoft.com/office/drawing/2014/main" id="{AB6BE220-D487-1C34-D618-4AFEC5B85C40}"/>
                  </a:ext>
                </a:extLst>
              </p:cNvPr>
              <p:cNvPicPr/>
              <p:nvPr/>
            </p:nvPicPr>
            <p:blipFill>
              <a:blip r:embed="rId203"/>
              <a:stretch>
                <a:fillRect/>
              </a:stretch>
            </p:blipFill>
            <p:spPr>
              <a:xfrm>
                <a:off x="3248856" y="3844440"/>
                <a:ext cx="113760" cy="229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4">
            <p14:nvContentPartPr>
              <p14:cNvPr id="203" name="Ink 202">
                <a:extLst>
                  <a:ext uri="{FF2B5EF4-FFF2-40B4-BE49-F238E27FC236}">
                    <a16:creationId xmlns:a16="http://schemas.microsoft.com/office/drawing/2014/main" id="{9FDF21CE-197C-7F70-EA38-29DC93DD6A19}"/>
                  </a:ext>
                </a:extLst>
              </p14:cNvPr>
              <p14:cNvContentPartPr/>
              <p14:nvPr/>
            </p14:nvContentPartPr>
            <p14:xfrm>
              <a:off x="3423816" y="3712320"/>
              <a:ext cx="15120" cy="38520"/>
            </p14:xfrm>
          </p:contentPart>
        </mc:Choice>
        <mc:Fallback>
          <p:pic>
            <p:nvPicPr>
              <p:cNvPr id="203" name="Ink 202">
                <a:extLst>
                  <a:ext uri="{FF2B5EF4-FFF2-40B4-BE49-F238E27FC236}">
                    <a16:creationId xmlns:a16="http://schemas.microsoft.com/office/drawing/2014/main" id="{9FDF21CE-197C-7F70-EA38-29DC93DD6A19}"/>
                  </a:ext>
                </a:extLst>
              </p:cNvPr>
              <p:cNvPicPr/>
              <p:nvPr/>
            </p:nvPicPr>
            <p:blipFill>
              <a:blip r:embed="rId205"/>
              <a:stretch>
                <a:fillRect/>
              </a:stretch>
            </p:blipFill>
            <p:spPr>
              <a:xfrm>
                <a:off x="3419496" y="3708000"/>
                <a:ext cx="23760" cy="47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6">
            <p14:nvContentPartPr>
              <p14:cNvPr id="204" name="Ink 203">
                <a:extLst>
                  <a:ext uri="{FF2B5EF4-FFF2-40B4-BE49-F238E27FC236}">
                    <a16:creationId xmlns:a16="http://schemas.microsoft.com/office/drawing/2014/main" id="{93F2BCE9-BC16-71DC-1A41-9047B607581B}"/>
                  </a:ext>
                </a:extLst>
              </p14:cNvPr>
              <p14:cNvContentPartPr/>
              <p14:nvPr/>
            </p14:nvContentPartPr>
            <p14:xfrm>
              <a:off x="3437856" y="3812400"/>
              <a:ext cx="91080" cy="75960"/>
            </p14:xfrm>
          </p:contentPart>
        </mc:Choice>
        <mc:Fallback>
          <p:pic>
            <p:nvPicPr>
              <p:cNvPr id="204" name="Ink 203">
                <a:extLst>
                  <a:ext uri="{FF2B5EF4-FFF2-40B4-BE49-F238E27FC236}">
                    <a16:creationId xmlns:a16="http://schemas.microsoft.com/office/drawing/2014/main" id="{93F2BCE9-BC16-71DC-1A41-9047B607581B}"/>
                  </a:ext>
                </a:extLst>
              </p:cNvPr>
              <p:cNvPicPr/>
              <p:nvPr/>
            </p:nvPicPr>
            <p:blipFill>
              <a:blip r:embed="rId207"/>
              <a:stretch>
                <a:fillRect/>
              </a:stretch>
            </p:blipFill>
            <p:spPr>
              <a:xfrm>
                <a:off x="3433536" y="3808080"/>
                <a:ext cx="99720" cy="84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8">
            <p14:nvContentPartPr>
              <p14:cNvPr id="205" name="Ink 204">
                <a:extLst>
                  <a:ext uri="{FF2B5EF4-FFF2-40B4-BE49-F238E27FC236}">
                    <a16:creationId xmlns:a16="http://schemas.microsoft.com/office/drawing/2014/main" id="{0E134E5F-4A7B-A730-E665-71F454FFDFC9}"/>
                  </a:ext>
                </a:extLst>
              </p14:cNvPr>
              <p14:cNvContentPartPr/>
              <p14:nvPr/>
            </p14:nvContentPartPr>
            <p14:xfrm>
              <a:off x="3565296" y="3843360"/>
              <a:ext cx="68760" cy="54000"/>
            </p14:xfrm>
          </p:contentPart>
        </mc:Choice>
        <mc:Fallback>
          <p:pic>
            <p:nvPicPr>
              <p:cNvPr id="205" name="Ink 204">
                <a:extLst>
                  <a:ext uri="{FF2B5EF4-FFF2-40B4-BE49-F238E27FC236}">
                    <a16:creationId xmlns:a16="http://schemas.microsoft.com/office/drawing/2014/main" id="{0E134E5F-4A7B-A730-E665-71F454FFDFC9}"/>
                  </a:ext>
                </a:extLst>
              </p:cNvPr>
              <p:cNvPicPr/>
              <p:nvPr/>
            </p:nvPicPr>
            <p:blipFill>
              <a:blip r:embed="rId209"/>
              <a:stretch>
                <a:fillRect/>
              </a:stretch>
            </p:blipFill>
            <p:spPr>
              <a:xfrm>
                <a:off x="3560976" y="3839040"/>
                <a:ext cx="77400" cy="62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10">
            <p14:nvContentPartPr>
              <p14:cNvPr id="206" name="Ink 205">
                <a:extLst>
                  <a:ext uri="{FF2B5EF4-FFF2-40B4-BE49-F238E27FC236}">
                    <a16:creationId xmlns:a16="http://schemas.microsoft.com/office/drawing/2014/main" id="{81844F46-5432-C644-71FF-2B4491D0956F}"/>
                  </a:ext>
                </a:extLst>
              </p14:cNvPr>
              <p14:cNvContentPartPr/>
              <p14:nvPr/>
            </p14:nvContentPartPr>
            <p14:xfrm>
              <a:off x="3702816" y="3684600"/>
              <a:ext cx="60120" cy="197640"/>
            </p14:xfrm>
          </p:contentPart>
        </mc:Choice>
        <mc:Fallback>
          <p:pic>
            <p:nvPicPr>
              <p:cNvPr id="206" name="Ink 205">
                <a:extLst>
                  <a:ext uri="{FF2B5EF4-FFF2-40B4-BE49-F238E27FC236}">
                    <a16:creationId xmlns:a16="http://schemas.microsoft.com/office/drawing/2014/main" id="{81844F46-5432-C644-71FF-2B4491D0956F}"/>
                  </a:ext>
                </a:extLst>
              </p:cNvPr>
              <p:cNvPicPr/>
              <p:nvPr/>
            </p:nvPicPr>
            <p:blipFill>
              <a:blip r:embed="rId211"/>
              <a:stretch>
                <a:fillRect/>
              </a:stretch>
            </p:blipFill>
            <p:spPr>
              <a:xfrm>
                <a:off x="3698496" y="3680280"/>
                <a:ext cx="68760" cy="206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12">
            <p14:nvContentPartPr>
              <p14:cNvPr id="207" name="Ink 206">
                <a:extLst>
                  <a:ext uri="{FF2B5EF4-FFF2-40B4-BE49-F238E27FC236}">
                    <a16:creationId xmlns:a16="http://schemas.microsoft.com/office/drawing/2014/main" id="{93FF9016-31EB-4537-FA95-1F166640EAAF}"/>
                  </a:ext>
                </a:extLst>
              </p14:cNvPr>
              <p14:cNvContentPartPr/>
              <p14:nvPr/>
            </p14:nvContentPartPr>
            <p14:xfrm>
              <a:off x="3689496" y="3778200"/>
              <a:ext cx="134640" cy="1080"/>
            </p14:xfrm>
          </p:contentPart>
        </mc:Choice>
        <mc:Fallback>
          <p:pic>
            <p:nvPicPr>
              <p:cNvPr id="207" name="Ink 206">
                <a:extLst>
                  <a:ext uri="{FF2B5EF4-FFF2-40B4-BE49-F238E27FC236}">
                    <a16:creationId xmlns:a16="http://schemas.microsoft.com/office/drawing/2014/main" id="{93FF9016-31EB-4537-FA95-1F166640EAAF}"/>
                  </a:ext>
                </a:extLst>
              </p:cNvPr>
              <p:cNvPicPr/>
              <p:nvPr/>
            </p:nvPicPr>
            <p:blipFill>
              <a:blip r:embed="rId213"/>
              <a:stretch>
                <a:fillRect/>
              </a:stretch>
            </p:blipFill>
            <p:spPr>
              <a:xfrm>
                <a:off x="3685176" y="3773880"/>
                <a:ext cx="143280" cy="9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14">
            <p14:nvContentPartPr>
              <p14:cNvPr id="208" name="Ink 207">
                <a:extLst>
                  <a:ext uri="{FF2B5EF4-FFF2-40B4-BE49-F238E27FC236}">
                    <a16:creationId xmlns:a16="http://schemas.microsoft.com/office/drawing/2014/main" id="{8953ED2D-4FD0-58A1-CC58-606C9C957E63}"/>
                  </a:ext>
                </a:extLst>
              </p14:cNvPr>
              <p14:cNvContentPartPr/>
              <p14:nvPr/>
            </p14:nvContentPartPr>
            <p14:xfrm>
              <a:off x="3969936" y="3796920"/>
              <a:ext cx="114840" cy="2160"/>
            </p14:xfrm>
          </p:contentPart>
        </mc:Choice>
        <mc:Fallback>
          <p:pic>
            <p:nvPicPr>
              <p:cNvPr id="208" name="Ink 207">
                <a:extLst>
                  <a:ext uri="{FF2B5EF4-FFF2-40B4-BE49-F238E27FC236}">
                    <a16:creationId xmlns:a16="http://schemas.microsoft.com/office/drawing/2014/main" id="{8953ED2D-4FD0-58A1-CC58-606C9C957E63}"/>
                  </a:ext>
                </a:extLst>
              </p:cNvPr>
              <p:cNvPicPr/>
              <p:nvPr/>
            </p:nvPicPr>
            <p:blipFill>
              <a:blip r:embed="rId215"/>
              <a:stretch>
                <a:fillRect/>
              </a:stretch>
            </p:blipFill>
            <p:spPr>
              <a:xfrm>
                <a:off x="3965616" y="3792600"/>
                <a:ext cx="123480" cy="10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16">
            <p14:nvContentPartPr>
              <p14:cNvPr id="209" name="Ink 208">
                <a:extLst>
                  <a:ext uri="{FF2B5EF4-FFF2-40B4-BE49-F238E27FC236}">
                    <a16:creationId xmlns:a16="http://schemas.microsoft.com/office/drawing/2014/main" id="{37E0DA5B-4EB3-43A2-3F63-568869AD6AD4}"/>
                  </a:ext>
                </a:extLst>
              </p14:cNvPr>
              <p14:cNvContentPartPr/>
              <p14:nvPr/>
            </p14:nvContentPartPr>
            <p14:xfrm>
              <a:off x="4001616" y="3829320"/>
              <a:ext cx="56160" cy="15120"/>
            </p14:xfrm>
          </p:contentPart>
        </mc:Choice>
        <mc:Fallback>
          <p:pic>
            <p:nvPicPr>
              <p:cNvPr id="209" name="Ink 208">
                <a:extLst>
                  <a:ext uri="{FF2B5EF4-FFF2-40B4-BE49-F238E27FC236}">
                    <a16:creationId xmlns:a16="http://schemas.microsoft.com/office/drawing/2014/main" id="{37E0DA5B-4EB3-43A2-3F63-568869AD6AD4}"/>
                  </a:ext>
                </a:extLst>
              </p:cNvPr>
              <p:cNvPicPr/>
              <p:nvPr/>
            </p:nvPicPr>
            <p:blipFill>
              <a:blip r:embed="rId217"/>
              <a:stretch>
                <a:fillRect/>
              </a:stretch>
            </p:blipFill>
            <p:spPr>
              <a:xfrm>
                <a:off x="3997296" y="3825000"/>
                <a:ext cx="64800" cy="23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18">
            <p14:nvContentPartPr>
              <p14:cNvPr id="232" name="Ink 231">
                <a:extLst>
                  <a:ext uri="{FF2B5EF4-FFF2-40B4-BE49-F238E27FC236}">
                    <a16:creationId xmlns:a16="http://schemas.microsoft.com/office/drawing/2014/main" id="{7F4BF320-A3EC-B7D5-BC58-8609AC88D238}"/>
                  </a:ext>
                </a:extLst>
              </p14:cNvPr>
              <p14:cNvContentPartPr/>
              <p14:nvPr/>
            </p14:nvContentPartPr>
            <p14:xfrm>
              <a:off x="949608" y="6162624"/>
              <a:ext cx="297720" cy="164160"/>
            </p14:xfrm>
          </p:contentPart>
        </mc:Choice>
        <mc:Fallback>
          <p:pic>
            <p:nvPicPr>
              <p:cNvPr id="232" name="Ink 231">
                <a:extLst>
                  <a:ext uri="{FF2B5EF4-FFF2-40B4-BE49-F238E27FC236}">
                    <a16:creationId xmlns:a16="http://schemas.microsoft.com/office/drawing/2014/main" id="{7F4BF320-A3EC-B7D5-BC58-8609AC88D238}"/>
                  </a:ext>
                </a:extLst>
              </p:cNvPr>
              <p:cNvPicPr/>
              <p:nvPr/>
            </p:nvPicPr>
            <p:blipFill>
              <a:blip r:embed="rId219"/>
              <a:stretch>
                <a:fillRect/>
              </a:stretch>
            </p:blipFill>
            <p:spPr>
              <a:xfrm>
                <a:off x="945288" y="6158304"/>
                <a:ext cx="306360" cy="172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0">
            <p14:nvContentPartPr>
              <p14:cNvPr id="233" name="Ink 232">
                <a:extLst>
                  <a:ext uri="{FF2B5EF4-FFF2-40B4-BE49-F238E27FC236}">
                    <a16:creationId xmlns:a16="http://schemas.microsoft.com/office/drawing/2014/main" id="{F13698FD-1E1C-12FF-1F42-51098EEEFB37}"/>
                  </a:ext>
                </a:extLst>
              </p14:cNvPr>
              <p14:cNvContentPartPr/>
              <p14:nvPr/>
            </p14:nvContentPartPr>
            <p14:xfrm>
              <a:off x="1305648" y="6025824"/>
              <a:ext cx="102600" cy="259560"/>
            </p14:xfrm>
          </p:contentPart>
        </mc:Choice>
        <mc:Fallback>
          <p:pic>
            <p:nvPicPr>
              <p:cNvPr id="233" name="Ink 232">
                <a:extLst>
                  <a:ext uri="{FF2B5EF4-FFF2-40B4-BE49-F238E27FC236}">
                    <a16:creationId xmlns:a16="http://schemas.microsoft.com/office/drawing/2014/main" id="{F13698FD-1E1C-12FF-1F42-51098EEEFB37}"/>
                  </a:ext>
                </a:extLst>
              </p:cNvPr>
              <p:cNvPicPr/>
              <p:nvPr/>
            </p:nvPicPr>
            <p:blipFill>
              <a:blip r:embed="rId221"/>
              <a:stretch>
                <a:fillRect/>
              </a:stretch>
            </p:blipFill>
            <p:spPr>
              <a:xfrm>
                <a:off x="1301328" y="6021504"/>
                <a:ext cx="111240" cy="268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2">
            <p14:nvContentPartPr>
              <p14:cNvPr id="234" name="Ink 233">
                <a:extLst>
                  <a:ext uri="{FF2B5EF4-FFF2-40B4-BE49-F238E27FC236}">
                    <a16:creationId xmlns:a16="http://schemas.microsoft.com/office/drawing/2014/main" id="{1B65DC8F-0497-2E42-4C97-BAFBE200DF14}"/>
                  </a:ext>
                </a:extLst>
              </p14:cNvPr>
              <p14:cNvContentPartPr/>
              <p14:nvPr/>
            </p14:nvContentPartPr>
            <p14:xfrm>
              <a:off x="1264248" y="6186744"/>
              <a:ext cx="336960" cy="57600"/>
            </p14:xfrm>
          </p:contentPart>
        </mc:Choice>
        <mc:Fallback>
          <p:pic>
            <p:nvPicPr>
              <p:cNvPr id="234" name="Ink 233">
                <a:extLst>
                  <a:ext uri="{FF2B5EF4-FFF2-40B4-BE49-F238E27FC236}">
                    <a16:creationId xmlns:a16="http://schemas.microsoft.com/office/drawing/2014/main" id="{1B65DC8F-0497-2E42-4C97-BAFBE200DF14}"/>
                  </a:ext>
                </a:extLst>
              </p:cNvPr>
              <p:cNvPicPr/>
              <p:nvPr/>
            </p:nvPicPr>
            <p:blipFill>
              <a:blip r:embed="rId223"/>
              <a:stretch>
                <a:fillRect/>
              </a:stretch>
            </p:blipFill>
            <p:spPr>
              <a:xfrm>
                <a:off x="1259928" y="6182424"/>
                <a:ext cx="345600" cy="66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4">
            <p14:nvContentPartPr>
              <p14:cNvPr id="235" name="Ink 234">
                <a:extLst>
                  <a:ext uri="{FF2B5EF4-FFF2-40B4-BE49-F238E27FC236}">
                    <a16:creationId xmlns:a16="http://schemas.microsoft.com/office/drawing/2014/main" id="{E098BA54-B16A-C523-CCA4-973B4A8864A4}"/>
                  </a:ext>
                </a:extLst>
              </p14:cNvPr>
              <p14:cNvContentPartPr/>
              <p14:nvPr/>
            </p14:nvContentPartPr>
            <p14:xfrm>
              <a:off x="1653048" y="6164424"/>
              <a:ext cx="57600" cy="80640"/>
            </p14:xfrm>
          </p:contentPart>
        </mc:Choice>
        <mc:Fallback>
          <p:pic>
            <p:nvPicPr>
              <p:cNvPr id="235" name="Ink 234">
                <a:extLst>
                  <a:ext uri="{FF2B5EF4-FFF2-40B4-BE49-F238E27FC236}">
                    <a16:creationId xmlns:a16="http://schemas.microsoft.com/office/drawing/2014/main" id="{E098BA54-B16A-C523-CCA4-973B4A8864A4}"/>
                  </a:ext>
                </a:extLst>
              </p:cNvPr>
              <p:cNvPicPr/>
              <p:nvPr/>
            </p:nvPicPr>
            <p:blipFill>
              <a:blip r:embed="rId225"/>
              <a:stretch>
                <a:fillRect/>
              </a:stretch>
            </p:blipFill>
            <p:spPr>
              <a:xfrm>
                <a:off x="1648728" y="6160104"/>
                <a:ext cx="66240" cy="89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6">
            <p14:nvContentPartPr>
              <p14:cNvPr id="236" name="Ink 235">
                <a:extLst>
                  <a:ext uri="{FF2B5EF4-FFF2-40B4-BE49-F238E27FC236}">
                    <a16:creationId xmlns:a16="http://schemas.microsoft.com/office/drawing/2014/main" id="{81038925-B4F3-CCD4-E96B-5BDC58F03DC6}"/>
                  </a:ext>
                </a:extLst>
              </p14:cNvPr>
              <p14:cNvContentPartPr/>
              <p14:nvPr/>
            </p14:nvContentPartPr>
            <p14:xfrm>
              <a:off x="1758888" y="6187104"/>
              <a:ext cx="198000" cy="67320"/>
            </p14:xfrm>
          </p:contentPart>
        </mc:Choice>
        <mc:Fallback>
          <p:pic>
            <p:nvPicPr>
              <p:cNvPr id="236" name="Ink 235">
                <a:extLst>
                  <a:ext uri="{FF2B5EF4-FFF2-40B4-BE49-F238E27FC236}">
                    <a16:creationId xmlns:a16="http://schemas.microsoft.com/office/drawing/2014/main" id="{81038925-B4F3-CCD4-E96B-5BDC58F03DC6}"/>
                  </a:ext>
                </a:extLst>
              </p:cNvPr>
              <p:cNvPicPr/>
              <p:nvPr/>
            </p:nvPicPr>
            <p:blipFill>
              <a:blip r:embed="rId227"/>
              <a:stretch>
                <a:fillRect/>
              </a:stretch>
            </p:blipFill>
            <p:spPr>
              <a:xfrm>
                <a:off x="1754568" y="6182784"/>
                <a:ext cx="206640" cy="75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8">
            <p14:nvContentPartPr>
              <p14:cNvPr id="238" name="Ink 237">
                <a:extLst>
                  <a:ext uri="{FF2B5EF4-FFF2-40B4-BE49-F238E27FC236}">
                    <a16:creationId xmlns:a16="http://schemas.microsoft.com/office/drawing/2014/main" id="{E2046DE0-F13D-4921-5E67-69385180D28D}"/>
                  </a:ext>
                </a:extLst>
              </p14:cNvPr>
              <p14:cNvContentPartPr/>
              <p14:nvPr/>
            </p14:nvContentPartPr>
            <p14:xfrm>
              <a:off x="2297448" y="6097464"/>
              <a:ext cx="225000" cy="119160"/>
            </p14:xfrm>
          </p:contentPart>
        </mc:Choice>
        <mc:Fallback>
          <p:pic>
            <p:nvPicPr>
              <p:cNvPr id="238" name="Ink 237">
                <a:extLst>
                  <a:ext uri="{FF2B5EF4-FFF2-40B4-BE49-F238E27FC236}">
                    <a16:creationId xmlns:a16="http://schemas.microsoft.com/office/drawing/2014/main" id="{E2046DE0-F13D-4921-5E67-69385180D28D}"/>
                  </a:ext>
                </a:extLst>
              </p:cNvPr>
              <p:cNvPicPr/>
              <p:nvPr/>
            </p:nvPicPr>
            <p:blipFill>
              <a:blip r:embed="rId229"/>
              <a:stretch>
                <a:fillRect/>
              </a:stretch>
            </p:blipFill>
            <p:spPr>
              <a:xfrm>
                <a:off x="2293128" y="6093144"/>
                <a:ext cx="233640" cy="127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30">
            <p14:nvContentPartPr>
              <p14:cNvPr id="239" name="Ink 238">
                <a:extLst>
                  <a:ext uri="{FF2B5EF4-FFF2-40B4-BE49-F238E27FC236}">
                    <a16:creationId xmlns:a16="http://schemas.microsoft.com/office/drawing/2014/main" id="{D8ABF22F-4BC4-E9A8-EA91-29B5652812C9}"/>
                  </a:ext>
                </a:extLst>
              </p14:cNvPr>
              <p14:cNvContentPartPr/>
              <p14:nvPr/>
            </p14:nvContentPartPr>
            <p14:xfrm>
              <a:off x="2597688" y="5980464"/>
              <a:ext cx="117360" cy="218160"/>
            </p14:xfrm>
          </p:contentPart>
        </mc:Choice>
        <mc:Fallback>
          <p:pic>
            <p:nvPicPr>
              <p:cNvPr id="239" name="Ink 238">
                <a:extLst>
                  <a:ext uri="{FF2B5EF4-FFF2-40B4-BE49-F238E27FC236}">
                    <a16:creationId xmlns:a16="http://schemas.microsoft.com/office/drawing/2014/main" id="{D8ABF22F-4BC4-E9A8-EA91-29B5652812C9}"/>
                  </a:ext>
                </a:extLst>
              </p:cNvPr>
              <p:cNvPicPr/>
              <p:nvPr/>
            </p:nvPicPr>
            <p:blipFill>
              <a:blip r:embed="rId231"/>
              <a:stretch>
                <a:fillRect/>
              </a:stretch>
            </p:blipFill>
            <p:spPr>
              <a:xfrm>
                <a:off x="2593368" y="5976144"/>
                <a:ext cx="126000" cy="226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32">
            <p14:nvContentPartPr>
              <p14:cNvPr id="240" name="Ink 239">
                <a:extLst>
                  <a:ext uri="{FF2B5EF4-FFF2-40B4-BE49-F238E27FC236}">
                    <a16:creationId xmlns:a16="http://schemas.microsoft.com/office/drawing/2014/main" id="{04CF5405-43A2-DC28-B20F-0E64969F3676}"/>
                  </a:ext>
                </a:extLst>
              </p14:cNvPr>
              <p14:cNvContentPartPr/>
              <p14:nvPr/>
            </p14:nvContentPartPr>
            <p14:xfrm>
              <a:off x="2556288" y="6107184"/>
              <a:ext cx="273600" cy="49320"/>
            </p14:xfrm>
          </p:contentPart>
        </mc:Choice>
        <mc:Fallback>
          <p:pic>
            <p:nvPicPr>
              <p:cNvPr id="240" name="Ink 239">
                <a:extLst>
                  <a:ext uri="{FF2B5EF4-FFF2-40B4-BE49-F238E27FC236}">
                    <a16:creationId xmlns:a16="http://schemas.microsoft.com/office/drawing/2014/main" id="{04CF5405-43A2-DC28-B20F-0E64969F3676}"/>
                  </a:ext>
                </a:extLst>
              </p:cNvPr>
              <p:cNvPicPr/>
              <p:nvPr/>
            </p:nvPicPr>
            <p:blipFill>
              <a:blip r:embed="rId233"/>
              <a:stretch>
                <a:fillRect/>
              </a:stretch>
            </p:blipFill>
            <p:spPr>
              <a:xfrm>
                <a:off x="2551968" y="6102864"/>
                <a:ext cx="282240" cy="57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34">
            <p14:nvContentPartPr>
              <p14:cNvPr id="241" name="Ink 240">
                <a:extLst>
                  <a:ext uri="{FF2B5EF4-FFF2-40B4-BE49-F238E27FC236}">
                    <a16:creationId xmlns:a16="http://schemas.microsoft.com/office/drawing/2014/main" id="{20F8F621-0DAE-3944-9D97-690CDF12E481}"/>
                  </a:ext>
                </a:extLst>
              </p14:cNvPr>
              <p14:cNvContentPartPr/>
              <p14:nvPr/>
            </p14:nvContentPartPr>
            <p14:xfrm>
              <a:off x="2883168" y="6083424"/>
              <a:ext cx="90720" cy="86760"/>
            </p14:xfrm>
          </p:contentPart>
        </mc:Choice>
        <mc:Fallback>
          <p:pic>
            <p:nvPicPr>
              <p:cNvPr id="241" name="Ink 240">
                <a:extLst>
                  <a:ext uri="{FF2B5EF4-FFF2-40B4-BE49-F238E27FC236}">
                    <a16:creationId xmlns:a16="http://schemas.microsoft.com/office/drawing/2014/main" id="{20F8F621-0DAE-3944-9D97-690CDF12E481}"/>
                  </a:ext>
                </a:extLst>
              </p:cNvPr>
              <p:cNvPicPr/>
              <p:nvPr/>
            </p:nvPicPr>
            <p:blipFill>
              <a:blip r:embed="rId235"/>
              <a:stretch>
                <a:fillRect/>
              </a:stretch>
            </p:blipFill>
            <p:spPr>
              <a:xfrm>
                <a:off x="2878848" y="6079104"/>
                <a:ext cx="99360" cy="95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36">
            <p14:nvContentPartPr>
              <p14:cNvPr id="242" name="Ink 241">
                <a:extLst>
                  <a:ext uri="{FF2B5EF4-FFF2-40B4-BE49-F238E27FC236}">
                    <a16:creationId xmlns:a16="http://schemas.microsoft.com/office/drawing/2014/main" id="{69691075-6F64-CAEC-A404-5AE57F18DC93}"/>
                  </a:ext>
                </a:extLst>
              </p14:cNvPr>
              <p14:cNvContentPartPr/>
              <p14:nvPr/>
            </p14:nvContentPartPr>
            <p14:xfrm>
              <a:off x="3002688" y="6116184"/>
              <a:ext cx="119880" cy="60840"/>
            </p14:xfrm>
          </p:contentPart>
        </mc:Choice>
        <mc:Fallback>
          <p:pic>
            <p:nvPicPr>
              <p:cNvPr id="242" name="Ink 241">
                <a:extLst>
                  <a:ext uri="{FF2B5EF4-FFF2-40B4-BE49-F238E27FC236}">
                    <a16:creationId xmlns:a16="http://schemas.microsoft.com/office/drawing/2014/main" id="{69691075-6F64-CAEC-A404-5AE57F18DC93}"/>
                  </a:ext>
                </a:extLst>
              </p:cNvPr>
              <p:cNvPicPr/>
              <p:nvPr/>
            </p:nvPicPr>
            <p:blipFill>
              <a:blip r:embed="rId237"/>
              <a:stretch>
                <a:fillRect/>
              </a:stretch>
            </p:blipFill>
            <p:spPr>
              <a:xfrm>
                <a:off x="2998368" y="6111864"/>
                <a:ext cx="128520" cy="69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38">
            <p14:nvContentPartPr>
              <p14:cNvPr id="244" name="Ink 243">
                <a:extLst>
                  <a:ext uri="{FF2B5EF4-FFF2-40B4-BE49-F238E27FC236}">
                    <a16:creationId xmlns:a16="http://schemas.microsoft.com/office/drawing/2014/main" id="{5F8424D7-236B-009F-E219-C3AEE7D53185}"/>
                  </a:ext>
                </a:extLst>
              </p14:cNvPr>
              <p14:cNvContentPartPr/>
              <p14:nvPr/>
            </p14:nvContentPartPr>
            <p14:xfrm>
              <a:off x="3382848" y="5994144"/>
              <a:ext cx="74160" cy="167760"/>
            </p14:xfrm>
          </p:contentPart>
        </mc:Choice>
        <mc:Fallback>
          <p:pic>
            <p:nvPicPr>
              <p:cNvPr id="244" name="Ink 243">
                <a:extLst>
                  <a:ext uri="{FF2B5EF4-FFF2-40B4-BE49-F238E27FC236}">
                    <a16:creationId xmlns:a16="http://schemas.microsoft.com/office/drawing/2014/main" id="{5F8424D7-236B-009F-E219-C3AEE7D53185}"/>
                  </a:ext>
                </a:extLst>
              </p:cNvPr>
              <p:cNvPicPr/>
              <p:nvPr/>
            </p:nvPicPr>
            <p:blipFill>
              <a:blip r:embed="rId239"/>
              <a:stretch>
                <a:fillRect/>
              </a:stretch>
            </p:blipFill>
            <p:spPr>
              <a:xfrm>
                <a:off x="3378528" y="5989824"/>
                <a:ext cx="82800" cy="176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40">
            <p14:nvContentPartPr>
              <p14:cNvPr id="245" name="Ink 244">
                <a:extLst>
                  <a:ext uri="{FF2B5EF4-FFF2-40B4-BE49-F238E27FC236}">
                    <a16:creationId xmlns:a16="http://schemas.microsoft.com/office/drawing/2014/main" id="{989363CE-5C30-804C-5C24-87F5413695B3}"/>
                  </a:ext>
                </a:extLst>
              </p14:cNvPr>
              <p14:cNvContentPartPr/>
              <p14:nvPr/>
            </p14:nvContentPartPr>
            <p14:xfrm>
              <a:off x="3409488" y="6120864"/>
              <a:ext cx="133200" cy="228600"/>
            </p14:xfrm>
          </p:contentPart>
        </mc:Choice>
        <mc:Fallback>
          <p:pic>
            <p:nvPicPr>
              <p:cNvPr id="245" name="Ink 244">
                <a:extLst>
                  <a:ext uri="{FF2B5EF4-FFF2-40B4-BE49-F238E27FC236}">
                    <a16:creationId xmlns:a16="http://schemas.microsoft.com/office/drawing/2014/main" id="{989363CE-5C30-804C-5C24-87F5413695B3}"/>
                  </a:ext>
                </a:extLst>
              </p:cNvPr>
              <p:cNvPicPr/>
              <p:nvPr/>
            </p:nvPicPr>
            <p:blipFill>
              <a:blip r:embed="rId241"/>
              <a:stretch>
                <a:fillRect/>
              </a:stretch>
            </p:blipFill>
            <p:spPr>
              <a:xfrm>
                <a:off x="3405168" y="6116544"/>
                <a:ext cx="141840" cy="237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42">
            <p14:nvContentPartPr>
              <p14:cNvPr id="246" name="Ink 245">
                <a:extLst>
                  <a:ext uri="{FF2B5EF4-FFF2-40B4-BE49-F238E27FC236}">
                    <a16:creationId xmlns:a16="http://schemas.microsoft.com/office/drawing/2014/main" id="{32208BAE-E1D3-8E85-030E-4F434AA31490}"/>
                  </a:ext>
                </a:extLst>
              </p14:cNvPr>
              <p14:cNvContentPartPr/>
              <p14:nvPr/>
            </p14:nvContentPartPr>
            <p14:xfrm>
              <a:off x="3560256" y="4688280"/>
              <a:ext cx="17280" cy="23040"/>
            </p14:xfrm>
          </p:contentPart>
        </mc:Choice>
        <mc:Fallback>
          <p:pic>
            <p:nvPicPr>
              <p:cNvPr id="246" name="Ink 245">
                <a:extLst>
                  <a:ext uri="{FF2B5EF4-FFF2-40B4-BE49-F238E27FC236}">
                    <a16:creationId xmlns:a16="http://schemas.microsoft.com/office/drawing/2014/main" id="{32208BAE-E1D3-8E85-030E-4F434AA31490}"/>
                  </a:ext>
                </a:extLst>
              </p:cNvPr>
              <p:cNvPicPr/>
              <p:nvPr/>
            </p:nvPicPr>
            <p:blipFill>
              <a:blip r:embed="rId243"/>
              <a:stretch>
                <a:fillRect/>
              </a:stretch>
            </p:blipFill>
            <p:spPr>
              <a:xfrm>
                <a:off x="3555936" y="4683960"/>
                <a:ext cx="25920" cy="31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44">
            <p14:nvContentPartPr>
              <p14:cNvPr id="247" name="Ink 246">
                <a:extLst>
                  <a:ext uri="{FF2B5EF4-FFF2-40B4-BE49-F238E27FC236}">
                    <a16:creationId xmlns:a16="http://schemas.microsoft.com/office/drawing/2014/main" id="{3FBC1C8E-5D9A-F477-FFF9-B17D9EE41707}"/>
                  </a:ext>
                </a:extLst>
              </p14:cNvPr>
              <p14:cNvContentPartPr/>
              <p14:nvPr/>
            </p14:nvContentPartPr>
            <p14:xfrm>
              <a:off x="3613968" y="6069024"/>
              <a:ext cx="100800" cy="122040"/>
            </p14:xfrm>
          </p:contentPart>
        </mc:Choice>
        <mc:Fallback>
          <p:pic>
            <p:nvPicPr>
              <p:cNvPr id="247" name="Ink 246">
                <a:extLst>
                  <a:ext uri="{FF2B5EF4-FFF2-40B4-BE49-F238E27FC236}">
                    <a16:creationId xmlns:a16="http://schemas.microsoft.com/office/drawing/2014/main" id="{3FBC1C8E-5D9A-F477-FFF9-B17D9EE41707}"/>
                  </a:ext>
                </a:extLst>
              </p:cNvPr>
              <p:cNvPicPr/>
              <p:nvPr/>
            </p:nvPicPr>
            <p:blipFill>
              <a:blip r:embed="rId245"/>
              <a:stretch>
                <a:fillRect/>
              </a:stretch>
            </p:blipFill>
            <p:spPr>
              <a:xfrm>
                <a:off x="3609648" y="6064704"/>
                <a:ext cx="109440" cy="130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46">
            <p14:nvContentPartPr>
              <p14:cNvPr id="248" name="Ink 247">
                <a:extLst>
                  <a:ext uri="{FF2B5EF4-FFF2-40B4-BE49-F238E27FC236}">
                    <a16:creationId xmlns:a16="http://schemas.microsoft.com/office/drawing/2014/main" id="{C4F3ACED-7D1A-8B17-51B0-29EDC5A21487}"/>
                  </a:ext>
                </a:extLst>
              </p14:cNvPr>
              <p14:cNvContentPartPr/>
              <p14:nvPr/>
            </p14:nvContentPartPr>
            <p14:xfrm>
              <a:off x="3765168" y="6088464"/>
              <a:ext cx="74160" cy="88560"/>
            </p14:xfrm>
          </p:contentPart>
        </mc:Choice>
        <mc:Fallback>
          <p:pic>
            <p:nvPicPr>
              <p:cNvPr id="248" name="Ink 247">
                <a:extLst>
                  <a:ext uri="{FF2B5EF4-FFF2-40B4-BE49-F238E27FC236}">
                    <a16:creationId xmlns:a16="http://schemas.microsoft.com/office/drawing/2014/main" id="{C4F3ACED-7D1A-8B17-51B0-29EDC5A21487}"/>
                  </a:ext>
                </a:extLst>
              </p:cNvPr>
              <p:cNvPicPr/>
              <p:nvPr/>
            </p:nvPicPr>
            <p:blipFill>
              <a:blip r:embed="rId247"/>
              <a:stretch>
                <a:fillRect/>
              </a:stretch>
            </p:blipFill>
            <p:spPr>
              <a:xfrm>
                <a:off x="3760848" y="6084144"/>
                <a:ext cx="82800" cy="97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48">
            <p14:nvContentPartPr>
              <p14:cNvPr id="249" name="Ink 248">
                <a:extLst>
                  <a:ext uri="{FF2B5EF4-FFF2-40B4-BE49-F238E27FC236}">
                    <a16:creationId xmlns:a16="http://schemas.microsoft.com/office/drawing/2014/main" id="{6A640BF0-2D17-E7EE-0915-8BCC8EDA5A79}"/>
                  </a:ext>
                </a:extLst>
              </p14:cNvPr>
              <p14:cNvContentPartPr/>
              <p14:nvPr/>
            </p14:nvContentPartPr>
            <p14:xfrm>
              <a:off x="3915648" y="5937264"/>
              <a:ext cx="86760" cy="267120"/>
            </p14:xfrm>
          </p:contentPart>
        </mc:Choice>
        <mc:Fallback>
          <p:pic>
            <p:nvPicPr>
              <p:cNvPr id="249" name="Ink 248">
                <a:extLst>
                  <a:ext uri="{FF2B5EF4-FFF2-40B4-BE49-F238E27FC236}">
                    <a16:creationId xmlns:a16="http://schemas.microsoft.com/office/drawing/2014/main" id="{6A640BF0-2D17-E7EE-0915-8BCC8EDA5A79}"/>
                  </a:ext>
                </a:extLst>
              </p:cNvPr>
              <p:cNvPicPr/>
              <p:nvPr/>
            </p:nvPicPr>
            <p:blipFill>
              <a:blip r:embed="rId249"/>
              <a:stretch>
                <a:fillRect/>
              </a:stretch>
            </p:blipFill>
            <p:spPr>
              <a:xfrm>
                <a:off x="3911328" y="5932944"/>
                <a:ext cx="95400" cy="275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50">
            <p14:nvContentPartPr>
              <p14:cNvPr id="250" name="Ink 249">
                <a:extLst>
                  <a:ext uri="{FF2B5EF4-FFF2-40B4-BE49-F238E27FC236}">
                    <a16:creationId xmlns:a16="http://schemas.microsoft.com/office/drawing/2014/main" id="{714025CE-B15A-A14B-9BEC-F24DA42124DE}"/>
                  </a:ext>
                </a:extLst>
              </p14:cNvPr>
              <p14:cNvContentPartPr/>
              <p14:nvPr/>
            </p14:nvContentPartPr>
            <p14:xfrm>
              <a:off x="3885408" y="6065064"/>
              <a:ext cx="166320" cy="16560"/>
            </p14:xfrm>
          </p:contentPart>
        </mc:Choice>
        <mc:Fallback>
          <p:pic>
            <p:nvPicPr>
              <p:cNvPr id="250" name="Ink 249">
                <a:extLst>
                  <a:ext uri="{FF2B5EF4-FFF2-40B4-BE49-F238E27FC236}">
                    <a16:creationId xmlns:a16="http://schemas.microsoft.com/office/drawing/2014/main" id="{714025CE-B15A-A14B-9BEC-F24DA42124DE}"/>
                  </a:ext>
                </a:extLst>
              </p:cNvPr>
              <p:cNvPicPr/>
              <p:nvPr/>
            </p:nvPicPr>
            <p:blipFill>
              <a:blip r:embed="rId251"/>
              <a:stretch>
                <a:fillRect/>
              </a:stretch>
            </p:blipFill>
            <p:spPr>
              <a:xfrm>
                <a:off x="3881088" y="6060744"/>
                <a:ext cx="174960" cy="25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52">
            <p14:nvContentPartPr>
              <p14:cNvPr id="251" name="Ink 250">
                <a:extLst>
                  <a:ext uri="{FF2B5EF4-FFF2-40B4-BE49-F238E27FC236}">
                    <a16:creationId xmlns:a16="http://schemas.microsoft.com/office/drawing/2014/main" id="{4A6BBE44-03D3-B3D7-BBE0-3A597D73250D}"/>
                  </a:ext>
                </a:extLst>
              </p14:cNvPr>
              <p14:cNvContentPartPr/>
              <p14:nvPr/>
            </p14:nvContentPartPr>
            <p14:xfrm>
              <a:off x="4089888" y="6085224"/>
              <a:ext cx="29520" cy="59040"/>
            </p14:xfrm>
          </p:contentPart>
        </mc:Choice>
        <mc:Fallback>
          <p:pic>
            <p:nvPicPr>
              <p:cNvPr id="251" name="Ink 250">
                <a:extLst>
                  <a:ext uri="{FF2B5EF4-FFF2-40B4-BE49-F238E27FC236}">
                    <a16:creationId xmlns:a16="http://schemas.microsoft.com/office/drawing/2014/main" id="{4A6BBE44-03D3-B3D7-BBE0-3A597D73250D}"/>
                  </a:ext>
                </a:extLst>
              </p:cNvPr>
              <p:cNvPicPr/>
              <p:nvPr/>
            </p:nvPicPr>
            <p:blipFill>
              <a:blip r:embed="rId253"/>
              <a:stretch>
                <a:fillRect/>
              </a:stretch>
            </p:blipFill>
            <p:spPr>
              <a:xfrm>
                <a:off x="4085568" y="6080904"/>
                <a:ext cx="38160" cy="67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54">
            <p14:nvContentPartPr>
              <p14:cNvPr id="252" name="Ink 251">
                <a:extLst>
                  <a:ext uri="{FF2B5EF4-FFF2-40B4-BE49-F238E27FC236}">
                    <a16:creationId xmlns:a16="http://schemas.microsoft.com/office/drawing/2014/main" id="{1513F936-C2C5-999B-6E13-4D7CB5ABE208}"/>
                  </a:ext>
                </a:extLst>
              </p14:cNvPr>
              <p14:cNvContentPartPr/>
              <p14:nvPr/>
            </p14:nvContentPartPr>
            <p14:xfrm>
              <a:off x="3928968" y="6216984"/>
              <a:ext cx="144360" cy="137880"/>
            </p14:xfrm>
          </p:contentPart>
        </mc:Choice>
        <mc:Fallback>
          <p:pic>
            <p:nvPicPr>
              <p:cNvPr id="252" name="Ink 251">
                <a:extLst>
                  <a:ext uri="{FF2B5EF4-FFF2-40B4-BE49-F238E27FC236}">
                    <a16:creationId xmlns:a16="http://schemas.microsoft.com/office/drawing/2014/main" id="{1513F936-C2C5-999B-6E13-4D7CB5ABE208}"/>
                  </a:ext>
                </a:extLst>
              </p:cNvPr>
              <p:cNvPicPr/>
              <p:nvPr/>
            </p:nvPicPr>
            <p:blipFill>
              <a:blip r:embed="rId255"/>
              <a:stretch>
                <a:fillRect/>
              </a:stretch>
            </p:blipFill>
            <p:spPr>
              <a:xfrm>
                <a:off x="3924648" y="6212664"/>
                <a:ext cx="153000" cy="146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56">
            <p14:nvContentPartPr>
              <p14:cNvPr id="254" name="Ink 253">
                <a:extLst>
                  <a:ext uri="{FF2B5EF4-FFF2-40B4-BE49-F238E27FC236}">
                    <a16:creationId xmlns:a16="http://schemas.microsoft.com/office/drawing/2014/main" id="{ABB37D8B-F81C-D416-9A82-3CBB360B4E80}"/>
                  </a:ext>
                </a:extLst>
              </p14:cNvPr>
              <p14:cNvContentPartPr/>
              <p14:nvPr/>
            </p14:nvContentPartPr>
            <p14:xfrm>
              <a:off x="919656" y="4130640"/>
              <a:ext cx="194400" cy="435600"/>
            </p14:xfrm>
          </p:contentPart>
        </mc:Choice>
        <mc:Fallback>
          <p:pic>
            <p:nvPicPr>
              <p:cNvPr id="254" name="Ink 253">
                <a:extLst>
                  <a:ext uri="{FF2B5EF4-FFF2-40B4-BE49-F238E27FC236}">
                    <a16:creationId xmlns:a16="http://schemas.microsoft.com/office/drawing/2014/main" id="{ABB37D8B-F81C-D416-9A82-3CBB360B4E80}"/>
                  </a:ext>
                </a:extLst>
              </p:cNvPr>
              <p:cNvPicPr/>
              <p:nvPr/>
            </p:nvPicPr>
            <p:blipFill>
              <a:blip r:embed="rId257"/>
              <a:stretch>
                <a:fillRect/>
              </a:stretch>
            </p:blipFill>
            <p:spPr>
              <a:xfrm>
                <a:off x="915336" y="4126320"/>
                <a:ext cx="203040" cy="444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58">
            <p14:nvContentPartPr>
              <p14:cNvPr id="255" name="Ink 254">
                <a:extLst>
                  <a:ext uri="{FF2B5EF4-FFF2-40B4-BE49-F238E27FC236}">
                    <a16:creationId xmlns:a16="http://schemas.microsoft.com/office/drawing/2014/main" id="{269E6F8A-7715-FDA3-0EE8-64E4A67A6115}"/>
                  </a:ext>
                </a:extLst>
              </p14:cNvPr>
              <p14:cNvContentPartPr/>
              <p14:nvPr/>
            </p14:nvContentPartPr>
            <p14:xfrm>
              <a:off x="863496" y="4346280"/>
              <a:ext cx="307440" cy="122040"/>
            </p14:xfrm>
          </p:contentPart>
        </mc:Choice>
        <mc:Fallback>
          <p:pic>
            <p:nvPicPr>
              <p:cNvPr id="255" name="Ink 254">
                <a:extLst>
                  <a:ext uri="{FF2B5EF4-FFF2-40B4-BE49-F238E27FC236}">
                    <a16:creationId xmlns:a16="http://schemas.microsoft.com/office/drawing/2014/main" id="{269E6F8A-7715-FDA3-0EE8-64E4A67A6115}"/>
                  </a:ext>
                </a:extLst>
              </p:cNvPr>
              <p:cNvPicPr/>
              <p:nvPr/>
            </p:nvPicPr>
            <p:blipFill>
              <a:blip r:embed="rId259"/>
              <a:stretch>
                <a:fillRect/>
              </a:stretch>
            </p:blipFill>
            <p:spPr>
              <a:xfrm>
                <a:off x="859176" y="4341960"/>
                <a:ext cx="316080" cy="130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60">
            <p14:nvContentPartPr>
              <p14:cNvPr id="256" name="Ink 255">
                <a:extLst>
                  <a:ext uri="{FF2B5EF4-FFF2-40B4-BE49-F238E27FC236}">
                    <a16:creationId xmlns:a16="http://schemas.microsoft.com/office/drawing/2014/main" id="{9DCEFFDB-2B75-9195-A0C5-DC19FBB790C1}"/>
                  </a:ext>
                </a:extLst>
              </p14:cNvPr>
              <p14:cNvContentPartPr/>
              <p14:nvPr/>
            </p14:nvContentPartPr>
            <p14:xfrm>
              <a:off x="1218816" y="4331520"/>
              <a:ext cx="269280" cy="101520"/>
            </p14:xfrm>
          </p:contentPart>
        </mc:Choice>
        <mc:Fallback>
          <p:pic>
            <p:nvPicPr>
              <p:cNvPr id="256" name="Ink 255">
                <a:extLst>
                  <a:ext uri="{FF2B5EF4-FFF2-40B4-BE49-F238E27FC236}">
                    <a16:creationId xmlns:a16="http://schemas.microsoft.com/office/drawing/2014/main" id="{9DCEFFDB-2B75-9195-A0C5-DC19FBB790C1}"/>
                  </a:ext>
                </a:extLst>
              </p:cNvPr>
              <p:cNvPicPr/>
              <p:nvPr/>
            </p:nvPicPr>
            <p:blipFill>
              <a:blip r:embed="rId261"/>
              <a:stretch>
                <a:fillRect/>
              </a:stretch>
            </p:blipFill>
            <p:spPr>
              <a:xfrm>
                <a:off x="1214496" y="4327200"/>
                <a:ext cx="277920" cy="110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62">
            <p14:nvContentPartPr>
              <p14:cNvPr id="257" name="Ink 256">
                <a:extLst>
                  <a:ext uri="{FF2B5EF4-FFF2-40B4-BE49-F238E27FC236}">
                    <a16:creationId xmlns:a16="http://schemas.microsoft.com/office/drawing/2014/main" id="{8232794B-3847-848A-EAEC-159DCB7EB57C}"/>
                  </a:ext>
                </a:extLst>
              </p14:cNvPr>
              <p14:cNvContentPartPr/>
              <p14:nvPr/>
            </p14:nvContentPartPr>
            <p14:xfrm>
              <a:off x="1604736" y="4204800"/>
              <a:ext cx="27360" cy="221400"/>
            </p14:xfrm>
          </p:contentPart>
        </mc:Choice>
        <mc:Fallback>
          <p:pic>
            <p:nvPicPr>
              <p:cNvPr id="257" name="Ink 256">
                <a:extLst>
                  <a:ext uri="{FF2B5EF4-FFF2-40B4-BE49-F238E27FC236}">
                    <a16:creationId xmlns:a16="http://schemas.microsoft.com/office/drawing/2014/main" id="{8232794B-3847-848A-EAEC-159DCB7EB57C}"/>
                  </a:ext>
                </a:extLst>
              </p:cNvPr>
              <p:cNvPicPr/>
              <p:nvPr/>
            </p:nvPicPr>
            <p:blipFill>
              <a:blip r:embed="rId263"/>
              <a:stretch>
                <a:fillRect/>
              </a:stretch>
            </p:blipFill>
            <p:spPr>
              <a:xfrm>
                <a:off x="1600416" y="4200480"/>
                <a:ext cx="36000" cy="230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64">
            <p14:nvContentPartPr>
              <p14:cNvPr id="258" name="Ink 257">
                <a:extLst>
                  <a:ext uri="{FF2B5EF4-FFF2-40B4-BE49-F238E27FC236}">
                    <a16:creationId xmlns:a16="http://schemas.microsoft.com/office/drawing/2014/main" id="{D122AD21-FCF3-A717-6068-37C2D90FC449}"/>
                  </a:ext>
                </a:extLst>
              </p14:cNvPr>
              <p14:cNvContentPartPr/>
              <p14:nvPr/>
            </p14:nvContentPartPr>
            <p14:xfrm>
              <a:off x="1573056" y="4301640"/>
              <a:ext cx="139320" cy="4320"/>
            </p14:xfrm>
          </p:contentPart>
        </mc:Choice>
        <mc:Fallback>
          <p:pic>
            <p:nvPicPr>
              <p:cNvPr id="258" name="Ink 257">
                <a:extLst>
                  <a:ext uri="{FF2B5EF4-FFF2-40B4-BE49-F238E27FC236}">
                    <a16:creationId xmlns:a16="http://schemas.microsoft.com/office/drawing/2014/main" id="{D122AD21-FCF3-A717-6068-37C2D90FC449}"/>
                  </a:ext>
                </a:extLst>
              </p:cNvPr>
              <p:cNvPicPr/>
              <p:nvPr/>
            </p:nvPicPr>
            <p:blipFill>
              <a:blip r:embed="rId265"/>
              <a:stretch>
                <a:fillRect/>
              </a:stretch>
            </p:blipFill>
            <p:spPr>
              <a:xfrm>
                <a:off x="1568736" y="4297320"/>
                <a:ext cx="147960" cy="12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66">
            <p14:nvContentPartPr>
              <p14:cNvPr id="259" name="Ink 258">
                <a:extLst>
                  <a:ext uri="{FF2B5EF4-FFF2-40B4-BE49-F238E27FC236}">
                    <a16:creationId xmlns:a16="http://schemas.microsoft.com/office/drawing/2014/main" id="{71EADE3E-8EAE-4D4E-9DFB-7273EC3403D5}"/>
                  </a:ext>
                </a:extLst>
              </p14:cNvPr>
              <p14:cNvContentPartPr/>
              <p14:nvPr/>
            </p14:nvContentPartPr>
            <p14:xfrm>
              <a:off x="1834056" y="4331520"/>
              <a:ext cx="105120" cy="18360"/>
            </p14:xfrm>
          </p:contentPart>
        </mc:Choice>
        <mc:Fallback>
          <p:pic>
            <p:nvPicPr>
              <p:cNvPr id="259" name="Ink 258">
                <a:extLst>
                  <a:ext uri="{FF2B5EF4-FFF2-40B4-BE49-F238E27FC236}">
                    <a16:creationId xmlns:a16="http://schemas.microsoft.com/office/drawing/2014/main" id="{71EADE3E-8EAE-4D4E-9DFB-7273EC3403D5}"/>
                  </a:ext>
                </a:extLst>
              </p:cNvPr>
              <p:cNvPicPr/>
              <p:nvPr/>
            </p:nvPicPr>
            <p:blipFill>
              <a:blip r:embed="rId267"/>
              <a:stretch>
                <a:fillRect/>
              </a:stretch>
            </p:blipFill>
            <p:spPr>
              <a:xfrm>
                <a:off x="1829736" y="4327200"/>
                <a:ext cx="113760" cy="27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68">
            <p14:nvContentPartPr>
              <p14:cNvPr id="260" name="Ink 259">
                <a:extLst>
                  <a:ext uri="{FF2B5EF4-FFF2-40B4-BE49-F238E27FC236}">
                    <a16:creationId xmlns:a16="http://schemas.microsoft.com/office/drawing/2014/main" id="{8E585BB9-B874-41BD-E1BB-D39E3EE6C8B2}"/>
                  </a:ext>
                </a:extLst>
              </p14:cNvPr>
              <p14:cNvContentPartPr/>
              <p14:nvPr/>
            </p14:nvContentPartPr>
            <p14:xfrm>
              <a:off x="1868256" y="4378680"/>
              <a:ext cx="158760" cy="360"/>
            </p14:xfrm>
          </p:contentPart>
        </mc:Choice>
        <mc:Fallback>
          <p:pic>
            <p:nvPicPr>
              <p:cNvPr id="260" name="Ink 259">
                <a:extLst>
                  <a:ext uri="{FF2B5EF4-FFF2-40B4-BE49-F238E27FC236}">
                    <a16:creationId xmlns:a16="http://schemas.microsoft.com/office/drawing/2014/main" id="{8E585BB9-B874-41BD-E1BB-D39E3EE6C8B2}"/>
                  </a:ext>
                </a:extLst>
              </p:cNvPr>
              <p:cNvPicPr/>
              <p:nvPr/>
            </p:nvPicPr>
            <p:blipFill>
              <a:blip r:embed="rId269"/>
              <a:stretch>
                <a:fillRect/>
              </a:stretch>
            </p:blipFill>
            <p:spPr>
              <a:xfrm>
                <a:off x="1863936" y="4374360"/>
                <a:ext cx="167400" cy="9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70">
            <p14:nvContentPartPr>
              <p14:cNvPr id="261" name="Ink 260">
                <a:extLst>
                  <a:ext uri="{FF2B5EF4-FFF2-40B4-BE49-F238E27FC236}">
                    <a16:creationId xmlns:a16="http://schemas.microsoft.com/office/drawing/2014/main" id="{777A3D3C-DE83-F44F-64C6-4D540307754C}"/>
                  </a:ext>
                </a:extLst>
              </p14:cNvPr>
              <p14:cNvContentPartPr/>
              <p14:nvPr/>
            </p14:nvContentPartPr>
            <p14:xfrm>
              <a:off x="2207016" y="4123440"/>
              <a:ext cx="192960" cy="379440"/>
            </p14:xfrm>
          </p:contentPart>
        </mc:Choice>
        <mc:Fallback>
          <p:pic>
            <p:nvPicPr>
              <p:cNvPr id="261" name="Ink 260">
                <a:extLst>
                  <a:ext uri="{FF2B5EF4-FFF2-40B4-BE49-F238E27FC236}">
                    <a16:creationId xmlns:a16="http://schemas.microsoft.com/office/drawing/2014/main" id="{777A3D3C-DE83-F44F-64C6-4D540307754C}"/>
                  </a:ext>
                </a:extLst>
              </p:cNvPr>
              <p:cNvPicPr/>
              <p:nvPr/>
            </p:nvPicPr>
            <p:blipFill>
              <a:blip r:embed="rId271"/>
              <a:stretch>
                <a:fillRect/>
              </a:stretch>
            </p:blipFill>
            <p:spPr>
              <a:xfrm>
                <a:off x="2202696" y="4119120"/>
                <a:ext cx="201600" cy="388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72">
            <p14:nvContentPartPr>
              <p14:cNvPr id="262" name="Ink 261">
                <a:extLst>
                  <a:ext uri="{FF2B5EF4-FFF2-40B4-BE49-F238E27FC236}">
                    <a16:creationId xmlns:a16="http://schemas.microsoft.com/office/drawing/2014/main" id="{CBFC8046-7D6C-4B5E-EB45-14B0B1641D9E}"/>
                  </a:ext>
                </a:extLst>
              </p14:cNvPr>
              <p14:cNvContentPartPr/>
              <p14:nvPr/>
            </p14:nvContentPartPr>
            <p14:xfrm>
              <a:off x="2219256" y="4314960"/>
              <a:ext cx="227160" cy="117360"/>
            </p14:xfrm>
          </p:contentPart>
        </mc:Choice>
        <mc:Fallback>
          <p:pic>
            <p:nvPicPr>
              <p:cNvPr id="262" name="Ink 261">
                <a:extLst>
                  <a:ext uri="{FF2B5EF4-FFF2-40B4-BE49-F238E27FC236}">
                    <a16:creationId xmlns:a16="http://schemas.microsoft.com/office/drawing/2014/main" id="{CBFC8046-7D6C-4B5E-EB45-14B0B1641D9E}"/>
                  </a:ext>
                </a:extLst>
              </p:cNvPr>
              <p:cNvPicPr/>
              <p:nvPr/>
            </p:nvPicPr>
            <p:blipFill>
              <a:blip r:embed="rId273"/>
              <a:stretch>
                <a:fillRect/>
              </a:stretch>
            </p:blipFill>
            <p:spPr>
              <a:xfrm>
                <a:off x="2214936" y="4310640"/>
                <a:ext cx="235800" cy="12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74">
            <p14:nvContentPartPr>
              <p14:cNvPr id="263" name="Ink 262">
                <a:extLst>
                  <a:ext uri="{FF2B5EF4-FFF2-40B4-BE49-F238E27FC236}">
                    <a16:creationId xmlns:a16="http://schemas.microsoft.com/office/drawing/2014/main" id="{85B5591C-690D-A1FD-8B31-6274108A83A1}"/>
                  </a:ext>
                </a:extLst>
              </p14:cNvPr>
              <p14:cNvContentPartPr/>
              <p14:nvPr/>
            </p14:nvContentPartPr>
            <p14:xfrm>
              <a:off x="2483856" y="4318560"/>
              <a:ext cx="259920" cy="74160"/>
            </p14:xfrm>
          </p:contentPart>
        </mc:Choice>
        <mc:Fallback>
          <p:pic>
            <p:nvPicPr>
              <p:cNvPr id="263" name="Ink 262">
                <a:extLst>
                  <a:ext uri="{FF2B5EF4-FFF2-40B4-BE49-F238E27FC236}">
                    <a16:creationId xmlns:a16="http://schemas.microsoft.com/office/drawing/2014/main" id="{85B5591C-690D-A1FD-8B31-6274108A83A1}"/>
                  </a:ext>
                </a:extLst>
              </p:cNvPr>
              <p:cNvPicPr/>
              <p:nvPr/>
            </p:nvPicPr>
            <p:blipFill>
              <a:blip r:embed="rId275"/>
              <a:stretch>
                <a:fillRect/>
              </a:stretch>
            </p:blipFill>
            <p:spPr>
              <a:xfrm>
                <a:off x="2479536" y="4314240"/>
                <a:ext cx="268560" cy="82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76">
            <p14:nvContentPartPr>
              <p14:cNvPr id="264" name="Ink 263">
                <a:extLst>
                  <a:ext uri="{FF2B5EF4-FFF2-40B4-BE49-F238E27FC236}">
                    <a16:creationId xmlns:a16="http://schemas.microsoft.com/office/drawing/2014/main" id="{B32DF96A-C4E9-A28C-BE10-3D09392D75C2}"/>
                  </a:ext>
                </a:extLst>
              </p14:cNvPr>
              <p14:cNvContentPartPr/>
              <p14:nvPr/>
            </p14:nvContentPartPr>
            <p14:xfrm>
              <a:off x="2874456" y="4173840"/>
              <a:ext cx="74160" cy="192960"/>
            </p14:xfrm>
          </p:contentPart>
        </mc:Choice>
        <mc:Fallback>
          <p:pic>
            <p:nvPicPr>
              <p:cNvPr id="264" name="Ink 263">
                <a:extLst>
                  <a:ext uri="{FF2B5EF4-FFF2-40B4-BE49-F238E27FC236}">
                    <a16:creationId xmlns:a16="http://schemas.microsoft.com/office/drawing/2014/main" id="{B32DF96A-C4E9-A28C-BE10-3D09392D75C2}"/>
                  </a:ext>
                </a:extLst>
              </p:cNvPr>
              <p:cNvPicPr/>
              <p:nvPr/>
            </p:nvPicPr>
            <p:blipFill>
              <a:blip r:embed="rId277"/>
              <a:stretch>
                <a:fillRect/>
              </a:stretch>
            </p:blipFill>
            <p:spPr>
              <a:xfrm>
                <a:off x="2870136" y="4169520"/>
                <a:ext cx="82800" cy="201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78">
            <p14:nvContentPartPr>
              <p14:cNvPr id="265" name="Ink 264">
                <a:extLst>
                  <a:ext uri="{FF2B5EF4-FFF2-40B4-BE49-F238E27FC236}">
                    <a16:creationId xmlns:a16="http://schemas.microsoft.com/office/drawing/2014/main" id="{F9B443DA-402D-4EA3-2142-CA2422211EE7}"/>
                  </a:ext>
                </a:extLst>
              </p14:cNvPr>
              <p14:cNvContentPartPr/>
              <p14:nvPr/>
            </p14:nvContentPartPr>
            <p14:xfrm>
              <a:off x="2840976" y="4252680"/>
              <a:ext cx="141840" cy="29520"/>
            </p14:xfrm>
          </p:contentPart>
        </mc:Choice>
        <mc:Fallback>
          <p:pic>
            <p:nvPicPr>
              <p:cNvPr id="265" name="Ink 264">
                <a:extLst>
                  <a:ext uri="{FF2B5EF4-FFF2-40B4-BE49-F238E27FC236}">
                    <a16:creationId xmlns:a16="http://schemas.microsoft.com/office/drawing/2014/main" id="{F9B443DA-402D-4EA3-2142-CA2422211EE7}"/>
                  </a:ext>
                </a:extLst>
              </p:cNvPr>
              <p:cNvPicPr/>
              <p:nvPr/>
            </p:nvPicPr>
            <p:blipFill>
              <a:blip r:embed="rId279"/>
              <a:stretch>
                <a:fillRect/>
              </a:stretch>
            </p:blipFill>
            <p:spPr>
              <a:xfrm>
                <a:off x="2836656" y="4248360"/>
                <a:ext cx="150480" cy="38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80">
            <p14:nvContentPartPr>
              <p14:cNvPr id="266" name="Ink 265">
                <a:extLst>
                  <a:ext uri="{FF2B5EF4-FFF2-40B4-BE49-F238E27FC236}">
                    <a16:creationId xmlns:a16="http://schemas.microsoft.com/office/drawing/2014/main" id="{FDDD5E27-7863-EF6A-0685-88913CFF8101}"/>
                  </a:ext>
                </a:extLst>
              </p14:cNvPr>
              <p14:cNvContentPartPr/>
              <p14:nvPr/>
            </p14:nvContentPartPr>
            <p14:xfrm>
              <a:off x="2989656" y="4335840"/>
              <a:ext cx="22320" cy="20520"/>
            </p14:xfrm>
          </p:contentPart>
        </mc:Choice>
        <mc:Fallback>
          <p:pic>
            <p:nvPicPr>
              <p:cNvPr id="266" name="Ink 265">
                <a:extLst>
                  <a:ext uri="{FF2B5EF4-FFF2-40B4-BE49-F238E27FC236}">
                    <a16:creationId xmlns:a16="http://schemas.microsoft.com/office/drawing/2014/main" id="{FDDD5E27-7863-EF6A-0685-88913CFF8101}"/>
                  </a:ext>
                </a:extLst>
              </p:cNvPr>
              <p:cNvPicPr/>
              <p:nvPr/>
            </p:nvPicPr>
            <p:blipFill>
              <a:blip r:embed="rId281"/>
              <a:stretch>
                <a:fillRect/>
              </a:stretch>
            </p:blipFill>
            <p:spPr>
              <a:xfrm>
                <a:off x="2985336" y="4331520"/>
                <a:ext cx="30960" cy="29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82">
            <p14:nvContentPartPr>
              <p14:cNvPr id="267" name="Ink 266">
                <a:extLst>
                  <a:ext uri="{FF2B5EF4-FFF2-40B4-BE49-F238E27FC236}">
                    <a16:creationId xmlns:a16="http://schemas.microsoft.com/office/drawing/2014/main" id="{67E721D2-4825-1B7A-42EF-A90725DB0714}"/>
                  </a:ext>
                </a:extLst>
              </p14:cNvPr>
              <p14:cNvContentPartPr/>
              <p14:nvPr/>
            </p14:nvContentPartPr>
            <p14:xfrm>
              <a:off x="3154896" y="4250520"/>
              <a:ext cx="249840" cy="205920"/>
            </p14:xfrm>
          </p:contentPart>
        </mc:Choice>
        <mc:Fallback>
          <p:pic>
            <p:nvPicPr>
              <p:cNvPr id="267" name="Ink 266">
                <a:extLst>
                  <a:ext uri="{FF2B5EF4-FFF2-40B4-BE49-F238E27FC236}">
                    <a16:creationId xmlns:a16="http://schemas.microsoft.com/office/drawing/2014/main" id="{67E721D2-4825-1B7A-42EF-A90725DB0714}"/>
                  </a:ext>
                </a:extLst>
              </p:cNvPr>
              <p:cNvPicPr/>
              <p:nvPr/>
            </p:nvPicPr>
            <p:blipFill>
              <a:blip r:embed="rId283"/>
              <a:stretch>
                <a:fillRect/>
              </a:stretch>
            </p:blipFill>
            <p:spPr>
              <a:xfrm>
                <a:off x="3150576" y="4246200"/>
                <a:ext cx="258480" cy="214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84">
            <p14:nvContentPartPr>
              <p14:cNvPr id="268" name="Ink 267">
                <a:extLst>
                  <a:ext uri="{FF2B5EF4-FFF2-40B4-BE49-F238E27FC236}">
                    <a16:creationId xmlns:a16="http://schemas.microsoft.com/office/drawing/2014/main" id="{D0464253-F0B6-BDB7-C213-1CC2955F4951}"/>
                  </a:ext>
                </a:extLst>
              </p14:cNvPr>
              <p14:cNvContentPartPr/>
              <p14:nvPr/>
            </p14:nvContentPartPr>
            <p14:xfrm>
              <a:off x="3509136" y="4131000"/>
              <a:ext cx="78480" cy="183240"/>
            </p14:xfrm>
          </p:contentPart>
        </mc:Choice>
        <mc:Fallback>
          <p:pic>
            <p:nvPicPr>
              <p:cNvPr id="268" name="Ink 267">
                <a:extLst>
                  <a:ext uri="{FF2B5EF4-FFF2-40B4-BE49-F238E27FC236}">
                    <a16:creationId xmlns:a16="http://schemas.microsoft.com/office/drawing/2014/main" id="{D0464253-F0B6-BDB7-C213-1CC2955F4951}"/>
                  </a:ext>
                </a:extLst>
              </p:cNvPr>
              <p:cNvPicPr/>
              <p:nvPr/>
            </p:nvPicPr>
            <p:blipFill>
              <a:blip r:embed="rId285"/>
              <a:stretch>
                <a:fillRect/>
              </a:stretch>
            </p:blipFill>
            <p:spPr>
              <a:xfrm>
                <a:off x="3504816" y="4126680"/>
                <a:ext cx="87120" cy="191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86">
            <p14:nvContentPartPr>
              <p14:cNvPr id="269" name="Ink 268">
                <a:extLst>
                  <a:ext uri="{FF2B5EF4-FFF2-40B4-BE49-F238E27FC236}">
                    <a16:creationId xmlns:a16="http://schemas.microsoft.com/office/drawing/2014/main" id="{6EEFCE55-1735-6CB5-0F0A-8D90444A58DD}"/>
                  </a:ext>
                </a:extLst>
              </p14:cNvPr>
              <p14:cNvContentPartPr/>
              <p14:nvPr/>
            </p14:nvContentPartPr>
            <p14:xfrm>
              <a:off x="3509136" y="4200840"/>
              <a:ext cx="83160" cy="1080"/>
            </p14:xfrm>
          </p:contentPart>
        </mc:Choice>
        <mc:Fallback>
          <p:pic>
            <p:nvPicPr>
              <p:cNvPr id="269" name="Ink 268">
                <a:extLst>
                  <a:ext uri="{FF2B5EF4-FFF2-40B4-BE49-F238E27FC236}">
                    <a16:creationId xmlns:a16="http://schemas.microsoft.com/office/drawing/2014/main" id="{6EEFCE55-1735-6CB5-0F0A-8D90444A58DD}"/>
                  </a:ext>
                </a:extLst>
              </p:cNvPr>
              <p:cNvPicPr/>
              <p:nvPr/>
            </p:nvPicPr>
            <p:blipFill>
              <a:blip r:embed="rId287"/>
              <a:stretch>
                <a:fillRect/>
              </a:stretch>
            </p:blipFill>
            <p:spPr>
              <a:xfrm>
                <a:off x="3504816" y="4196520"/>
                <a:ext cx="91800" cy="9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88">
            <p14:nvContentPartPr>
              <p14:cNvPr id="272" name="Ink 271">
                <a:extLst>
                  <a:ext uri="{FF2B5EF4-FFF2-40B4-BE49-F238E27FC236}">
                    <a16:creationId xmlns:a16="http://schemas.microsoft.com/office/drawing/2014/main" id="{A78173FE-052F-F060-02A4-F307AEEF166D}"/>
                  </a:ext>
                </a:extLst>
              </p14:cNvPr>
              <p14:cNvContentPartPr/>
              <p14:nvPr/>
            </p14:nvContentPartPr>
            <p14:xfrm>
              <a:off x="3623616" y="4095000"/>
              <a:ext cx="239400" cy="203040"/>
            </p14:xfrm>
          </p:contentPart>
        </mc:Choice>
        <mc:Fallback>
          <p:pic>
            <p:nvPicPr>
              <p:cNvPr id="272" name="Ink 271">
                <a:extLst>
                  <a:ext uri="{FF2B5EF4-FFF2-40B4-BE49-F238E27FC236}">
                    <a16:creationId xmlns:a16="http://schemas.microsoft.com/office/drawing/2014/main" id="{A78173FE-052F-F060-02A4-F307AEEF166D}"/>
                  </a:ext>
                </a:extLst>
              </p:cNvPr>
              <p:cNvPicPr/>
              <p:nvPr/>
            </p:nvPicPr>
            <p:blipFill>
              <a:blip r:embed="rId289"/>
              <a:stretch>
                <a:fillRect/>
              </a:stretch>
            </p:blipFill>
            <p:spPr>
              <a:xfrm>
                <a:off x="3619296" y="4090680"/>
                <a:ext cx="248040" cy="211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90">
            <p14:nvContentPartPr>
              <p14:cNvPr id="273" name="Ink 272">
                <a:extLst>
                  <a:ext uri="{FF2B5EF4-FFF2-40B4-BE49-F238E27FC236}">
                    <a16:creationId xmlns:a16="http://schemas.microsoft.com/office/drawing/2014/main" id="{F606AB4F-BD6F-3508-7737-D97E5F887F40}"/>
                  </a:ext>
                </a:extLst>
              </p14:cNvPr>
              <p14:cNvContentPartPr/>
              <p14:nvPr/>
            </p14:nvContentPartPr>
            <p14:xfrm>
              <a:off x="3883896" y="4192920"/>
              <a:ext cx="108360" cy="102600"/>
            </p14:xfrm>
          </p:contentPart>
        </mc:Choice>
        <mc:Fallback>
          <p:pic>
            <p:nvPicPr>
              <p:cNvPr id="273" name="Ink 272">
                <a:extLst>
                  <a:ext uri="{FF2B5EF4-FFF2-40B4-BE49-F238E27FC236}">
                    <a16:creationId xmlns:a16="http://schemas.microsoft.com/office/drawing/2014/main" id="{F606AB4F-BD6F-3508-7737-D97E5F887F40}"/>
                  </a:ext>
                </a:extLst>
              </p:cNvPr>
              <p:cNvPicPr/>
              <p:nvPr/>
            </p:nvPicPr>
            <p:blipFill>
              <a:blip r:embed="rId291"/>
              <a:stretch>
                <a:fillRect/>
              </a:stretch>
            </p:blipFill>
            <p:spPr>
              <a:xfrm>
                <a:off x="3879576" y="4188600"/>
                <a:ext cx="117000" cy="111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92">
            <p14:nvContentPartPr>
              <p14:cNvPr id="274" name="Ink 273">
                <a:extLst>
                  <a:ext uri="{FF2B5EF4-FFF2-40B4-BE49-F238E27FC236}">
                    <a16:creationId xmlns:a16="http://schemas.microsoft.com/office/drawing/2014/main" id="{5310C5C9-AB96-C813-93D9-873C38D1DEEC}"/>
                  </a:ext>
                </a:extLst>
              </p14:cNvPr>
              <p14:cNvContentPartPr/>
              <p14:nvPr/>
            </p14:nvContentPartPr>
            <p14:xfrm>
              <a:off x="4057776" y="4183560"/>
              <a:ext cx="90720" cy="130320"/>
            </p14:xfrm>
          </p:contentPart>
        </mc:Choice>
        <mc:Fallback>
          <p:pic>
            <p:nvPicPr>
              <p:cNvPr id="274" name="Ink 273">
                <a:extLst>
                  <a:ext uri="{FF2B5EF4-FFF2-40B4-BE49-F238E27FC236}">
                    <a16:creationId xmlns:a16="http://schemas.microsoft.com/office/drawing/2014/main" id="{5310C5C9-AB96-C813-93D9-873C38D1DEEC}"/>
                  </a:ext>
                </a:extLst>
              </p:cNvPr>
              <p:cNvPicPr/>
              <p:nvPr/>
            </p:nvPicPr>
            <p:blipFill>
              <a:blip r:embed="rId293"/>
              <a:stretch>
                <a:fillRect/>
              </a:stretch>
            </p:blipFill>
            <p:spPr>
              <a:xfrm>
                <a:off x="4053456" y="4179240"/>
                <a:ext cx="99360" cy="138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94">
            <p14:nvContentPartPr>
              <p14:cNvPr id="275" name="Ink 274">
                <a:extLst>
                  <a:ext uri="{FF2B5EF4-FFF2-40B4-BE49-F238E27FC236}">
                    <a16:creationId xmlns:a16="http://schemas.microsoft.com/office/drawing/2014/main" id="{4E0E6BBD-6278-0F4E-147F-D25ADAC3A73D}"/>
                  </a:ext>
                </a:extLst>
              </p14:cNvPr>
              <p14:cNvContentPartPr/>
              <p14:nvPr/>
            </p14:nvContentPartPr>
            <p14:xfrm>
              <a:off x="4091976" y="4186080"/>
              <a:ext cx="102600" cy="72720"/>
            </p14:xfrm>
          </p:contentPart>
        </mc:Choice>
        <mc:Fallback>
          <p:pic>
            <p:nvPicPr>
              <p:cNvPr id="275" name="Ink 274">
                <a:extLst>
                  <a:ext uri="{FF2B5EF4-FFF2-40B4-BE49-F238E27FC236}">
                    <a16:creationId xmlns:a16="http://schemas.microsoft.com/office/drawing/2014/main" id="{4E0E6BBD-6278-0F4E-147F-D25ADAC3A73D}"/>
                  </a:ext>
                </a:extLst>
              </p:cNvPr>
              <p:cNvPicPr/>
              <p:nvPr/>
            </p:nvPicPr>
            <p:blipFill>
              <a:blip r:embed="rId295"/>
              <a:stretch>
                <a:fillRect/>
              </a:stretch>
            </p:blipFill>
            <p:spPr>
              <a:xfrm>
                <a:off x="4087656" y="4181760"/>
                <a:ext cx="111240" cy="81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96">
            <p14:nvContentPartPr>
              <p14:cNvPr id="276" name="Ink 275">
                <a:extLst>
                  <a:ext uri="{FF2B5EF4-FFF2-40B4-BE49-F238E27FC236}">
                    <a16:creationId xmlns:a16="http://schemas.microsoft.com/office/drawing/2014/main" id="{EA4F3D91-057E-9BA8-67E7-4A24A18042D3}"/>
                  </a:ext>
                </a:extLst>
              </p14:cNvPr>
              <p14:cNvContentPartPr/>
              <p14:nvPr/>
            </p14:nvContentPartPr>
            <p14:xfrm>
              <a:off x="4301496" y="4086360"/>
              <a:ext cx="68760" cy="222840"/>
            </p14:xfrm>
          </p:contentPart>
        </mc:Choice>
        <mc:Fallback>
          <p:pic>
            <p:nvPicPr>
              <p:cNvPr id="276" name="Ink 275">
                <a:extLst>
                  <a:ext uri="{FF2B5EF4-FFF2-40B4-BE49-F238E27FC236}">
                    <a16:creationId xmlns:a16="http://schemas.microsoft.com/office/drawing/2014/main" id="{EA4F3D91-057E-9BA8-67E7-4A24A18042D3}"/>
                  </a:ext>
                </a:extLst>
              </p:cNvPr>
              <p:cNvPicPr/>
              <p:nvPr/>
            </p:nvPicPr>
            <p:blipFill>
              <a:blip r:embed="rId297"/>
              <a:stretch>
                <a:fillRect/>
              </a:stretch>
            </p:blipFill>
            <p:spPr>
              <a:xfrm>
                <a:off x="4297176" y="4082040"/>
                <a:ext cx="77400" cy="231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98">
            <p14:nvContentPartPr>
              <p14:cNvPr id="277" name="Ink 276">
                <a:extLst>
                  <a:ext uri="{FF2B5EF4-FFF2-40B4-BE49-F238E27FC236}">
                    <a16:creationId xmlns:a16="http://schemas.microsoft.com/office/drawing/2014/main" id="{CEF039DB-FD7D-3FD0-3EE8-AA3A4F33E02C}"/>
                  </a:ext>
                </a:extLst>
              </p14:cNvPr>
              <p14:cNvContentPartPr/>
              <p14:nvPr/>
            </p14:nvContentPartPr>
            <p14:xfrm>
              <a:off x="4279536" y="4198320"/>
              <a:ext cx="119880" cy="15120"/>
            </p14:xfrm>
          </p:contentPart>
        </mc:Choice>
        <mc:Fallback>
          <p:pic>
            <p:nvPicPr>
              <p:cNvPr id="277" name="Ink 276">
                <a:extLst>
                  <a:ext uri="{FF2B5EF4-FFF2-40B4-BE49-F238E27FC236}">
                    <a16:creationId xmlns:a16="http://schemas.microsoft.com/office/drawing/2014/main" id="{CEF039DB-FD7D-3FD0-3EE8-AA3A4F33E02C}"/>
                  </a:ext>
                </a:extLst>
              </p:cNvPr>
              <p:cNvPicPr/>
              <p:nvPr/>
            </p:nvPicPr>
            <p:blipFill>
              <a:blip r:embed="rId299"/>
              <a:stretch>
                <a:fillRect/>
              </a:stretch>
            </p:blipFill>
            <p:spPr>
              <a:xfrm>
                <a:off x="4275216" y="4194000"/>
                <a:ext cx="128520" cy="23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00">
            <p14:nvContentPartPr>
              <p14:cNvPr id="278" name="Ink 277">
                <a:extLst>
                  <a:ext uri="{FF2B5EF4-FFF2-40B4-BE49-F238E27FC236}">
                    <a16:creationId xmlns:a16="http://schemas.microsoft.com/office/drawing/2014/main" id="{9206BBA9-27D8-9EA4-091B-DE1D16E6DC1A}"/>
                  </a:ext>
                </a:extLst>
              </p14:cNvPr>
              <p14:cNvContentPartPr/>
              <p14:nvPr/>
            </p14:nvContentPartPr>
            <p14:xfrm>
              <a:off x="4427496" y="4121280"/>
              <a:ext cx="99000" cy="210600"/>
            </p14:xfrm>
          </p:contentPart>
        </mc:Choice>
        <mc:Fallback>
          <p:pic>
            <p:nvPicPr>
              <p:cNvPr id="278" name="Ink 277">
                <a:extLst>
                  <a:ext uri="{FF2B5EF4-FFF2-40B4-BE49-F238E27FC236}">
                    <a16:creationId xmlns:a16="http://schemas.microsoft.com/office/drawing/2014/main" id="{9206BBA9-27D8-9EA4-091B-DE1D16E6DC1A}"/>
                  </a:ext>
                </a:extLst>
              </p:cNvPr>
              <p:cNvPicPr/>
              <p:nvPr/>
            </p:nvPicPr>
            <p:blipFill>
              <a:blip r:embed="rId301"/>
              <a:stretch>
                <a:fillRect/>
              </a:stretch>
            </p:blipFill>
            <p:spPr>
              <a:xfrm>
                <a:off x="4423176" y="4116960"/>
                <a:ext cx="107640" cy="219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02">
            <p14:nvContentPartPr>
              <p14:cNvPr id="279" name="Ink 278">
                <a:extLst>
                  <a:ext uri="{FF2B5EF4-FFF2-40B4-BE49-F238E27FC236}">
                    <a16:creationId xmlns:a16="http://schemas.microsoft.com/office/drawing/2014/main" id="{3846FDB0-665F-4418-82BB-D6178B93D846}"/>
                  </a:ext>
                </a:extLst>
              </p14:cNvPr>
              <p14:cNvContentPartPr/>
              <p14:nvPr/>
            </p14:nvContentPartPr>
            <p14:xfrm>
              <a:off x="4616136" y="4088520"/>
              <a:ext cx="60120" cy="243360"/>
            </p14:xfrm>
          </p:contentPart>
        </mc:Choice>
        <mc:Fallback>
          <p:pic>
            <p:nvPicPr>
              <p:cNvPr id="279" name="Ink 278">
                <a:extLst>
                  <a:ext uri="{FF2B5EF4-FFF2-40B4-BE49-F238E27FC236}">
                    <a16:creationId xmlns:a16="http://schemas.microsoft.com/office/drawing/2014/main" id="{3846FDB0-665F-4418-82BB-D6178B93D846}"/>
                  </a:ext>
                </a:extLst>
              </p:cNvPr>
              <p:cNvPicPr/>
              <p:nvPr/>
            </p:nvPicPr>
            <p:blipFill>
              <a:blip r:embed="rId303"/>
              <a:stretch>
                <a:fillRect/>
              </a:stretch>
            </p:blipFill>
            <p:spPr>
              <a:xfrm>
                <a:off x="4611816" y="4084200"/>
                <a:ext cx="68760" cy="25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04">
            <p14:nvContentPartPr>
              <p14:cNvPr id="280" name="Ink 279">
                <a:extLst>
                  <a:ext uri="{FF2B5EF4-FFF2-40B4-BE49-F238E27FC236}">
                    <a16:creationId xmlns:a16="http://schemas.microsoft.com/office/drawing/2014/main" id="{4D6A1385-9326-EDA4-7C78-F808B573FF66}"/>
                  </a:ext>
                </a:extLst>
              </p14:cNvPr>
              <p14:cNvContentPartPr/>
              <p14:nvPr/>
            </p14:nvContentPartPr>
            <p14:xfrm>
              <a:off x="4835736" y="4201560"/>
              <a:ext cx="7560" cy="55800"/>
            </p14:xfrm>
          </p:contentPart>
        </mc:Choice>
        <mc:Fallback>
          <p:pic>
            <p:nvPicPr>
              <p:cNvPr id="280" name="Ink 279">
                <a:extLst>
                  <a:ext uri="{FF2B5EF4-FFF2-40B4-BE49-F238E27FC236}">
                    <a16:creationId xmlns:a16="http://schemas.microsoft.com/office/drawing/2014/main" id="{4D6A1385-9326-EDA4-7C78-F808B573FF66}"/>
                  </a:ext>
                </a:extLst>
              </p:cNvPr>
              <p:cNvPicPr/>
              <p:nvPr/>
            </p:nvPicPr>
            <p:blipFill>
              <a:blip r:embed="rId305"/>
              <a:stretch>
                <a:fillRect/>
              </a:stretch>
            </p:blipFill>
            <p:spPr>
              <a:xfrm>
                <a:off x="4831416" y="4197240"/>
                <a:ext cx="16200" cy="64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06">
            <p14:nvContentPartPr>
              <p14:cNvPr id="281" name="Ink 280">
                <a:extLst>
                  <a:ext uri="{FF2B5EF4-FFF2-40B4-BE49-F238E27FC236}">
                    <a16:creationId xmlns:a16="http://schemas.microsoft.com/office/drawing/2014/main" id="{01FD7BF4-635B-6691-04DE-418C30BA9FAF}"/>
                  </a:ext>
                </a:extLst>
              </p14:cNvPr>
              <p14:cNvContentPartPr/>
              <p14:nvPr/>
            </p14:nvContentPartPr>
            <p14:xfrm>
              <a:off x="4689216" y="4316040"/>
              <a:ext cx="122400" cy="163080"/>
            </p14:xfrm>
          </p:contentPart>
        </mc:Choice>
        <mc:Fallback>
          <p:pic>
            <p:nvPicPr>
              <p:cNvPr id="281" name="Ink 280">
                <a:extLst>
                  <a:ext uri="{FF2B5EF4-FFF2-40B4-BE49-F238E27FC236}">
                    <a16:creationId xmlns:a16="http://schemas.microsoft.com/office/drawing/2014/main" id="{01FD7BF4-635B-6691-04DE-418C30BA9FAF}"/>
                  </a:ext>
                </a:extLst>
              </p:cNvPr>
              <p:cNvPicPr/>
              <p:nvPr/>
            </p:nvPicPr>
            <p:blipFill>
              <a:blip r:embed="rId307"/>
              <a:stretch>
                <a:fillRect/>
              </a:stretch>
            </p:blipFill>
            <p:spPr>
              <a:xfrm>
                <a:off x="4684896" y="4311720"/>
                <a:ext cx="131040" cy="171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08">
            <p14:nvContentPartPr>
              <p14:cNvPr id="104" name="Ink 103">
                <a:extLst>
                  <a:ext uri="{FF2B5EF4-FFF2-40B4-BE49-F238E27FC236}">
                    <a16:creationId xmlns:a16="http://schemas.microsoft.com/office/drawing/2014/main" id="{C9B4B9A7-02F0-393F-CD4F-5CB9D2A47D2E}"/>
                  </a:ext>
                </a:extLst>
              </p14:cNvPr>
              <p14:cNvContentPartPr/>
              <p14:nvPr/>
            </p14:nvContentPartPr>
            <p14:xfrm>
              <a:off x="919656" y="5660496"/>
              <a:ext cx="240840" cy="351720"/>
            </p14:xfrm>
          </p:contentPart>
        </mc:Choice>
        <mc:Fallback>
          <p:pic>
            <p:nvPicPr>
              <p:cNvPr id="104" name="Ink 103">
                <a:extLst>
                  <a:ext uri="{FF2B5EF4-FFF2-40B4-BE49-F238E27FC236}">
                    <a16:creationId xmlns:a16="http://schemas.microsoft.com/office/drawing/2014/main" id="{C9B4B9A7-02F0-393F-CD4F-5CB9D2A47D2E}"/>
                  </a:ext>
                </a:extLst>
              </p:cNvPr>
              <p:cNvPicPr/>
              <p:nvPr/>
            </p:nvPicPr>
            <p:blipFill>
              <a:blip r:embed="rId309"/>
              <a:stretch>
                <a:fillRect/>
              </a:stretch>
            </p:blipFill>
            <p:spPr>
              <a:xfrm>
                <a:off x="913536" y="5654376"/>
                <a:ext cx="253080" cy="3639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35271112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37</Words>
  <Application>Microsoft Office PowerPoint</Application>
  <PresentationFormat>Widescreen</PresentationFormat>
  <Paragraphs>4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Aptos</vt:lpstr>
      <vt:lpstr>Aptos Display</vt:lpstr>
      <vt:lpstr>Arial</vt:lpstr>
      <vt:lpstr>Office Theme</vt:lpstr>
      <vt:lpstr>Linked  Queue</vt:lpstr>
      <vt:lpstr>A Queue basically is a First-in First-Out (FIFO) Data Structure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Cape Peninsula University of Technology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Tem Makhurane</dc:creator>
  <cp:lastModifiedBy>Tem Makhurane</cp:lastModifiedBy>
  <cp:revision>2</cp:revision>
  <dcterms:created xsi:type="dcterms:W3CDTF">2026-10-19T17:20:48Z</dcterms:created>
  <dcterms:modified xsi:type="dcterms:W3CDTF">2026-10-19T17:22:28Z</dcterms:modified>
</cp:coreProperties>
</file>