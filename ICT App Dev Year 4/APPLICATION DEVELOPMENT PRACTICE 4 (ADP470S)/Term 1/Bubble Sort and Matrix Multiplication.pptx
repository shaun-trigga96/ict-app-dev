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045AA-53D1-464C-AED7-09C0DE09821B}" v="1" dt="2026-03-05T15:56:14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06.5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814 10 160,'0'0'1230,"3"0"-1121,0 0 51,0-1-1,0 1 0,-1-1 1,1 1-1,0-1 0,12-6 11980,-23 12-6715,-39 31-5708,11-1 291,1 2-1,2 1 1,2 2-1,-47 78 0,68-100 15,2 1 0,0 0 0,-8 27 0,9-23 61,-1-1-1,-13 25 1,-117 227 705,80-153-184,-29 67 10,66-129-108,-23 98 1,12-31-106,10-38-34,5 2-1,-7 107 1,19-143-395,-6 35 87,-9 153 222,7 23-184,4-136-74,7 45 231,3-94-125,0-44-26,2 0 0,2 0-1,1 0 1,14 47 0,57 136 161,-42-128-29,11 53-149,17 44 97,-54-168-151,1-1-1,1 0 1,0-1 0,2 0-1,0-1 1,1-1 0,26 25 0,127 92 376,-97-80-350,4 0-29,-36-27 24,66 60 1,-89-69 199,22 30-1,-26-31 77,1-1-1,28 28 1,122 76 575,-117-88-587,-17-15-142,-22-13-156,0 0-1,0 0 1,0 1 0,0 0 0,5 5 1680,-55-7-1961,25-1-1168,1-1 0,-1 0 0,-24-4 0,40 3 896,1 0 0,-1 0 0,0 0 0,0 0 0,1 0 0,-1-1 0,1 1 0,-1-1 0,1 0 0,0 0-1,-1 0 1,1 0 0,0 0 0,0 0 0,-3-5 0,-15-22-8133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09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1 5651,'0'0'5842,"-71"131"-5233,65-97-81,4 6 256,2-9-128,0 2-287,0-10-97,0 2-224,4-6-48,2-6-32,5 1-432,1-3-1217,-1-3-1393,1-4-1424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0.3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155 0 2961,'0'0'9375,"4"24"-4818,-4-18-4252,-1 0 0,1 0 0,-1 0 0,0-1-1,-1 1 1,0-1 0,1 1 0,-2-1 0,1 1 0,0-1 0,-8 10 0,0-1 86,-1-1 1,-22 20 0,24-24-333,0 0 0,0 0 0,1 1 0,0 0 0,0 0 0,2 0 0,-9 17 0,14-26-62,0 1-1,0 0 0,0 0 1,0 0-1,1 0 0,-1 0 1,1 0-1,-1 0 0,1 0 0,0 0 1,0 0-1,0 0 0,0 0 1,0 0-1,0 0 0,0 0 1,1 0-1,-1 0 0,1 0 0,0 0 1,-1 0-1,1 0 0,0-1 1,0 1-1,0 0 0,0 0 1,0-1-1,1 1 0,-1 0 0,1-1 1,-1 0-1,1 1 0,-1-1 1,1 0-1,0 0 0,-1 0 0,1 0 1,0 0-1,3 1 0,7 2-14,1-1 0,-1 0 0,0-1 0,1 0 1,16-1-1,-16 0 9,39 3-27,282 25-285,-360-21-10409,6-8 4764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0.5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95 1 2289,'0'0'13862,"-94"140"-11236,94-100-1538,0-3-1056,6-6-32,21-5-880,9-10-1521,3-7-2418,7-9-2784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2.0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41 6675,'0'0'12288,"-3"-3"-11549,-6-6-284,12 3 138,28 1 455,-15 3-876,-2 0 19,31-5 110,1 3 0,-1 1 0,63 5 0,-105-2-298,-1 1-1,1-1 0,-1 1 0,0 0 0,1 0 0,-1 0 1,0 0-1,1 0 0,-1 0 0,0 1 0,0-1 1,0 1-1,0-1 0,0 1 0,-1 0 0,1 0 0,0 0 1,-1 0-1,0 0 0,1 0 0,-1 0 0,0 0 1,0 1-1,0-1 0,0 0 0,0 1 0,0 4 0,2 6 46,-2 1 1,1-1-1,-2 0 0,0 15 0,0-12 32,-3 17 70,-1-1 0,-1 1 0,-1-1 0,-16 45-1,11-44-908,2-1 0,2 2 0,1-1-1,-3 52 1,9-71-2282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2.2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6675,'0'0'3330,"129"-4"-1714,-56 4-1360,21 0-256,11 0-1904,8 0-5188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2.8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260 10 8852,'0'0'14316,"-14"-2"-13662,1 0-502,8 0-92,0 1-1,-1 0 1,1 0-1,0 1 1,-1-1-1,1 1 1,0 0-1,-1 1 1,1-1 0,0 1-1,-1 0 1,1 0-1,0 1 1,-7 3-1,7-3-28,0 0 0,1 0 0,0 1-1,-1 0 1,1-1 0,0 2 0,0-1-1,0 0 1,1 1 0,-1 0-1,1 0 1,0 0 0,0 0 0,-3 6-1,5-6-50,0-1-1,0 1 1,0-1-1,0 1 0,1 0 1,0-1-1,-1 1 1,1 0-1,1 0 0,-1-1 1,0 1-1,1 0 1,0-1-1,0 1 1,0-1-1,0 1 0,1-1 1,-1 1-1,1-1 1,0 0-1,3 4 0,12 17-491,1-1 0,21 21 0,-23-28 36,-2 0 1,0 1 0,-1 1-1,0 0 1,16 32 0,-28-47 358,1 0 0,-1 0 1,0 0-1,0 0 0,-1 0 0,1 1 1,0-1-1,-1 0 0,0 0 1,0 0-1,0 1 0,0-1 1,-1 5-1,0-6 107,0 0 1,0 0-1,1-1 0,-2 1 1,1-1-1,0 1 0,0-1 1,0 1-1,-1-1 1,1 0-1,0 1 0,-1-1 1,1 0-1,-1 0 0,0 0 1,1 0-1,-1-1 1,0 1-1,0 0 0,1-1 1,-1 1-1,0-1 0,-3 1 1,-25 3 108,-1-1-1,0-1 1,0-2 0,-42-4-1,70 3-63,1 1 0,-1 0 0,1 0 0,-1-1 0,1 0 0,0 1 0,-1-1 0,1 0 0,0 0 0,0 0 0,0-1 0,-1 1 0,1 0 0,0-1 0,1 1 0,-1-1 0,-2-2 0,4 4-23,-1-1 1,1 0-1,0 1 0,-1-1 1,1 0-1,0 1 1,0-1-1,0 0 0,-1 0 1,1 1-1,0-1 1,0 0-1,0 0 0,0 1 1,0-1-1,0 0 1,0 0-1,0 1 0,1-1 1,-1 0-1,0 1 1,1-2-1,0 0-2,0 1-1,0-1 1,0 1 0,0-1-1,1 1 1,-1-1 0,1 1-1,-1 0 1,1-1 0,-1 1 0,1 0-1,2-1 1,23-11-13,1 1 1,1 1 0,54-12-1,-51 15-7,-1-1 0,0-1 1,53-27-1,-75 33 106,-1-1 0,0-1 0,0 0 0,-1 0 0,0 0 0,0-1 0,0 0 1,-1 0-1,0-1 0,0 0 0,0 0 0,-2 0 0,1-1 0,-1 0 0,0 1 0,0-1 1,2-12-1,-4 13 192,0 0 0,-1-1 1,0 0-1,0 1 1,-1-1-1,0 0 0,-1-10 1,1 17-180,-1-1 1,1 1 0,-1-1-1,1 1 1,-1 0 0,0-1-1,0 1 1,0 0 0,0 0 0,0 0-1,-1 0 1,1 0 0,-1 0-1,1 0 1,-1 0 0,0 0-1,0 1 1,1-1 0,-1 0-1,0 1 1,-1 0 0,1 0-1,0-1 1,0 1 0,0 0-1,-1 1 1,1-1 0,-5-1 0,-54 1-185,61 1-1,-1 0 1,1 0 0,-1 1-1,1-1 1,-1 0-1,1 0 1,0 0-1,-1 1 1,1-1 0,-1 0-1,1 1 1,0-1-1,-1 0 1,1 1-1,0-1 1,-1 1 0,1-1-1,0 0 1,-1 1-1,1-1 1,0 1-1,0-1 1,0 1 0,0-1-1,-1 1 1,1-1-1,0 1 1,0-1 0,0 1-1,0-1 1,0 1-1,0-1 1,0 1-1,0-1 1,0 1 0,0-1-1,1 1 1,6 21-3227,23-2-1837,15 0-2912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4.2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185 0 6243,'0'0'15322,"-16"25"-13444,-51 83-624,50-77-936,1 0 1,2 1-1,2 1 0,-10 34 1,5-12-1343,14-32-3751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4.5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158 1 1665,'0'0'16044,"-20"13"-13650,-65 43-831,80-52-1485,0 1 0,1-1 0,0 1 0,0 0 0,0 0 0,0 1 0,1-1 0,0 1 0,0 0 0,1 0 1,-1-1-1,1 2 0,0-1 0,1 0 0,0 0 0,0 1 0,0-1 0,1 0 0,-1 1 0,3 11 0,-2-12-50,-1-4-29,1 1-1,0-1 1,0 0-1,0 0 1,0 0-1,0 1 1,1-1-1,-1 0 1,1 0-1,-1 0 1,1 0-1,0 0 1,0 0-1,0 0 1,0 0-1,0 0 1,0 0-1,0 0 1,3 2-1,-1-3-21,0 1 1,0-1-1,1 0 0,-1 0 1,0 0-1,1-1 0,-1 1 0,1-1 1,-1 0-1,0 0 0,1 0 1,4-1-1,-1 0 11,0 0 0,0-1 0,0 0 0,-1 0 0,1-1 0,0 0 0,-1 0 0,0 0 0,0-1 0,0 0 0,0 0 0,-1 0 0,1-1 0,-1 0 0,5-6 0,1-1-47,0-2 1,0 1-1,-2-1 0,0-1 0,9-18 1,-15 26-9,0 0 0,-1-1 0,0 1 1,0-1-1,0 0 0,-1 0 0,0-8 1,-1-15-2882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4.9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62 0 5394,'0'0'13735,"0"124"-12022,-17-89-401,4-1-447,3-3-545,-1-6-256,7-2-64,0-8-32,2-3-513,2-3-975,0-3-1586,25-6-8691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5.1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0 2161,'0'0'21114,"-106"126"-20570,106-101-512,0-2-32,0 0-656,12-6-1409,1-5-1361,6-8-3473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1.0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337 0 12054,'0'0'7149,"-21"5"-4529,0-2-2144,7 0-261,0 0 0,1 0 0,-1 1 0,0 1 0,1 0 0,0 1 0,-20 12 0,20-11-74,0 2 1,1 0 0,0 1-1,0 0 1,-12 13-1,22-20-143,0-1 0,-1 1-1,1 0 1,0 0 0,1 0-1,-1-1 1,0 2 0,1-1 0,0 0-1,-1 0 1,1 0 0,0 1 0,1-1-1,-1 0 1,1 1 0,-1-1 0,1 1-1,0-1 1,1 1 0,-1-1 0,0 0-1,1 1 1,0-1 0,0 0 0,0 1-1,0-1 1,0 0 0,1 0 0,-1 0-1,4 5 1,5 3-126,1 0 1,1-1-1,0 0 0,0 0 1,1-2-1,0 1 1,18 7-1,-13-6-81,2 2-119,-2-3-33,0 1 0,-1 2 0,0-1-1,16 16 1,-30-24 341,0 0 0,0 0 0,-1 0 0,1 0 0,0 0 0,-1 1 0,0-1 0,0 1 1,0-1-1,0 1 0,-1 0 0,1 0 0,-1 0 0,0 0 0,0 0 0,-1 0 0,1 0 0,-1 0 0,0 0 0,0 0 0,0 0 0,0 0 0,-1 0 0,1 1 0,-1-1 0,-2 5 0,0-5 85,1 1 1,-1-1-1,0 0 1,0 0-1,0 0 1,-1 0-1,1 0 0,-1-1 1,0 0-1,0 0 1,0 0-1,-1 0 1,1 0-1,-1-1 1,-7 3-1,-9 4 805,-46 11 0,66-20-840,-29 7 394,1-2 0,-44 3 1,15-6-8928,47-2 1401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1.2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13014,'0'0'4402,"161"8"-1249,-103 5-1984,-1-1-945,3-3-224,-10-3-864,-8-4-2322,-17-2-4497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3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357 71 8772,'0'0'4765,"-19"-10"-1516,-62-29-546,73 36-2420,0-1 1,0 1-1,0 0 1,-1 1-1,1 0 1,-1 0-1,1 1 1,-1 0-1,0 1 1,1 0 0,-1 0-1,0 1 1,0 0-1,-8 2 1,10-1-229,0 1 1,0 0-1,0 0 1,1 0-1,-1 1 0,1 0 1,0 0-1,0 1 1,1-1-1,-1 1 1,1 1-1,0-1 1,1 1-1,-1 0 1,1 0-1,0 0 1,0 0-1,1 1 1,0 0-1,0-1 1,1 1-1,0 0 1,0 1-1,-2 11 1,4-14-63,0-1 0,0 1 1,0-1-1,1 1 0,-1-1 0,1 1 0,0-1 1,1 0-1,-1 1 0,1-1 0,2 4 0,-2-5-11,0 0-1,1 0 0,0-1 0,-1 1 1,1-1-1,0 0 0,0 0 0,1 0 1,-1 0-1,0 0 0,1-1 0,-1 1 1,1-1-1,4 1 0,11 3-161,1-1-1,38 2 1,-39-4 19,0 0 0,37 10 0,-54-11 177,0 0 1,0 0-1,0 0 1,0 1-1,0-1 1,-1 1-1,1-1 1,-1 1-1,1 0 0,-1-1 1,1 1-1,-1 0 1,0 0-1,0 0 1,0 0-1,0 0 1,0 0-1,0 1 1,-1-1-1,1 0 1,-1 0-1,0 0 1,1 1-1,-1-1 1,0 0-1,0 1 1,0-1-1,-1 0 1,0 5-1,-1 5 126,0-1 0,0 1-1,-1 0 1,-6 14 0,-32 74 776,-26 72 415,31-53-3616,36-118 2053,-4 9-2236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5.5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0 3121,'0'0'20778,"-33"48"-19545,3-10 431,7 2-351,0 2-625,5-3-496,3 1-192,2-11 0,5-4-608,8-4-1153,0-12-1488,31-9-16024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5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20 10741,'0'0'8631,"18"-4"-7642,59-11-482,-74 15-469,1 0 0,-1 0-1,1 0 1,-1 1 0,0-1-1,1 1 1,-1 0 0,0 0 0,1 0-1,-1 0 1,0 1 0,0-1-1,0 1 1,0 0 0,0-1 0,-1 2-1,1-1 1,3 3 0,-2 0-11,0-1 0,0 1 0,-1 0 0,1 0 1,-1 1-1,0-1 0,3 10 0,-4-11-24,-1 1 0,1-1 0,-1 1 0,0-1 0,0 1 0,0 0 0,-1-1 0,0 1 0,0 0 0,0-1 0,0 1 0,-1 0 0,0 0 0,0-1 0,0 1 0,0-1-1,-1 1 1,0-1 0,0 0 0,0 1 0,-3 3 0,-4 3 12,0 0 0,-1-1 0,0 0 0,-1 0 0,-17 11-1,-20 18 91,47-38-95,-1 1 1,1-1-1,0 0 0,-1 1 1,1 0-1,0-1 1,0 1-1,0-1 1,0 1-1,0 0 0,0 0 1,1 0-1,-1-1 1,0 1-1,1 0 0,0 0 1,-1 0-1,1 0 1,0 3-1,0-4-9,1 1-1,-1-1 0,1 0 1,-1 1-1,1-1 1,0 0-1,-1 1 0,1-1 1,0 0-1,0 0 1,0 0-1,0 0 1,0 1-1,0-1 0,0-1 1,0 1-1,1 0 1,-1 0-1,0 0 0,0-1 1,1 1-1,-1 0 1,1-1-1,2 1 1,13 4-413,1 0 0,-1-2 0,30 2 0,58-2-6222,-101-3 6266,66 0-7627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7.0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0 400,'0'0'8604,"25"10"-7217,-3-2-1061,-2-2-69,0 2 0,0 0 0,-2 1 0,1 1 0,-1 1 1,0 1-1,16 13 0,5 11 286,-2 2 1,-1 1-1,-2 1 1,33 53-1,97 191 846,-117-186-1264,-5 2 0,-4 1 1,43 183-1,-55-156-109,-6 2 0,5 227 0,-23-214-1,-23 190 0,13-276 211,-2 0-1,-3-1 1,-2 0-1,-2-1 1,-3-1 0,-33 62-1,1-27 1630,-92 118 0,80-121-433,-63 113 1,13 65-392,57-123-683,54-134-335,2-4-24,0 1-1,-1-1 1,1 0 0,-1 0-1,0 0 1,0 0 0,-4 5-1,5-7-65,0-1-1,0 1 1,0 0-1,-1-1 0,1 1 1,0 0-1,-1-1 1,1 0-1,0 1 1,0-1-1,-1 0 1,1 0-1,-1 0 0,1 1 1,0-1-1,-1-1 1,1 1-1,0 0 1,-1 0-1,1 0 1,0-1-1,-1 1 1,1-1-1,-2 0 0,-8-3-1198,1-1-1,0-1 0,-18-10 1,24 13 169,1 0-1,-1 0 1,0 0 0,1-1 0,-1 1 0,1-1 0,-2-4 0,-3-12-5883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18.3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1566 81 880,'0'0'8682,"14"-12"-7559,40-38 67,-43 35 3494,-11 15-4661,0-1 0,0 1 0,0 0 0,0 0 0,0 0 1,0 0-1,0-1 0,0 1 0,0 0 0,0 0 0,0 0 0,-1 0 1,1 0-1,0-1 0,0 1 0,0 0 0,0 0 0,0 0 0,0 0 0,-1 0 1,1 0-1,0 0 0,0-1 0,0 1 0,0 0 0,-1 0 0,1 0 0,0 0 1,0 0-1,0 0 0,0 0 0,-1 0 0,1 0 0,0 0 0,0 0 1,0 0-1,0 0 0,-1 0 0,1 0 0,0 0 0,0 0 0,-1 1 0,-18 4-205,-1 5 224,1 1 1,0 1-1,1 1 1,-24 22 0,1-2 122,-263 230 778,13 22 898,284-278-1773,-310 347 1968,254-270-1679,3 3 1,-74 145 0,78-114 411,-70 210 1,100-239-451,3 2 1,5 0-1,-8 109 1,16 207 487,10-340-667,4 39 134,4 0 1,41 198-1,95 195 357,-128-455-476,1-1 1,2-1-1,3-1 1,1-1-1,1 0 0,33 38 1,-38-55-49,1-2 0,1 0 1,0-1-1,2-1 0,0-2 0,1 0 1,1-1-1,0-2 0,1 0 0,46 17 1,-57-27-75,-12-4-20,1 1 1,-1 0-1,0 0 1,0 0-1,0 0 1,0 1-1,0-1 1,0 1-1,4 2 1,-7-3 20,0 0-18,0 0-205,-20-16-9455,15 4 4089,1-1-2499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2.6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68 784,'0'0'2860,"0"-5"-2273,1-20 644,2-12 9827,-4 49-10845,-4 30 6,-2-1 0,-2 1 1,-20 55-1,9-30 54,8-35-154,9-25-276,0 1 1,0-1-1,1 1 1,0 0-1,0 0 1,-1 12-1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4.8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 2 1201,'0'0'13902,"5"-1"-12251,-5 1-1581,1 0 0,0 0 0,0 0 0,0-1 0,-1 1 0,1 0 0,0 0 0,0 0-1,-1 0 1,1 0 0,0 1 0,0-1 0,0 0 0,-1 0 0,1 0 0,0 1 0,0-1 0,-1 0 0,1 1-1,0-1 1,-1 1 0,1-1 0,0 1 0,-1-1 0,1 1 0,-1-1 0,1 1 0,-1-1 0,1 1 0,0 1-1,-1 0 58,0 0 0,0 0 0,0-1 0,0 1 0,0 0-1,-1 0 1,1 0 0,0 0 0,-1 0 0,0 0 0,1-1-1,-1 1 1,0 0 0,0-1 0,0 1 0,0 0 0,-2 2-1,-6 7 242,0-1 0,0 0 0,-1 0 0,-19 13-1,19-15-282,1 0-1,-1 0 1,1 1-1,1 0 1,0 0-1,-8 12 1,16-20-91,-1 0 1,0 0-1,1 0 0,-1 0 1,0 0-1,1 0 1,0 1-1,-1-1 0,1 0 1,0 0-1,-1 0 0,1 1 1,0-1-1,0 0 1,0 0-1,0 1 0,0-1 1,1 0-1,-1 0 1,0 1-1,0-1 0,1 0 1,-1 0-1,1 0 1,0 2-1,1-2-1,-1 1-1,1 0 1,-1-1-1,1 1 1,0-1 0,0 0-1,0 1 1,0-1 0,0 0-1,0 0 1,0 0 0,5 0-1,8 3-2,0-1 0,0-1 0,22 0 0,-26-1 25,480 53 118,-410-49-69,-80-5-160,-9-5-3887,-31-12-6283,10 1 1446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5.0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110 1 1457,'0'0'18888,"-107"108"-17943,105-62-369,2 0-416,0-2-160,17-2-32,14 0-592,11-7-1137,12-7-1184,11-12-1922,19-14-1552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6.9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28 4562,'0'0'1254,"18"-4"771,-1 0-1471,8-1 305,0 0-1,43-2 0,91 5 535,-157 2-1350,-1 0-1,1 1 1,-1-1 0,1 0-1,-1 1 1,0-1 0,1 1-1,-1 0 1,0-1 0,0 1 0,1 0-1,-1 0 1,0 0 0,0 0-1,0 0 1,0 0 0,0 0-1,0 0 1,0 0 0,0 0-1,-1 1 1,1-1 0,0 0-1,-1 1 1,1-1 0,-1 0 0,1 1-1,-1-1 1,0 1 0,1-1-1,-1 1 1,0-1 0,0 1-1,0-1 1,-1 3 0,2 5 411,-2 1 1,0 0 0,0-1-1,-4 17 1,-6 8 587,-2 1 0,-27 51 0,-10 25 530,36-70-1053,1 1 0,3 0 0,-9 66 0,11 53-4855,16-199-8881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7.1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9188,'0'0'5219,"158"-4"-3379,-70 4-1487,15 0-353,20 8-1761,13-1-3746,12-7-2881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3.2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50 2993,'0'0'8356,"13"-8"-7942,-4 2-350,0 1 1,1 0-1,0 1 1,0 0-1,0 0 1,0 1-1,0 0 1,1 1-1,-1 0 1,16 0-1,29 0 457,90 2 504,-130 1-990,-1 1 1,0 0 0,0 1-1,0 1 1,0 0-1,-1 0 1,23 12 0,-33-14-35,-1-1 1,0 0 0,0 1 0,0-1-1,0 1 1,0 0 0,0 0 0,0-1-1,-1 1 1,1 0 0,-1 1 0,1-1-1,-1 0 1,0 0 0,0 1 0,0-1-1,0 0 1,0 1 0,0-1 0,-1 1 0,1 0-1,-1-1 1,0 1 0,0-1 0,0 1-1,0-1 1,-1 5 0,0-2 44,0-1 0,0 1 0,-1 0 1,0-1-1,1 1 0,-2-1 0,1 0 1,-1 1-1,1-1 0,-1 0 0,0-1 0,0 1 1,-6 5-1,-28 20 1064,-61 38 1,57-41 31,-47 39 1,85-63-1103,0 0 1,0 1-1,1 0 1,-1-1-1,1 1 0,0 0 1,0 0-1,0 1 1,0-1-1,0 0 1,1 0-1,-1 1 0,1-1 1,0 1-1,0 0 1,0 5-1,1-6-45,0-1 0,0 0-1,1 1 1,-1-1 0,1 0 0,-1 0 0,1 1-1,0-1 1,0 0 0,0 0 0,0 0 0,0 0-1,1 0 1,-1 0 0,1-1 0,-1 1 0,1 0-1,0-1 1,-1 1 0,1-1 0,0 0 0,0 1 0,0-1-1,0 0 1,0 0 0,0 0 0,3 0 0,12 6-82,1-2 1,0 0-1,0-1 1,0-1-1,27 2 1,99-4-1391,-77-2 138,42-2-2367,-9-9-1841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3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0 125 3730,'0'0'12870,"25"-18"-11670,82-56-562,-99 70-596,0 0 0,1 0 0,-1 1 0,1 0 0,-1 0 0,1 1 0,0 0 0,0 0 0,0 1 0,0 0 1,0 1-1,12 1 0,4-1-13,22-2 23,3 0-7,83 7-1,-131-5-42,0 0 0,0 0 0,0 0-1,0 1 1,0-1 0,-1 1-1,1 0 1,0-1 0,0 1-1,0 0 1,-1 0 0,1 0-1,-1 0 1,1 0 0,-1 1 0,1-1-1,-1 0 1,1 1 0,-1-1-1,0 1 1,0-1 0,0 1-1,0 0 1,0 0 0,1 2-1,-1 3 52,1-1-1,-1 1 0,-1-1 1,1 1-1,-1-1 0,-1 8 0,0 5 136,1-14-171,0-1 0,-1 1-1,0-1 1,0 1 0,0-1 0,-1 1-1,0-1 1,1 0 0,-1 0 0,-1 0-1,1 0 1,-1 0 0,1 0 0,-1 0-1,-5 4 1,0 0-5,0-1-1,0-1 0,0 1 1,-1-1-1,-17 8 0,26-14-63,-1 1 1,0-1-1,0 0 0,0 1 1,1 0-1,-1-1 0,0 1 0,1-1 1,-1 1-1,0 0 0,1-1 0,-1 1 1,1 0-1,-1 0 0,1-1 0,-1 1 1,1 0-1,0 0 0,-1 0 0,1 0 1,0 0-1,0 0 0,-1-1 1,1 1-1,0 0 0,0 0 0,0 0 1,0 0-1,0 0 0,0 0 0,1 0 1,-1 0-1,0 0 0,0 0 0,1-1 1,-1 1-1,0 0 0,1 0 0,-1 0 1,2 1-1,26 31-130,-23-28 228,7 9-16,1 0 0,-2 0 0,15 23 0,-22-29 33,0-1 1,-1 1-1,1-1 0,-2 1 1,1 0-1,-1 0 0,0 0 1,-1 1-1,0-1 0,0 11 1,-1-13 51,0 1 0,0 0 0,-1-1 0,1 1 1,-4 10-1,3-14-31,-1 0-1,1-1 1,0 1 0,-1-1 0,1 0 0,-1 0-1,0 1 1,0-1 0,0 0 0,0-1 0,0 1-1,0 0 1,-1-1 0,1 1 0,0-1-1,-5 3 1,-11 2 329,0 1 0,-1-2 0,1-1 0,-1 0 0,0-1 0,-31 0 0,22-1-1111,1 1-1,-47 11 0,45-6-4438,-35 6 0,3-7-5092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5.4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546 26 11941,'0'0'3623,"-18"-4"-72,-62-13-448,76 16-2969,-1 0 0,0 0 0,1 1 0,-1-1 0,1 1 0,-1 0-1,0 0 1,1 1 0,-1-1 0,0 1 0,1 0 0,-1 0 0,1 1 0,-1-1-1,1 1 1,0 0 0,0 0 0,0 1 0,0-1 0,0 1 0,0 0 0,-4 4 0,4-2-130,1 0 0,0 0 0,0 1 0,0-1 1,1 1-1,-1 0 0,1-1 0,1 1 1,-1 0-1,1 0 0,0 0 0,1 1 1,-1-1-1,1 8 0,1-9-32,-1-1 0,1 1 0,0 0 0,0 0 0,0 0 0,1-1 0,0 1 0,0-1 0,0 1-1,0-1 1,1 0 0,0 0 0,-1 0 0,1 0 0,6 5 0,7 6-353,0-1 0,25 17 0,13 11-618,-49-37 917,0 0-1,0 0 1,-1 1-1,0-1 1,0 1 0,0 0-1,4 11 1,-7-15 84,0 0 0,-1 0-1,1-1 1,-1 1 0,1 0 0,-1 0 0,0 0 0,0 0 0,0 0 0,0 0 0,0 0 0,0 0 0,-1 0 0,1-1 0,-1 1 0,1 0 0,-1 0 0,0 0 0,1-1 0,-1 1 0,0 0 0,0-1 0,0 1 0,-1 0 0,1-1 0,0 1 0,0-1 0,-1 0 0,1 0 0,-1 1 0,1-1 0,-1 0 0,-2 1 0,-11 6 69,0-1 0,-1 0 0,0-1 0,0-1 0,-19 4-1,-90 12 382,88-16-318,11-1-163,-30 5-369,-76 2 1,131-11 285,1 0 0,0 0-1,0 0 1,-1-1 0,1 1 0,0 0 0,0 0 0,0 0 0,-1 0-1,1-1 1,0 1 0,0 0 0,0 0 0,0 0 0,0-1-1,-1 1 1,1 0 0,0 0 0,0-1 0,0 1 0,0 0 0,0 0-1,0-1 1,0 1 0,0 0 0,0 0 0,0-1 0,0 1-1,0 0 1,0 0 0,0-1 0,0 1 0,0 0 0,0 0 0,0-1-1,0 1 1,0 0 0,0 0 0,1-1 0,-1 1 0,0 0-1,0-1 1,6-11-2631,22-25-5493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5.5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 5811,'0'0'12533,"144"-25"-12517,-73 25-16,23 0-1104,7 6-3730,9-6-3826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26.0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809 1 6051,'0'0'9481,"-10"6"-8301,-118 71 1624,-126 103 0,225-158-2717,2 2 0,0 1 0,2 1 0,1 1 0,-37 54 0,50-62-123,0-1-1,1 1 1,1 1 0,1 0 0,1 0 0,0 1 0,2 0-1,0 0 1,2 0 0,0 0 0,0 24 0,3-43-6,0 1 0,0 0 1,0-1-1,0 1 0,1 0 1,-1-1-1,1 1 1,0 0-1,-1-1 0,1 1 1,0-1-1,1 1 0,-1-1 1,0 0-1,1 1 0,-1-1 1,1 0-1,3 4 1,-2-4 1,0-1 0,0 1 0,0 0 0,1-1 0,-1 0 0,0 0 0,1 0 0,-1 0 0,1 0 0,-1-1 0,1 0 0,-1 1 1,6-2-1,1 2 23,-1-2 0,0 1 0,0-1 0,0-1 0,0 0 1,0 0-1,0 0 0,9-5 0,-15 5 62,0 1-1,0-1 1,0 0-1,0 0 1,0 0-1,-1-1 1,1 1-1,-1 0 0,1-1 1,-1 0-1,0 0 1,0 1-1,0-1 1,0 0-1,-1-1 1,1 1-1,-1 0 1,0 0-1,0-1 1,0 1-1,0-1 1,-1 1-1,1 0 1,-1-5-1,0 6-6,0 0 1,0-1-1,-1 1 0,1 0 0,0 0 0,-1 0 1,0 0-1,1 0 0,-1 0 0,0 0 0,0 0 1,0 0-1,0 0 0,-1 1 0,1-1 1,0 0-1,-1 1 0,1-1 0,-1 1 0,0-1 1,1 1-1,-1 0 0,0 0 0,0 0 0,0 0 1,0 0-1,0 0 0,0 0 0,-2 0 1,-8-3 7,1 2 0,-1-1 0,1 1 0,-14 0 0,9 1-166,0 0 0,1 1 0,-1 1 0,-28 4 1,36-3-515,1 0 1,-1 1 0,0-1 0,1 2 0,0-1-1,-14 9 1,-13 11-6322,-1 0-4229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30.9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127 197 1072,'0'0'6291,"14"-13"-4917,5-2-898,33-35 6448,-66 50-5343,-8-2-1915,2 2 378,-38 5 0,54-4-40,-1 0-1,0 0 1,1 0 0,-1 0 0,1 1-1,-1 0 1,1 0 0,0 0 0,-1 0-1,1 1 1,0-1 0,1 1 0,-1 0-1,-4 5 1,7-6-8,0 0 1,0 0-1,-1 0 0,2 0 0,-1 0 1,0 1-1,0-1 0,1 0 0,-1 1 1,1-1-1,0 0 0,0 1 1,-1-1-1,2 1 0,-1-1 0,0 0 1,0 1-1,1-1 0,-1 0 0,1 1 1,0-1-1,0 0 0,0 0 0,0 1 1,0-1-1,2 3 0,5 6-33,0 1-1,1-1 0,14 14 0,-8-8 15,23 28 12,-1 2 0,-3 1-1,37 68 1,-68-111 5,-1 0 0,1 1-1,-1-1 1,0 1 0,-1-1 0,1 1 0,-1 0 0,0-1 0,0 12 0,-1-16 2,-1 0 1,1 0 0,-1 0 0,1-1 0,-1 1 0,1 0-1,-1 0 1,1-1 0,-1 1 0,1-1 0,-1 1 0,0 0 0,0-1-1,1 1 1,-1-1 0,0 1 0,0-1 0,1 0 0,-1 1-1,0-1 1,0 0 0,0 0 0,0 1 0,0-1 0,1 0 0,-1 0-1,-2 0 1,-30 3 8,27-3-18,-11 1-4,1 0-1,-1-1 0,0-1 0,0-1 0,-31-7 0,43 7 21,0 1 0,0-1 0,0 0-1,0-1 1,0 1 0,1-1 0,-1 0 0,1 0-1,0 0 1,0-1 0,0 0 0,0 1 0,0-1 0,1-1-1,0 1 1,0 0 0,0-1 0,1 0 0,-1 1-1,1-1 1,0 0 0,-2-9 0,1 3-3,0 1-1,1-1 1,0 0 0,1 1 0,0-1 0,1 0-1,0 0 1,1 0 0,0 1 0,1-1 0,0 0 0,1 1-1,0-1 1,0 1 0,1 0 0,0 0 0,1 0-1,0 1 1,1-1 0,0 1 0,1 1 0,-1-1 0,1 1-1,1 0 1,0 1 0,0 0 0,0 0 0,19-11-1,4 3 350,1 1 0,1 2 0,0 1 0,38-8 0,-70 19-323,-1 0 1,1 0-1,-1 0 0,1-1 0,-1 1 0,1 0 0,-1 0 0,1-1 1,-1 1-1,1 0 0,-1-1 0,1 1 0,-1-1 0,1 1 0,-1-1 1,0 1-1,1-1 0,-1 1 0,0-1 0,1 1 0,-1-1 0,0 1 1,0-1-1,0 1 0,1-1 0,-1 1 0,0-1 0,0 0 1,0 1-1,0-1 0,0 1 0,0-1 0,0 1 0,0-1 0,0 0 1,0 1-1,-1-1 0,1 1 0,0-1 0,0 1 0,0-1 0,-1 0 1,1 1-1,0-1 0,-1 1 0,1-1 0,0 1 0,-2-1 0,-18-26 224,19 26-271,-36-42 6,27 30-72,0 1-1,-1-1 1,-1 2 0,-22-19 0,33 29-387,23 1-3728,10 0-457,10 0-1586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31.7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341 155 768,'0'0'5590,"12"-4"-4513,-5 2-936,12-4 711,-1 0 0,0-1 0,18-10 0,-35 16-757,0 1 0,1-1 0,-1 0 0,0 0 1,0 0-1,0 0 0,0 0 0,0 0 0,0 0 1,0 0-1,0 0 0,0 0 0,-1 0 0,1-1 0,0 1 1,-1 0-1,1 0 0,-1-1 0,0 1 0,1 0 1,-1-1-1,0 1 0,0-1 0,1 1 0,-1 0 0,0-1 1,-1 1-1,1-1 0,0 1 0,0 0 0,-1-1 1,0-2-1,0 2-19,0-1 1,-1 0-1,0 0 1,1 1-1,-1-1 1,0 1 0,0 0-1,0-1 1,0 1-1,-1 0 1,1 0-1,-1 0 1,-4-2-1,-6-2 20,-1 0-1,1 1 1,-1 1-1,0 0 1,0 1-1,0 1 1,-19-2-1,-7 3 75,-56 3 1,81 0-119,0 0 1,-1 1 0,1 0-1,-27 11 1,36-12-28,0 1 0,1 0 0,-1 0 0,1 0 0,0 1 0,-8 6 0,11-8-10,0 0 0,0 0 0,0 0 0,1 0 1,-1 1-1,1-1 0,0 0 0,-1 1 0,1-1 0,0 1 0,0 0 1,1-1-1,-1 1 0,0 0 0,0 4 0,1-5-17,0 0 0,0 1-1,1-1 1,-1 0 0,0 0 0,1 0-1,-1 1 1,1-1 0,0 0 0,0 0-1,0 0 1,0 0 0,0 0 0,0 0-1,0 0 1,1-1 0,-1 1 0,3 2-1,-1-1 1,1 0 0,0 0 1,0-1-1,0 0 0,0 1 0,1-1 0,-1 0 0,6 1 0,8 1 3,-1 0 1,0-1 0,30 1 0,37-1 88,88-7 1,-128-3-103,-35 4 235,1 1-1,1 1 1,12-1-1,-22 2 424,-3 36 209,-2-1 0,-2 1 1,-1-1-1,-18 52 1,2-5-185,2-3-1092,-15 64 1474,29-96-5589,4 0-4808,3-57 2581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33.3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304 0 464,'0'0'5995,"74"30"392,-46-16-5825,0 1 0,-2 2 0,1 0 0,-2 1 1,-1 2-1,39 39 0,116 153 926,-158-184-1338,54 67 318,195 267 1217,-231-303-1430,-3 2 0,-3 2 0,-2 1 0,29 89 0,-47-105-21,-2 1-1,-2 0 0,4 73 0,-8 152 724,-6-184-643,3 25 129,-2 88 250,-3-168-592,-1 0-1,-1-1 0,-19 62 0,-15 17 172,-5-3 0,-4-1 0,-71 114 0,-184 326 1249,289-523-1495,0-1 0,-2-1 0,0 0 0,-2-1 0,0-1 0,-2 0 0,0-2 0,-2 0 0,0-1 0,-1-2 0,0 0 1,-2-2-1,0 0 0,-1-2 0,0 0 0,-41 12 0,44-17 17,-32 11 148,-65 32 0,104-43-162,0 1 0,1 0 1,0 1-1,1 1 0,0 0 0,1 1 1,0 0-1,-16 22 0,9-10 215,-27 28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43.6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33 4322,'0'0'9938,"15"0"-8852,352-13-187,-324 13-633,-1-2 0,67-12-1,-95 11 208,-38 10-11756,8 1 7404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44.1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 2017,'0'0'6739,"21"0"-5917,169 0 1256,-75 2-726,147-6 2632,-255 3-4347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45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1141 37 2593,'0'0'3642,"0"-6"-3253,0-18 1,0 18 274,-8 6-312,-8 1-113,1 1 0,-1 0 0,1 1 0,0 1-1,0 1 1,0 0 0,1 1 0,0 0 0,-20 12-1,-7 7 856,-67 54 0,65-42-645,1 2 0,2 1 0,2 3 0,2 1 0,-49 79 0,33-34 273,4 1 0,-46 122 1,-33 184 1135,73-208-1395,23-86 124,5 2 1,4 0 0,-16 212-1,28-29-10,-15 311 911,21-306 265,6-274-1657,0 1 0,1-1 0,1 0 0,1 0 0,0 0 0,1-1 0,1 0 0,1 0 0,0 0 0,2-1 0,10 15 0,18 19 407,83 86 0,-91-104-335,179 169 150,-87-87 130,-113-104-172,0 1-1,0 0 1,-1 0-1,10 21 1,17 22 1788,-30-49-2116,0 0 0,0 0 0,1-1 0,0 1 0,0-1 1,0-1-1,0 1 0,1-1 0,0 0 0,-1 0 1,1-1-1,0 0 0,0 0 0,1-1 0,-1 1 1,0-2-1,0 1 0,15-1 0,-22-1-154,1 1-1,0 0 0,-1 0 1,1 0-1,0-1 1,-1 1-1,1 0 1,-1 0-1,1-1 1,-1 1-1,1-1 1,-1 1-1,1 0 1,-1-1-1,1 1 0,-1-1 1,1 1-1,-1-1 1,0 1-1,1-1 1,-1 0-1,0 1 1,1-1-1,-1 1 1,0-1-1,0 0 0,1 0 1,2-19-4859,-2-8-3138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47.9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283 37 480,'0'0'8575,"2"-4"-6742,1-2-1008,1-5-62,-2-3 9179,24 13-9678,-14 1-255,1-1 0,-1 2 0,0-1 0,0 2 0,0 0 0,1 0 0,-1 1 0,16 6-1,22 15-8,-1 2 0,-1 2 1,-2 3-1,0 1 0,-3 2 0,-1 2 0,-1 2 0,54 66 0,-8 5 72,-4 5 0,80 145 0,-129-198 87,-2 1 1,-4 2 0,-2 1 0,-2 1 0,-4 1 0,-3 0-1,-2 2 1,-4 0 0,-3 0 0,0 73 0,-12 65 710,-9 1 1,-41 207 0,37-313-705,-5-1 1,-4 0 0,-62 154-1,61-202 363,-3-2 0,-1-1 0,-69 82 0,3-3 381,3 20-168,-114 245-1,183-346-706,-3 0 0,-1-2-1,-3-1 1,-1-1 0,-3-2-1,-79 73 1,63-68-35,-42 36 0,-89 66 0,164-125-443,15-18-3543,5-22-805,2-11-2044,-3-7-5091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7.3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39 800,'0'0'6774,"5"-7"-5162,23-24 6991,-28 53-5767,-1 21-1677,-2 0 0,-10 53 0,11-90 1475,0 0-3640,-2 7-9302,25-31-5114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7.5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20 7908,'0'0'11749,"-17"-19"-11925,17 29-3010,2 5-1792,15 2-2609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8.0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519 151 6723,'0'0'1443,"-3"-18"814,-15-60 465,17 75-2568,0 0 1,0 0 0,0 1-1,-1-1 1,1 0 0,-1 1-1,1-1 1,-1 1 0,0-1-1,0 1 1,0 0 0,-1-1-1,1 1 1,0 0 0,-1 1-1,1-1 1,-1 0-1,0 1 1,1 0 0,-5-2-1,-1 1 94,1 0-1,0 1 1,-1 0-1,1 1 0,-15 0 1,11 0 57,5 1-217,0 0 0,0 0 0,0 0 0,1 1-1,-1 0 1,0 0 0,1 1 0,-1-1 0,1 1 0,0 1 0,0-1 0,0 1 0,0-1 0,1 1 0,-1 1 0,1-1 0,-6 9 0,-4 4 133,2 1 0,0 0 0,-15 33 0,14-21 45,1 0 0,2 1 0,-12 58-1,-5 101 298,6-35-196,4-55-298,-28 149 356,33-219-529,1-20-2460,11-10 2245,-1 0 1,0 0 0,1 0 0,-1 0 0,0 0 0,0 0-1,1 0 1,-1 0 0,0-1 0,1 1 0,-1 0-1,0 0 1,1 0 0,-1-1 0,0 1 0,1 0-1,-1-1 1,0 1 0,1-1 0,-1 1 0,0-1-1,-11-17-6377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8.1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0 144,'0'0'18248,"134"13"-18680,-75-3-2033,5-6-3522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8.7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8884,'0'0'10290,"13"7"-9535,42 27 136,-53-31-783,1 0 0,0 0 0,-1 0-1,0 1 1,1-1 0,-1 1 0,-1-1 0,1 1-1,-1 0 1,1 0 0,-1 0 0,0 0 0,0 0-1,-1 0 1,1 0 0,-1 0 0,0 0 0,0 0-1,-1 8 1,1 2 183,1 3-2,-1 30 133,0-45-327,-1 0 0,1 0 0,0 0 0,-1 0 0,1 0 0,-1 0 0,0 0 1,0 0-1,0 0 0,0 0 0,0 0 0,0 0 0,0-1 0,0 1 0,-1 0 0,1-1 0,-4 3 0,4-3 361,1-4-352,1-3-184,0 0 0,0 0 0,1 0-1,0 0 1,0 1 0,0-1 0,1 0 0,0 1-1,0 0 1,0-1 0,0 1 0,1 0 0,0 1-1,0-1 1,0 1 0,1 0 0,7-6-1,8-5-199,0 1-1,0 0 1,26-11-1,-35 20 265,2-3 64,1 1 0,1 1 0,19-6 0,-33 12 552,-1 13 942,1 118 1961,-1-129-3667,0 0 0,0 0 0,1 1 0,-1-1 0,1 0 0,-1 0 0,1 0 0,0 0 0,0-1 0,0 1 0,0 0 0,0 0 0,1 0 0,-1-1 0,0 1 0,3 1 0,-2-1-539,0 0 1,0-1-1,1 0 0,-1 1 1,0-1-1,1 0 1,-1 0-1,0-1 1,1 1-1,-1 0 0,1-1 1,0 0-1,3 1 1,18-1-8158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8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 10613,'0'0'9428,"107"-23"-7427,-73 23-1297,3 0-143,-3 0-241,-5 0-272,-8 0-48,-2 0-176,-11 0-753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9.1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17 5635,'0'0'13014,"138"19"-11750,-96-19-928,0 0-336,-3 0-544,3-3-1121,-2-11-2737,0-5-4754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3:59.7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72 11221,'0'0'11696,"20"-11"-10322,-2 1-1076,-8 4-110,1-1-1,0 2 1,1-1 0,-1 2-1,1 0 1,0 0 0,0 1-1,1 0 1,23-1-1,-10 2 183,18-1 223,72 5 0,-114-2-589,0 1 0,1 0 0,-1 0 1,0 0-1,0 0 0,1 0 0,-1 0 0,0 0 0,0 1 1,0-1-1,-1 1 0,1-1 0,0 1 0,-1 0 1,1 0-1,-1 0 0,1 0 0,-1 0 0,0 0 0,0 0 1,0 0-1,0 0 0,0 1 0,0-1 0,-1 0 1,1 1-1,-1-1 0,1 1 0,-1-1 0,0 0 1,0 1-1,0-1 0,-1 1 0,1-1 0,0 0 0,-1 1 1,0-1-1,1 0 0,-1 1 0,0-1 0,0 0 1,0 0-1,-3 4 0,-3 1 12,-1 0 1,0 0-1,0-1 1,-1 1 0,1-2-1,-1 1 1,-1-2-1,1 1 1,-1-1-1,0 0 1,-12 2-1,9-1 5,0-1 1,0 2-1,0 0 0,1 0 0,-21 15 0,32-20-27,-1 0 0,0 0-1,1 0 1,-1 1 0,1-1-1,-1 1 1,1-1 0,0 1-1,-1-1 1,1 1 0,0 0 0,0-1-1,0 1 1,1 0 0,-1 0-1,0 0 1,1 0 0,-1 0-1,1-1 1,-1 1 0,1 0-1,0 0 1,0 0 0,0 0-1,0 0 1,0 0 0,0 0-1,1 0 1,-1 0 0,1 0-1,-1 0 1,1 0 0,0 0-1,0 0 1,0 0 0,0-1-1,2 4 1,4 3-179,0-1 0,1 0 0,-1-1-1,1 0 1,18 11 0,-16-11-51,-10-6 235,25 17-732,0 0-1,31 30 0,-51-42 691,1 0 0,-2 0 0,1 0 0,0 1 0,-1-1 0,0 1 0,-1 1 0,1-1 1,-1 0-1,0 1 0,-1-1 0,1 1 0,-1 0 0,-1 0 0,1 0 0,0 9 0,-2-15 70,-1 0 0,1 0 1,0 0-1,0 1 0,0-1 0,-1 0 1,1 0-1,-1 0 0,1 0 0,0 0 0,-1 0 1,0-1-1,1 1 0,-1 0 0,0 0 1,1 0-1,-1 0 0,0-1 0,0 1 1,0 0-1,0 0 0,-29 11 837,13-9-213,-1-1 0,-18 0 0,25-2-279,-228 4 4626,202-4-5028,36 0 8,1 0 0,0 0-1,-1 0 1,1 0 0,-1 0 0,1 0 0,0 0-1,-1 0 1,1 0 0,0 0 0,-1 0 0,1 0 0,0 1-1,-1-1 1,1 0 0,0 0 0,-1 0 0,1 0-1,0 1 1,-1-1 0,1 0 0,0 0 0,0 1-1,-1-1 1,1 0 0,0 0 0,0 1 0,-1-1-1,1 0 1,0 1 0,0-1 0,0 0 0,0 1 0,-1-1-1,1 0 1,0 1 0,0-1 0,0 0 0,0 1-1,0-1 1,0 0 0,0 1 0,0-1 0,0 1-1,0-1 1,0 0 0,1 1 0,4 11-2773,1-3-2883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00.9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483 74 2785,'0'0'13593,"-3"-12"-11933,1 3-1381,2 7-221,0 0 1,0 0-1,-1 0 0,1-1 0,0 1 0,-1 0 0,0 0 1,1 0-1,-1 0 0,0 0 0,0 0 0,0 0 0,0 0 0,-1 0 1,1 0-1,0 0 0,-1 1 0,0-1 0,1 1 0,-1-1 1,0 1-1,1-1 0,-1 1 0,0 0 0,0 0 0,0 0 1,0 0-1,0 0 0,-1 1 0,1-1 0,0 1 0,0-1 0,-4 1 1,-15 1 222,0 1 1,1 0 0,-1 2 0,1 1-1,0 0 1,0 2 0,0 0 0,1 1 0,0 1-1,0 1 1,1 0 0,-27 22 0,31-22-183,0 2 0,0 0 0,1 0 0,-23 29 0,29-33-63,1 1 1,1 0 0,-1 1-1,1-1 1,1 1 0,0 0-1,0 0 1,1 1 0,-3 19-1,4-18-18,1 1 0,0 0 0,1-1-1,0 1 1,1 0 0,4 15 0,-4-22-22,1 0 1,0 0 0,0-1 0,0 1-1,1 0 1,0-1 0,0 0-1,1 0 1,-1 0 0,1 0-1,0 0 1,0-1 0,1 0-1,8 7 1,-1-3-3,0-1-1,0-1 0,1 0 1,0 0-1,0-1 1,0-1-1,1 0 1,-1-1-1,16 1 1,17 1-67,62-2 0,-89-3 31,-7 0-22,-1-1 0,1 1 0,-1-2 0,1 1 1,-1-2-1,1 0 0,-1 0 0,0-1 0,20-10 1,-23 9-5,0 0 1,0-1 0,0 0 0,-1-1 0,0 0 0,-1 0 0,1 0 0,-1-1 0,-1 0 0,1 0 0,-1-1 0,4-11 0,-1 0 72,0-1 0,-2 0 1,-1 0-1,-1 0 0,0-1 1,-2 0-1,0 1 0,-2-1 1,0 0-1,-4-25 0,3 42 24,1 0 0,-1 1 0,0-1 0,0 0 0,-1 1 0,0-1 0,1 1 0,-2 0 0,1 0 0,0 0 0,-1 0 0,0 0 0,1 0 0,-2 1 0,1-1 0,0 1 0,-1 0 0,1 0 0,-1 0 0,0 0 0,0 1 0,0 0 0,0-1 0,-1 1 0,1 1 0,0-1 0,-1 1 0,0 0 0,1 0 0,-7-1 0,10 3-96,1-1 0,-1 0 0,1 1 1,-1-1-1,1 0 0,-1 1 0,1-1 0,-1 1 0,1-1 0,-1 1 0,1-1 0,0 1 0,-1-1 0,1 1 0,0-1 0,-1 1 0,1 0 0,0-1 0,0 1 0,0 0 0,-1-1 0,1 1 0,0-1 0,0 1 0,0 0 1,0-1-1,0 1 0,0 0 0,1 1 0,0 20-2647,-1-20 2309,0 0-1,1 0 1,-1 0-1,1 0 1,0 0-1,-1 0 1,1 0-1,0-1 1,0 1-1,2 3 0,20 13-5791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01.4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650 33 2673,'0'0'8479,"-22"-6"-6580,0 1-1403,0-1 42,0 1 0,-1 1 0,1 1 0,-37 0 0,39 3-266,1 1 1,-1 0-1,0 2 1,1 0-1,-1 1 1,1 1-1,0 1 1,0 0-1,1 2 1,0 0 0,0 1-1,1 0 1,0 2-1,1 0 1,0 1-1,0 1 1,2 0-1,-1 1 1,-16 22-1,20-21-168,0 1 0,2-1 0,0 2 0,1-1 0,1 1 0,0 1 0,1-1 0,1 1 0,1 0 0,0 1 0,2-1 0,0 0 0,0 21 0,3-17-95,0 0-1,2 1 0,0-1 0,1 0 0,2 0 0,0-1 0,1 1 0,1-1 0,1-1 0,17 28 0,-10-20-29,2-1-1,2-1 1,0 0 0,24 23-1,-34-40-45,1 0 0,-1 0 0,1-1 0,1 0 0,0-1 0,0 0 0,0-1-1,1 0 1,-1-1 0,2-1 0,-1 0 0,14 3 0,1-3-1087,43 1 0,-61-5 237,0 0 1,1-1 0,-1 0-1,0-1 1,0 0-1,0-1 1,13-4 0,12-14-5231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02.1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5410,'0'0'9189,"18"-11"-8469,55-35-40,-69 43-538,1 1 0,-1-1-1,0 1 1,1 0-1,-1 0 1,1 1 0,-1-1-1,1 1 1,0 0-1,0 0 1,-1 1 0,1-1-1,0 1 1,0 0-1,8 1 1,9 1 591,-20-2-649,0 0-1,0 1 1,0-1 0,0 1-1,0-1 1,0 1-1,0 0 1,0 0 0,0 0-1,-1 0 1,1 0 0,0 1-1,0-1 1,-1 0-1,1 1 1,-1-1 0,1 1-1,-1-1 1,0 1 0,0 0-1,1 0 1,-1 0 0,0-1-1,-1 1 1,1 0-1,0 0 1,0 0 0,-1 0-1,1 4 1,2 8 348,-1 1 0,0-1-1,0 20 1,-1-19-103,-1 64 670,-1-47-244,0-25 119,-1-8 497,0-12-1446,0-1 1,1 1-1,1 0 1,0 0-1,0-1 1,1 1-1,1 0 1,0 0-1,1 0 1,1 0-1,0 0 0,0 1 1,12-22-1,-12 26 19,1 0 1,1 0-1,-1 0 0,1 1 0,0 0 0,1 0 0,0 0 0,0 1 0,0 0 1,1 1-1,0-1 0,0 2 0,0-1 0,1 1 0,-1 0 0,1 1 0,0 0 1,0 0-1,1 1 0,12-2 0,-9 3 61,0-1 0,0 2-1,0 0 1,17 2 0,-29-2 23,0 1 1,0 0-1,1-1 1,-1 1-1,0 0 1,0 0-1,0 0 1,0 0-1,0 0 1,0 0-1,-1 0 1,1 0-1,0 0 1,0 0-1,-1 0 0,1 1 1,-1-1-1,1 0 1,-1 0-1,1 1 1,-1-1-1,1 3 1,4 34 864,-4-28-683,9 49 870,-6-42-607,-1 1 0,0-1 0,-1 19 0,-2-22-415,0-8 157,-1 0-1,1 0 1,1 0 0,-1 0-1,1 0 1,3 10 0,-4-15-409,1 1 0,0-1 0,0 0 0,-1 0 0,1 1 0,0-1 0,0 0 0,0 0 1,0 0-1,0 0 0,0 0 0,3 2 0,-2-2-510,0 0-1,0 0 1,1 0 0,-1-1-1,0 1 1,0-1 0,1 1-1,-1-1 1,0 0-1,4 0 1,14 0-7289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03.8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22 2257,'0'0'10351,"0"0"-10179,0 0 0,-1 0 0,1 0 0,0-1 0,0 1 0,0 0 0,-1 0 0,1 0 0,0-1 0,0 1 0,0 0 0,0 0 0,0-1 0,0 1 0,-1 0 0,1 0 0,0-1 0,0 1 0,0 0 0,0-1 0,0 1 0,0 0 0,0 0 0,0-1 0,0 1 0,0 0 0,0-1 0,1 1 0,-1 0 0,0 0 0,0-1 0,20-3 122,0 0-1,1 2 1,-1 0-1,1 1 1,39 4-1,0-1 1396,-59-2-1658,0 1-1,-1 0 1,1-1 0,-1 1-1,1 0 1,-1 0 0,1 0 0,-1-1-1,0 1 1,1 0 0,-1 0-1,0 0 1,0 0 0,1 0 0,-1 0-1,0 0 1,0 0 0,0-1-1,0 1 1,0 0 0,0 0 0,-1 2-1,1-2 30,0 1 0,0-1 0,0 1 0,0 0 0,0-1 0,0 1 0,-1 0 0,1-1 0,-1 1 0,1-1 0,-1 1 0,0-1 0,0 1 0,0 1 0,-8 2 252,1-1 0,-1 0 0,-16 6 0,-23 10 630,36-9 171,12-10-1107,0-1 0,0 1 0,0-1 0,0 1 0,0-1 1,1 1-1,-1-1 0,0 1 0,0-1 0,0 1 0,1-1 0,-1 1 0,0-1 0,0 1 0,1-1 0,-1 1 0,0-1 0,1 0 1,-1 1-1,0-1 0,1 0 0,-1 1 0,1-1 0,-1 0 0,1 1 0,-1-1 0,0 0 0,1 0 0,-1 0 0,1 1 0,0-1 1,25 12 3,-15-8-86,-1 1 0,1 0-1,-1 1 1,13 9 0,-20-12 75,0-1-1,0 1 1,-1-1 0,0 1 0,1 0 0,-1 0 0,0 0 0,0 0 0,-1 0 0,1 0 0,-1 1 0,1-1 0,-1 1 0,0-1 0,0 1 0,-1-1 0,1 1 0,-1-1-1,1 5 1,-42 11 308,29-16-152,-1 0 1,0 0-1,-21 0 0,8 0 126,-59 1 3265,85-4-3250,35 11-9711,-6-6 2427,7-4-3739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05.1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265 44 352,'0'0'8721,"-4"-19"-4489,-7 14-2563,1 0 1,0 1-1,-14-3 0,7 4 95,17 2-1732,0 1 0,0 0 0,0 0 0,0 0 0,0 0-1,0 0 1,0 0 0,0 0 0,0 1 0,0-1 0,-1 0 0,1 0-1,0 0 1,0 0 0,0 0 0,0 0 0,0 0 0,0 0-1,0 0 1,0 0 0,0 0 0,0 0 0,0 0 0,0 0 0,0 0-1,0 0 1,-1 0 0,1 0 0,0 0 0,0 1 0,0-1-1,0 0 1,0 0 0,0 0 0,0 0 0,0 0 0,0 0 0,0 0-1,0 0 1,0 0 0,0 0 0,0 0 0,0 1 0,0-1-1,0 0 1,0 0 0,0 0 0,0 0 0,0 0 0,0 0-1,0 0 1,0 0 0,1 0 0,-1 0 0,0 0 0,0 1 0,0-1-1,0 0 1,0 0 0,0 0 0,0 0 0,0 0 0,0 0-1,0 0 1,0 0 0,0 0 0,0 0 0,1 0 0,23 19 3681,-2-3-3768,63 67 1630,99 121 1,-168-179-1241,0 0 1,-2 1 0,-1 1 0,0 0-1,10 38 1,-14-35-336,-1 0 0,-1 0 0,-1 1 0,-2-1 0,-1 1 0,-2 0 0,-2 33 0,-1-48 0,0-1 0,-1 0 0,-1-1 0,-1 1 0,-8 19 0,-39 70 0,44-89 0,-2 0 0,-1-1 0,0 0 0,-1 0 0,0-2 0,-1 1 0,0-2 0,-27 19 0,-14 12 0,13-8 0,0-2 0,-3-2 0,0-1 0,-1-3 0,-72 30 0,102-53 0,13-3 0,0 0 0,1 0 0,-1 1 0,0-1 0,1 0 0,-1 1 0,0-1 0,1 1 0,-1 0 0,1 0 0,-3 1 0,4-1 0,-1 0 0,1 0 0,0 0 0,0 0 0,0 0 0,0 0 0,0 1 0,0-1 0,0 0 0,0 0 0,0 0 0,0 0 0,1 0 0,-1 0 0,0 0 0,1 0 0,-1 0 0,1 0 0,-1 0 0,1 0 0,0 1 0,0-1 0,3 6-1,15 39-2521,-18-43 1522,0 0 0,-1 0 1,0 0-1,1 0 0,-1 0 1,0 0-1,0 0 0,0-1 0,-1 4 1,-5 4-6490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36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27 1521,'0'0'8054,"14"-5"-7702,45-13-197,-58 17-149,-1 1-1,1-1 1,0 1 0,0 0 0,0-1-1,0 1 1,0 0 0,0 0 0,0 0-1,0-1 1,0 1 0,0 0 0,0 0-1,0 1 1,0-1 0,0 0 0,0 0-1,0 0 1,0 1 0,0-1 0,0 0-1,0 1 1,-1-1 0,1 1 0,0-1-1,0 1 1,0-1 0,-1 1-1,1 0 1,0-1 0,0 1 0,-1 0-1,1 0 1,-1 0 0,1-1 0,-1 1-1,1 0 1,-1 0 0,1 0 0,-1 1-1,0-1 27,1-1-1,-1 1 0,0-1 1,0 1-1,0-1 0,0 1 1,1-1-1,-1 1 0,0-1 1,1 1-1,-1-1 0,0 0 1,1 1-1,-1-1 0,0 0 1,1 1-1,-1-1 0,1 0 1,-1 1-1,0-1 0,1 0 1,-1 0-1,1 1 0,-1-1 0,1 0 1,-1 0-1,2 0 0,-2 26 1877,0-19-1760,0 28 593,-1 0 0,-11 67 1,-15 44-363,-15 65-217,-8 37-303,50-245-49,-8 33-201,1-26-2080,6-10 2221,1 0-1,-1 0 1,0-1-1,1 1 0,-1 0 1,1-1-1,-1 1 1,1 0-1,-1-1 0,1 1 1,-1 0-1,1-1 1,0 1-1,-1-1 1,1 1-1,0-1 0,-1 1 1,1-1-1,0 1 1,-1-1-1,1 1 0,0-1 1,0 0-1,-1 0 1,-8-23-2834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39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447 176 864,'0'0'5384,"15"0"-4162,355-1 2234,415 3-3406,-466 9-143,132 2 60,332-17 715,-188 0 789,-522 4-1279,721-24 689,-104-36-550,-560 50-412,-52 5 66,0-4 0,125-29 0,-28 0 466,-128 33-206,0 2 0,62 4-1,-35 0-239,-71-1-13,1-1 0,-1 1 0,1 1 0,-1-1 0,1 0 0,-1 1 0,1 0 0,-1 0 0,0 0 0,1 0 0,3 2 0,-5-1 6,-1-1 0,1 1 0,-1-1-1,0 1 1,0 0 0,0 0 0,0 0 0,0-1 0,0 1-1,0 0 1,0 0 0,-1 0 0,1 0 0,-1 0 0,0 1-1,1-1 1,-1 0 0,0 0 0,0 0 0,-1 3 0,0 18 162,-1-1 1,0 0 0,-2 0 0,-12 39-1,-39 85 617,24-68-575,17-39-156,2 1 1,1 1-1,2 0 1,2 0-1,1 1 1,1 62-1,6-6 65,-3 111 184,-11-135 165,9-53 33,0 1 0,-2 37 0,11 8-322,-36-65-579,-159-16-761,47 0 660,-1138-77 469,977 64 45,-376-54 14,370 29 501,-382-12 0,535 52 107,-270-55 0,374 59-743,0 3-1,0 2 1,-72 5-1,63 0-113,-320 10-10,305-16 275,1-3 1,-77-18 0,78 11 102,-2 4 1,-77-1 0,33 11 151,110 2-288,1 0-1,-1 1 0,1 0 0,-1 0 0,1 2 0,-12 5 0,-8 4-49,-6 2 46,0 1 0,-52 36 0,-59 53 3,134-96-1,0 1-114,13-5-169,26-4-424,-24-2 664,87 0-3495,-34 0-1653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41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438 1 1457,'0'0'5026,"0"6"-4661,12 330 4808,-13-250-4163,-25 169 0,-6-83-770,4-38 303,-16 250 0,7-37 521,3-55-1039,33-115 72,3-118 323,-2 0-1,-16 111 0,9-134-247,-19 88 144,-14 215-1,37-257-320,-28 428 1949,18-248-1419,1-17-300,8-205-238,-4 61 77,-44 193 0,16-148-72,36-145-43,0-7-269,6-75-1053,7-4-3572,-1 23-1548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43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11 1249,'0'0'3831,"1"-10"323,4 12-3865,-1 1 0,1-1 0,-1 0 0,1 0 1,0 0-1,0-1 0,-1 0 0,1 0 1,9 1-1,-2 0 71,121 20 1528,196 6 0,139-24-1559,-272-5 771,-73 1-729,-122 16-281,-1 13 1,-2 0 0,0 0-1,-14 54 1,-75 393 1903,31-135-978,-69 247 24,96-442-534,6 2-1,6 1 1,-1 195-1,17-194-490,-26 154 0,12-81-12,3-19 186,-1-38 192,-20 140-258,-34 168 114,62-406-225,6-36 114,-15 63 0,14-76-114,1 1-1,0 0 0,1 31 0,0 0 86,2-3-113,-27-61 293,9 7-333,-2 0 0,1 2-1,-1 0 1,1 1 0,-1 1 0,-22 1-1,-2-2-138,-227-17-748,-332-34 354,591 53 612,0 0-1,0-1 0,0-1 1,0 0-1,1 0 0,-1-1 1,-10-6-1,23 10 127,30 14-2955,-8-7-6983,-12-6 281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6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5651,'0'0'15329,"12"-11"-14240,37-32-324,-49 43-720,0 0-1,0-1 0,1 1 0,-1 0 1,0-1-1,0 1 0,0 0 1,1-1-1,-1 1 0,0 0 0,1 0 1,-1-1-1,0 1 0,0 0 0,1 0 1,-1 0-1,0-1 0,1 1 0,-1 0 1,0 0-1,1 0 0,-1 0 0,0 0 1,1 0-1,-1 0 0,1 0 0,-1 0 1,0 0-1,1 0 0,-1 0 1,0 0-1,1 0 0,-1 0 0,0 0 1,1 0-1,-1 0 0,1 0 0,-1 1 1,0-1-1,0 0 0,1 0 0,-1 0 1,0 1-1,1-1 0,-1 0 0,0 0 1,0 1-1,1-1 0,-1 0 0,0 0 1,0 1-1,0-1 0,1 0 1,-1 1-1,0-1 0,0 0 0,0 1 1,0-1-1,0 1 0,0-1 0,0 0 1,0 1-1,0 25-1,0-22 268,0 58 419,1 60-449,-27 225-1,20-316-1420,4-54-3213,3-21-4392,8 20 1206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6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2113,'0'0'9564,"-2"11"-7355,1-8-2069,0 4 124,-1 0 0,0 0-1,-1 0 1,1 0 0,-1 0 0,0-1 0,-1 1-1,0-1 1,0 0 0,-5 7 0,-1-2 123,-138 164 3303,16 13-5350,130-183-129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7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3025,'0'0'8452,"111"-17"-6451,-84 17-800,-4 4-97,4 17-335,-4 4-225,4 5-128,0 1 112,11-2-496,2-2-32,3-1-64,12-8-720,5-3-1537,3-11-2289,8-4-2658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7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4402,'0'0'11013,"0"15"-9551,8 250 4877,3-123-4350,3 92 3311,-14-245-22426,0-1 10278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8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2897,'0'0'12377,"4"12"-9477,-3 26-1420,-1-1 1,-1 1 0,-8 37-1,-2 66-663,11-37-2378,0-104 1392,0 1-1,0-1 1,-1 1-1,1-1 1,0 1-1,0-1 1,0 1 0,0-1-1,-1 1 1,1-1-1,0 1 1,-1-1-1,1 1 1,0-1 0,-1 1-1,1-1 1,0 0-1,-1 1 1,1-1-1,-1 0 1,1 1 0,0-1-1,-1 0 1,1 0-1,-1 1 1,1-1-1,-1 0 1,1 0 0,-1 0-1,0 0 1,-18 2-7230,5-2 1516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8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5811,'0'0'11013,"113"-10"-8996,-67 10-753,8 0-335,1 0-257,3 0-208,-6 0-464,-6 0-32,-8 0-1328,-9 0-2258,-4 0-3890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9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0 2961,'0'0'12331,"3"5"-10693,-1-3-1497,-1 1 0,0-1-1,0 1 1,0-1 0,0 1-1,0-1 1,0 1 0,-1 0-1,1 0 1,-1-1-1,0 1 1,0 0 0,0 0-1,0-1 1,0 1 0,-1 0-1,1 0 1,-1-1 0,0 1-1,0 0 1,0-1-1,0 1 1,0-1 0,-3 4-1,-6 12 517,0 0-1,-18 22 0,17-25-314,-66 84 830,-31 49-167,105-144-1004,1 0 0,0 0 0,-1 0 0,1 1 0,1-1-1,-1 1 1,1 0 0,0-1 0,0 1 0,0 0 0,0 0 0,1-1 0,0 1 0,1 9-1,-1-13 2,1 0 0,-1 0-1,1 1 1,-1-1 0,1 0-1,-1 0 1,1 0 0,0 0-1,0 0 1,-1 0 0,1 0-1,0-1 1,0 1 0,0 0-1,0 0 1,0-1 0,0 1-1,0-1 1,0 1-1,0 0 1,1-1 0,-1 0-1,2 1 1,33 5 72,-32-5-68,246 3 255,-141-5-156,-72 1-66,7 0 2,85-9-1,-122 8-96,-13 1-1184,-1 0 0,1-1 0,0 1 0,0-1 0,0-1 0,0 1 0,0-1 0,-7-2 0,4 1-1369,-19-7-4781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9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8356,'0'0'12021,"-97"123"-11044,89-77-305,4 0-464,4-2-208,0 6-48,4-8-320,17-2-1393,8-9-992,11-8-2257,8-15-1793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9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8388,'0'0'14892,"-12"23"-13467,-85 149 800,54-98-1572,-108 165-2117,138-227-1673,12-11 2690,0-1 1,0 1-1,0-1 0,0 0 1,0 1-1,0-1 0,0 0 0,0 1 1,0-1-1,0 0 0,0 0 1,0 0-1,0 0 0,0 0 1,0 0-1,0 0 0,0 0 0,0-1 1,0 1-1,0 0 0,0-1 1,0 1-1,0 0 0,1-1 1,-3 0-1,-11-17-6967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59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5523,'0'0'7555,"157"50"-4706,-90-29-1472,8 0-529,3 0-656,1-4-192,0-3-256,5-5-2289,-2-9-3762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0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1 7043,'0'0'16717,"-13"16"-15028,-199 243 1646,205-251-3314,3-4-19,0 0-1,0 0 1,1 1 0,-1-1 0,1 1 0,0 0 0,1 0 0,-1 0 0,1 0-1,0 1 1,0-1 0,0 0 0,1 1 0,0 0 0,-1 7 0,2-12-2,1 0 1,-1 0 0,0 0 0,1-1 0,-1 1 0,0 0 0,1 0 0,-1 0 0,1 0 0,-1 0-1,1 0 1,0-1 0,-1 1 0,1 0 0,0 0 0,-1-1 0,1 1 0,0-1 0,0 1-1,0-1 1,0 1 0,-1-1 0,1 1 0,2 0 0,27 7 35,-25-7-30,100 17 87,206 6 0,-273-22-66,54-1 205,-92-1-197,-19 6-2941,-33-4-7717,33-2 2505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0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 7171,'0'0'13703,"-21"23"-10233,-64 75-1050,81-94-2246,1 0-1,0 0 1,0 1-1,0-1 1,1 1-1,-1-1 1,1 1-1,0 0 1,0 0-1,1 0 1,0 0-1,-1 0 1,2 0-1,-1 0 1,0 9-1,1 1 207,-2 192 1239,3-112-10305,-2-83 2681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2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4 864,'0'0'11008,"1"0"-10361,1-1 0,-1 1 0,1-1-1,0 1 1,-1-1 0,1 1 0,0 0 0,-1 0 0,1 0 0,2 0-1,-2 6-313,0 0 0,-1 0 1,0 0-1,0 0 0,-1 0 0,0 0 0,0 1 0,-1 11 0,0 3-12,0 102 1146,2 135-357,0-246-1105,0 0 0,1 0-1,0 0 1,7 17 0,5-1-2520,-14-28 2152,1 1 0,-1-1 0,1 0 0,-1 1 1,1-1-1,0 0 0,-1 1 0,1-1 0,-1 0 1,1 1-1,0-1 0,-1 0 0,1 0 0,-1 0 0,1 0 1,0 0-1,-1 0 0,1 0 0,0 0 0,-1 0 1,2 0-1,0 0-1759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2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6051,'0'0'8588,"21"0"-6129,-5 0-2071,23 0 715,63 8 0,135 6-24,-134-13 4134,-80-1-2709,-22 1-2805,-1 1 0,0-1 0,0 1 0,0-1 0,-1 1 0,1-1 0,0 1 0,0-1 0,-1 1 0,1-1 0,-1 1 0,0-1 0,1 0 0,-1 1 0,-1 1 0,1-3-171,0 1 0,0-1 0,0 0 0,0 1 0,0-1 0,-1 0 0,1 0 0,0 1-1,0-1 1,0 0 0,-1 0 0,1 0 0,-2-1 0,-1 1-1848,-5 0-3715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3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1 464,'2'0'15937,"-2"0"-15903,0 0 0,0 0 0,0 0 1,1 0-1,-1 0 0,0 1 0,0-1 1,0 0-1,0 0 0,1 0 0,-1 0 0,0 0 1,0 0-1,0 1 0,0-1 0,0 0 0,1 0 1,-1 0-1,0 1 0,0-1 0,0 0 0,0 0 1,0 0-1,0 0 0,0 1 0,0-1 1,0 0-1,0 0 0,0 1 0,0-1 0,0 0 1,0 0-1,0 0 0,0 1 0,0-1 0,0 0 1,0 0-1,0 0 0,0 1 0,0-1 0,0 0 1,-1 0-1,1 0 0,0 0 0,0 1 1,0-1-1,0 0 0,-6 7 493,1-1 0,-1 0 1,1-1-1,-2 1 0,1-1 0,-10 6 1,-9 8 266,-17 15 129,26-23-754,0 1 1,1 1-1,1 0 1,0 1 0,1 1-1,-13 19 1,24-33-170,1 1 1,0 0-1,0 0 1,-1-1-1,2 1 1,-1 0-1,0 0 0,0 0 1,0 0-1,1 0 1,-1 0-1,1 0 1,0 0-1,0 0 1,-1 0-1,1 0 0,1 0 1,-1 1-1,0-1 1,0 0-1,1 0 1,-1 0-1,1 0 0,0 0 1,-1 0-1,1 0 1,0-1-1,0 1 1,0 0-1,1 0 1,-1-1-1,0 1 0,1 0 1,-1-1-1,0 0 1,1 1-1,2 1 1,6 2-2,-1 0 1,1 0-1,0-1 1,1 0-1,19 4 1,-18-4-1,83 20-254,-45-12-87,73 26 0,-121-37 343,1 0-1,-1 0 1,0 0-1,0 0 0,0 0 1,0 0-1,0 1 1,0-1-1,0 1 1,-1-1-1,1 1 1,0 0-1,-1-1 1,1 1-1,-1 0 1,0 0-1,1 0 0,0 4 1,-1-4 29,-1 0-1,0 0 1,0 1 0,0-1 0,0 0 0,0 0-1,0 0 1,0 0 0,-1 0 0,1 0-1,-1 1 1,0-1 0,1 0 0,-1 0-1,0-1 1,-2 4 0,-3 4 153,0-1 0,-1 0 0,0 0 0,0-1 0,-1 0 0,-14 11 0,-11 6 407,-2-1 1,-1-1 0,-1-2-1,-40 16 1,70-34-1093,0 1 0,0-2 0,0 1 1,0-1-1,-1 0 0,1 0 0,0-1 0,0 0 0,-1 0 1,-10-2-1,14 1-260,-1 0 0,0-1 0,1 1-1,-1-1 1,1 0 0,0 0 0,0 0 0,-1 0 0,1-1 0,1 0 0,-1 1 0,0-2 0,1 1 0,-1 0 0,1-1 0,-4-5 0,-9-25-7399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3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9076,'0'0'3298,"109"-17"367,-57 13-751,-2 0-1362,-4 2-1007,-6 2-529,-7 0-16,-6 0-1297,3 0-1968,-3 0-4515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3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532 1 784,'0'0'20340,"-18"11"-17883,-111 69 1118,95-53-3004,1 2-1,2 1 1,0 1 0,-46 63-1,5-7-2491,-6-7-3570,74-77 4534,-7 6-2151,3-6-2997,3-2-2016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7363,'0'0'15175,"132"61"-13894,-92-34-753,-9 0-480,3-2-48,-5 0-640,6-2-1809,5-6-2834,8-7-5554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4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3986,'0'0'14097,"8"-4"-12251,2-1-1356,1 1 0,-1 0 0,1 1 0,-1 0 0,20-3 0,289 0 962,-193 8-1247,-128 12 11,-4-1-6,-1-1-1,0 1 1,-14 17-1,-9 15 44,10-8 221,2 1 0,2 1-1,-15 52 1,-23 127 532,34-129-1018,7-31 89,3 1-1,2 0 0,-1 79 0,9-138-463,0-8-12070,0-7 4246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4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5282,'0'0'14151,"140"-2"-11814,-94 2-880,-2 4-657,-2-2-192,-3-2-416,-3 0-160,-3 0-32,-1 0-160,-3 0-480,-4 0-641,-4 0-1248,0 0-784,0-2-2386,10 0-3073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5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3153,'0'0'11907,"6"0"-10458,-4 0-1438,6 0 684,0-1 0,-1 0-1,1 0 1,-1 0 0,1-1-1,9-4 1,-8 3-616,0 1 1,0 0-1,0 0 0,1 1 0,-1 1 1,1-1-1,-1 1 0,19 3 0,7-1 110,413-2 78,-441 0-243,-1 0 1,0-1-1,0 1 1,1-1 0,-1 0-1,0-1 1,0 1-1,7-4 1,-11 4 19,0 0 0,0-1 0,0 1 0,0 0 0,0-1 0,-1 1 0,1-1 0,-1 0 0,1 1 0,-1-1 0,1 0 0,-1 0 0,0 0 0,0 0 0,0 0 0,0 0 0,-1 0 0,1-1 0,0 1 0,-1 0 1,1 0-1,-1-1 0,0 1 0,0 0 0,0-4 0,-4 5-1217,0 1 1,0-1 0,-1 1 0,1 0-1,0 0 1,0 0 0,0 0-1,0 1 1,-5 1 0,-10 5-5420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5:06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2273,'0'0'6958,"-5"1"-6096,-15 5 106,34 0 3976,9-3-3522,37-3 763,323 11 1440,-356-10-4360,52 1 4606,-51-1-4238,-21-1-5278,-14 2 2897,-6 0-4500,1-2-652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16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541 11 3217,'0'0'9861,"2"1"-8906,-1 0-864,0-1-1,0 0 0,-1 0 1,1 1-1,0-1 1,-1 0-1,1 1 0,-1-1 1,1 1-1,-1-1 1,1 1-1,0-1 1,-1 1-1,0-1 0,1 1 1,-1-1-1,1 1 1,-1 0-1,0-1 0,1 1 1,-1 0-1,0-1 1,0 1-1,1 0 1,-1 0-1,0-1 0,0 1 1,0 0-1,0-1 1,0 1-1,0 1 0,-1-1 64,0 1 1,0-1-1,0 0 0,0 1 0,0-1 0,0 0 0,0 0 0,0 0 0,-1 0 0,1 0 0,0 0 0,-1 0 0,-2 1 0,-8 3 530,-1 1-1,-20 4 0,31-9-668,-20 5 167,-1 1 0,1 1 0,0 1 0,1 1 0,0 0 0,0 2 0,1 1 0,-33 27 0,29-17-11,2 0-1,0 2 0,1 0 0,2 1 1,0 2-1,2 0 0,1 0 0,1 1 1,2 1-1,1 1 0,1 0 0,2 0 1,1 1-1,1 0 0,-3 57 0,6-39-128,2 0 0,6 70 0,-2-104-42,0 0 1,2-1-1,-1 1 1,2-1-1,0 0 1,1 0-1,0-1 0,1 1 1,1-2-1,0 1 1,17 20-1,-19-27-6,1-1 0,-1 0 1,1-1-1,1 1 0,-1-1 0,1 0 1,0-1-1,0 0 0,0 0 0,0-1 0,1 0 1,0-1-1,-1 1 0,1-2 0,11 2 0,-7-2 19,0 0 0,0-1 0,0-1-1,0 0 1,0 0 0,0-2 0,-1 1-1,1-2 1,24-9 0,34-23 40,95-65-1,-136 81-48,-6 5-40,-1-1-1,-1-1 1,-1-1-1,0-1 0,32-40 1,-41 43 11,-1-1 1,0 0-1,-1-1 1,-1 0-1,-1 0 1,0-1-1,-1-1 0,6-33 1,-5 8 59,-3-1-1,-2 0 1,-4-80 0,-2 101 15,-1-1 0,-1 1 1,-2 0-1,0 1 0,-2 0 1,0 0-1,-2 1 0,0 0 1,-2 0-1,0 2 0,-2 0 1,0 0-1,-1 1 0,-24-22 1,35 38-47,1 1 1,-1 0 0,1 0 0,-1 0-1,0 1 1,0 0 0,0-1-1,0 2 1,0-1 0,-1 1 0,1-1-1,-1 2 1,1-1 0,-1 0-1,1 1 1,-1 0 0,1 1 0,-1-1-1,1 1 1,0 0 0,-7 2-1,-9 3-17,0 2-1,1 0 0,-36 20 0,52-26 8,-5 5-2943,15-4 571,29-4-1772,-7-1 555,26 2-3899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16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872 4 4706,'0'0'10352,"-21"0"-8437,0-2-1474,11 1-252,-1 1 0,0-1 0,1 2 0,-1-1 0,0 2 1,1-1-1,-1 1 0,1 1 0,-1 0 0,1 0 1,-11 6-1,-49 25 965,0 3 0,3 3 1,-112 87-1,152-104-1040,1 1 1,1 1-1,2 1 0,0 1 0,2 1 1,0 1-1,2 1 0,2 0 1,1 2-1,-22 59 0,25-50-91,3 1 0,1 1 0,-4 62 0,8 128-88,5-221 53,0-1-1,1 1 1,0-1 0,0 0-1,1 1 1,1-1 0,0 0-1,1 0 1,0 0 0,0-1-1,1 0 1,1 1 0,-1-2 0,2 1-1,-1-1 1,2 0 0,-1 0-1,1-1 1,0 0 0,16 13-1,3-3-43,1-1-1,0-1 1,1-1-1,59 20 1,129 26-4536,-180-52 2500,-33-7 1190,2-1-310,-1-1-3733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17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0 205 2401,'0'0'9172,"6"-8"-7475,-4 4-1381,1 0 0,0 0 0,0 0 0,0 0 0,1 0 0,-1 1 0,1-1 0,0 1-1,0 0 1,0 0 0,1 1 0,-1-1 0,0 1 0,1 0 0,0 0 0,-1 1 0,1-1 0,6 0 0,-6 1-46,-1 0 0,1 0 0,-1 1 0,1 0 1,0-1-1,-1 2 0,1-1 0,-1 1 0,1-1 0,-1 1 1,1 0-1,-1 1 0,0-1 0,1 1 0,6 4 0,-6-2-178,0 0-1,-1 0 0,0 0 0,0 1 0,0 0 0,0 0 0,0 0 0,-1 0 0,0 0 0,0 1 1,2 6-1,4 12-11,-1 1 1,-1 0-1,-1 0 1,-1 1-1,-2-1 1,0 1 0,-2 0-1,0 0 1,-4 27-1,2-45-62,-1 0-1,1 0 0,-1 0 0,-1-1 0,1 1 0,-1-1 1,0 0-1,-9 14 0,3-7 61,0-1 0,-1 0 0,-17 15 0,27-27-82,0-1-1,0 1 0,-1-1 0,1 1 1,0-1-1,-1 1 0,1-1 1,-1 0-1,1 1 0,-1-1 1,1 1-1,0-1 0,-1 0 0,1 0 1,-1 1-1,0-1 0,1 0 1,-1 0-1,1 1 0,-1-1 0,1 0 1,-1 0-1,1 0 0,-1 0 1,0 0-1,1 0 0,-1 0 1,1 0-1,-1 0 0,1 0 0,-1 0 1,0-1-1,1 1 0,-1 0 1,1 0-1,-1 0 0,1-1 1,-1 1-1,1 0 0,-1-1 0,1 1 1,-1 0-1,1-1 0,0 1 1,-1-1-1,1 1 0,-1-1 1,1 1-1,0 0 0,0-1 0,-1 0 1,1 1-1,0-1 0,0 1 1,-1-1-1,1 1 0,0-1 1,0 1-1,0-2 0,-5-37-412,4 23 291,0-1-1,2 1 0,0 0 0,0 0 1,2 0-1,0 1 0,0-1 0,2 0 1,10-23-1,1 9-267,2 0-1,1 1 1,35-40-1,77-72-967,-130 139 1349,17-15-82,1-1 0,38-26-1,-49 39 134,-1 0-1,1 0 0,1 1 0,-1 0 0,1 1 0,-1 0 0,1 0 0,0 1 0,0 0 1,0 0-1,11 0 0,-20 3 11,1 0 1,0-1-1,-1 1 1,1 0-1,-1-1 1,1 1-1,-1 0 1,0 0-1,1 0 1,-1-1-1,0 1 1,1 0-1,-1 0 1,0 0-1,0 0 1,0 0-1,0 0 1,0-1-1,0 1 1,0 0-1,0 1 1,1 29 618,-1-24-395,2 55 766,1-11-628,-3 1 0,-5 53 0,1-87-177,0 1 1,-2-1-1,-7 19 1,8-25-106,0-1 1,1 1-1,0 0 1,1 0 0,1 0-1,0 1 1,0-1-1,1 1 1,2 23-1,0-33-122,0 1 0,0-1-1,1 0 1,-1 0-1,1 0 1,0 0-1,0 0 1,0 0 0,0 0-1,0-1 1,1 1-1,-1-1 1,1 0 0,0 1-1,0-1 1,-1 0-1,1-1 1,1 1-1,-1 0 1,6 1 0,1 1-285,0-1 1,-1 0 0,1 0 0,0-1 0,0 0-1,11-1 1,-10 0-330,32-1-3109,-38 0 2722,-1-1 0,1 0 1,-1 0-1,0 0 0,1 0 1,-1-1-1,7-2 0,18-19-9273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4:18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1713,'0'0'10103,"5"-4"-8195,1-1-1325,1 1 0,0 0 0,0 0 0,1 0 0,-1 0 1,1 1-1,-1 1 0,1-1 0,0 1 0,0 1 0,14-2 1,18 0-124,44 1 1,-60 2-545,-21 0 83,-1 0 0,1 0 0,0 0 0,-1 0 0,1 0 0,0 1 0,-1-1 0,1 1 0,-1-1 0,1 1 0,-1 0 0,1 0 0,-1 0 0,0 1 0,0-1 0,1 0 0,-1 1 0,0-1 0,0 1 0,0 0 0,0 0 0,-1 0 0,1 0 0,0 0 0,-1 0 0,0 0 0,1 1 0,-1-1 0,0 0 0,0 1 0,0-1 0,0 1-1,-1-1 1,1 1 0,-1-1 0,0 1 0,1 0 0,-1-1 0,0 1 0,0-1 0,-1 1 0,1 0 0,-1-1 0,1 1 0,-1-1 0,-1 3 0,0 3 24,-1-1 0,-1 0 0,1-1 0,-1 1 0,0-1 0,-1 1 0,0-1 0,1 0 0,-2-1 0,-8 8 0,-1 0 57,0 0 0,-33 20 1,5-17 92,18-7-21,23-7-133,1-1-48,27-1-425,-13 0 205,0 0 1,-1 1-1,1 0 1,-1 1-1,16 4 1,-24-4 183,1 0 1,-1 0-1,0 0 1,1 0-1,-1 0 1,0 1-1,0 0 1,-1 0-1,1 0 1,-1 0-1,1 1 1,-1-1 0,0 1-1,0 0 1,-1 0-1,1 0 1,2 6-1,-1-1 87,0 1-1,-1 0 1,0-1 0,-1 1 0,0 0-1,-1 0 1,1 14 0,-2-22 32,0-1 1,-1 0-1,1 0 1,0 0-1,-1 1 1,1-1 0,-1 0-1,1 0 1,-1 0-1,0 0 1,1 0 0,-1 0-1,0 0 1,0 0-1,0-1 1,0 1-1,0 0 1,0 0 0,0-1-1,0 1 1,0 0-1,-2 0 1,-32 12 716,19-7-319,6-3-268,0 0 0,0 0 1,0-1-1,0 0 0,0-1 0,0 0 1,-1-1-1,-10 0 0,-4-3 861,-52-9 0,65 11-764,11 1-343,0 30-1652,1-20-1204,3-5-3345,7-2-1600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17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281 114 2273,'0'0'5651,"0"-3"-5921,-6-10 8031,1 11-7774,1 0 0,0-1 0,-1 0 0,1 0 0,0 0 0,0-1 0,1 1 0,-1-1 0,1 0 0,0 0 0,0 0 0,0 0 0,0-1 0,1 1 0,0-1 0,-1 0 0,2 1 0,-1-1 0,1 0 0,-1 0 0,1 0 0,0-6 2004,7 10-1854,1 1 1,-1 0-1,0 0 0,0 1 1,1 0-1,-1 0 1,0 0-1,0 1 0,0 0 1,0 0-1,-1 0 1,1 1-1,0 0 0,-1 0 1,0 0-1,0 1 1,0 0-1,0 0 0,0 0 1,-1 1-1,5 5 1,2 2 17,0 0-1,0 0 1,-2 1 0,0 0 0,0 1 0,-1 0 0,-1 0 0,0 1 0,-1 0 0,0 0 0,5 27 0,-8-27-134,4 19 94,-2 0 0,2 53 0,-7 409 504,-1-482-615,0-1 1,-1 1 0,-1-1 0,0 0-1,-8 22 1,-31 60 28,15-48-13,-3-1 0,-1-2 0,-62 68 0,-10 13-25,96-116 188,-1 1 0,0-1 0,-1-1 0,0 0 0,0 0 0,-1-1 0,0 0 0,0 0 0,-12 5 0,22-12-118,-1 0 1,0 0-1,0 1 1,0-1-1,0 1 1,1-1-1,-1 1 1,0-1-1,0 1 1,1-1-1,-1 1 1,0 0-1,1-1 1,-1 1-1,1 0 1,-1 0-1,0 1 1,1-2-62,1 1-1,-1-1 1,1 1 0,-1-1 0,0 0 0,1 1-1,-1-1 1,1 0 0,0 1 0,-1-1 0,1 0-1,-1 0 1,1 0 0,-1 1 0,1-1 0,0 0-1,-1 0 1,1 0 0,-1 0 0,1 0 0,0 0-1,-1 0 1,1 0 0,-1 0 0,2-1 0,-1 2-348,0 0 1,0-1 0,-1 1-1,1 0 1,0 0 0,0 0-1,-1-1 1,1 1-1,0 0 1,-1 0 0,1 0-1,-1 0 1,1 0 0,-1 1-1,1-1 1,-1 2 0,1 0-2478,1 1-3739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27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4866,'0'0'12521,"0"8"-11406,1-1-889,-1 191 7197,-3-178-6879,-2 0 1,0 0 0,0 0 0,-11 22 0,-12 39 978,28-79-2047,-1 2 1083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28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2849,'0'0'11640,"9"0"-9375,41 0 1751,-50 0-3847,1 1 1,0 0 0,-1 0 0,1 0 0,-1 0 0,1 0 0,-1 0-1,0 0 1,1 0 0,-1 0 0,0 0 0,0 0 0,0 0 0,1 0-1,-1 0 1,0 0 0,0 0 0,-1 0 0,1 0 0,0 2 0,-3 26 427,-2-5 97,-1 0 0,-16 39 0,-3 10-97,16-35-473,1-1 1,2 2-1,-1 47 1,5 3-9353,14-90-1561,5-6 3207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29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1 5378,'0'0'15984,"-19"9"-14357,14-6-1510,-15 7 309,1 0 0,0 1 0,1 1 0,0 1 0,-31 30 0,16-7 111,2 2-1,-36 55 0,54-73-584,1 1 1,1 0-1,1 1 1,1 0-1,0 1 0,-8 43 1,15-57-72,0 0-1,1 0 1,0 0 0,1 0 0,0 0 0,1 0 0,1 13 0,-1-18 87,1-1 1,-1 1-1,0-1 1,1 0 0,0 0-1,0 0 1,0 0 0,0 0-1,0 0 1,1 0 0,-1-1-1,1 1 1,0-1 0,-1 0-1,1 0 1,0 0 0,1 0-1,-1 0 1,0-1 0,5 3-1,5 0-55,-1-1 0,1 0-1,-1-1 1,1 0-1,0 0 1,0-2 0,13 0-1,-25 0 85,0 0 0,0 0 0,0 0 0,0 0 1,0 0-1,0-1 0,0 1 0,0 0 0,0 0 0,0-1 0,0 1 0,0-1 0,-1 1 0,1 0 0,0-1 0,0 0 0,-1 1 0,1-1 0,0 1 0,0-1 0,-1 0 0,1 0 0,-1 1 0,1-1 1,-1 0-1,1 0 0,-1 0 0,1 0 0,-1 1 0,0-1 0,1 0 0,-1 0 0,0 0 0,0 0 0,0 0 0,0 0 0,0 0 0,0 0 0,0 0 0,0 0 0,0 0 0,0 0 0,0 0 1,-1 0-1,1 1 0,0-1 0,-1 0 0,0-1 0,0-3 9,-1 1 1,1 0 0,-1 0 0,0-1-1,0 1 1,-1 1 0,1-1-1,-1 0 1,-4-4 0,-4-2 16,0 1 0,-1 0 0,-1 1 0,1 0 0,-1 0 0,-1 2 0,1-1 0,-1 2 0,0 0 0,0 0 1,-1 2-1,1 0 0,-27-3 0,41 6-826,7 0-4453,15 0 435,9 0-2497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33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88 2785,'0'0'12257,"-2"-2"-10865,1 1-1082,0 0 0,0 0 0,0 0 0,0 0 0,0 0 0,1-1 0,-1 1 0,0 0-1,1-1 1,-1 1 0,1 0 0,0-1 0,-1 1 0,1-1 0,0 1 0,0 0 0,0-1 0,0 1 0,0-1-1,0 1 1,1-3 0,-1 3-334,1 0-1,-1 0 1,1 0 0,-1 0-1,1 1 1,-1-1-1,1 0 1,0 0-1,0 1 1,-1-1 0,1 0-1,0 1 1,0-1-1,0 1 1,0-1 0,1 0-1,22-7 33,1 0 0,0 1-1,0 1 1,0 2 0,31-2 0,2 3-44,70 6 1,-127-3 37,1 0 0,-1 0 1,0 0-1,0 0 0,0 0 0,0 0 0,0 1 1,0-1-1,0 0 0,0 1 0,0-1 0,0 0 0,0 1 1,0-1-1,0 1 0,0 0 0,-1-1 0,1 1 1,0 0-1,0 0 0,0-1 0,-1 1 0,1 0 0,-1 0 1,1 0-1,0 0 0,-1 0 0,1 0 0,-1 0 1,0 0-1,1 0 0,-1 0 0,0 0 0,0 0 0,0 0 1,1 0-1,-1 0 0,0 0 0,0 0 0,-1 0 1,1 0-1,0 0 0,0 0 0,0 0 0,-1 0 0,1 0 1,-1 0-1,1 0 0,-1 0 0,0 1 0,-1 4 56,-1 0 0,0-1 0,0 1 0,0-1-1,-1 0 1,1 0 0,-7 6 0,-30 23 454,-1-1 0,-2-2 0,-90 48 1,131-78-506,1-1 0,-1 1 0,1-1 0,-1 1 0,1 0 0,0 0 1,-1 0-1,1-1 0,0 1 0,0 1 0,0-1 0,0 0 0,0 0 0,0 0 1,0 0-1,0 1 0,0-1 0,0 2 0,1-2-9,0-1-1,1 1 1,-1 0-1,0-1 1,1 1-1,-1-1 1,0 1 0,1 0-1,-1-1 1,1 1-1,-1-1 1,1 1 0,-1-1-1,1 1 1,-1-1-1,1 0 1,0 1-1,-1-1 1,1 0 0,-1 1-1,1-1 1,0 0-1,-1 0 1,1 0-1,0 1 1,1-1 0,11 3-138,1-1 0,23 1 1,-29-3 53,43 3-629,-30-3 373,-1 1 0,0 1 0,-1 0 0,1 1 0,0 2 1,33 11-1,-50-14 339,0-1-1,-1 1 1,0-1 0,1 1 0,-1 0 0,0 0 0,0 0 0,0 1 0,0-1-1,0 0 1,-1 1 0,1-1 0,-1 1 0,1 0 0,-1-1 0,2 6 0,-3-6 34,1 0 0,-1-1 1,1 1-1,-1 0 0,0 0 1,0 0-1,0 0 0,0 0 1,0-1-1,0 1 0,0 0 1,0 0-1,-1 0 0,1 0 1,-1-1-1,0 1 0,1 0 1,-1-1-1,0 1 0,0 0 1,0-1-1,0 1 0,0-1 1,0 1-1,-1-1 0,1 0 1,-2 2-1,-8 3 258,1 0-1,-1 0 1,0-1-1,0-1 1,-1 0 0,1 0-1,-16 2 1,-89 10 1282,96-14-1457,-9-2 419,21 0-7279,23-14-4244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33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38 9476,'0'0'12083,"-19"-7"-10277,-61-19-514,77 25-1220,0 0 1,0 0 0,0 0 0,0 1-1,0-1 1,0 1 0,0 0 0,0 0 0,-1 0-1,1 1 1,0-1 0,0 1 0,0-1-1,0 1 1,0 0 0,0 0 0,0 0-1,0 1 1,0-1 0,1 1 0,-1-1 0,1 1-1,-1 0 1,1 0 0,-1 0 0,1 1-1,0-1 1,0 0 0,0 1 0,0-1-1,1 1 1,-3 4 0,1-1-48,1-1 1,0 1 0,0 0-1,0 1 1,1-1-1,0 0 1,0 0-1,0 1 1,1-1-1,0 0 1,0 1-1,1-1 1,1 8-1,0-8-40,0-1 0,0 0 0,1 0 0,0 0 0,0 0 0,0 0 0,0-1 0,1 1 0,-1-1 0,10 8 0,51 37-624,-31-25 40,-16-11 309,-3-3-49,-1 0-1,20 21 1,-30-28 325,-1 0 1,1-1-1,-1 1 0,0 0 0,0 1 1,0-1-1,0 0 0,-1 0 0,1 1 1,-1-1-1,0 1 0,0-1 1,0 1-1,-1-1 0,1 1 0,-1 0 1,0-1-1,0 6 0,0-8 48,-1 1 1,0 0-1,1 0 0,-1-1 0,0 1 1,0-1-1,0 1 0,0-1 0,-1 1 1,1-1-1,0 1 0,0-1 0,-1 0 1,1 0-1,-1 0 0,1 0 0,-1 0 1,0 0-1,1 0 0,-1 0 1,0-1-1,-2 1 0,-47 12 812,40-11-596,-143 28 841,115-27-5720,37-7-2081,2-9 3892,1 12 1338,-1-25-6683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34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7203,'0'0'8292,"109"-2"-7171,-78 2-1073,5 0-48,-5 0-2321,0 0-4563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41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12 4674,'0'0'14706,"8"-12"-9696,-10 16-4746,0 1 0,-1-1 0,0 0 0,0 0 0,0 0 0,-1-1 0,-6 6 0,-2 4 444,-27 27 382,18-19-762,1 0 0,0 2-1,-27 42 1,47-65-326,0 0 1,0 0 0,0 0-1,0 1 1,0-1-1,0 0 1,-1 0 0,1 1-1,0-1 1,0 0-1,0 0 1,0 1 0,0-1-1,0 0 1,0 0-1,1 1 1,-1-1 0,0 0-1,0 0 1,0 1-1,0-1 1,0 0 0,0 0-1,0 1 1,0-1-1,1 0 1,-1 0-1,0 0 1,0 1 0,0-1-1,0 0 1,1 0-1,-1 0 1,0 0 0,0 1-1,1-1 1,-1 0-1,0 0 1,0 0 0,1 0-1,-1 0 1,0 0-1,0 0 1,1 0 0,-1 0-1,0 0 1,0 0-1,1 0 1,-1 0 0,0 0-1,0 0 1,1 0-1,-1 0 1,0 0 0,0 0-1,1 0 1,-1 0-1,0 0 1,1-1-1,18-1 24,-9 0-14,18-5-19,0 2 0,0 0 0,30 1 0,-46 4-38,0 0 1,0 1-1,0 0 0,0 1 0,17 5 0,-23-5 37,0 0 0,-1 1-1,0 0 1,1 0-1,-1 0 1,0 0-1,-1 1 1,1 0 0,-1 0-1,1 0 1,-1 0-1,0 1 1,3 5-1,-5-5 15,0 1 0,0 0 0,0 0 0,-1 0 0,0 0 0,0 0 0,0 0 0,-1 0 0,0 1 0,0-1 0,-2 9 0,1 9 40,-1-5-10,0-1 1,-1 1-1,0 0 1,-2-1 0,0 0-1,-1 0 1,-1 0-1,-1-1 1,-14 25-1,19-38-29,1 0 0,-1 0-1,0-1 1,0 0 0,0 1 0,-1-1-1,1 0 1,-1-1 0,0 1-1,1-1 1,-1 1 0,0-1 0,0 0-1,-1-1 1,1 1 0,0-1-1,-1 1 1,-8 0 0,-4 0 13,0-1 0,0-1 0,-28-3 0,41 2-22,-6 0-37,0-1 1,0 0 0,-20-7-1,26 7-457,0 0 1,0 0-1,0 0 1,0 0-1,0-1 0,-6-4 1,9 3-708,0 0-1,-1 0 1,2 0 0,-1 0 0,0 0-1,1-1 1,0 1 0,0 0 0,0 0 0,0 0-1,1 0 1,0 0 0,2-8 0,11-24-8407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42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6931,'0'0'9637,"107"-52"-8053,-66 48-415,3 4-433,-2 0-624,-6 0-48,-7 0-64,-8 0-720,-13 0-1297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42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7363,'0'0'2948,"22"-3"363,-4 1-2582,21-4 1194,73 0-1,-101 6-1744,0 0 0,0 1-1,-1 0 1,1 1 0,-1 0 0,1 0-1,-1 1 1,0 1 0,0 0-1,0 0 1,0 1 0,-1 0-1,12 9 1,-19-12-117,0 0 0,1 1-1,-1-1 1,0 1 0,-1 0 0,1-1 0,0 1-1,-1 0 1,1 0 0,-1 0 0,0 0-1,0 0 1,0 0 0,0 1 0,-1-1 0,0 0-1,1 0 1,-1 1 0,0-1 0,0 0-1,-1 0 1,1 1 0,-1-1 0,1 0 0,-1 0-1,0 0 1,-2 4 0,0 1 11,-1 1-1,-1 0 1,1-1 0,-2 0 0,1 0 0,-1 0-1,0-1 1,-8 7 0,-27 23 208,-1-3 0,-53 32 0,24-17 30,71-49-300,-1 0 0,0 0 1,1 1-1,-1-1 0,1 0 0,-1 1 1,0-1-1,1 1 0,-1-1 1,1 1-1,-1-1 0,1 1 0,-1-1 1,1 1-1,0-1 0,-1 1 1,1-1-1,0 1 0,-1 0 1,1-1-1,0 1 0,0 0 0,0-1 1,-1 1-1,1 0 0,0-1 1,0 1-1,0 0 0,0 0 0,0-1 1,0 1-1,0 0 0,0-1 1,1 1-1,-1 0 0,0-1 0,0 1 1,1 0-1,-1-1 0,0 1 1,1-1-1,-1 1 0,0 0 0,1-1 1,-1 1-1,1-1 0,-1 1 1,1-1-1,-1 1 0,1-1 0,-1 0 1,1 1-1,0-1 0,-1 0 1,1 1-1,0-1 0,-1 0 0,1 0 1,0 0-1,0 1 0,9 3 126,0-1 0,1 1 0,11 1 0,-12-3-8,246 59 2296,-197-51-1786,1-2 0,81 0 0,-140-8-580,0 1 0,0-1 0,0 0 1,0 0-1,1 0 0,-1-1 0,0 1 0,0 0 0,0 0 0,0-1 0,1 1 1,-1 0-1,0-1 0,0 1 0,0-1 0,0 0 0,0 1 0,0-1 0,0 0 1,0 1-1,-1-1 0,1 0 0,0 0 0,1-1 0,-2 1-48,0 0 0,-1 0 0,1 0 0,0 0 0,0 1 0,0-1 0,0 0 0,-1 0 0,1 0 0,-1 0 1,1 0-1,0 1 0,-1-1 0,1 0 0,-1 0 0,0 1 0,1-1 0,-1 0 0,1 1 0,-1-1 0,0 1 0,0-1 0,1 0 0,-1 1 0,0 0 0,0-1 0,0 1 0,1 0 0,-1-1 0,0 1 0,-1 0 0,-6-3-482,1 0-1,0 1 1,-1 0-1,0 1 1,1 0 0,-13-1-1,-26 2-5666,25 0 1309,-13 0-8565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51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85 176 800,'0'0'5403,"6"-19"-4472,28-95 926,-28 99-825,0 0 1616,-4 5 2860,-2 10-5379,0-1 1,0 1-1,0 0 1,0 0-1,0 0 1,0 0-1,1 0 1,-1 0-1,0 0 1,0-1-1,0 1 1,0 0-1,0 0 1,0 0-1,1 0 1,-1 0-1,0 0 1,0 0-1,0 0 1,0 0-1,0 0 1,1 0-1,-1 0 1,0 0-1,0 0 1,0 0-1,0 0 1,0 0-1,1 0 1,-1 0-1,0 0 1,0 0-1,0 0 1,0 0-1,0 0 1,1 0-1,-1 0 1,0 0-1,0 0 1,0 0-1,0 0 1,0 0-1,0 1 1,0-1-1,1 0 1,-1 0-1,0 0 1,0 0-1,0 0 1,0 0-1,0 1 1,0 48 1543,1 28 106,-12 90 0,11-166-1766,0-1-1,0 0 1,0 1-1,0-1 1,-1 1-1,1-1 0,0 1 1,0-1-1,0 1 1,0-1-1,0 1 0,0-1 1,0 1-1,0-1 1,1 1-1,-1-1 1,0 1-1,0-1 0,0 1 1,0-1-1,1 1 1,-1-1-1,0 1 0,0-1 1,1 0-1,-1 1 1,0-1-1,1 0 1,-1 1-1,0-1 0,1 0 1,-1 1-1,1-1 1,-1 0-1,0 0 0,1 1 1,-1-1-1,1 0 1,-1 0-1,1 0 1,-1 0-1,1 1 0,-1-1 1,1 0-1,-1 0 1,1 0-1,-1 0 1,1 0-1,-1 0 0,1 0 1,-1-1-1,1 1 1,0 0-1,33-14-140,-17 5 119,7 3-205,1 1 0,0 1 0,0 2 0,0 0 0,35 2 0,-54 0 153,-3 0 43,-1 0-1,1 1 0,-1-1 1,1 1-1,-1 0 0,1 0 1,-1 0-1,0 0 1,0 0-1,1 0 0,-1 0 1,0 1-1,0-1 0,0 1 1,0 0-1,0 0 0,-1-1 1,1 1-1,0 0 0,-1 0 1,0 1-1,1-1 0,-1 0 1,0 0-1,0 1 0,0-1 1,0 0-1,-1 1 0,2 3 1,1 7 2,-1 1-1,0-1 1,-1 0 0,0 18 0,-2-26 29,0 0-1,0 0 1,0 0-1,0-1 1,-1 1-1,1 0 1,-1-1 0,-1 1-1,1-1 1,-1 1-1,1-1 1,-1 0-1,0 0 1,-1 0-1,1-1 1,-1 1-1,1-1 1,-1 0 0,0 0-1,-1 0 1,-5 3-1,-12 6 203,1 0-1,-2-2 0,-24 7 1,42-15-172,-30 11-51,-1-2 0,-62 12-1,22-18-3064,74-5 2915,1 0 1,0 0-1,0 0 0,0 0 0,0 0 1,0 0-1,0 0 0,0 0 0,0-1 1,0 1-1,0-1 0,0 1 0,0 0 1,0-1-1,1 0 0,-1 1 0,0-1 1,0 1-1,0-1 0,1 0 0,-1 0 1,-1-1-1,1 0-567,0 0 1,1 0 0,-1 0-1,0 0 1,1 0-1,0 0 1,-1 0-1,1 0 1,0 0-1,0-4 1,0-10-6976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51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7299,'0'0'10613,"109"-40"-8836,-80 40-160,1 0-625,-3 0-239,4 0-97,-4 6-288,0 0-256,3-1-112,-7-5-96,4 0-1457,2 0-2625,5 0-5170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6:52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6451,'0'0'10069,"5"0"-8949,87-3 3729,-42 0-3764,84 7 0,-128-4-1073,-1 1-1,1 1 0,-1-1 1,1 1-1,-1-1 0,0 1 0,0 1 1,1-1-1,-2 1 0,1 0 1,6 5-1,-9-6-26,0 0-1,0 0 1,0 0-1,-1 0 1,1 0-1,-1 0 1,1 0-1,-1 1 1,0-1-1,0 0 1,0 1-1,0-1 1,0 1-1,-1-1 1,1 1-1,-1 0 1,0-1-1,1 1 1,-1-1-1,0 1 1,-1 0-1,1-1 1,0 1-1,-1-1 1,0 1-1,-1 4 0,0-1-39,-1 0-1,0 0 1,0-1-1,-1 1 0,1-1 1,-1 0-1,0 0 1,-10 8-1,-44 33-124,33-27 111,7-6 37,-26 19-147,2 3-1,-75 77 0,115-110 198,1 0 1,-1 0-1,0 1 0,1-1 1,-1 1-1,1-1 1,0 1-1,-1-1 0,1 1 1,0 0-1,0 4 1,1-6-3,0 0 1,0 0-1,0 0 1,0 0-1,1 0 1,-1 0-1,0 0 1,1 0-1,-1 0 1,1 0-1,-1 0 1,1 0 0,-1-1-1,1 1 1,0 0-1,-1 0 1,1 0-1,0-1 1,0 1-1,-1 0 1,1-1-1,0 1 1,0-1-1,0 1 1,0-1-1,0 1 1,0-1-1,0 0 1,0 1 0,0-1-1,2 0 1,53 14 1603,1-2 1,106 7 0,-113-14-1116,181 8 2267,-231-13-2814,0 0 0,0 0 0,0 0-1,1 0 1,-1 0 0,0 0 0,0 0-1,0 0 1,1 0 0,-1 1 0,0-1 0,0 0-1,0 0 1,1 0 0,-1 0 0,0 0-1,0 0 1,0 0 0,0 1 0,0-1 0,1 0-1,-1 0 1,0 0 0,0 0 0,0 1-1,0-1 1,0 0 0,0 0 0,0 0-1,0 0 1,0 1 0,0-1 0,0 0 0,1 0-1,-1 0 1,0 1 0,0-1 0,0 0-1,-1 0 1,1 0 0,0 1 0,0-1 0,0 0-1,0 0 1,0 0 0,0 1 0,0-1-1,0 0 1,0 0 0,0 0 0,0 0-1,-1 1 1,1-1 0,0 0 0,0 0 0,0 0-1,0 0 1,0 0 0,-1 1 0,1-1-1,0 0 1,0 0 0,0 0 0,-1 0 0,-9 10-10671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29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1344 32 7363,'0'0'7252,"0"-5"-6404,0-16-34,0 16 160,-2 5-476,-12 1-308,1 0-1,-1 2 1,1 0 0,0 0-1,0 1 1,0 1-1,0 0 1,1 1-1,-12 7 1,-107 72 1176,125-81-1303,-31 25 185,1 2 1,1 1 0,2 2 0,1 1 0,2 1 0,1 2-1,-28 49 1,-140 305 1417,73-133-187,-122 264 489,202-410-1543,6 1 1,-42 214-1,59-185-84,-1 144-1,21 146 284,8-325-404,6 1-1,3-2 0,50 168 1,-41-195-178,4-1 0,4-1 0,45 79 0,143 207 35,-17-81-130,-153-224 49,3-1 1,87 72-1,-12-31 225,3-6 0,4-5 0,243 113-1,-244-136-174,247 109-22,-298-142-25,0-4 0,152 31 0,-235-59 1,0 0 0,0 0 0,0 0 0,0 0 0,0 0 0,0 0 0,-1 0 0,1 1 0,0-1 0,0 0 0,0 1 0,0-1 0,-1 0 0,1 1 0,0-1 0,0 1 0,-1-1 0,1 1 0,0 0 0,-1-1 0,1 1 0,0 0 0,0 1 0,-1-2 0,-1 1 0,1 0 0,0 0 0,-1-1 0,1 1 0,-1 0 0,1-1 0,-1 1 0,1 0 0,-1-1 0,1 1 0,-1-1 0,0 1 0,1-1 0,-1 1 0,0-1 0,1 0 0,-1 1 0,-1 0 0,-6 2 0,0 0 0,1 0 0,-1-1 0,-10 3 0,-38-2-1718,20-6-6334,16-5-955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1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82 446 6243,'0'0'6085,"-11"19"-3129,-32 64-621,39-76-1910,0 1 0,1-1 0,0 1 0,0 0-1,1 0 1,0 0 0,0 0 0,1 1 0,0-1 0,0 0 0,1 11 0,0-14-26,0-31 3471,-1-3-3378,3-43-1,4 35-618,2 0 0,1 0 0,2 1 0,1 0 0,2 1 0,1 1 0,2 0-1,2 1 1,0 1 0,29-34 0,-38 53-28,2 0-1,0 1 1,0 1-1,23-17 1,-28 23 146,0 0 0,0 1 0,0 0 1,1 1-1,-1 0 0,1 0 0,0 0 0,-1 1 1,1 0-1,1 1 0,12-2 0,-19 3 9,0 1-1,-1-1 1,1 0-1,-1 0 1,1 1-1,0-1 1,-1 1-1,1 0 1,-1-1-1,1 1 1,-1 0-1,1 0 1,-1 0 0,0 0-1,1 0 1,-1 0-1,0 0 1,0 0-1,0 1 1,0-1-1,0 0 1,0 1-1,0-1 1,0 1-1,-1-1 1,2 3-1,1 5 43,0-1-1,-1 1 1,2 17-1,-2-13 41,11 98 1421,-3 206-1,-10-288-1127,0-28-276,-11-3-11070,2-8 3659,0-7-3328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1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9620,'0'0'12358,"122"-29"-11846,-66 29-512,7 0-528,6 0-2161,2 0-3074,12-17-5330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2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31 2993,'0'0'13417,"-4"-7"-11880,1 2-1236,-10-13 332,7 17-87,2 14 407,-29 284 6774,21 3-6634,30-318-4841,-6-4 1305,-1-1 0,-1 1 0,0-2 1,6-26-1,3-19-3848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2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62 768,'0'0'19511,"23"-12"-17764,4-2-1020,44-17 0,-67 30-638,0 0-1,0 0 0,0 1 1,1-1-1,-1 1 1,0 0-1,0 0 1,0 0-1,1 0 1,-1 1-1,0 0 0,0 0 1,0 0-1,0 0 1,0 1-1,0-1 1,0 1-1,0 0 1,-1 0-1,1 0 0,-1 1 1,6 5-1,0-2 106,8 6 89,-1 1 0,0 0 1,-1 1-1,18 21 0,-28-28-274,0-1 0,0 1 0,-1 0-1,0 0 1,0 1 0,0-1 0,-1 1-1,-1 0 1,1 0 0,-1 0 0,0 0 0,-1 0-1,1 14 1,-2-16-10,0 0 1,0 0-1,-1 0 0,1 0 1,-3 7-1,2-10 0,0-1 1,0 0-1,0 0 0,-1 0 1,1 0-1,0 0 0,-1 0 0,0 0 1,1 0-1,-1-1 0,0 1 1,0-1-1,0 1 0,0-1 1,0 1-1,-2 0 0,-14 6-45,-1-1 0,0 0 0,0-1 0,0-2 0,-1 1 0,-38 1 0,3 2-205,54-8 238,1-1 0,-1 1 0,1 0 0,0 0 1,-1 0-1,1 0 0,-1 0 0,1 0 1,-1 0-1,1 0 0,-1 1 0,1-1 1,0 0-1,-1 0 0,1 0 0,-1 0 1,1 1-1,-1-1 0,1 0 0,0 0 0,-1 1 1,1-1-1,0 0 0,-1 0 0,1 1 1,0-1-1,0 1 0,-1-1 0,1 0 1,0 1-1,0-1 0,-1 0 0,1 1 0,0-1 1,0 1-1,0-1 0,0 1 0,0-1 1,0 1-1,0-1 0,0 0 0,0 1 1,0-1-1,0 1 0,0-1 0,0 1 0,0-1 1,0 1-1,0-1 0,0 0 0,1 1 1,-1-1-1,0 1 0,19 17-455,54 26 297,24 16-296,-85-51 300,-1-1-1,-1 2 0,0-1 0,0 1 1,0 1-1,7 11 0,-15-20 132,-1 1 0,1-1 0,-1 0 0,0 1-1,0-1 1,0 1 0,0-1 0,0 1 0,0-1 0,-1 1 0,1 0-1,-1-1 1,1 1 0,-1 3 0,-1-4 29,1-1 0,0 1-1,-1-1 1,1 1 0,-1-1-1,0 1 1,1-1 0,-1 0 0,0 1-1,0-1 1,0 0 0,0 1 0,0-1-1,0 0 1,0 0 0,0 0 0,-1 0-1,0 1 1,-6 2 83,1-1 1,-1 0-1,0 0 0,0-1 1,1 0-1,-2 0 0,-13 1 1,-71 5 2111,-131-6 0,-41 2 1397,231 1-3382,34-5-212,0 0 1,-1 0-1,1 0 1,-1 0-1,1 0 1,-1 0-1,1 0 1,-1 0-1,1 1 1,0-1-1,-1 0 1,1 0-1,0 0 1,-1 1-1,1-1 1,-1 0-1,1 1 1,0-1-1,0 0 1,-1 1-1,1-1 1,0 0-1,-1 1 1,1-1-1,0 1 1,0 0-48,1-1 0,-1 1 0,1-1 0,-1 1 0,1-1-1,-1 1 1,1-1 0,-1 1 0,1-1 0,0 0 0,-1 1 0,1-1 0,0 0 0,-1 1 0,1-1 0,0 0 0,-1 0 0,1 0 0,0 0 0,0 0 0,0 0 0,32 4-2021,0-3 0,37-1 0,-52-1 1256,108-2-4336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3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587 124 5026,'0'0'7540,"4"-18"-4856,0-3-1994,-2 9-143,0 0 0,1 1 0,1-1 0,7-18 0,-11 29-422,0 1-1,0 0 0,0-1 1,0 1-1,0 0 1,0-1-1,-1 1 1,1 0-1,0-1 0,0 1 1,0 0-1,-1-1 1,1 1-1,0 0 1,0-1-1,-1 1 0,1 0 1,0 0-1,-1-1 1,1 1-1,0 0 0,-1 0 1,1 0-1,0 0 1,-1-1-1,1 1 1,0 0-1,-1 0 0,1 0 1,-1 0-1,1 0 1,0 0-1,-1 0 0,1 0 1,-1 0-1,1 0 1,0 0-1,-1 0 1,0 1-1,-24-2-131,19 2 432,-19 0-9,1 1 1,0 1-1,0 1 0,0 2 1,-23 7-1,3 3 403,-74 37-1,96-41-633,0 1 1,1 0-1,0 2 0,1 0 1,-33 34-1,44-39-153,0 0 0,1 0 0,1 1-1,0 0 1,0 0 0,1 1 0,0 0 0,1 0 0,1 0 0,0 1-1,0-1 1,1 1 0,-1 17 0,3-18-20,0 0 0,1 0-1,1 0 1,0 0 0,0 0 0,1-1 0,1 1-1,0 0 1,1-1 0,0 0 0,10 20 0,-6-18 0,1 0-1,0-1 1,1 0 0,0 0 0,1-1 0,0-1-1,1 0 1,23 16 0,-11-11-33,0 0 0,1-2 0,1-1 0,0-1 1,1-1-1,0-1 0,0-1 0,1-2 0,0-1 0,0-1 0,46 1 0,-71-5-161,-1-1 0,1 1 0,-1 0 0,1-1 0,-1 1 0,0-1 0,1 1 0,4-3-1,-7 3 16,0-1-1,1 1 0,-1 0 1,1-1-1,-1 1 0,1 0 0,-1-1 1,0 1-1,1-1 0,-1 1 1,0-1-1,1 1 0,-1-1 0,0 1 1,0-1-1,0 1 0,1-1 0,-1 1 1,0-1-1,0 1 0,0-1 1,0 1-1,0-1 0,0 0 0,0 1 1,0-1-1,0 1 0,0-1 1,0 1-1,0-1 0,0 1 0,-1-1 1,1 1-1,0-1 0,0 1 1,-1-1-1,1 1 0,0-1 0,-1 1 1,1-1-1,0 1 0,-1-1 1,1 1-1,0 0 0,-1-1 0,0 1 1,-20-16-8163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5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5923,'0'0'8524,"0"-20"-7356,0-50-455,0 14 2512,0 56-2723,2 0-270,3 1-221,0 1 1,0-1-1,1 1 1,-1 0 0,-1 0-1,1 1 1,0-1-1,-1 1 1,1 0 0,-1 1-1,0-1 1,0 1-1,0-1 1,6 8 0,-2-2 19,43 43 469,89 119 1,30 82 798,6 23-444,215 459 0,-344-624-877,-4 2-1,35 155 1,-57-172-7,-5 0 1,-4 1-1,0 128 0,-12-178 38,-2-1 0,-3 1 0,-19 87 0,14-100 26,-1 0 0,-2-2 0,-1 1 0,-1-2 0,-36 54 0,13-32 431,-3-1 1,-65 64-1,-108 82 1768,2-2-534,116-97-1421,-91 123 0,178-209-800,0-1 1,-10 22-1,16-29-207,1 0-1,0 1 0,0 0 1,1-1-1,-2 9 0,3-4-4153,6-9-2625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6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1239 1 96,'0'0'11883,"-4"11"-10306,0 0-1203,0-1 0,-1 1 0,-1-1 0,0-1 1,0 1-1,0-1 0,-1 0 0,-1-1 1,0 1-1,-9 7 0,-115 95 2271,-129 119 646,170-137-2447,5 4-1,4 4 1,5 3-1,-75 133 1,109-159-569,3 1-1,4 3 1,4 1 0,3 1 0,4 1 0,-28 177 0,43-171-98,3 0 1,5 1 0,4-1 0,3 1 0,34 169 0,10-71-52,9-3 0,85 189 1,-121-323-104,2-2 1,2 0 0,3-2-1,2-1 1,1-1 0,3-2-1,77 77 1,-109-119-34,20 19-123,1-1 0,1-1 0,1-1 0,37 21 0,-53-35-247,-1-1-1,1-1 0,0 1 0,0-1 1,0-1-1,0 0 0,15 1 1,-16-3-332,0 0 1,0-1 0,0 0 0,0 0 0,0-1 0,0 0 0,0-1 0,0 0 0,13-6-1,2-4-3698,29-22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6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2113,'0'0'2260,"20"0"397,-18 0-2573,15 0 551,-1 0 0,1 1 0,-1 1 0,1 0 0,-1 2 0,0 0 1,0 0-1,28 13 0,10 12 225,-2 2 0,-2 2 1,-1 2-1,-1 2 0,-3 3 1,-1 1-1,56 68 0,-45-41-376,-3 3-1,-4 2 1,-3 2 0,57 126-1,-58-92-126,-5 1-1,-5 2 1,28 160-1,-37-109-142,6 302 0,-31-355-222,-4 1-1,-6-1 0,-4 0 1,-5-1-1,-5-1 0,-4-1 1,-79 189-1,68-213 203,-4-2-1,-4-2 1,-68 88 0,-188 196 1149,214-262-523,4 4 0,-75 122 0,147-204-1788,-17 41-1,36-66-5137,7-11 2875,28-42-6224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7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4514,'0'0'13206,"167"52"-10116,-87-41-721,1-3-977,-6-4-431,-6-1-737,-14-3-224,-18 0-16,-14 0-625,-12 0-655,-28 0-4883,-35 2-1232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7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6355,'0'0'10085,"132"44"-4419,-55-38-2769,3-4-1616,-1-2-737,-2 0-544,7-15-896,12-10-1921,13-6-4243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8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1574 56 2801,'0'0'1732,"18"-6"245,70-25 320,-38 12 2166,-47 20-644,-8 8-2740,-17 22-688,-1-2-1,-36 36 1,-66 56 1296,65-66-1123,-342 344 2732,31 32-770,267-292-1987,6 5 0,-127 249 0,182-303-241,4 3 0,5 1 0,3 1 0,5 1 0,3 2 0,-8 101 0,21-92 170,8 164 0,7-196-284,3-1 0,37 147 0,-23-146-159,3-1 0,3-1 1,4-2-1,3 0 0,2-3 0,59 81 0,-61-103-26,2-1-1,2-2 1,1-1 0,3-2-1,1-2 1,2-2 0,1-3 0,1-1-1,58 28 1,-97-55 1,1 0 0,-1-1 0,1 0 0,-1-1 0,1 0 0,0 0 0,0-1 0,0 0 0,1-1 0,-1 0 0,0-1 0,0 0 0,20-3 0,-26 1-209,-1 0 0,1-1 0,0 1 0,-1-1 0,1 0 0,-1 0 0,0-1 0,0 1 0,0 0 0,0-1 0,-1 0 0,1 0 0,1-5 0,12-14-2652,12-9-2344,6-4-3348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39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37 1617,'0'0'12197,"-6"-8"-10671,-17-20 611,322 431 2710,-164-191-3833,109 234 0,-175-302-941,-7 3-1,-7 3 1,72 310-1,-108-355-55,-4 1 0,-5 0 0,-4 1-1,-5 0 1,-5 0 0,-5 0 0,-22 105 0,-13-11 996,-9-3 0,-9-2 0,-162 350 0,-93 164 2802,236-478-3693,20-50-121,-105 215-1,153-371 0,-1-1 0,-1-1 0,-1 0 0,-28 31 0,37-47 0,-1 0 0,0-1 0,0 0 0,-1 0 0,0-1 0,0 0 0,0 0 0,-1-1 0,0-1 0,0 1 0,0-2 0,-1 1 0,1-2 0,-19 4 0,-74-3 0,75-3 0,28-1-1,-1 1 0,1-1 0,-1 0 0,1 1-1,-1-1 1,1 0 0,0 1 0,-1-1 0,1 0 0,0 0 0,0 1 0,0-1 0,-1 0-1,1 0 1,0 1 0,0-1 0,0 0 0,0 0 0,0 1 0,1-1 0,-1 0 0,0 0 0,0 0-1,4-21-2151,11-13-9201,-6 7 2222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1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52 3954,'0'0'11848,"0"-8"-11178,-1-23-124,1 30-524,0 1 1,0-1-1,-1 0 0,1 1 0,0-1 0,0 1 0,-1-1 0,1 1 0,-1-1 0,1 1 0,0-1 0,-1 1 0,1-1 0,-1 1 0,1-1 0,-1 1 0,1 0 0,-1-1 0,1 1 0,-1 0 0,0-1 0,1 1 0,-1 0 0,1 0 0,-1 0 0,0 0 0,1-1 0,-1 1 0,0 0 0,-22 0 66,17 0-47,-9 0 11,0 0 1,0 0-1,1 2 0,-1-1 1,0 2-1,0 0 0,1 1 0,0 0 1,-19 9-1,19-5 18,0 0-1,0 0 0,0 2 1,1 0-1,1 0 1,0 1-1,0 1 1,-14 18-1,20-21-62,-1 0 0,1 1 0,1 0 0,0 0 0,1 0 0,0 1 0,0-1 0,1 1-1,0 0 1,1 0 0,0 0 0,0 23 0,2-33-7,0 1 1,0-1-1,1 1 1,-1-1-1,0 1 0,1-1 1,-1 1-1,1-1 0,0 1 1,-1-1-1,1 0 1,0 1-1,0-1 0,0 0 1,0 0-1,0 1 1,0-1-1,0 0 0,0 0 1,0 0-1,0 0 0,1 0 1,-1-1-1,0 1 1,1 0-1,-1-1 0,1 1 1,-1-1-1,1 1 0,-1-1 1,4 1-1,4 0 26,1 0 1,-1 0-1,1-1 0,10-1 0,-5 1 18,-7 0-23,0 0 1,0 0 0,0-1-1,1 0 1,-1 0 0,0-1-1,0 0 1,-1 0 0,1-1-1,0 0 1,-1-1-1,0 1 1,1-1 0,-1-1-1,-1 0 1,1 1 0,9-11-1,-2 4 227,-1 1 1,0-2-1,-1 0 0,0 0 0,-1-1 0,0-1 0,-2 0 0,1 0 0,10-23 0,-19 59 3082,19 60-2487,-16-67-621,21 58 318,-23-67-537,1 0-1,0 0 1,1 0 0,-1 0 0,1-1 0,0 0-1,1 1 1,-1-1 0,6 4 0,-7-7-107,1 0 0,-1 0 0,0-1-1,0 1 1,1-1 0,-1 0 0,1 0 0,-1 0 0,1 0 0,0-1 0,-1 0 0,7 1 0,45-6-3166,-55 5 3253,56-12-5025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2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2353,'0'0'5869,"6"11"364,-7-8-6031,0 0 0,-1 0 0,1 0 0,-1 0 0,1 0 0,-1 0 0,0-1 0,0 1 1,-1 0-1,1-1 0,0 0 0,-5 4 0,-9 11 319,8-7-456,1 1 0,1 0-1,-6 13 1,10-21-68,1 0-1,-1 1 0,1-1 1,0 1-1,0-1 0,1 1 0,-1-1 1,1 1-1,-1 0 0,1-1 0,0 1 1,1 0-1,-1-1 0,1 1 1,1 6-1,1-9 14,1 0 0,-1 0 1,1 0-1,-1 0 0,1-1 1,-1 1-1,1-1 0,-1 0 1,1 0-1,-1 0 0,1 0 1,3-1-1,2 0 32,1 1-15,-1 0 0,1-1 0,14-3 0,-22 4-25,-1 0 0,1 0-1,0-1 1,-1 1 0,1-1 0,-1 1-1,1-1 1,-1 1 0,1-1 0,-1 0-1,0 0 1,1 0 0,-1 0 0,0 0 0,0 0-1,1 0 1,-1 0 0,0-1 0,0 1-1,0 0 1,0-1 0,-1 1 0,1-1-1,0 1 1,-1-1 0,1 1 0,-1-1-1,1 1 1,-1-1 0,1-1 0,-1-121 814,0 123-759,0 1 0,0-1 0,0 0 0,-1 1 0,1-1 0,0 0-1,0 1 1,0-1 0,0 0 0,-1 1 0,1-1 0,0 0 0,-1 1 0,1-1 0,-1 1 0,1-1 0,0 1 0,-1-1-1,1 1 1,-1-1 0,1 1 0,-1-1 0,0 1 0,1-1 0,-1 1 0,1 0 0,-1-1 0,0 1 0,1 0-1,-1 0 1,-1-1 0,-24 0-1042,18 1-1260,9 8-7650,4-7 3538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3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27 7075,'0'0'12867,"1"-3"-11885,-1 3-941,-1 0-1,1 0 1,0 0-1,0 0 0,0 0 1,0 0-1,-1 1 1,1-1-1,0 0 0,0 0 1,0 0-1,0 0 1,0 0-1,-1 0 1,1 0-1,0-1 0,0 1 1,0 0-1,0 0 1,-1 0-1,1 0 1,0 0-1,0 0 0,0 0 1,0 0-1,0 0 1,0 0-1,-1 0 1,1 0-1,0-1 0,0 1 1,0 0-1,0 0 1,0 0-1,0 0 1,0 0-1,0-1 0,-1 1 1,1 0-1,0 0 1,0 0-1,0 0 1,0 0-1,0-1 0,0 1 1,0 0-1,0 0 1,0 0-1,0 0 0,0-1 1,0 1-1,0 0 1,0 0-1,0 0 1,0 0-1,0 0 0,1-1 1,-1 1-1,0 0 1,-22 16 505,-23 28-375,42-40-163,0 0 1,0 0-1,0 1 0,0 0 1,1-1-1,-1 1 0,1 0 1,1 0-1,-1 0 0,1 0 1,0 0-1,0 1 0,0-1 1,0 0-1,1 6 0,0-10-17,1-1 0,-1 1-1,0 0 1,1 0-1,-1 0 1,0-1-1,1 1 1,-1 0-1,1 0 1,-1-1 0,1 1-1,-1 0 1,1-1-1,0 1 1,-1 0-1,1-1 1,0 1 0,-1-1-1,1 1 1,0-1-1,0 0 1,0 1-1,-1-1 1,1 0 0,0 0-1,0 1 1,0-1-1,0 0 1,0 0-1,1 0 1,33 2-201,-28-3 157,-2 2 22,0-1-1,-1 0 0,1-1 0,0 1 0,0-1 0,0 0 0,-1 0 0,1 0 0,-1-1 0,8-3 0,-10 4 42,0-1 0,0 0-1,0 0 1,0 0 0,-1 0 0,1 0-1,-1 0 1,1-1 0,-1 1 0,0-1-1,0 1 1,0-1 0,0 1 0,0-1-1,0 1 1,-1-1 0,1 0 0,-1 1-1,0-1 1,0-4 0,1-4 313,-1 0 1,0 1-1,-2-19 1,1 25-167,0 0 0,0 0 1,-1 0-1,1 0 0,-1 0 0,0 0 0,0 0 0,0 1 1,0-1-1,-1 1 0,1 0 0,-4-4 0,1 5 924,20 8-22371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4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286 111 3057,'0'0'10218,"2"-15"-8267,7-48-159,-9 62-1717,0 0-1,0 0 1,0 0-1,0 0 1,0 0-1,0-1 0,0 1 1,0 0-1,0 0 1,-1 0-1,1 0 1,0 0-1,-1 0 0,1 0 1,-1 0-1,1 0 1,-1 0-1,1 0 1,-1 1-1,0-1 1,1 0-1,-1 0 0,0 0 1,0 1-1,0-1 1,1 0-1,-1 1 1,0-1-1,0 1 0,-2-1 1,-28-3 585,24 4-418,-7-1 2,-1 1 0,1 0 0,0 1 0,0 1 0,0 0 0,0 1 0,0 0 0,-23 9 0,31-9-207,1 0-1,-1 0 0,0 0 0,1 0 0,0 1 0,0 0 0,0 0 1,1 0-1,-1 1 0,1 0 0,0-1 0,0 1 0,1 1 1,-1-1-1,1 1 0,0-1 0,1 1 0,-1 0 0,1 0 1,0 0-1,1 0 0,-2 8 0,2-5-41,0-1 0,0 0 1,1 1-1,1-1 0,-1 1 0,1-1 0,0 1 1,1-1-1,0 0 0,0 0 0,7 15 0,-7-19-37,1 0-1,-1-1 0,1 1 0,-1-1 1,1 1-1,0-1 0,0 0 0,1 0 1,-1 0-1,1 0 0,-1-1 1,1 1-1,0-1 0,0 0 0,0 0 1,0-1-1,0 1 0,0-1 0,1 0 1,-1 0-1,0 0 0,1 0 1,-1-1-1,8 0 0,-8 0 13,3 0-15,1 0 1,-1 0-1,0-1 1,13-2-1,-16 2 38,-1-1 0,1 0 0,-1 1 0,0-1 0,0-1 1,1 1-1,-1 0 0,-1-1 0,1 1 0,0-1 0,2-3 0,28-30 35,-19 22 57,0-1 0,-2 0 0,0-1 0,11-18 1,-17 8 1479,-5 20 630,-1 11 1451,0 228-2427,0-231-1319,0-1 0,1 1 0,-1-1 0,0 1 0,0-1 0,1 1 0,-1-1 0,1 0 0,-1 1 1,1-1-1,0 0 0,-1 1 0,1-1 0,0 0 0,0 0 0,0 0 0,0 1 0,0-1 0,0 0 0,0 0 0,1-1 0,-1 1 0,0 0 1,0 0-1,1-1 0,-1 1 0,0 0 0,1-1 0,2 1 0,3 1-1377,1 0 0,0-1 0,0 0 0,11-1 0,-10 0-234,23 1-6663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4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14 3249,'0'0'13073,"2"3"-11264,-1-2-1712,-1-1 1,1 1-1,-1-1 1,1 1-1,-1-1 0,1 1 1,-1 0-1,1-1 1,-1 1-1,0 0 1,1-1-1,-1 1 0,0 0 1,1 0-1,-1-1 1,0 1-1,0 0 0,0 0 1,0-1-1,0 1 1,0 0-1,0 0 1,0 0-1,0-1 0,0 2 1,-19 8 2157,8-5-2134,4-2-43,0 1 0,1-1 0,-1 1 1,1 1-1,0-1 0,0 1 0,1 0 0,-1 1 0,1-1 0,-7 11 1,9-12-104,1 0 1,-1 0-1,1 0 1,0 1-1,0-1 1,0 0-1,1 1 1,0-1-1,0 1 1,0 0-1,0-1 1,1 1 0,-1 0-1,1-1 1,0 1-1,1 0 1,-1-1-1,3 8 1,-3-11-4,1 0 0,-1 0 0,1 0 0,-1 0 1,1 0-1,0-1 0,-1 1 0,1 0 0,0-1 0,0 1 1,0 0-1,-1-1 0,1 1 0,0-1 0,0 1 0,0-1 1,0 0-1,0 1 0,0-1 0,0 0 0,0 0 0,0 1 1,0-1-1,1 0 0,31 0-308,-23 0 277,-7 0 53,1 0 1,0 0-1,-1 0 1,1-1 0,0 1-1,-1-1 1,1 0-1,-1 0 1,1 0-1,-1-1 1,0 1 0,1-1-1,-1 0 1,0 1-1,0-1 1,0-1 0,3-2-1,-3 1 33,-1 1 0,1-1 0,-1 1 1,0-1-1,-1 0 0,1 0 0,-1 0 0,1 0 0,-1 0 0,0 0 0,-1 0 0,1 0 0,-1 0 1,0-1-1,0-4 0,0 1 155,0 0 0,0 0 1,-1-1-1,0 1 1,-1 0-1,-4-14 0,4 17-120,0 1 0,-1 0-1,1 0 1,-1 0 0,0 0-1,0 0 1,0 1 0,0 0-1,-1-1 1,1 1 0,-1 0-1,-8-5 1,12 8-121,0 0-1,-1 0 1,1 0 0,0 0-1,0-1 1,-1 1-1,1 0 1,0 0 0,0 0-1,-1 0 1,1 0 0,0 0-1,0 0 1,-1 0-1,1 0 1,0 0 0,0 0-1,-1 0 1,1 0 0,0 0-1,-1 0 1,1 0-1,0 0 1,0 0 0,-1 0-1,1 0 1,0 0 0,0 0-1,-1 0 1,1 1-1,0-1 1,0 0 0,-1 0-1,1 0 1,0 0 0,0 1-1,0-1 1,-1 0-1,-2 15-2101,7 16-4188,10-14-444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4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1 704,'0'0'23499,"-48"71"-22795,45-53-592,3-1-112,0 0-560,0-3-1633,0-3-2545,0-5-6067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5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34 2225,'0'0'14788,"-10"-4"-12670,-6-2-1171,1 0-1,-1 2 0,0 0 0,0 0 0,-31-1 1,31 4-704,-1 2 1,1 0-1,0 1 0,0 0 1,-28 9-1,36-8-198,-1 1 0,1 0-1,0 0 1,1 1 0,-1 0-1,1 0 1,0 1-1,0 0 1,0 0 0,1 0-1,0 1 1,-5 8 0,3-3-74,1-1 0,1 2 0,0-1 1,0 1-1,1 0 0,1 0 0,0 0 0,1 1 1,0 0-1,1-1 0,1 1 0,0 0 1,1 17-1,0-29-11,1-1 0,-1 1 0,0 0 0,0-1 0,1 1 1,-1 0-1,0-1 0,1 1 0,0 0 0,-1-1 0,1 1 0,0-1 1,0 1-1,0-1 0,0 0 0,0 1 0,0-1 0,0 0 0,1 0 0,-1 0 1,3 2-1,0-1-11,-1 0-1,1 0 1,1 0 0,-1-1 0,0 1 0,0-1 0,0 0 0,7 0 0,6 0-74,-1-1 0,0 0 1,30-5-1,-35 3 98,0-1 0,-1-1 0,1 0 0,-1 0 0,0-1 0,0 0 0,-1-1-1,1 0 1,-1-1 0,-1 1 0,1-2 0,-1 1 0,0-1 0,-1-1 0,0 1 0,0-1-1,-1 0 1,0-1 0,7-13 0,-9 14 717,0 0 0,-1-1 0,0 1 0,-1 0-1,1-1 1,-2 0 0,1 1 0,-1-13 0,-8 33 799,2 0-1358,1 1 1,1 0-1,-1 0 1,2 0 0,0 0-1,0 0 1,0 17-1,2 8-157,6 45 0,-5-72-16,1 0 1,0-1-1,0 1 1,1 0-1,0-1 0,1 0 1,0 0-1,1 0 1,0-1-1,0 1 0,1-1 1,0 0-1,0-1 1,1 1-1,0-1 0,14 11 1,-13-12-607,0-1-1,1 0 1,-1 0 0,1-1-1,0-1 1,0 1 0,0-1 0,0-1-1,0 0 1,1 0 0,11 1-1,46-2-6775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7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23 816,'0'0'7585,"5"0"-5784,18 0 178,-8 0 8357,-17 3-10008,-2 0-311,-6 5 10,1 1 0,0 0 0,-8 11-1,14-17-30,1 1 0,-1 0 0,1 0-1,0 0 1,0 0 0,1 0 0,-1 0 0,1 1-1,0-1 1,0 1 0,0-1 0,0 9-1,1-10-15,0 0 0,0-1 0,0 1 0,0-1 0,0 1 0,0 0 0,1-1 0,-1 1 0,1-1 0,0 1 0,0-1 0,0 0 0,2 5 0,-1-6 15,0 0-1,0 0 1,0 0 0,0 0-1,0 0 1,0 0 0,0 0-1,0-1 1,0 1 0,1-1 0,-1 0-1,0 1 1,0-1 0,1 0-1,-1 0 1,3-1 0,9 1 28,6 1-10,-1-1-1,1 0 0,-1-2 1,1 0-1,-1-2 1,0 0-1,31-11 0,-48 15-6,0-1 0,0 0-1,0 1 1,-1-1 0,1 0-1,0 0 1,-1 0-1,1 0 1,-1-1 0,1 1-1,-1 0 1,0-1 0,1 1-1,-1-1 1,0 1 0,0-1-1,0 1 1,0-1-1,0 0 1,-1 1 0,1-1-1,0 0 1,-1 0 0,1 0-1,-1 0 1,0 0-1,1 0 1,-1 1 0,0-1-1,0 0 1,0 0 0,-1 0-1,1 0 1,0 0 0,-2-3-1,0 0 7,0 1 0,0-1 0,-1 0-1,1 1 1,-1-1 0,-1 1 0,1 0-1,0 0 1,-1 0 0,0 0 0,-7-5 0,2 2-71,4 3 59,0 0 0,-1 0 0,1 0 0,-1 0 0,0 1 0,0 0 0,0 0 0,0 1 0,0-1 0,-1 1 0,-7-1 0,13 4-671,1 0-1,-1 0 1,1 0 0,0 0 0,0 0-1,-1 0 1,1 0 0,0 1 0,0-1-1,0 0 1,0 0 0,0 0 0,1 0-1,-1 2 1,4 2-7426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7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96,'2'-4'19335,"6"-5"-17199,2 5-1991,0 1-1,1 1 1,-1-1-1,0 1 1,1 1 0,-1 0-1,0 1 1,1 0-1,12 1 1,3 0-123,-24-1-25,-1 0 0,0 1 0,1-1 0,-1 1 0,0-1 0,1 1 0,-1-1 0,0 1 0,1 0 0,-1-1 0,0 1 0,0 0 0,0 0 0,0 0 0,0 0 0,0 0 0,0 0 0,0 0 0,0 0 0,-1 1 0,1-1 0,0 0 0,-1 0 0,1 1 0,-1-1 0,1 0 0,-1 1 0,0-1 0,1 1 0,-1-1 0,0 0 0,0 1 0,0-1 0,0 2 0,0 1 1,0 0 1,0 0-1,0-1 1,-1 1-1,1 0 1,-1-1 0,0 1-1,0 0 1,0-1-1,-1 1 1,1-1-1,-1 0 1,-2 5-1,-5 1 13,0 0 1,0-1-1,-1 0 0,-17 11 1,16-12-6,1 0 0,0 1 0,0 0 0,1 1 0,-10 11 1,18-19-7,0 0 1,0-1-1,0 1 1,1 0-1,-1 0 1,0 0 0,1 0-1,-1 0 1,0 0-1,1 0 1,-1 0-1,1 0 1,0 0-1,-1 0 1,1 0 0,0 0-1,-1 0 1,1 0-1,0 0 1,0 1-1,0-1 1,0 0 0,0 0-1,0 0 1,1 0-1,-1 0 1,0 0-1,0 0 1,1 1 0,-1-1-1,1 0 1,-1 0-1,1 0 1,-1 0-1,1 0 1,0-1 0,-1 1-1,1 0 1,0 0-1,0 0 1,0-1-1,0 1 1,0 0 0,0-1-1,-1 1 1,2 0-1,-1-1 1,0 0-1,0 1 1,0-1 0,0 1-1,1-1 1,9 3 60,-1-1 1,1 0 0,-1 0 0,16-1 0,-22 0-39,186-1 225,-190-9-5008,0 2-7418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9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37 1553,'0'0'13027,"-4"-5"-11186,2 3-1656,0-1 0,1 1 0,-1 0 0,0 0 0,0 0 0,-1 0 0,1 0 0,0 0 0,-1 1 0,1-1 0,-1 1 0,0-1 0,1 1 0,-1 0 0,0 0 0,0 1 0,1-1 0,-1 0 0,0 1 0,0 0 0,0-1 0,-5 2 0,-5-2 45,1 1 1,-1 0-1,0 1 0,0 1 0,1 0 1,-1 1-1,1 0 0,0 0 0,-20 10 1,8-1-153,1 1 0,0 2 1,-21 16-1,39-27-79,0 0-1,0 0 0,1 1 0,0 0 0,-1 0 1,1 0-1,1 0 0,-1 0 0,1 1 1,0 0-1,0-1 0,1 1 0,0 0 1,0 1-1,0-1 0,1 0 0,0 0 0,-1 9 1,2-12-10,0-1 0,0 1 0,1 0 0,-1-1 0,1 1 0,0-1 0,-1 1 0,1-1 0,0 1 0,0-1 0,1 1 0,-1-1 0,1 0 0,-1 0 0,1 0 0,-1 0 0,1 0 0,0 0 0,0 0 1,0 0-1,0-1 0,0 1 0,1-1 0,-1 1 0,0-1 0,1 0 0,-1 0 0,1 0 0,-1 0 0,4 0 0,8 2-140,-1-1 0,1 0 1,0-1-1,21 0 0,-31-1 95,5 0 40,-1-1 0,0 0 1,1 0-1,-1 0 0,0-1 1,0 0-1,0-1 0,0 0 0,0 0 1,-1-1-1,1 0 0,-1 0 1,0 0-1,0-1 0,-1 0 1,1-1-1,-1 0 0,0 0 0,-1 0 1,0 0-1,1-1 0,-2 0 1,1 0-1,-1 0 0,0-1 1,-1 1-1,0-1 0,0 0 0,-1 0 1,1 0-1,-2 0 0,1 0 1,-1-1-1,0-12 0,-1-22 6139,0 61-5584,0 2-824,-1 4 582,2-1 1,0 0 0,5 23-1,-4-37-784,1 0 0,-1-1 0,1 0-1,7 12 1,-6-13-898,0 0 1,1 0-1,0-1 0,0 0 0,10 10 1,-1-5-5777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9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2481,'0'0'19161,"-8"107"-19049,8-91-112,4-3-384,0 4-1809,-1-5-1121,-3-4-2929,0 1-688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49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17 5699,'0'0'14086,"-7"8"-12741,3-3-1192,-3 2-27,1 0-1,0 1 1,1 0-1,-1 0 1,1 0-1,1 0 1,0 1-1,0 0 1,0 0-1,1 0 1,-2 13-1,4-11-85,0-4-63,0-1 1,1 1 0,0 0 0,0 0 0,2 6 0,-2-12 1,0 1 0,0-1 0,1 0 0,-1 0 0,0 0 0,1 0 0,0 0 0,-1 0 1,1 0-1,-1 0 0,1 0 0,0 0 0,0 0 0,0 0 0,0 0 0,-1 0 0,1-1 0,0 1 0,0 0 0,0-1 0,1 1 0,-1 0 0,0-1 0,0 0 0,0 1 0,0-1 0,0 0 1,1 1-1,-1-1 0,0 0 0,0 0 0,3 0 0,-1 0 11,1 0 0,-1 1 0,1-2 1,0 1-1,-1 0 0,1-1 0,-1 1 0,1-1 0,-1 0 1,0-1-1,1 1 0,-1 0 0,0-1 0,0 0 1,1 1-1,-2-1 0,1-1 0,0 1 0,0 0 1,-1-1-1,1 1 0,-1-1 0,0 0 0,1 0 1,-1 0-1,-1 0 0,1 0 0,0 0 0,-1 0 1,0-1-1,1 1 0,-1-1 0,-1 1 0,1-1 1,0 1-1,-1-8 0,1 5 128,0 0-1,0-1 1,-1 1 0,0-1-1,-1 1 1,1 0 0,-1-1-1,0 1 1,-1 0 0,-2-7 0,2 9-112,0 1 1,0-1-1,0 1 1,0 0 0,-1 0-1,1 0 1,-1 0 0,0 0-1,0 1 1,0-1-1,0 1 1,-1 0 0,1 0-1,-1 0 1,1 0 0,-1 1-1,-5-3 1,3 2-459,-11-5-4893,12-1-3254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28 4562,'0'0'13433,"0"-5"-12206,0 4-1188,0 0 0,0 1 1,0-1-1,0 0 0,0 0 0,-1 0 0,1 0 0,0 0 1,0 1-1,-1-1 0,1 0 0,0 0 0,-1 0 0,1 1 0,-1-1 1,1 0-1,-1 1 0,1-1 0,-1 0 0,0 1 0,1-1 1,-1 1-1,0-1 0,1 1 0,-1-1 0,0 1 0,0-1 0,1 1 1,-1 0-1,0 0 0,0-1 0,-1 1 0,-2-1 55,0 1-1,0 0 1,0 0-1,0 0 1,0 0-1,0 1 1,-8 1-1,-10 5 459,-41 17-1,61-23-487,-13 6 212,1 0 1,-1 0-1,1 1 1,1 1-1,-17 14 1,27-21-267,1 0 0,-1 0 0,1 0 1,0 1-1,0-1 0,0 0 0,0 1 0,0 0 0,0-1 1,1 1-1,0 0 0,-1 0 0,1 0 0,0 0 0,0 0 1,0 0-1,1 0 0,-1 0 0,1 0 0,0 0 0,0 0 1,0 1-1,0-1 0,0 0 0,1 0 0,-1 0 0,1 0 1,0 0-1,0 0 0,0 0 0,0 0 0,1 0 0,-1 0 1,1-1-1,2 4 0,0-2-43,1 1 0,0-1 0,-1 0 0,1 0 1,1-1-1,-1 1 0,1-1 0,-1 0 0,1-1 0,0 0 0,0 1 0,0-2 1,0 1-1,0-1 0,0 0 0,10 0 0,-6 1-63,1-2 0,-1 0-1,0 0 1,1-1 0,-1 0 0,0-1 0,0 0 0,0 0-1,15-7 1,-15 4 38,-1 0 1,0 0-1,-1-1 1,1-1-1,-1 0 0,0 0 1,-1 0-1,0-1 0,0 0 1,0 0-1,9-18 0,-12 18 296,0 1 0,-1-1 0,0 1 0,0-1 1,-1 0-1,0 0 0,0-1 0,-1 1 0,1-13 0,-2 19 1085,-2 3-1206,1-1-1,0 0 0,-1 1 1,1-1-1,0 1 0,-1 0 1,1-1-1,0 1 0,0 0 1,-1 0-1,1 0 0,0 0 1,0 0-1,0 0 0,0 0 1,0 0-1,1 1 1,-1-1-1,0 0 0,0 0 1,1 1-1,-1-1 0,1 0 1,-1 1-1,1-1 0,-1 3 1,-9 38 271,9-34-339,0 1 0,1 0 0,0-1 0,0 1 0,1-1 0,0 1 0,2 10 0,-1-15-69,-1 0 1,1 0 0,0 0-1,1 0 1,-1 0 0,0 0-1,1 0 1,0-1 0,0 1-1,0-1 1,0 0 0,1 0-1,-1 0 1,1 0 0,5 2 0,6 3-716,0 0 1,1-2-1,0 0 1,1 0-1,-1-2 1,1 0-1,0-1 1,0 0-1,27 0 1,48-1-6768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3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1201,'0'0'12261,"0"4"-8919,0 15-1319,1 29 1889,0-26-3354,-1 0 0,0 1 0,-2-1 0,-8 42 0,10-59-1842,0-4 951,0-1-1,0 0 1,0 0 0,0 1 0,1-1 0,-1 0 0,0 0 0,0 1 0,1-1 0,-1 0-1,0 0 1,0 0 0,1 0 0,-1 0 0,0 1 0,1-1 0,-1 0 0,0 0 0,1 0-1,-1 0 1,0 0 0,0 0 0,1 0 0,-1 0 0,0 0 0,1 0 0,-1 0-1,0 0 1,1 0 0,-1 0 0,0-1 0,1 1 0,-1 0 0,0 0 0,0 0 0,1 0-1,-1 0 1,0-1 0,10-4-7542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4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15 3201,'0'0'10499,"-5"-14"-1461,3 14-8865,0 1 0,1 0 0,-1 0 0,0 0-1,0 0 1,1 0 0,-1 1 0,0-1 0,1 1-1,-1-1 1,1 1 0,0-1 0,-1 1 0,1 0-1,0-1 1,0 1 0,0 0 0,0 0 0,1 0-1,-1 0 1,0 0 0,1 0 0,-1 3 0,-10 52 1357,10 95-418,1-152-1195,0 1 0,0 0 0,0 0 0,0 0 0,0-1-1,0 1 1,0 0 0,0 0 0,1 0 0,-1-1 0,0 1 0,0 0-1,1 0 1,-1-1 0,0 1 0,1 0 0,-1-1 0,1 1 0,-1 0 0,1-1-1,-1 1 1,1-1 0,0 1 0,-1-1 0,1 1 0,0-1 0,0 1-1,23 1-4850,-16-2 3275,15 0-5998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5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12 5635,'0'0'12005,"-12"-3"-11263,-14 0-397,0 0 0,0 1 1,0 2-1,0 1 0,1 1 1,-37 7-1,42-5-148,0 2 1,0 1-1,0 1 0,1 0 0,-31 19 1,44-23-169,0 0 0,1 0-1,0 0 1,0 1 0,0 0 0,0 0 0,1 0 0,0 0 0,0 1 0,0 0 0,1 0-1,0 0 1,0 0 0,0 0 0,1 1 0,0-1 0,0 1 0,1 0 0,0-1 0,0 1-1,0 11 1,1-15-32,0 1-1,0-1 0,0 1 0,1-1 0,-1 1 1,1-1-1,0 1 0,0-1 0,0 1 0,1-1 1,-1 0-1,1 0 0,0 0 0,0 0 0,0 0 1,0 0-1,0 0 0,5 4 0,-2-4-2,0 0 0,-1 0 0,1 0 0,0-1 0,0 0 0,0 0 0,1 0 0,-1-1 0,0 0 0,1 0 0,9 1 0,-3-1 8,-1 0-1,1-1 0,-1 0 1,1-1-1,17-3 0,-23 2 0,0 0 0,-1 0-1,1 0 1,-1-1-1,1 1 1,-1-2 0,0 1-1,0 0 1,0-1-1,-1 0 1,1 0 0,3-5-1,4-5 70,-1-1-1,-1 0 0,-1 0 1,0-1-1,-1-1 0,0 1 1,-2-1-1,7-23 1,-15 73 3426,3-1-2680,7 44-1,-5-61-670,0-1-1,1 1 0,1-1 0,0 0 1,9 17-1,-12-26-194,1-1 0,0 1 0,0-1 0,0 0 0,0 0 0,1 0 0,0 0 0,0 0 0,0-1 0,0 0 0,1 0 0,-1 0 0,1 0 0,-1-1 0,1 1 0,0-1 0,10 2 0,7 0-1933,0-1 1,0-2 0,1 0 0,39-4-1,5-6-7653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6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25 768,'0'0'5627,"1"-5"-3773,2-15 10037,-2 20-11797,-1 0 1,0 0 0,1 0-1,-1 1 1,0-1-1,1 0 1,-1 0-1,0 0 1,0 1-1,1-1 1,-1 0 0,0 0-1,1 0 1,-1 1-1,0-1 1,0 0-1,0 1 1,1-1 0,-1 0-1,0 1 1,0-1-1,0 0 1,0 1-1,1-1 1,-1 0-1,0 1 1,0-1 0,0 0-1,0 1 1,0-1-1,0 0 1,0 1-1,0-1 1,0 0-1,0 1 1,0-1 0,0 0-1,-1 1 1,5 29 21,-3-16 426,5 30 264,0 55-1,-6-98-898,0 0-1606,0 0 1233,0-1 1,0 1-1,0 0 1,0-1-1,0 1 1,0 0 0,0-1-1,1 1 1,-1 0-1,0-1 1,0 1-1,1-1 1,-1 1-1,0 0 1,1-1 0,-1 1-1,1-1 1,-1 1-1,0-1 1,1 1-1,-1-1 1,1 1-1,1 0 1,9-1-5786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7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2897,'0'0'13398,"22"-4"-8227,-15 4-5023,0 0 0,0 0 0,1 1 0,-1 0 0,0 0 0,0 1 0,-1 0 0,9 3 0,-12-3-146,-1-1-1,1 1 0,-1-1 1,1 1-1,-1 0 0,0 0 1,0 0-1,0 0 0,0 0 1,0 1-1,0-1 0,-1 1 1,1-1-1,-1 1 0,1-1 1,-1 1-1,0 0 0,0 0 1,-1 0-1,1-1 0,0 1 1,-1 4-1,1-4 6,-1 1-1,0-1 1,0 0-1,0 0 1,0 1 0,0-1-1,-1 0 1,0 0-1,1 0 1,-1 0 0,0 1-1,-1-1 1,1 0-1,-1-1 1,1 1 0,-1 0-1,-2 2 1,-2 2 10,0-1 1,-1 0-1,0 0 0,-13 8 1,4-3 22,1 5-38,15-15 1,0-1 0,0 1 0,0-1 0,0 1 0,-1-1-1,1 1 1,0-1 0,0 1 0,0-1 0,0 1 0,0-1 0,0 1 0,1-1 0,-1 1 0,0-1 0,0 1 0,0-1 0,0 1 0,0-1-1,1 1 1,-1-1 0,0 1 0,1 0 0,1 0 17,-1 0 0,1 0 1,-1 0-1,1 0 0,0 0 0,0 0 0,-1 0 0,1-1 0,0 1 1,0 0-1,0-1 0,0 0 0,0 1 0,0-1 0,3 0 0,88 3 690,117-11 0,-193 7-7,-13 1-2052,-9 0-5705,-10 0 142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8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578 133 2209,'0'0'4650,"-6"-18"-3401,-17-56 375,22 71-1436,0 1-1,0 0 0,0 0 1,-1-1-1,1 1 0,0 0 0,-1 0 1,0 0-1,1 0 0,-1 1 1,0-1-1,0 0 0,0 1 0,0-1 1,0 1-1,0 0 0,-1-1 1,1 1-1,-4-1 0,1 1 216,0 0 0,-1 0 0,1 1 0,-1-1 0,1 1 0,-7 1 0,0-1-9,-25 0-124,0 2 1,0 1-1,0 1 0,1 2 1,-1 2-1,1 1 0,1 2 1,-62 28-1,91-36-175,1 0 1,0 0-1,-1 1 0,2 0 1,-1 0-1,0 0 0,1 0 0,-1 1 1,1 0-1,-3 5 0,5-8-73,1 0-1,0 0 0,0 0 0,0 1 1,0-1-1,1 0 0,-1 0 0,0 1 1,1-1-1,0 0 0,0 1 0,-1-1 1,2 1-1,-1-1 0,0 0 1,0 1-1,1-1 0,-1 0 0,1 1 1,-1-1-1,1 0 0,0 0 0,0 1 1,0-1-1,1 0 0,-1 0 0,0 0 1,1 0-1,2 2 0,3 3 28,0 0 0,1-1 0,0 0 0,0 0 0,0-1 0,1 0 0,-1-1 0,1 0 0,0 0 0,16 4 0,-13-5-5,-1 0-1,1-1 1,0 0 0,0-1-1,0 0 1,0-1-1,0 0 1,19-4-1,-25 3-26,0-1-1,0-1 0,-1 1 0,1-1 0,-1 0 1,1 0-1,-1-1 0,0 1 0,0-1 0,-1-1 1,1 1-1,5-7 0,8-11-6,21-35-1,-18 26 12,9-15 54,-21 29 4335,-15 31-4278,0 0-1,0 1 1,2-1 0,0 1 0,0 0 0,1 0 0,1 1-1,1-1 1,0 0 0,1 1 0,2 17 0,-1-30-151,-1 0-1,1 0 1,0 0 0,0-1-1,0 1 1,0-1 0,1 1-1,-1-1 1,1 1 0,-1-1-1,1 0 1,0 1 0,0-1-1,0 0 1,0 0 0,0-1 0,1 1-1,-1 0 1,0-1 0,1 1-1,0-1 1,-1 0 0,1 0-1,-1 0 1,1 0 0,0 0-1,0-1 1,3 1 0,10 2-1016,1-1 1,0-1 0,28-2-1,-21 1-1169,33 0-4548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9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2 2081,'0'0'13193,"4"0"-9316,18 0-2936,-6-1-885,-10 1-50,0-1 0,1 1 0,-1 1 0,0-1 0,7 2 1,-12-2-17,1 1 1,-1-1 0,0 1 0,0-1 0,0 1 0,0-1-1,0 1 1,1-1 0,-1 1 0,0 0 0,-1 0 0,1 0 0,0-1-1,0 1 1,0 0 0,0 0 0,-1 0 0,1 0 0,0 0 0,-1 1-1,1-1 1,-1 0 0,1 0 0,-1 0 0,0 0 0,1 1 0,-1-1-1,0 0 1,0 0 0,0 1 0,0 0 0,0 0 23,0 0 0,-1 0 0,1 0 1,-1 0-1,1-1 0,-1 1 0,1 0 0,-1-1 0,0 1 1,0 0-1,0-1 0,0 1 0,0-1 0,0 1 1,-1-1-1,1 0 0,0 1 0,-1-1 0,1 0 1,-1 0-1,1 0 0,-2 1 0,-46 19 1143,7-2 204,39-17-1247,0-1 1,1 1-1,-1 0 0,1 0 1,-1 1-1,1-1 1,0 0-1,0 1 0,0-1 1,0 1-1,1 0 1,-1-1-1,1 1 0,-1 0 1,1 0-1,0 0 1,0 0-1,0 0 1,1 0-1,-1 1 0,1-1 1,0 0-1,0 0 1,0 0-1,0 6 0,10-9 255,198 0 2596,-209-1-2935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7:59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59 3394,'0'0'11946,"-17"-1"-10470,2-1-1151,1-1 79,0 1 0,0 1 0,0 0 0,-1 2 0,1-1 0,-22 5 0,30-4-289,0 1 0,0 1 0,0-1 0,0 1 0,1 0 0,-1 0 0,1 1 0,0-1 0,0 1 0,0 0 0,1 1 0,-6 5 0,7-7-99,1 1 1,0-1-1,0 1 0,0-1 0,0 1 0,0 0 1,1 0-1,0-1 0,0 1 0,0 0 1,0 0-1,1 0 0,-1 0 0,1 1 0,0-1 1,0 0-1,0 0 0,1 0 0,0 0 0,1 5 1,-1-6-18,0-1 1,1 1 0,-1 0-1,1-1 1,0 1 0,-1-1 0,1 1-1,0-1 1,1 0 0,-1 0-1,0 0 1,1 0 0,-1 0-1,1-1 1,-1 1 0,1-1-1,0 1 1,0-1 0,-1 0 0,1 0-1,0 0 1,0-1 0,4 1-1,8 2-1,1-1 0,-1-1 0,18 0 0,-28-1 4,2 0 57,-1 0-1,1-1 0,-1 1 0,1-1 0,-1 0 1,0-1-1,1 1 0,-1-1 0,0-1 1,0 1-1,0-1 0,0 0 0,-1-1 0,1 1 1,-1-1-1,0 0 0,0 0 0,0-1 1,-1 1-1,1-1 0,-1 0 0,0 0 1,0-1-1,-1 1 0,0-1 0,0 0 0,0 0 1,-1 0-1,1 0 0,-2 0 0,1-1 1,-1 1-1,0 0 0,0-1 0,0 1 0,-1-1 1,0 1-1,0-1 0,-2-7 0,1 11-12,0 0 0,0 0-1,0 0 1,0 0 0,0 1 0,-1-1-1,1 1 1,-1-1 0,0 1-1,0-1 1,0 1 0,0 0-1,0 0 1,0 0 0,0 0 0,-1 0-1,1 0 1,-1 1 0,0-1-1,-3-1 1,0 1-567,0-1-1,-1 1 1,1 0-1,-1 1 1,0-1-1,1 2 1,-14-2-1,19 2 327,1 0 0,0 1 0,-1-1 0,1 0 0,0 0 0,-1 0 0,1 0 0,0 0 0,0 0 0,-1 1-1,1-1 1,0 0 0,-1 0 0,1 0 0,0 1 0,0-1 0,-1 0 0,1 0 0,0 1 0,0-1 0,0 0 0,-1 1 0,1-1 0,0 0-1,0 1 1,0-1 0,0 0 0,0 1 0,0-1 0,0 0 0,-1 1 0,1-1 0,0 0 0,0 1 0,0-1 0,0 0 0,1 1 0,-1-1 0,0 0-1,0 1 1,0-1 0,0 1 0,0 1-1448,0 9-6961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0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56 3265,'0'0'13169,"5"-8"-11123,16-23-127,-20 31-1839,-1 0 0,0-1 0,0 1 1,1 0-1,-1-1 0,0 1 0,0 0 1,1 0-1,-1-1 0,0 1 0,0 0 0,0-1 1,1 1-1,-1 0 0,0-1 0,0 1 1,0-1-1,0 1 0,0 0 0,0-1 1,0 1-1,0 0 0,0-1 0,0 1 0,0-1 1,0 1-1,0 0 0,0-1 0,0 1 1,0 0-1,0-1 0,0 1 0,-1-1 1,1 1-1,0 0 0,0-1 0,0 1 0,-1 0 1,1 0-1,0-1 0,0 1 0,-1 0 1,1 0-1,0-1 0,-1 1 0,1 0 1,0 0-1,-1 0 0,1-1 0,0 1 1,-1 0-1,-21 0-488,17 1 728,-7 0-314,1 0 0,-1 1 0,1 0 0,0 1 0,0 1 1,0 0-1,0 0 0,1 1 0,-11 6 0,8-3-42,0 0 0,0 1 1,0 0-1,1 1 0,1 1 0,-14 14 1,22-20 16,-1 0 0,1 0-1,0 0 1,1 0 0,-1 1 0,1-1 0,0 1 0,0 0 0,1-1 0,0 1 0,-1 11-1,1-15 5,1 1 0,0-1 0,0 1 0,0-1 0,0 0 0,1 1 0,-1-1 0,1 0 0,-1 1 0,1-1 0,0 0 0,0 1 0,0-1 0,0 0-1,0 0 1,1 0 0,-1 0 0,0 0 0,1 0 0,0-1 0,-1 1 0,1 0 0,0-1 0,0 1 0,0-1 0,0 0 0,0 0 0,0 1 0,0-1 0,4 1-1,8 1-4,1 0-1,-1-1 0,1 0 0,0-2 0,-1 1 0,1-2 1,15-2-1,-7 0-32,0-1 0,0-1 0,35-13 0,-37 10-130,0-1 1,0 0 0,-1-2 0,30-20 0,-45 27 275,0 0 1,0 0-1,0-1 0,0 0 1,-1 0-1,1 0 1,-1 0-1,-1 0 1,1-1-1,-1 0 0,0 0 1,0 0-1,0 0 1,-1 0-1,0 0 1,-1-1-1,1 1 1,-1-1-1,1-11 0,-2 17 40,0 0 0,0 0 0,0 0 0,0 0 0,0 0 0,0 0-1,0 0 1,0-1 0,-1 1 0,1 0 0,0 1 0,0-1-1,-1 0 1,1 0 0,-1 0 0,1 0 0,-1 0 0,1 0 0,-1 0-1,0 0 1,1 1 0,-1-1 0,0 0 0,0 1 0,-1-2 0,0 1 74,-1 1 1,1-1 0,-1 1 0,0 0 0,1 0 0,-1 0 0,0 0 0,-3 0 0,2 1-203,2-1 49,0 0-1,0 1 1,0-1 0,0 1 0,0 0 0,0-1-1,0 1 1,1 0 0,-1 0 0,0 0-1,0 1 1,1-1 0,-1 0 0,1 1 0,-1-1-1,1 1 1,0-1 0,0 1 0,-1-1 0,1 1-1,0 0 1,0 0 0,1 0 0,-1 0-1,0-1 1,1 1 0,-1 0 0,1 0 0,-1 4-1,-1 8 101,1-1 0,0 1 0,1 19 0,1-15-94,-1-10-114,1 0 0,0 0 0,1 0 0,0 0 0,0 0 1,1 0-1,-1-1 0,2 1 0,-1-1 0,1 0 0,0 0 0,1 0 0,-1 0 0,2-1 1,-1 0-1,0 0 0,1 0 0,0-1 0,1 0 0,9 7 0,-4-4-755,2 0-1,-1-1 0,1 0 0,0-1 0,0-1 1,0 0-1,1-1 0,0-1 0,-1 0 0,20 1 1,37-3-6285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2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23 400,'0'0'10477,"0"-1"-10165,0 0 1,0 1-1,0-1 1,0 0-1,0 1 1,0-1-1,0 0 1,0 1-1,0-1 1,0 1-1,0-1 1,1 0-1,-1 1 1,0-1-1,0 0 1,1 1-1,-1-1 1,0 1-1,1-1 1,-1 1-1,0-1 1,2 0-1,57-7 5147,32 9-4978,-39 0-282,-51-1-206,1 0 0,0 0 0,0 1 0,0-1 0,-1 1 0,1-1 0,0 1 0,0 0 0,-1-1 0,1 1 0,0 0 0,-1 0 0,1 1 0,-1-1 0,0 0 0,1 0 1,-1 1-1,0-1 0,0 0 0,1 1 0,-1-1 0,1 3 0,-2-3 5,1 1 1,-1-1-1,1 0 1,-1 0-1,1 0 1,-1 1-1,0-1 1,0 0-1,0 0 1,1 1-1,-1-1 1,0 0-1,-1 0 1,1 1-1,0-1 1,0 0 0,0 0-1,-1 1 1,1-1-1,-1 0 1,1 0-1,-1 0 1,1 0-1,-1 1 1,0-1-1,0 0 1,1 0-1,-1 0 1,0-1-1,0 1 1,0 0-1,0 0 1,-2 1-1,-29 17 37,21-13-32,0 0 0,1 1-1,-17 13 1,25-18-3,-1 1-1,1 0 1,-1-1 0,1 1 0,0 0-1,0 0 1,0 0 0,1 1-1,-1-1 1,1 0 0,-1 0-1,1 1 1,0-1 0,1 1-1,-1-1 1,1 1 0,-1 5-1,1-8 7,0-1-1,0 1 0,1 0 0,-1 0 1,0-1-1,0 1 0,0 0 0,1-1 1,-1 1-1,1 0 0,-1-1 0,0 1 1,1 0-1,-1-1 0,1 1 0,-1-1 1,1 1-1,-1-1 0,1 1 1,0-1-1,-1 1 0,1-1 0,0 0 1,-1 1-1,1-1 0,0 0 0,-1 1 1,1-1-1,0 0 0,0 0 0,-1 0 1,2 0-1,29 2 124,-23-3-69,42 2 147,-20 1-92,0-2 0,39-5 0,-19-13 115,-48 17-246,16 1-22280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3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1185,'1'4'20456,"0"4"-15192,7 48-4591,5 15 77,-11-53-499,1-1 1,0 1-1,2-1 1,0 0-1,1 0 1,11 24-1,-16-38-41,5 4-1736,5-6-4878,-1-1-949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4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39 864,'0'0'9429,"16"4"-8335,52 14-70,-59-15-407,0-2 0,0 1-1,0-1 1,12 0 0,-18-1-401,-1-1-1,0 1 1,0 0 0,1 0 0,-1-1-1,0 0 1,0 1 0,0-1 0,1 0-1,-1 0 1,0 0 0,0 0 0,-1 0-1,5-3 1,-5 2-60,0 1-1,0 0 1,0-1-1,-1 1 1,1-1-1,0 1 1,-1-1-1,1 1 1,-1-1-1,1 1 1,-1-1-1,0 0 1,0 1-1,0-1 1,0-2-1,0 3-115,0 0 0,0 0 0,0 0 0,0 0 1,0 0-1,0 0 0,-1 0 0,1 0 0,0 0 0,-1 0 0,1 0 0,-1 1 0,1-1 0,-1 0 0,1 0 0,-1 0 0,1 1 0,-1-1 0,0 0 0,1 1 0,-1-1 1,0 0-1,0 1 0,0-1 0,1 1 0,-1-1 0,-2 0 0,-14-1 6,0 0 0,0 1 1,0 0-1,0 2 0,0 0 0,0 1 1,1 0-1,-1 2 0,0 0 0,1 0 1,-19 9-1,-51 27 683,78-35-637,0-1 0,1 1 0,-1 1-1,1-1 1,0 1 0,1 1 0,-1-1-1,-6 10 1,11-13-84,0 0 0,0 1 0,0-1-1,1 0 1,-1 1 0,1 0 0,0-1 0,0 1 0,0 0-1,0 0 1,1-1 0,0 1 0,-1 0 0,1 0-1,1 0 1,-1 0 0,1-1 0,-1 1 0,1 0-1,0 0 1,0-1 0,1 1 0,-1-1 0,1 1 0,-1-1-1,1 1 1,0-1 0,1 0 0,-1 0 0,1 0-1,-1 0 1,1 0 0,0-1 0,0 1 0,0-1-1,0 0 1,0 0 0,1 0 0,-1 0 0,0 0 0,8 1-1,-2-1-23,0-1 0,0 0 0,0-1 0,-1 0 0,1 0 0,0-1 0,0 0 0,0-1 0,0 0 0,-1 0 0,1-1 0,-1 0 0,1-1 0,-1 1 0,0-2 0,11-7 0,-8 5-30,1-2 0,-1 0 0,-1 0 0,0-1 0,0 0-1,-1-1 1,0 0 0,-1 0 0,13-24 0,-17 27 215,-1 0 1,-1 0-1,1 0 1,-1 0-1,-1 0 1,1 0 0,-1-1-1,-1-15 2271,0 39-1223,0-3-1052,0-1 1,1 1 0,0 0-1,1-1 1,0 1-1,1-1 1,0 0 0,5 12-1,-5-18-249,0 0-1,0 0 1,0 0-1,1-1 1,-1 1-1,1-1 1,0 0-1,0 0 0,1 0 1,-1-1-1,1 1 1,0-1-1,0 0 1,0 0-1,0-1 1,1 0-1,-1 0 1,1 0-1,6 1 1,13 2-2385,0-2 1,1 0 0,43-3-1,-50 0 321,44 0-4957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4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13 2225,'0'0'12080,"10"-2"-10623,11-2-453,0 1 0,27-1 0,-47 5-988,-1-1 0,1 1-1,0-1 1,0 1 0,-1-1 0,1 1-1,-1 0 1,1-1 0,0 1 0,-1 0 0,1-1-1,-1 1 1,0 0 0,1 0 0,-1 0-1,0-1 1,1 1 0,-1 0 0,0 0 0,0 0-1,0 0 1,1 0 0,-1-1 0,0 1 0,0 0-1,0 0 1,-1 0 0,1 1 0,-4 30 382,1-27-333,0 0 1,0 0-1,-1 0 0,1-1 0,-1 1 0,0-1 0,0 0 0,-1 0 0,1 0 0,-9 4 0,-53 30 548,42-28-113,19-9-281,-1 1 1,1 0 0,0 0-1,0 1 1,0-1 0,1 1-1,-6 4 1,10-7-217,-1 0-1,1 1 1,0-1 0,-1 0 0,1 0-1,0 0 1,0 1 0,-1-1-1,1 0 1,0 0 0,0 1 0,0-1-1,0 0 1,-1 1 0,1-1-1,0 0 1,0 1 0,0-1 0,0 0-1,0 1 1,0-1 0,0 0-1,0 1 1,0-1 0,0 0 0,0 1-1,0-1 1,0 0 0,0 1-1,0-1 1,0 0 0,0 1 0,0-1-1,0 0 1,0 0 0,1 1-1,-1-1 1,0 0 0,0 1 0,0-1-1,1 0 1,-1 0 0,0 1-1,0-1 1,1 0 0,-1 0 0,0 0-1,0 1 1,1-1 0,-1 0 0,0 0-1,1 0 1,-1 0 0,0 0-1,1 1 1,-1-1 0,0 0 0,1 0-1,-1 0 1,0 0 0,1 0-1,-1 0 1,22 2 109,-3-2-15,132-4-1769,-121 1-1424,38-8 1,-9-5-5547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5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 2161,'0'0'17464,"20"-2"-16768,63-5-237,-82 7-449,1 0-1,-1 0 1,0 0-1,1 0 1,-1 0-1,1 0 1,-1 0-1,0 0 1,1 0-1,-1 1 1,0-1-1,1 0 1,-1 1 0,0-1-1,1 1 1,-1 0-1,0-1 1,0 1-1,1 0 1,-1 0-1,0 0 1,0 0-1,0 0 1,0 0-1,0 0 1,-1 0-1,1 0 1,0 0-1,0 1 1,-1-1-1,1 0 1,-1 1 0,1-1-1,-1 0 1,1 1-1,-1-1 1,0 0-1,0 1 1,0-1-1,0 1 1,0 1-1,0 1 4,0 0-1,-1 0 1,0 0-1,0 0 1,0 0 0,0 0-1,-1 0 1,1 0-1,-4 6 1,-3-1 17,0-1 1,0 0 0,0 0-1,-1 0 1,-11 7 0,10-8 227,0 0 0,1 1 1,0 0-1,-13 16 0,21-23-234,0 0 0,0 0 0,0 1 0,0-1 0,0 0 0,1 0 0,-1 1 0,0-1 0,1 1 0,0-1 0,-1 0 0,1 1 0,0-1 0,-1 1 0,1-1 0,0 1 0,0-1 0,0 1 0,0-1 0,1 1 0,-1-1 0,0 1 0,1-1 0,-1 1 0,0-1 0,1 0 0,0 1 0,-1-1 0,1 0 0,0 0 0,0 1 0,0-1 0,0 0 0,0 0 0,0 0 0,0 0 0,0 0 0,2 1 0,4 3 74,1 0-1,0-1 0,0 0 0,0 0 1,10 3-1,-10-4 51,17 5 59,0-1 0,0-1 0,1-1 0,44 3 1,48-4-4198,-45-4-2682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7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66 1281,'0'0'6384,"8"-11"-4501,24-32 102,-23 32 2705,-9 13-5268,0 15 9752,0-12-8339,-3 36-392,-1-1 0,-19 78 0,13-74-51,2 0 0,-2 47 1,9 84 1688,1-179-2090,0 1 0,0 0 0,0 0 1,0-1-1,1 1 0,0 0 0,-1 0 1,1 0-1,0-1 0,1 1 0,-1 0 1,1 0-1,-1 1 0,3-5 0,0 4-40,-1 0 0,1-1 0,0 1 0,0 0 0,0 1-1,0-1 1,1 1 0,8-4 0,-1 2-123,0-1 0,1 2 0,-1-1 1,1 2-1,0 0 0,-1 0 0,1 1 0,0 1 1,14 1-1,-26-1 156,1 0 1,0 1 0,-1 0-1,1-1 1,-1 1-1,1 0 1,-1 0 0,1 0-1,-1 0 1,1 0-1,-1 0 1,0 0 0,1 0-1,-1 0 1,0 1-1,0-1 1,0 0 0,0 1-1,0-1 1,0 1-1,-1-1 1,1 1 0,0 0-1,-1-1 1,1 1-1,-1 0 1,1 2-1,1 10-130,0-1 0,1 23 0,-2-16 87,2 1 67,-2-15 3,1 1 0,-2 0 0,1 0-1,-1-1 1,0 1 0,-2 8 0,2-13-7,-1 0-1,1-1 1,-1 1-1,0 0 0,1-1 1,-1 1-1,0-1 1,0 1-1,0-1 1,0 1-1,-1-1 1,1 0-1,0 1 1,0-1-1,-1 0 1,1 0-1,-1 0 0,1 0 1,-1 0-1,1 0 1,-1-1-1,0 1 1,0 0-1,1-1 1,-1 1-1,0-1 1,0 0-1,-2 0 0,-16 4 124,-1-2-1,1-1 0,-1 0 0,1-2 0,-1 0 0,1-1 0,-1-1 0,1-1 0,0-1 0,0-1 0,-24-10 0,63 15-5950,17 19-4108,-13-10 1965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7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1393,'0'0'15529,"-9"8"-12396,-4 0-2593,1 0 0,1 1 0,0 0 0,0 1 0,-10 12 0,18-17-571,0-1-1,0 1 1,0 0-1,0 0 1,1 0-1,-1 0 1,1 0-1,1 0 1,-1 1-1,1-1 1,0 1-1,0-1 1,0 1-1,1 0 1,0-1-1,1 10 1,0-13-10,-1 0 1,1 1-1,0-1 0,0 0 1,0 1-1,0-1 1,0 0-1,1 0 1,-1 0-1,1 0 0,-1 0 1,1 0-1,0 0 1,-1-1-1,1 1 0,0-1 1,0 1-1,1-1 1,-1 0-1,0 1 0,0-1 1,1 0-1,-1-1 1,0 1-1,1 0 1,-1-1-1,5 1 0,8 2-127,0-1 0,0-1-1,19-1 1,-26 0 94,-3 0 53,6 1-198,-1-1 0,1-1 0,0 0 0,-1 0 0,14-4 0,-22 4 193,1 0-1,-1 0 0,0 0 0,0 0 0,0 0 0,0 0 1,0-1-1,0 1 0,0-1 0,0 1 0,-1-1 1,1 1-1,-1-1 0,1 0 0,-1 0 0,1 0 0,-1 0 1,0 0-1,0 0 0,0 0 0,0-1 0,-1 1 0,1 0 1,0 0-1,-1-1 0,0 1 0,1 0 0,-1-1 0,0-3 1,0 3 106,0-1 1,-1 1-1,1 0 1,-1-1-1,1 1 1,-1 0-1,0-1 1,0 1-1,0 0 1,-1 0 0,1 0-1,-1 0 1,0 0-1,0 0 1,0 0-1,0 0 1,0 1-1,-5-4 1,-1 0 291,0 0 1,-1 1-1,1 0 1,-18-7-1,0 0-40,23 10-346,-1 0 0,1 1 0,-1-1 0,0 1 0,0 0 0,1 0 0,-1 1 0,-7-2 1,22 13-9464,11-3 2877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8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27 5026,'0'0'4352,"-18"-2"-337,-5-3-2475,9 2-461,0 0 0,0 2 1,0-1-1,-15 2 0,27 0-998,1 0-1,-1 1 1,1-1-1,-1 0 0,1 1 1,0 0-1,-1-1 1,1 1-1,0 0 0,-1 0 1,1-1-1,0 1 1,0 0-1,0 0 1,0 0-1,0 1 0,0-1 1,0 0-1,0 0 1,0 0-1,1 1 0,-1-1 1,0 0-1,1 1 1,-1-1-1,1 1 1,-1-1-1,1 1 0,0-1 1,0 1-1,0-1 1,0 2-1,-1 4-97,0-1 1,1 0-1,0 1 0,1-1 1,-1 0-1,4 12 0,-3-16 7,-1 0 0,1 0 0,0 0 0,1 0 0,-1 0 0,0 0 0,1 0 0,-1-1 0,1 1 0,-1 0 0,1-1 0,0 1 0,-1-1 0,1 0 0,0 0 0,0 1 0,0-1 0,0 0 0,0-1 0,0 1 0,1 0 0,-1-1 0,3 1 0,7 1-106,-1 0 0,0-2 0,17 0-1,-17 0-34,-10 0 156,1-1 0,-1 1 0,0-1 0,1 1 0,-1-1 0,0 0 0,1 0 0,-1 0 0,0 0 1,0 0-1,0 0 0,0 0 0,0 0 0,0 0 0,0 0 0,0-1 0,0 1 0,-1 0 0,1-1 0,0 1 0,-1 0 0,1-1 0,-1 1 0,1-1 0,-1 1 0,0-1 0,0-2 0,6-47 140,-6 48-137,1-49-1340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9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5106,'0'0'11510,"-2"16"-10134,-5 101 1425,-8 84 794,10-163-3087,-2-1-1,-1 0 0,-19 51 0,27-87-483,-2 4 40,0 0 1,0-1-1,1 1 1,0 0-1,0 0 1,-1 8-1,13-18-40,1-3-272,1 0 0,0 1 0,0 1 0,0 0 0,1 0 0,-1 1 0,1 1-1,0 1 1,1 0 0,24-2 0,-26 4 124,27 2-290,-39-1 408,0 0 0,0 1-1,0-1 1,1 0 0,-1 1 0,0-1-1,0 1 1,0-1 0,0 1 0,0 0 0,0-1-1,0 1 1,0 0 0,0 0 0,-1 0-1,1 0 1,0 0 0,0 0 0,-1 0 0,1 0-1,0 0 1,-1 0 0,0 0 0,1 0-1,-1 0 1,1 0 0,-1 2 0,2 6 16,-1 0 0,0 0-1,-1 0 1,0 1 0,0-1 0,-1 0 0,0 0 0,-3 12 0,3-19 35,1 1 0,-1 0 0,-1-1 0,1 1 0,0 0 1,-1-1-1,1 1 0,-1-1 0,0 0 0,1 0 0,-1 0 0,0 0 1,0 0-1,-1 0 0,1 0 0,0 0 0,-1-1 0,1 1 0,-1-1 1,1 0-1,-1 0 0,0 0 0,0 0 0,1 0 0,-1-1 0,0 1 1,0-1-1,0 1 0,-5-2 0,-9 2 361,0-2-1,1 0 1,-1 0-1,1-2 1,-1 0-1,-23-9 1,33 10-342,-27-7-443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9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16 1169,'0'0'15873,"9"0"-12466,-9-1-3362,0 1-1,0 0 0,0 0 1,0 0-1,1 0 0,-1 0 0,0 0 1,0 0-1,0 0 0,0 0 1,0 0-1,1 0 0,-1 0 0,0 0 1,0 0-1,0 0 0,0 0 0,0 0 1,1 0-1,-1 0 0,0 0 1,0 0-1,0 0 0,0 0 0,0 0 1,1 0-1,-1 1 0,0-1 0,0 0 1,0 0-1,0 0 0,0 0 1,0 0-1,0 0 0,1 0 0,-1 0 1,0 1-1,0-1 0,0 0 1,0 0-1,0 0 0,0 0 0,0 0 1,0 1-1,0-1 0,0 0 0,0 0 1,0 0-1,0 0 0,0 0 1,0 1-1,0-1 0,0 0 0,0 0 1,0 0-1,0 0 0,0 1 0,0-1 1,0 0-1,0 0 0,0 0 1,-28 25 122,18-17-117,0 0 0,-16 19 0,25-25-64,-1 0 0,0 1-1,1-1 1,-1 0 0,1 0-1,0 1 1,0-1 0,0 1 0,0-1-1,0 1 1,1 0 0,-1-1 0,1 1-1,-1 0 1,1-1 0,0 1-1,0 0 1,0-1 0,1 5 0,0-6 0,-1-1 1,1 1-1,-1 0 1,1-1-1,0 1 1,-1 0-1,1-1 1,0 1-1,0-1 1,-1 1-1,1-1 1,0 1-1,0-1 1,0 1 0,0-1-1,0 0 1,0 0-1,-1 1 1,1-1-1,0 0 1,0 0-1,0 0 1,2 0-1,27 0-3,-23 0 8,-4-1 22,1 1 0,0-1 0,0 0 0,0 0 0,-1 0 0,1 0 0,0 0-1,-1-1 1,1 0 0,-1 0 0,0 0 0,1 0 0,-1 0 0,0-1 0,4-3 0,-1-1 58,0 0 0,-1 1 0,1-2 0,-1 1-1,6-13 1,-10 17-45,1 1 0,-1 0 0,-1-1 0,1 1 0,0 0 0,-1-1 0,1 1 0,-1-1 0,1 1 0,-1-1 0,0 1 0,0-1-1,-1 1 1,1-1 0,0 1 0,-2-6 0,1 7-28,1 0 1,-1-1-1,0 1 0,0 0 1,1 0-1,-1-1 0,0 1 1,0 0-1,-1 0 0,1 0 0,0 0 1,0 0-1,0 0 0,-1 1 1,1-1-1,0 0 0,-1 1 1,1-1-1,0 1 0,-1-1 0,1 1 1,-1 0-1,1-1 0,-1 1 1,1 0-1,-4 0 0,-19 4-2361,23-3 2042,0-1-1,1 1 0,-1-1 1,0 1-1,1 0 1,-1-1-1,0 1 0,1 0 1,-1 0-1,1-1 0,0 1 1,-1 0-1,1 0 1,-1 0-1,1-1 0,0 1 1,0 0-1,0 0 0,-1 0 1,1 0-1,0 0 1,0 0-1,0 1 0,0 7-8314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09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12486,'0'0'13590,"-46"122"-13286,46-95-304,0 2-784,2-4-2226,11-8-4001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0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46 1361,'0'0'15663,"0"-9"-13398,0-24-627,2 29 89,0 8-1303,3 10-201,-1 44 1693,-2 0-1,-10 103 1,-4-76-1094,-4 0-1,-31 100 1,39-167-767,6-15-53,1-1-1,0 1 1,0 0 0,0 0-1,0-1 1,0 1-1,1 0 1,-1 4-1,1-6-115,5-2-237,1 1 163,0-1 0,-1-1-1,1 1 1,-1-1 0,0 0 0,1 0 0,7-4 0,-8 3 3,1 0 1,0 0-1,1 1 0,-1 0 1,0 0-1,12-1 1,-15 3 96,4-1-48,0 0 0,-1 1 0,1 0 0,0 1 0,7 1 0,-13-2 123,1 0 0,0 1 0,-1 0 0,1-1 0,0 1 0,-1 0 0,1 0 0,-1 0 0,0 0 0,1 0 0,-1 0 0,0 0 1,1 0-1,-1 1 0,0-1 0,0 0 0,0 1 0,0-1 0,0 1 0,0-1 0,-1 1 0,1 0 0,0-1 0,0 3 0,0 0 1,0 0 0,0 0 0,0 0-1,-1 0 1,1 0 0,-1 0-1,0 0 1,0 0 0,-1 0-1,1 1 1,-1-1 0,-2 7 0,2-9 14,0 1 1,-1-1 0,1 0-1,-1 1 1,0-1 0,1 0-1,-1 0 1,0 0-1,0 0 1,0 0 0,-1-1-1,1 1 1,0-1 0,-1 1-1,1-1 1,-1 0 0,1 0-1,-6 1 1,-8 3 241,0 0 0,0-2 0,-1 0 0,1-1 0,-1 0 0,0-2 0,0 0 0,-25-3 0,40 2-214,1 0 1,-1 0 0,1 0 0,-1 0 0,1 0-1,-1 0 1,1 0 0,0-1 0,0 1 0,-1 0-1,1-1 1,0 1 0,0-1 0,0 1 0,1-1-1,-1 0 1,0 1 0,1-1 0,-1 0 0,1 1-1,-1-3 1,1-17-1902,0 20 1584,0 0 0,0 1 0,1-1 0,-1 0 0,0 1 0,1-1 0,-1 0 0,1 1 0,-1-1 0,0 1 0,1-1 0,-1 1 0,1-1 0,0 1 0,-1-1 0,1 1 0,-1-1 0,1 1 0,0 0 0,-1-1 1,1 1-1,0 0 0,0-1 0,21-2-6631,6-3-3708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0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24 2689,'0'0'15063,"-6"0"-12806,-3 0-1807,-1 0 1,0 0-1,0 2 0,0-1 0,-17 6 0,23-6-368,1 0 0,-1 1 0,1 0-1,0-1 1,0 1 0,0 1 0,0-1-1,0 0 1,0 1 0,0-1 0,1 1-1,-1 0 1,1 0 0,0 0 0,0 0-1,0 0 1,0 1 0,1-1 0,-1 1-1,-1 5 1,1-2-217,0 0-1,1 1 0,-1-1 1,1 1-1,1-1 1,0 1-1,0-1 1,0 1-1,1-1 0,1 10 1,-1-16 110,0-1 0,0 1 0,-1 0 0,1-1 0,0 1 1,0 0-1,0-1 0,0 1 0,-1-1 0,1 1 0,0-1 0,0 0 0,0 1 1,0-1-1,0 0 0,0 0 0,0 0 0,0 0 0,0 0 0,2 0 0,26 0-31,-18-1 19,2 1-31,0-1 1,0-1-1,0 0 0,0-1 1,0 0-1,-1-1 1,1-1-1,-1 0 1,0 0-1,0-1 1,-1-1-1,18-12 1,-27 17 190,0 1 0,0-1 0,0 1 0,-1-1 1,1 0-1,0 0 0,-1 0 0,1 0 0,-1 0 0,0 0 0,0-1 0,0 1 1,0 0-1,0 0 0,0-1 0,-1 1 0,1-1 0,-1 1 0,1-1 1,-1 1-1,0-1 0,0 1 0,0-1 0,0 1 0,-1 0 0,1-1 1,-1 1-1,1-1 0,-1 1 0,0 0 0,0-1 0,0 1 0,0 0 1,-2-3-1,1 1-131,0 1 1,-1-1 0,1 1-1,-1 0 1,1 0 0,-1 0 0,0 1-1,0-1 1,-1 1 0,1-1-1,0 1 1,-1 0 0,1 0-1,-1 1 1,0-1 0,1 1 0,-1-1-1,0 1 1,0 0 0,-7 0-1,11 1-157,-1 0 0,1 0 0,-1 0 0,1 1 0,-1-1-1,1 0 1,-1 0 0,1 0 0,-1 1 0,1-1 0,-1 0 0,1 1-1,-1-1 1,1 1 0,-1-1 0,1 0 0,0 1 0,-1-1-1,1 1 1,0-1 0,0 1 0,-1-1 0,1 1 0,0-1 0,0 1-1,-1-1 1,1 1 0,0-1 0,0 1 0,0 0 0,-2 17-4990,2-17 4787,0 16-7769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1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11589,'0'0'9287,"18"-2"-9116,6-1-139,-12 1-14,-1 0 0,1 1-1,0 1 1,-1 0 0,17 2 0,-26-2-16,-1 0 1,0 0 0,0 0-1,1 1 1,-1-1 0,0 0 0,0 1-1,0-1 1,1 0 0,-1 1-1,0 0 1,0-1 0,0 1-1,0 0 1,0-1 0,0 1-1,0 0 1,0 0 0,0 0-1,-1 0 1,1 0 0,0 0-1,0 0 1,-1 0 0,1 0 0,-1 0-1,1 0 1,-1 1 0,1-1-1,-1 0 1,0 0 0,1 0-1,-1 1 1,0-1 0,0 0-1,0 0 1,0 3 0,-1-2 5,1 1 0,-1-1 1,1 1-1,-1-1 0,0 1 0,0-1 1,0 1-1,0-1 0,0 0 1,0 1-1,-1-1 0,1 0 0,-1 0 1,0 0-1,0 0 0,-2 2 0,-23 13 175,19-12 245,1-1-1,-1 1 0,-11 11 0,17-14-270,1 0-1,-1 0 1,0 0 0,1 1-1,-1-1 1,1 0-1,0 1 1,0-1 0,0 1-1,0-1 1,0 1-1,0 0 1,1-1 0,-1 1-1,1 0 1,0 4 0,0-4-127,0 0 0,0 0 1,1 0-1,0 0 0,0 0 1,0 0-1,0 0 1,0 0-1,0-1 0,1 1 1,-1 0-1,1-1 1,0 1-1,0-1 0,0 1 1,0-1-1,0 0 0,1 0 1,-1 0-1,0 0 1,1 0-1,0-1 0,-1 1 1,1-1-1,0 1 0,4 0 1,39 11-1678,-1-10-3401,-11-3-3839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3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0 6451,'0'0'12008,"-1"28"-9663,-14 178 1494,10-147-2608,-3 37-328,-4 1-1,-25 94 0,36-164-822,1-26-37,1-7 72,2-5-167,2 1 0,-1-1 0,1 1 0,1 0 0,0 0 0,0 0 1,1 1-1,11-12 0,2 0-455,1 1 0,29-22 0,-44 37 414,0 0 0,1 1 0,-1 0 1,1 1-1,8-4 0,-14 7 85,0-1 1,0 1-1,1-1 1,-1 1-1,0-1 0,0 1 1,1 0-1,-1 0 1,0 0-1,1-1 0,-1 1 1,0 0-1,1 1 1,-1-1-1,0 0 0,1 0 1,-1 1-1,0-1 1,0 0-1,1 1 0,-1-1 1,0 1-1,0 0 1,0-1-1,0 1 0,0 0 1,0 0-1,0 0 1,0 0-1,0-1 0,0 2 1,0-1-1,0 0 1,0 0-1,-1 0 0,1 0 1,0 2-1,5 13 20,0 1 1,-1 0-1,-1 0 0,-1 0 0,0 1 0,-1-1 0,-1 1 0,-3 34 1,2-49 21,-1-1-1,0 0 1,0 1 0,0-1 0,0 0 0,0 1 0,-1-1 0,1 0 0,-1 0 0,1 0 0,-1 0 0,0 0-1,0 0 1,0-1 0,0 1 0,0 0 0,0-1 0,0 0 0,0 0 0,-1 1 0,1-1 0,-1 0-1,1-1 1,0 1 0,-5 0 0,-7 3 272,-1-2 0,1 0-1,-18 0 1,25-2-225,-19 2 79,-8 0 128,-57-3 0,120 4-5465,36 0 0,-30-3-3416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4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3554,'0'0'15946,"-7"19"-14583,-24 65 214,26-66-1036,0 0 1,2 0-1,0 1 1,1 20-1,1-28-488,1 1 0,-2-1-1,1 0 1,-1 0 0,-1 0 0,0 0-1,-6 15 1,7-24-351,1 1 0,0-1-1,0 1 1,0-1 0,0 1-1,1 0 1,-1 0 0,1-1 0,-1 6-1,19-7-5581,5-2 390,5-6-2477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4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49 6243,'0'0'15871,"-15"7"-14001,-49 26-354,61-32-1444,1 1 1,-1 0 0,0 0-1,1 0 1,0 1 0,-1-1-1,1 1 1,0-1 0,0 1-1,0 0 1,0-1 0,1 1-1,-1 0 1,1 0 0,0 0-1,0 0 1,-1 5 0,1 0-69,0-1 0,1 1 0,0-1 0,0 0-1,2 11 1,-1-10 15,-1-6-54,1 0 0,-1 0 0,1 0 1,0 0-1,-1 0 0,1 0 1,0 0-1,0 0 0,1-1 0,-1 1 1,0 0-1,1-1 0,-1 1 0,1-1 1,-1 1-1,1-1 0,0 0 1,-1 1-1,1-1 0,0 0 0,0 0 1,0 0-1,0-1 0,0 1 0,0 0 1,0-1-1,0 1 0,0-1 1,3 0-1,6 2-264,-1-1 0,0-1 0,1 0 0,18-3-1,-24 2 248,-1 0-1,0-1 0,1 0 0,-1 0 0,0 0 0,0 0 1,0-1-1,-1 1 0,1-1 0,-1 0 0,1 0 0,-1 0 1,0 0-1,0-1 0,0 1 0,-1-1 0,1 0 0,-1 0 1,3-7-1,-3 7 76,0 1 1,0-1-1,-1 0 0,0 0 1,1 0-1,-1 0 1,-1-1-1,1 1 1,-1 0-1,1 0 0,-1 0 1,-1-1-1,1 1 1,0 0-1,-1 0 0,0 0 1,0 0-1,0 0 1,0 0-1,-1 0 0,-3-6 1,0 3 129,-1 1 0,0 1-1,0-1 1,-1 1 0,1 0 0,-1 0 0,0 1 0,0 0 0,-1 0-1,-10-3 1,3 1 193,0 1 0,0 0-1,-1 2 1,-24-4-1,23 7-457,47 12-3460,23-1-1099,19-7-4053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6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 3858,'-2'0'19480,"1"0"-19372,0 0 0,0 0 0,0 0 0,0 1 0,0-1 0,1 0 0,-1 1 0,0-1 0,0 1-1,0-1 1,1 1 0,-1-1 0,0 1 0,1-1 0,-1 1 0,0 0 0,0 0 0,-4 7 331,0 1 0,1-1 0,0 1 0,1-1-1,-1 1 1,2 0 0,-1 1 0,-1 13 0,1 6-1682,1 43 1,4-68-4595,6-3 2329,6-4-188,12-11-4214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16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4306,'0'0'24859,"-65"103"-24442,65-78-401,0 0-16,0-4-1249,9-2-1952,8-9-1842,1-10-7026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3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3 944,'0'0'7204,"1"-3"-6124,-1 26 6768,1 27-4794,2 77-1358,-3 272 2300,0-399-3086,0-11-643,0 2-277,1 1-1,0 0 1,1 0-1,-1 0 1,2 0-1,-1 0 1,1 0-1,0 0 1,1 1-1,6-10 1,-3 5-66,1 2 1,0-1 0,0 1-1,1 1 1,1 0-1,10-9 1,-18 17 52,-1 0 1,1 0-1,0 0 1,-1 0-1,1 0 1,0 0-1,0 0 0,0 0 1,0 1-1,0-1 1,0 1-1,0 0 1,0 0-1,0-1 0,0 1 1,0 1-1,0-1 1,4 1-1,-2 0 9,0 0 0,1 1-1,-1-1 1,0 1 0,-1 0 0,1 1-1,0-1 1,5 5 0,3 4 15,1 1 0,-1 1-1,14 20 1,-25-31-7,6 6 0,-1 1 1,0 0-1,-1 0 1,0 1-1,0 0 1,-1 0-1,0 0 1,-1 0-1,0 1 1,0-1-1,-1 1 1,-1-1-1,0 1 1,-1 21-1,0-28 21,-1 0 0,0-1 1,0 1-1,0-1 0,0 1 0,0-1 0,-1 0 0,1 0 1,-1 0-1,0 1 0,0-1 0,-1-1 0,1 1 0,0 0 1,-1-1-1,0 1 0,1-1 0,-1 0 0,0 1 0,0-2 0,0 1 1,-1 0-1,1-1 0,0 1 0,-1-1 0,1 0 0,-1 0 1,-3 1-1,-4 0 129,1 0 1,-1 0 0,1-1 0,-1-1-1,1 0 1,-1 0 0,0-1 0,-15-3-1,17 2 112,0-1-1,0-1 1,1 0 0,-1 0-1,1 0 1,0-1-1,0 0 1,1-1-1,-10-9 1,17 15-69,0-1-1059,1 0 545,-1 1-1,0-1 1,1 0-1,-1 0 1,1 1-1,-1-1 1,1 0-1,0 1 1,-1-1 0,1 1-1,0-1 1,0 1-1,-1-1 1,1 1-1,0-1 1,0 1-1,-1 0 1,1-1-1,0 1 1,0 0-1,0 0 1,0-1 0,0 1-1,0 0 1,1 0-1,30-3-5393,-27 2 3580,26-1-6535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4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1 896,'0'0'14973,"0"27"-11238,0 30-1749,-4 213 3384,0-194-4207,-24 117-1,4-80-132,24-116-1062,1-1-1,0 1 1,0-1-1,0 1 1,1 0-1,-1-1 1,1 1 0,0 0-1,-1 0 1,2 0-1,-1 0 1,0 1-1,0-1 1,1 1-1,-1-1 1,1 1-1,0 0 1,3-2 0,4-4-226,1 2 1,-1-1-1,24-9 1,-18 11-11,0 1-1,0 0 1,0 1 0,1 1 0,0 1-1,32 1 1,-44 0 230,0 1 1,1 0-1,-1 0 0,0 1 0,1 0 1,-1 0-1,0 0 0,0 0 1,0 1-1,-1 0 0,1 0 0,-1 0 1,1 0-1,-1 1 0,0 0 1,0 0-1,-1 0 0,1 0 0,-1 0 1,0 1-1,0 0 0,0-1 1,2 9-1,1-1 26,0 1-1,-1 0 1,-1 0-1,0 1 1,-1-1 0,-1 1-1,0 0 1,1 17-1,-3-17 16,0-8 3,0 0-1,0 1 1,0-1-1,-1 0 1,-2 7-1,3-11 8,-1 0-1,0 0 1,0 0-1,0 0 1,0-1-1,0 1 0,0 0 1,-1 0-1,1-1 1,-1 1-1,1-1 1,-1 1-1,1-1 0,-1 0 1,0 0-1,0 1 1,1-1-1,-4 1 1,-8 3 233,1-1 0,-1 0 0,0 0 0,0-2 0,-1 1 0,-18-1 0,-83-3 805,97 0-895,15 1-104,0 0 0,0 0 1,0-1-1,0 0 0,0 1 1,0-1-1,1 0 0,-1 0 0,0-1 1,1 1-1,-1 0 0,1-1 0,-1 0 1,1 0-1,-3-2 0,-1-3-96,1 1 0,-1-1-1,-7-14 1,-16-20-3809,39 42-6303,3 4 7094,-4 0 489,21 8-4409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28 3298,'0'0'15300,"0"-4"-13003,-2-19 2254,0 27-1870,-5 8-2846,-1 20 281,1 1-1,-2 33 1,6-8-3763,3-58 3456,0 1-1,0-1 1,0 0-1,1 1 1,-1-1-1,0 1 1,0-1 0,0 1-1,0-1 1,0 1-1,1-1 1,-1 0-1,0 1 1,0-1 0,1 0-1,-1 1 1,0-1-1,0 0 1,1 1 0,-1-1-1,1 0 1,-1 1-1,0-1 1,1 0-1,-1 0 1,0 1 0,1-1-1,-1 0 1,1 0-1,-1 0 1,1 0 0,-1 0-1,1 0 1,-1 0-1,0 0 1,1 0-1,-1 0 1,1 0 0,-1 0-1,1 0 1,-1 0-1,1 0 1,0 0-1,20 0-7531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5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4 5763,'0'0'13865,"4"-1"-13044,-3 1-757,1-1 0,-1 1 0,1-1 0,-1 1-1,1 0 1,-1 0 0,1 0 0,-1 0-1,1 0 1,-1 0 0,0 0 0,1 0 0,-1 0-1,1 1 1,-1-1 0,1 1 0,-1-1 0,3 2-1,-3-1-10,0 1 0,0-1 0,0 1 1,0 0-1,0-1 0,0 1 0,-1 0 0,1-1 0,0 1 0,-1 0 0,0 0 0,1 0 0,-1 0 0,0 0 0,0-1 0,0 1 0,0 0 0,0 2 0,0-1-10,0 0-1,0 1 1,-1-1 0,1 0 0,-1 0-1,1 0 1,-1 0 0,0 1-1,0-1 1,0-1 0,-1 1-1,1 0 1,-1 0 0,-3 4-1,-1-1 74,0-1 0,0 0 0,0 0 0,-13 8 0,17-12-90,-5 3 158,1-1-60,0 1 0,1 0 0,0 0 0,0 0 0,-8 7 0,13-10-119,-1 0 1,1-1-1,0 1 1,-1-1-1,1 1 0,-1 0 1,1-1-1,0 1 0,0 0 1,-1 0-1,1-1 0,0 1 1,0 0-1,0 0 1,0-1-1,0 1 0,0 0 1,0 0-1,0-1 0,0 1 1,0 0-1,1 1 0,-1-1-15,1 0 0,0 0 0,0 0 0,0 1 0,0-1 0,0 0 0,0 0 0,1 0 0,-1-1 0,0 1 0,0 0 0,1 0 0,-1-1 0,1 1 0,2 0 0,179 52-398,-112-36-3581,-56-14 212,-10-3-2594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6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2689,'0'0'12665,"-1"12"-10672,-2 205 5515,5-120-6264,-5 0 0,-19 117-1,13-164-937,1 0 0,0 72 0,8-122-236,0-3 2,2-3-104,-1 0 1,1 0 0,1 0-1,-1 0 1,1 0 0,0 0-1,0 0 1,1 1 0,0 0-1,0 0 1,8-8 0,8-8-613,28-21 0,-46 40 603,13-10-408,1 0 0,1 1 1,-1 0-1,2 1 0,20-7 0,-29 13 224,0 1 0,0 0-1,1 0 1,0 1 0,-1 0 0,1 1-1,0 0 1,0 1 0,0 0-1,-1 0 1,1 1 0,13 3 0,-19-3 196,0 0 1,-1 1 0,1-1-1,-1 1 1,1 0 0,-1 0-1,0 0 1,0 0 0,0 1-1,0-1 1,0 1 0,0 0 0,-1 0-1,1 0 1,-1 0 0,0 0-1,0 0 1,0 1 0,0-1-1,-1 1 1,1-1 0,-1 1-1,1 5 1,2 6 34,-2 1 1,0-1-1,0 1 0,-2 21 0,0-30 92,-1 0 0,0 0 0,0 0 0,-1 0 0,1 0 1,-2 0-1,1 0 0,-1 0 0,0-1 0,0 1 0,-1-1 0,0 0 0,0 0 0,0-1 0,-1 1 0,0-1 0,0 0 0,0 0 0,-1 0 0,-8 5 0,4-4 208,0 1-1,0-2 1,-1 1-1,0-2 1,0 1-1,-1-2 1,1 1-1,-1-2 1,0 1 0,0-2-1,-20 2 1,-29-3-410,55 0-3913,38 0-1670,1 0-1177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7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18 3121,'0'0'13263,"3"-2"-11777,1 0-1157,0 0 0,0 0 1,0 0-1,0 0 1,0 1-1,0 0 1,1 0-1,-1 0 1,0 0-1,9 0 1,-11 1-284,-1 0 0,1 1 0,-1-1-1,1 0 1,0 1 0,-1-1 0,1 1 0,-1 0 0,1-1 0,-1 1 0,1 0 0,-1 0 0,0 0 0,1 0 0,-1 0 0,0 0 0,0 0 0,0 1 0,0-1 0,0 0 0,0 1 0,0-1-1,0 1 1,0-1 0,-1 1 0,1-1 0,-1 1 0,1-1 0,-1 1 0,1 0 0,-1-1 0,0 1 0,0 2 0,1 0-40,-1 1 0,0-1 1,1 0-1,-2 1 0,1-1 1,0 0-1,-1 0 0,0 1 1,0-1-1,0 0 0,-1 0 0,1 0 1,-1 0-1,0 0 0,0 0 1,0-1-1,-1 1 0,1-1 0,-5 5 1,-2 1 81,-1-1 1,0-1-1,0 0 0,-1 0 1,-16 7-1,-6 3 675,32-16-619,1-1-47,0 1 0,0-1-1,0 0 1,0 1 0,0-1-1,0 1 1,1-1 0,-1 0-1,0 1 1,0-1 0,0 0 0,1 1-1,-1-1 1,0 0 0,0 1-1,1-1 1,-1 0 0,0 0-1,0 1 1,1-1 0,-1 0-1,0 0 1,1 0 0,-1 1-1,1-1 1,-1 0 0,0 0 0,1 0-1,116 0-1642,-40 0-10805,-63 0 5100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7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23 6115,'0'0'13641,"-21"5"-11878,-67 18-290,82-22-1287,1 1 0,0-1 0,1 2 0,-1-1-1,0 0 1,1 1 0,-1 0 0,1 0 0,0 0 0,0 1 0,-4 3 0,6-4-48,0-1 1,0 1-1,1 0 0,-1-1 1,1 1-1,0 0 0,0 0 1,0 0-1,0 0 0,0 0 1,0 0-1,1 0 0,0 1 1,0 3-1,0-6-134,0 0 0,0 0 0,1 0 0,-1 0 0,0 0 1,1 0-1,-1 0 0,1 0 0,-1 0 0,1 0 0,-1 0 0,1 0 0,0 0 1,0-1-1,-1 1 0,1 0 0,0-1 0,0 1 0,0 0 0,0-1 0,0 1 1,0-1-1,-1 1 0,1-1 0,0 0 0,1 1 0,-1-1 0,0 0 0,1 1 1,36 2-1,-34-2 4,5-1 41,3 1-131,1-1 0,-1 0 0,0-1 0,1 0 0,14-4 0,-25 4 67,1 1 0,-1-1-1,1 0 1,-1 0 0,1 0-1,-1-1 1,0 1 0,0 0-1,0-1 1,0 0 0,0 1-1,0-1 1,0 0 0,0 0-1,0 0 1,-1 0 0,0 0-1,1-1 1,-1 1 0,0 0-1,0-1 1,0 1 0,0-1-1,0 1 1,-1-1 0,1 1-1,-1-1 1,1 1 0,-1-1-1,0-4 1,0-7 98,-1-27 364,1 39-447,0 1-1,0-1 1,-1 1 0,1-1-1,-1 0 1,1 1 0,-1-1-1,0 1 1,1-1 0,-1 1-1,0-1 1,0 1 0,0 0-1,0-1 1,0 1 0,0 0-1,-1 0 1,1 0 0,0 0-1,-2-1 1,15 1-10949,18-3 1422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8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 9636,'0'0'11152,"-5"22"-9114,0-2-1566,-3 10 403,2 1-1,-5 59 0,6 6 906,-20 249 599,24-336-2263,-1 1 0,0-1-1,0 0 1,-1 0-1,0 0 1,0 0 0,-1 0-1,-10 15 1,35-34 445,12-11-895,-15 9-168,1 1-1,1 1 1,29-11 0,-39 18 251,1 0-1,-1 0 1,1 1 0,0 0-1,0 1 1,0 0 0,0 0-1,0 2 1,11 0 0,-19 0 237,0 0 1,0 0 0,0 0 0,0 1 0,0-1-1,-1 1 1,1-1 0,-1 1 0,1 0-1,-1 0 1,1 0 0,-1 0 0,0 1-1,0-1 1,0 0 0,-1 1 0,1 0 0,0-1-1,-1 1 1,0 0 0,1 0 0,-1 0-1,-1 0 1,1 0 0,1 5 0,1 7 20,-1 0 0,0 1 1,-1 26-1,-1-38 14,0 0 0,0-1 0,-1 1 0,1-1 0,-1 1 0,0-1 0,0 1 0,0-1 0,-1 1 0,1-1 0,-1 0 0,0 0 0,0 0 0,0 0 0,-4 5 0,1-4 102,1 0-1,-1 0 0,-1 0 0,1 0 0,0-1 0,-1 0 0,0 0 1,-8 2-1,-9 3 477,-1-2 0,-1-1 1,-40 4-1,52-8-441,-15 0 170,19-1-205,0 1 1,0 0-1,0 0 0,-11 3 0,19-4-243,10 0-1467,85 0-8847,-55 0 1390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8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20 6051,'0'0'13430,"-1"-3"-12179,0 3-1220,1-1 1,0 1-1,0-1 0,0 1 1,0 0-1,0-1 0,0 1 1,0-1-1,0 1 0,0 0 1,0-1-1,0 1 0,0 0 1,0-1-1,0 1 0,0-1 1,1 1-1,-1 0 0,0-1 0,0 1 1,0 0-1,1-1 0,-1 1 1,0 0-1,0-1 0,1 1 1,-1 0-1,0 0 0,0-1 1,1 1-1,-1 0 0,0 0 1,1 0-1,-1-1 0,0 1 1,1 0-1,-1 0 0,1 0 0,-1 0 1,0 0-1,1 0 0,28-5 845,-24 5-802,-1 0 0,1 0-1,-1 1 1,1-1 0,0 1 0,-1 0-1,1 1 1,-1-1 0,0 1 0,1-1-1,7 5 1,-11-5-67,0 0 1,0 0-1,0-1 0,0 1 0,0 0 0,0 0 1,0 0-1,0 0 0,0 0 0,0 0 0,0 1 0,-1-1 1,1 0-1,0 0 0,-1 0 0,1 1 0,-1-1 1,0 0-1,1 1 0,-1-1 0,0 0 0,0 1 0,0-1 1,1 0-1,-2 1 0,1-1 0,0 1 0,0-1 1,0 0-1,-1 1 0,1-1 0,0 0 0,-1 1 0,1-1 1,-1 0-1,0 0 0,1 0 0,-1 1 0,-1 0 1,-4 4 171,0-1 1,-1 0-1,0 0 0,1-1 1,-15 7-1,15-8 132,1 0 0,0 0 0,-1 0-1,2 0 1,-1 1 0,0 0-1,-4 4 1,9-8-298,-1 1 0,1 0 0,0-1 0,-1 1 0,1-1 0,0 1 0,-1 0 0,1 0 1,0-1-1,0 1 0,-1 0 0,1-1 0,0 1 0,0 0 0,0 0 0,0-1 0,0 1 0,0 0 0,0 0 0,0-1 0,0 1 0,1 0 0,-1 0 0,0-1 0,0 1 0,1 0 1,-1-1-1,0 1 0,1 0 0,-1-1 0,1 1 0,-1-1 0,1 1 0,-1-1 0,1 1 0,-1-1 0,1 1 0,0-1 0,-1 1 0,1-1 0,-1 0 0,1 1 0,0-1 1,-1 0-1,1 1 0,0-1 0,1 0 0,38 8 98,-34-7-70,34 3-1132,58-3 1,-53-2-3407,-20 0-961,-5-6-3464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9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11445,'0'0'17352,"0"73"-16728,0-58-463,0-3-161,0 1-689,6-5-1520,11-2-1809,4-6-4049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29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3378,'0'0'12317,"2"13"-9836,3 207 4847,-7-144-4904,16 137 1,-3-131-1524,-1 133 1,-10-215-822,-1-17-90,0 6-149,1 0 1,0 1 0,0-1 0,4-18 0,-4 27 105,0 0 0,1 0 0,0 0-1,-1 0 1,1 1 0,0-1 0,0 0 0,0 0 0,0 1-1,0-1 1,0 1 0,0-1 0,0 1 0,1-1-1,-1 1 1,1 0 0,-1 0 0,1-1 0,0 1 0,-1 0-1,1 0 1,0 1 0,0-1 0,-1 0 0,1 1 0,0-1-1,0 1 1,0-1 0,0 1 0,0 0 0,3 0 0,-1 0 1,-1 0 0,0 1 1,1 0-1,-1-1 1,0 1-1,0 0 0,1 1 1,-1-1-1,0 0 1,0 1-1,0 0 0,-1 0 1,1 0-1,0 0 1,-1 0-1,4 3 1,3 5-8,0 1 0,13 20 0,-10-14 11,-7-10-7,0 0 0,0 0 0,0 0 0,-1 1 1,0 0-1,0 0 0,-1 0 0,0 0 0,-1 0 0,0 1 1,0-1-1,0 1 0,-1-1 0,-1 1 0,1 0 0,-2-1 1,0 11-1,0-17 72,1 0 0,-1 0 0,0 1 0,0-1 1,0 0-1,0 0 0,-1 0 0,1 0 0,0 0 0,-1 0 1,1-1-1,-1 1 0,0 0 0,0-1 0,1 1 1,-1-1-1,-3 2 0,0 0 101,-1 0-1,-1-1 1,1 1 0,0-1-1,-13 3 1,-5-2 307,1 0 0,-35-2 0,57-1-418,-77 0 991,76 0-1273,-7-1-6035,6 0 2607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0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4034,'0'0'13670,"16"0"-12368,3 0-887,9-1 774,53 5 0,-79-4-1154,0 0-1,0 1 1,0-1 0,0 0-1,0 1 1,0 0-1,-1-1 1,1 1-1,0 0 1,0 0 0,0 0-1,-1 0 1,1 0-1,-1 0 1,1 1-1,-1-1 1,1 1 0,-1-1-1,0 1 1,3 2-1,-4-2-7,0 0 1,1-1-1,-1 1 0,0 0 0,0-1 0,0 1 1,0 0-1,0 0 0,0-1 0,0 1 0,0 0 0,-1-1 1,1 1-1,-1-1 0,1 1 0,-1 0 0,0-1 1,0 1-1,1-1 0,-1 0 0,0 1 0,0-1 0,-1 0 1,1 1-1,-1 0 0,-6 5 263,1-1 0,-1 1 0,0-2 0,-1 1-1,0-1 1,1 0 0,-2-1 0,-13 5 0,10-4 425,-1 1 0,-23 15 0,36-21-695,0 1 0,0-1 0,0 1 0,0 0 0,0-1 0,0 1-1,0 0 1,0 0 0,0 0 0,0 0 0,1 0 0,-1-1 0,0 1 0,1 0 0,-1 1 0,1-1-1,-1 0 1,1 0 0,0 0 0,-1 0 0,1 0 0,0 0 0,0 1 0,0-1 0,-1 0 0,1 0-1,0 0 1,1 1 0,-1-1 0,0 0 0,0 0 0,0 0 0,1 0 0,-1 0 0,1 0 0,-1 1 0,1-1-1,-1 0 1,1 0 0,0 0 0,-1 0 0,1-1 0,0 1 0,0 0 0,0 0 0,0 0 0,-1-1-1,1 1 1,2 1 0,4 3-78,1 0 0,-1 0 0,1-1-1,0 0 1,9 3 0,-5-3-644,0 0 1,0-1-1,1-1 1,23 2-1,20-5-5616,-23-6-1171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1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5410,'0'0'18476,"6"1"-18154,-3 0-302,0 0-1,-1-1 0,1 1 0,-1 0 0,0 0 0,1 0 1,-1 0-1,0 1 0,1-1 0,-1 1 0,0-1 1,0 1-1,0 0 0,0 0 0,-1 0 0,1 0 0,-1 0 1,1 0-1,-1 0 0,1 0 0,-1 1 0,0-1 0,0 1 1,0-1-1,0 1 0,-1-1 0,1 1 0,-1-1 0,0 1 1,1-1-1,-1 6 0,0 0 222,0 0 0,-1 1 0,1-1 0,-2 0 0,1 1 0,-1-1 0,0 0 0,-6 13 0,5-13 86,0 0 1,1 0-1,0 0 1,-1 13-1,2-19-307,1 0-1,0 0 0,-1 0 1,1 0-1,0 0 1,0 0-1,0 0 0,0 0 1,1 0-1,-1 0 0,0 0 1,1 0-1,0-1 1,-1 1-1,1 0 0,0 0 1,0 0-1,0-1 0,0 1 1,0 0-1,0-1 1,0 1-1,3 2 0,6-1-507,-1 0-1,1-1 1,0 0-1,0 0 0,-1-1 1,1-1-1,0 1 1,20-3-1,0 1-3200,15 1-3776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2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 6643,'0'0'11195,"2"7"-9421,0 0-1253,11 31 1859,1-16 2266,-29-19-4316,-1-1 0,1 2 1,-28 9-1,23-4-355,0 1 0,1 0-1,0 1 1,-23 18 0,36-24 28,1-1-1,0 1 1,0 0-1,0 0 1,1 1-1,-1 0 1,1-1-1,1 1 1,-1 0-1,1 1 1,0-1 0,0 1-1,1-1 1,0 1-1,0 0 1,1 0-1,-2 12 1,3-15 44,0 1 0,0-1 1,0 1-1,0-1 0,1 1 0,-1-1 1,1 1-1,1-1 0,-1 0 0,2 6 1,-1-8-1,0 1 0,0 0 0,1-1 0,-1 1 0,0-1 0,1 1-1,0-1 1,-1 0 0,1 0 0,0 0 0,0-1 0,0 1 0,0-1 0,5 2 0,12 4 212,0-1 0,1-1-1,0-1 1,0-1 0,37 1 0,13-3-5654,-71-5 1167,0-13-2983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68 2881,'-1'0'19396,"-11"0"-19433,9 0 31,0 0 1,1 1 0,-1 0 0,0 0 0,0-1 0,1 2 0,-1-1 0,1 0 0,-1 0 0,1 1 0,0-1 0,-1 1 0,1 0 0,0 0 0,0 0 0,0 0 0,1 0 0,-1 0 0,0 1 0,-2 3-1,1-1-9,1-1-1,-1 1 0,1 0 0,0 0 0,0 0 1,1 0-1,-1 0 0,1 1 0,1-1 0,-2 6 0,3-10 7,-1 0 0,0 1 0,0-1-1,1 0 1,-1 0 0,1 0 0,-1 0-1,1 0 1,-1 1 0,1-1-1,0 0 1,-1 0 0,1-1 0,0 1-1,0 0 1,0 0 0,0 0 0,0 0-1,0-1 1,0 1 0,0 0 0,0-1-1,0 1 1,0-1 0,0 1-1,2-1 1,36 9 40,-31-7-25,16 1-44,1-1 0,26-2-1,-49 0 21,-1 0 12,1 0 0,-1 0 0,0 0 0,1 0 0,-1-1 0,0 1 0,0-1 0,0 1 0,1-1 0,-1 1 0,0-1 0,0 1 0,0-1 0,0 0 0,0 0 0,0 0 0,0 0 0,0 0 0,0 0 0,1-1 0,0-2 1,0 1 1,0-1 0,-1 0-1,1 1 1,-1-1-1,2-7 1,0-2 17,-1-1 0,0-27 0,-2 34-34,0 0 81,0 0 1,0 1-1,-1-1 0,1 0 0,-2 1 0,-1-10 1,2 15-12,0-1 1,0 0-1,0 1 1,0-1-1,0 1 1,0-1-1,0 1 1,0 0-1,-1-1 0,1 1 1,0 0-1,-1 0 1,1 0-1,-1 0 1,0 0-1,1 0 1,-1 1-1,0-1 1,1 0-1,-1 1 1,0-1-1,0 1 1,1 0-1,-1 0 1,0-1-1,0 1 1,0 0-1,-1 1 1,2-1-83,1 0 0,-1 0 0,1 0 0,-1 0 0,1 0 0,-1 1 0,1-1 0,0 0 0,-1 0 0,1 1 0,-1-1 0,1 0 0,0 1 0,-1-1 0,1 0 0,0 1 0,-1-1 0,1 0 0,0 1 0,0-1 0,-1 1 0,1-1 0,0 1 0,0-1 0,0 1 0,0-1-1,-1 0 1,1 1 0,0-1 0,0 1 0,0-1 0,0 1 0,0-1 0,0 1 0,5 20-2578,-2-18 2013,0 0 0,0 0 0,0 0 1,0-1-1,1 1 0,-1-1 0,1 0 0,0 0 1,0 0-1,-1-1 0,1 1 0,0-1 1,1 0-1,-1 0 0,4 1 0,43 7-7928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4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40 9332,'0'0'14900,"-19"9"-14054,-59 32-288,75-40-548,0 1-1,1 0 1,-1 0 0,1 1 0,0-1 0,-1 0 0,1 1 0,0-1 0,1 1-1,-1 0 1,0 0 0,1-1 0,-1 1 0,1 0 0,0 0 0,0 1 0,0-1-1,1 0 1,-1 0 0,1 0 0,0 1 0,-1-1 0,1 0 0,1 0 0,-1 0-1,0 1 1,1-1 0,0 0 0,1 5 0,-1-6-23,0-1 0,0 1 0,1-1 0,-1 1 0,0-1 0,0 0 0,1 0 0,-1 0 0,1 0 0,-1 0 0,1 0 0,-1 0 0,1 0 0,0 0 0,-1-1 0,1 1 0,0-1 0,0 1 0,-1-1 0,1 0 0,0 0 0,3 0 0,49 1-306,-37-2 158,-13 1 116,0 0-1,1 0 1,-1-1 0,0 1 0,0-1 0,0 0 0,0 0-1,0 0 1,0-1 0,0 0 0,0 1 0,-1-1-1,1 0 1,-1-1 0,1 1 0,-1-1 0,0 1 0,0-1-1,0 0 1,4-6 0,-3 4 77,-1-1-1,0 0 1,0-1-1,-1 1 1,1 0-1,-2-1 1,1 1-1,0-1 1,-1 1-1,-1-1 1,1 0-1,-1-8 1,-1-12 57,0 12-1361,1 1-3300,0 1-2602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5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43 4418,'0'0'17173,"0"-6"-15823,2-19-149,-2 25-1161,0-1 0,-1 1 1,1-1-1,0 0 0,0 1 1,-1-1-1,1 1 0,0-1 1,-1 1-1,1-1 0,-1 1 1,1-1-1,-1 1 0,1-1 0,-1 1 1,1-1-1,-1 1 0,1 0 1,-1-1-1,1 1 0,-1 0 1,1-1-1,-1 1 0,0 0 1,1 0-1,-1 0 0,0 0 1,1-1-1,-1 1 0,0 0 1,1 0-1,-1 0 0,0 1 0,-31-1 2,22 0 40,-12 1-9,0 0 0,0 2 0,0 0 0,0 1 0,0 2 0,1 0 0,0 1 0,0 1 0,-28 16 0,37-18-44,0 2 0,1-1 0,-1 2 0,2-1 0,-1 1 0,1 1 0,1 0 0,-1 0 0,2 1 1,0 0-1,0 1 0,1 0 0,0 0 0,1 0 0,0 1 0,-5 19 0,6-10-52,0 0-1,2 0 1,0 0-1,1 28 1,3-49 33,-1 0-1,1 1 1,-1-1-1,1 0 1,0 0 0,-1 0-1,1 1 1,0-1-1,0 0 1,-1 0-1,1 0 1,0 0 0,0 0-1,0 0 1,1-1-1,-1 1 1,0 0 0,0 0-1,0-1 1,0 1-1,1-1 1,-1 1 0,0-1-1,1 1 1,-1-1-1,0 0 1,1 0 0,-1 0-1,3 0 1,53 4 953,-42-3-504,97 1 3543,-110 5-5370,9 9-5383,2-9 1955,2-6-2242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 4162,'0'0'16624,"-14"0"-14109,4-1-2103,-1 1 0,0 1 0,1 0 0,-1 1 0,1 0 0,-1 0 0,-11 5 0,19-6-373,0 1 1,0-1 0,0 1 0,1 0 0,-1 0-1,0 0 1,1 0 0,-1 1 0,1-1 0,0 0-1,0 1 1,0 0 0,0 0 0,0 0 0,0-1 0,1 2-1,0-1 1,-1 0 0,1 0 0,0 0 0,1 0-1,-1 1 1,0-1 0,1 0 0,0 1 0,0 6-1,0-8-70,0 0-1,0 0 0,0 1 1,1-1-1,-1 0 0,0 0 1,1 1-1,0-1 0,-1 0 1,1 0-1,0 0 0,0 0 1,0 0-1,0 0 0,1 0 1,-1 0-1,1 0 0,2 2 1,0-1-34,-1-1 1,0 0 0,1 0-1,0-1 1,-1 1-1,1-1 1,0 0 0,0 0-1,0 0 1,5 0-1,2 2-261,0-2-1,1 0 0,-1 0 1,21-3-1,-30 2 300,0 0-1,0 0 0,0 0 0,0-1 1,0 1-1,0-1 0,0 0 1,0 1-1,-1-1 0,1 0 0,0 0 1,0 0-1,-1 0 0,1-1 0,0 1 1,-1 0-1,1-1 0,-1 1 1,0-1-1,1 0 0,-1 1 0,0-1 1,0 0-1,0 0 0,0 1 1,0-1-1,-1 0 0,1 0 0,-1 0 1,1 0-1,-1 0 0,1-4 1,0-5 64,-1-44 636,0 52-557,0 1 1,0-1-1,-1 1 1,1-1-1,-1 1 1,1 0-1,-1-1 0,0 1 1,0 0-1,0-1 1,0 1-1,-1 0 1,1 0-1,0 0 1,-1 0-1,0 0 1,-2-3-1,3 8-5263,8 16-1076,14-8-815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5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8724,'0'0'18040,"-38"79"-18040,38-47-288,4-5-2081,7-13-2849,-1-12-4579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6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 8036,'0'0'1144,"-22"2"769,17-1-1721,-22 2 920,-1 2 1,1 0-1,1 2 0,-29 11 1,46-14-816,0 0 0,1 1 0,-1 0-1,1 0 1,0 1 0,0 0 0,-11 11 0,15-13-247,0 0-1,1 1 0,0 0 1,-1 0-1,2 0 1,-1 0-1,0 0 1,1 1-1,0-1 1,0 1-1,1-1 0,0 1 1,0 0-1,-1 7 1,2-7-30,-1-1 1,1 1-1,0 0 1,0-1-1,0 1 1,1-1-1,0 1 1,0-1 0,0 1-1,1-1 1,0 1-1,0-1 1,0 0-1,0 0 1,1 0-1,0 0 1,0-1-1,1 1 1,-1-1-1,1 0 1,0 0-1,0 0 1,0 0-1,0-1 1,8 5-1,-2-2 110,-1 0-1,1-1 0,1 0 1,-1 0-1,1-2 0,0 1 1,0-1-1,0-1 0,17 2 1,-3-2 41,0-2 1,0 0-1,32-6 1,-46 6 0,-6 0-3136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5 560,'-3'-1'23416,"-18"-2"-21220,19 3-2153,-1-1-1,0 1 1,1 0-1,-1 1 1,0-1 0,1 0-1,-1 1 1,1-1 0,-1 1-1,1 0 1,-1 0-1,1 0 1,-1 0 0,1 0-1,0 1 1,0-1-1,-1 1 1,1-1 0,0 1-1,0 0 1,1 0 0,-1 0-1,0 0 1,1 0-1,-1 0 1,1 1 0,-1-1-1,1 0 1,0 1 0,0-1-1,0 1 1,1-1-1,-1 1 1,0 0 0,1-1-1,0 1 1,0-1-1,0 6 1,-1-6-87,1 0 0,0-1-1,0 1 1,0 0 0,0 0 0,0 0-1,0 0 1,1 0 0,-1-1-1,1 1 1,-1 0 0,1 0 0,0-1-1,-1 1 1,1 0 0,0-1 0,0 1-1,0-1 1,3 3 0,-1-2-73,0-1 1,0 0-1,0 0 1,1 0 0,-1-1-1,0 1 1,0-1-1,1 0 1,-1 0-1,6-1 1,-7 2 111,1-1 0,-1 0 1,1 0-1,0 0 0,-1-1 0,1 1 1,-1-1-1,1 1 0,0-1 0,-1 0 1,0 0-1,1 0 0,-1 0 0,0 0 1,3-2-1,-3 1 57,-1-1 1,1 1-1,-1 0 0,0-1 1,0 1-1,1-1 1,-1 1-1,-1-1 0,1 1 1,0-1-1,-1 0 0,1 1 1,-1-1-1,0-4 0,0-34-1826,6 40-7795,5 1 1818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8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2 160,'0'0'21405,"10"-1"-21248,-9 1-152,5 0 32,0-1-1,0 1 1,0 0-1,0 1 0,0 0 1,12 2-1,-16-2-12,0 0 0,0 0 1,0 0-1,0 0 0,-1 0 0,1 0 0,0 0 0,0 1 0,-1-1 1,1 1-1,-1-1 0,1 1 0,-1-1 0,0 1 0,0 0 0,0 0 1,0 0-1,0 0 0,0 0 0,0 0 0,0 0 0,-1 0 0,1 0 1,-1 0-1,0 0 0,1 0 0,-1 0 0,0 0 0,-1 3 0,1 3 227,0-1 0,-1 0-1,-1 1 1,1-1-1,-1 0 1,0 0-1,-1 0 1,1 0-1,-2 0 1,1-1-1,-7 11 1,-2 4 560,11-20-780,0 0-1,1 1 0,-1-1 1,0 0-1,1 0 1,-1 1-1,1-1 0,-1 1 1,1-1-1,0 0 0,0 1 1,-1-1-1,1 1 1,0-1-1,0 1 0,0-1 1,1 0-1,-1 1 1,0-1-1,0 1 0,1-1 1,-1 0-1,1 1 1,-1-1-1,1 0 0,0 1 1,0-1-1,-1 0 1,1 0-1,0 0 0,0 0 1,0 0-1,0 0 1,0 0-1,0 0 0,1 0 1,-1 0-1,0 0 0,0-1 1,1 1-1,-1 0 1,0-1-1,3 1 1,6 3-175,1-1 1,0 0 0,1-1-1,16 1 1,-15-1-200,39 2-2725,-16-4-2287,-4 0-4156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8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371 7 6867,'0'0'8532,"-21"-2"-5344,-67-3-920,75 5-2034,1 1 1,0 0-1,-1 0 0,1 1 1,0 1-1,0 0 0,0 1 1,1 0-1,-1 1 1,1 0-1,0 1 0,0 0 1,1 1-1,0 0 0,0 1 1,0 0-1,1 0 1,1 1-1,-11 12 0,15-16-161,0 1 0,1 0 0,0-1 0,0 1 0,0 1 0,1-1 0,0 0 0,0 0 0,0 1 0,1-1 0,-1 11 0,2-13-53,-1 0-1,1 0 1,1 0 0,-1 1-1,0-1 1,1 0 0,0 0-1,0 0 1,0 0-1,1 0 1,-1 0 0,1 0-1,0 0 1,0-1-1,0 1 1,1-1 0,-1 1-1,6 4 1,2 0 28,0 0 0,0-1 0,1-1 0,0 0 0,0 0-1,0-1 1,1 0 0,0-1 0,0-1 0,21 4 0,6-1 274,0-3 1,46-1-1,-77-2-659,0-1 0,-1-1 0,1 1 0,-1-1 0,11-5 0,25-5-5479,-28 10 221,-6 0-2854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9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2481,'0'3'24486,"2"15"-23864,-2 101 901,0-41-4276,0-77 2602,0 0 1,0 0 0,0-1 0,0 1-1,0 0 1,0-1 0,0 1-1,0-1 1,1 1 0,-1 0-1,0-1 1,0 1 0,1 0 0,-1-1-1,0 1 1,1-1 0,-1 1-1,1-1 1,-1 1 0,1-1-1,-1 1 1,1-1 0,-1 0-1,1 1 1,-1-1 0,1 0 0,0 1-1,-1-1 1,1 0 0,0 1-1,22 0-4280,-17-1 3173,27 0-5692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39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84 5651,'0'0'20091,"-3"0"-18837,0 1-1175,0 0-1,0 0 0,0 1 0,0-1 1,1 0-1,-1 1 0,1 0 1,-1 0-1,1 0 0,-1 0 0,1 0 1,0 0-1,0 0 0,0 1 1,0-1-1,1 1 0,-1 0 0,1-1 1,-1 1-1,1 0 0,-1 4 1,-2 1-54,1 1 1,1-1 0,-1 1-1,1 0 1,1 0 0,-1 15 0,2-23-65,1 1 1,0-1-1,-1 0 0,1 0 1,0 0-1,-1 1 1,1-1-1,0 0 1,0 0-1,0 0 1,0 0-1,0 0 1,0-1-1,0 1 1,1 0-1,-1 0 1,0-1-1,0 1 1,0-1-1,1 1 1,-1-1-1,0 1 0,1-1 1,-1 0-1,0 0 1,1 0-1,-1 0 1,1 0-1,-1 0 1,3 0-1,3 0-245,1 1 0,-1-2 0,1 1 0,13-4 0,-18 3 235,0 0 0,-1 0-1,1-1 1,-1 1 0,1-1 0,-1 1-1,0-1 1,0 0 0,0 0 0,0 0-1,0-1 1,0 1 0,0 0 0,-1-1-1,1 1 1,-1-1 0,1 1 0,-1-1-1,0 0 1,0 1 0,-1-1-1,2-4 1,1-8 87,0-1-1,1-28 1,-4 35-82,5-70-3254,-5 78 3065,1 1 0,-1-1 0,0 0 0,1 1 0,-1-1 0,1 0 0,-1 1 0,1-1 0,0 1 0,-1-1 0,1 1 0,0-1 0,-1 1 0,1 0 0,0-1 0,-1 1 0,1 0 0,0-1 0,0 1 0,-1 0 0,1 0 0,0 0 0,0 0 0,-1-1 0,1 1 0,0 0 0,0 0 0,0 1 0,-1-1 0,1 0 0,0 0 0,0 0 0,1 1 0,5-1-1863,22 0-6927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0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532 9 7908,'0'0'13304,"-19"-2"-11802,4 0-1173,5 1-131,1-1-1,0 1 1,-1 1 0,1-1-1,-1 2 1,0-1-1,1 1 1,0 1 0,-1 0-1,1 0 1,-16 7-1,-14 8 794,-116 57 1259,136-64-2035,0 2-1,1 0 0,0 1 1,1 1-1,-24 25 1,36-33-209,1 0 1,-1 0-1,1 1 1,1-1-1,-1 1 1,1 0-1,0 0 1,1 0-1,0 0 1,0 0-1,-2 11 1,4-13-16,-1 1 0,1-1 0,0 0 0,0 0 1,0 1-1,1-1 0,0 0 0,0 0 1,0 0-1,1 0 0,-1 0 0,1 0 1,1 0-1,-1 0 0,1-1 0,-1 1 0,5 3 1,1 2 0,1-1 0,0-1 0,0 1 0,1-2 0,0 1 0,0-1 0,1-1 0,0 0 0,0-1 0,1 0 0,-1 0 0,1-1 0,0-1 0,0 0 0,1-1 0,-1 0 0,14 0 0,-4-11-1968,-2-1-4940,-9 7 742,3 2-3788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0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4978,'0'0'18166,"0"3"-15058,0 12-1755,0-6-1187,-1-1 1,0 0 0,0 0 0,-1 0-1,0 0 1,0 0 0,-1 0 0,0 0-1,-7 13 1,8-16-492,0 0 0,0 1 1,1-1-1,-1 1 0,2-1 0,-2 7 0,2-11 48,0 0 0,0 1-1,0-1 1,-1 0-1,1 0 1,0 0 0,1 1-1,-1-1 1,0 0 0,0 0-1,0 1 1,1-1 0,-1 0-1,1 0 1,-1 0 0,1 0-1,-1 0 1,1 0 0,0 0-1,-1 0 1,1 0-1,0 0 1,0 0 0,0 0-1,0 0 1,-1 0 0,1-1-1,0 1 1,1 0 0,-1-1-1,2 2 1,17-1-6737,1-1-3199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2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2 400,'0'-1'26451,"0"4"-26666,-2 28 2365,-10 56 0,3-27-5142,4 0-5367,5-40 715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3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36 3858,'0'0'14727,"-1"-4"-12828,-1-1-1196,-1-9 38,-3 6 2620,-3 4 188,-10 4-2749,10 0-443,-13 0-262,0 1 1,-1 1-1,1 1 0,0 1 0,1 0 0,-25 10 1,35-10-62,1 0 0,0 1 0,0 0 0,1 1 1,0 0-1,0 0 0,0 1 0,0 0 0,1 1 0,0-1 1,1 2-1,0-1 0,0 1 0,-8 15 0,9-13-38,1 1 0,0 0-1,0 0 1,2 0 0,-1 0-1,2 0 1,-1 1-1,2 0 1,0-1 0,0 1-1,1 0 1,1-1 0,0 1-1,1 0 1,5 21 0,-4-23-58,1 0 1,0-1 0,1 1-1,0-1 1,0 0 0,1 0-1,0-1 1,1 0 0,0 0-1,1 0 1,0-1-1,0 0 1,0-1 0,1 0-1,0 0 1,1-1 0,16 9-1,-9-8-79,0-1 0,0 0 0,0-1 0,1-1 0,34 3 0,90-2-1907,-110-6 858,-29 2 1062,-1-1 0,1 0 0,-1 0-1,1-1 1,-1 1 0,1 0 0,-1-1 0,1 0 0,-1 1 0,0-1 0,1 0 0,2-2-1,2-8-2901,-7-8-5856,-1 10-1335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3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11 3185,'0'0'14618,"0"-1"-14175,-1 0 1,1 0-1,-1 1 0,1-1 1,-1 0-1,0 1 0,1-1 1,-1 1-1,0-1 0,1 1 1,-1-1-1,0 1 0,0-1 1,0 1-1,1 0 0,-1-1 1,0 1-1,0 0 1,0 0-1,0 0 0,-1 0 1,-2 4-250,-1 1 1,1 0-1,1 0 1,-1 0-1,1 1 1,0-1-1,0 1 1,0 0-1,1 0 1,0 0-1,0 0 1,1 0-1,-2 10 1,0 10-1516,1 50 1,2-69 472,6-5-7238,4-2-3352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4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1 464,'0'0'21909,"9"0"-20292,-1 0-1537,0 0-1,0 1 1,0 0 0,-1 1 0,1 0 0,0 0 0,-1 0 0,9 5 0,-13-6-88,-1 0 1,1 1 0,0-1-1,-1 1 1,1 0 0,-1 0-1,0 0 1,0 0 0,1 0-1,-1 0 1,-1 1 0,1-1 0,0 1-1,0-1 1,-1 1 0,0-1-1,1 1 1,-1 0 0,0 0-1,0 0 1,-1 0 0,1 0 0,-1 0-1,1 4 1,-1-2 2,0 2 15,0 0 0,0 1 0,-1-1 0,0 0 0,-2 9 0,2-13 4,0 0 0,-1 0 0,1 0 0,-1-1 0,0 1 0,0-1 0,0 1 0,0-1 1,0 0-1,0 1 0,-1-1 0,1 0 0,-1-1 0,1 1 0,-4 1 0,-7 4 70,-13 7 630,25-13-679,0-1 0,0 1 1,0 0-1,1-1 0,-1 1 0,0 0 0,0 0 1,1-1-1,-1 1 0,0 0 0,1 0 0,-1 0 1,1 0-1,-1 0 0,1 0 0,-1 0 0,1 0 1,0 0-1,-1 2 0,1-3-44,1 1 1,-1 0-1,1 0 0,0-1 0,-1 1 1,1-1-1,-1 1 0,1 0 1,0-1-1,-1 1 0,1-1 1,0 0-1,0 1 0,-1-1 0,1 1 1,0-1-1,0 0 0,0 0 1,0 0-1,-1 1 0,1-1 0,0 0 1,2 0-1,2 1-33,19 4-440,1-1-1,35 2 1,15-5-4295,-32-1-2090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5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3 5042,'0'0'14348,"-6"-2"-12726,1 2-1386,-1-1 0,0 1-1,0 0 1,1 0 0,-1 1 0,0 0-1,1 0 1,-1 0 0,0 1 0,1-1-1,-1 1 1,1 1 0,-7 3-1,-155 88 3333,146-81-3415,0 2 0,1 1 1,1 0-1,0 1 0,-24 30 1,41-44-155,0 0 1,-1 0-1,1 0 1,1 0-1,-1 0 1,0 0-1,1 1 0,0-1 1,0 0-1,0 1 1,0-1-1,0 1 1,1-1-1,-1 1 0,1 0 1,0-1-1,1 7 1,0-6-9,0-1 0,0 0 1,0 0-1,1 0 0,-1 0 1,1-1-1,0 1 0,0 0 0,0-1 1,0 1-1,0-1 0,1 1 1,-1-1-1,1 0 0,-1 0 1,1 0-1,0-1 0,0 1 0,4 1 1,20 9 20,0-2 0,1 0 0,0-2 0,0-1 0,34 3 0,4-3-999,79-1 0,-144-6 985,2 0-393,0 0 1,0 0 0,0 0 0,1 0-1,-1-1 1,0 1 0,5-3-1,-7 3-10,0-1-1,0 0 1,-1 1-1,1-1 1,0 0-1,-1 0 1,1 1-1,0-1 1,-1 0-1,1 0 1,-1 0-1,0 0 1,1 0-1,-1 0 1,0 0-1,1 0 1,-1 0-1,0 0 1,0 0-1,0 0 1,0 0-1,0 0 1,0 0-1,0-1 0,0-13-8915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5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0 9604,'0'0'14815,"-14"1"-13110,22 0-1685,1 0 0,-1 1 0,0 0 0,1 0 0,-1 1 0,0 0 0,7 4 0,-13-6-16,1 1 0,-1-1 0,0 1 1,0-1-1,0 1 0,0 0 0,0 0 0,0 0 0,-1 0 1,1 0-1,-1 0 0,1 1 0,-1-1 0,0 0 0,0 1 0,0-1 1,0 1-1,0-1 0,-1 1 0,1-1 0,-1 1 0,1 0 0,-1-1 1,0 1-1,0 0 0,-1 4 0,1-5 11,-1 0 1,0 0-1,1 1 0,-1-1 1,0 0-1,0-1 0,0 1 1,-1 0-1,1 0 0,0 0 0,-1-1 1,1 1-1,-1 0 0,1-1 1,-1 0-1,0 1 0,-3 1 1,-42 20 563,6-3-73,41-19-476,-1 0 1,0-1 0,1 1-1,-1 0 1,1-1 0,-1 1-1,1 0 1,-1 0 0,1 0 0,0-1-1,-1 1 1,1 0 0,0 0-1,0 0 1,0 0 0,-1-1-1,1 1 1,0 0 0,0 0-1,0 0 1,0 0 0,1 0-1,-1 0 1,0-1 0,0 1-1,0 0 1,1 0 0,-1 0-1,0 0 1,1-1 0,-1 1-1,1 0 1,-1-1 0,1 1 0,-1 0-1,1 0 1,0-1 0,-1 1-1,1-1 1,0 1 0,-1-1-1,1 1 1,0-1 0,0 1-1,-1-1 1,1 0 0,0 1-1,0-1 1,1 0 0,77 6-470,-26-6-4171,-15-1-2181,-12 1-2320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6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53 4466,'0'0'18542,"-8"5"-16816,-1 0-1280,-5 3 372,2 0-1,-1 1 1,-19 18 0,29-25-782,1 1-1,0-1 0,-1 1 1,1-1-1,0 1 0,0 0 0,0 0 1,1 0-1,-1 0 0,1 0 0,-1 0 1,1 0-1,0 0 0,0 1 1,1-1-1,-1 0 0,1 1 0,-1-1 1,1 1-1,0-1 0,0 0 1,1 1-1,-1-1 0,2 7 0,-1-9-57,0 1-1,1-1 1,-1 0-1,0 1 1,0-1-1,1 0 1,-1 0-1,1 0 1,-1 0-1,1 0 1,-1 0-1,1 0 1,-1-1-1,1 1 1,0-1-1,-1 1 1,1-1 0,0 1-1,0-1 1,0 0-1,-1 0 1,3 0-1,41-1-535,-43 1 534,1-1-1,-1 1 1,0-1-1,0 0 1,1 0-1,-1 0 1,0 0-1,0 0 1,0 0-1,0 0 1,0-1-1,-1 1 1,1-1-1,0 1 1,0-1-1,1-2 1,1-1 14,-1 0 1,0 0-1,0-1 1,0 1-1,-1-1 1,2-7-1,1-3 44,-2 0 0,0 0 0,1-30 0,-3-7-212,-11 52-3155,5 7-2875,5 2-1819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6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0 7603,'0'0'16629,"-23"0"-13971,7 0-2298,0 1 0,1 0 1,-1 1-1,0 1 0,-20 5 1,26-4-344,1 0 0,0 0 0,0 1 1,0 0-1,0 0 0,1 1 0,0 0 1,0 1-1,-10 10 0,10-9-15,1 1 0,1 0 0,-1 1 0,1-1 0,1 1 0,0 0 0,0 1 0,1-1 0,0 1 0,1 0 1,-3 15-1,2 2-93,1 1 1,1 0 0,3 36 0,0-62 85,-1 1 0,1-1 1,-1 0-1,1 0 0,0 0 0,0 0 1,1 0-1,-1 0 0,1 0 0,-1 0 1,1 0-1,0-1 0,0 1 1,0-1-1,0 1 0,0-1 0,1 0 1,-1 0-1,1 0 0,0 0 0,-1 0 1,1-1-1,0 1 0,0-1 0,0 0 1,0 0-1,0 0 0,0 0 0,4 1 1,10 1 25,1 0 0,-1-1 0,1-1 0,17-1 0,-31 0-13,-4 0 8,4 1 73,-1-1-1,0 0 0,0 0 1,0 0-1,1 0 0,-1-1 0,0 1 1,0-1-1,0 0 0,0 0 1,0 0-1,0 0 0,0-1 1,0 1-1,0-1 0,3-2 1,-4 2-182,20 2-28622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7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3185,'0'0'19180,"0"0"-19132,-1 0 0,1 0 0,0 0 0,0 1 0,0-1 0,0 0 0,0 0 0,0 0 0,0 0 0,0 0 0,0 1 0,0-1 0,0 0 0,0 0 0,0 0 0,0 0 0,0 0 0,0 1 0,0-1 0,0 0 0,0 0 0,0 0 0,0 0 0,0 0 0,0 1 0,0-1 0,0 0 1,1 0-1,-1 0 0,0 0 0,0 0 0,0 0 0,0 1 0,0-1 0,0 0 0,0 0 0,1 0 0,-1 0 0,0 0 0,0 0 0,0 0 0,0 0 0,0 0 0,0 0 0,1 0 0,-1 0 0,0 0 0,0 0 0,0 0 0,34 9 1032,-29-8-1009,0-1 1,-1 1-1,1 0 1,-1 1-1,0-1 0,7 4 1,-9-4-79,-1 0 0,0 0-1,1 0 1,-1 0 0,0 0 0,0 1 0,0-1 0,0 0 0,0 1 0,0-1-1,0 1 1,-1-1 0,1 1 0,0-1 0,-1 1 0,1-1 0,-1 1-1,0-1 1,1 1 0,-1 0 0,0-1 0,0 1 0,0 2 0,0 0 12,-1-1 1,1 1-1,0 0 1,-1-1-1,0 1 1,0 0-1,0-1 1,0 1-1,-1-1 1,1 1 0,-1-1-1,0 0 1,0 0-1,0 0 1,-1 0-1,1 0 1,-1 0-1,1 0 1,-6 4-1,-4 1 42,0-1 0,-1 0 0,0-1-1,-14 6 1,16-8 333,0 0 0,1 1 0,0 0 0,0 1 0,0 0 0,-11 11 0,20-17-377,1 0 0,0 0 0,-1 0 0,1 1 0,0-1 0,0 0 0,-1 0 1,1 0-1,0 1 0,0-1 0,-1 0 0,1 1 0,0-1 0,0 0 0,0 0 0,0 1 0,-1-1 1,1 0-1,0 1 0,0-1 0,0 0 0,0 1 0,0-1 0,0 0 0,0 1 0,0-1 0,0 0 1,0 1-1,0-1 0,0 0 0,0 1 0,0-1 0,0 0 0,0 1 0,1-1 0,-1 0 0,0 1 1,0-1-1,0 0 0,0 1 0,1-1 0,-1 0 0,0 0 0,0 1 0,1-1 0,-1 0 0,0 0 1,0 1-1,1-1 0,-1 0 0,0 0 0,1 0 0,-1 0 0,0 0 0,1 0 0,-1 1 0,1-1 1,22 4-60,-19-4 76,61 5-1690,65-5 0,-60-1-4936,-41 0-1070,-7-4-2552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5907,'0'0'24011,"-18"79"-23579,18-60-432,0-4-288,4-5-1713,17-8-2289,4-2-4978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8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572 95 5955,'0'0'15265,"10"-12"-13064,29-38-288,-38 49-1799,-1 1 0,1-1 1,0 1-1,-1-1 0,1 0 0,-1 1 0,1-1 0,-1 0 0,1 1 0,-1-1 0,1 0 0,-1 0 0,0 0 1,1 1-1,-1-1 0,0 0 0,0 0 0,0 0 0,1 0 0,-1 0 0,0 1 0,0-1 0,0 0 0,-1 0 1,1 0-1,0 0 0,0 0 0,-1-1 0,-16-1 638,12 2-587,-32-2-13,0 2 0,0 1-1,0 1 1,0 3-1,1 1 1,0 1 0,-63 20-1,82-20-112,0 1 0,1 1 0,0 0 0,0 2 0,1-1 0,0 2 0,-23 20 0,29-21-48,-1 1 0,1 0 0,1 0 0,0 0 0,1 1 0,0 0 0,0 1 0,2-1 0,-1 1 0,2 0 0,-4 16 0,4-16-1,2 1 0,0 0-1,0 0 1,1 0 0,1 0 0,0 0 0,1 0 0,1 0 0,0 0 0,6 20-1,-6-27 7,1 1 0,0-1 0,1 0 0,-1 0 0,1 0-1,1-1 1,-1 1 0,1-1 0,1 0 0,-1 0 0,1-1-1,0 0 1,0 0 0,0 0 0,1-1 0,-1 0 0,1 0-1,0 0 1,13 3 0,-11-4 103,0 0 1,1-1-1,0 0 0,0 0 0,0-1 1,-1-1-1,1 0 0,0 0 0,11-2 1,-16 1-48,0 1 0,0-2 0,0 1 0,0 0 1,0-1-1,0 0 0,0 0 0,0-1 1,-1 1-1,1-1 0,-1 0 0,0 0 1,0-1-1,0 1 0,0-1 0,-1 0 1,1 0-1,3-5 0,-6 5-211,-5 7-105,-2 5-3070,3 0-6038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6163,'0'0'13134,"4"0"-12454,85 0 158,-88 0-836,-1 0 1,1 1-1,-1-1 1,0 0 0,1 0-1,-1 1 1,0-1-1,1 0 1,-1 0-1,0 1 1,1-1-1,-1 0 1,0 1-1,0-1 1,1 0 0,-1 1-1,0-1 1,0 1-1,0-1 1,0 0-1,0 1 1,1-1-1,-1 1 1,0-1-1,0 0 1,0 1-1,0-1 1,0 1 0,0-1-1,0 0 1,0 1-1,0-1 1,-1 1-1,1-1 1,0 1-1,0-1 1,0 0-1,-1 1 1,-7 19 293,-39 27 1581,5-7-628,38-36-1065,1-1-29,0 0 0,0 0 0,0 0 0,1 1 0,-1-1 0,1 0 0,0 1 0,0 0 0,0 0-1,1-1 1,-1 1 0,1 0 0,0 0 0,-1 8 0,3-11-140,0 0-1,0 0 1,0-1-1,1 1 1,-1 0-1,0-1 1,1 1-1,-1-1 1,0 1 0,1-1-1,-1 0 1,1 1-1,-1-1 1,1 0-1,-1 0 1,0 0-1,1 0 1,-1-1-1,1 1 1,1 0-1,1-1 12,29 3-324,-15-1-34,-1-1 0,23-2 0,-6-7-3683,-31 8 3061,0-1 1,0 0-1,0 1 0,0-1 1,-1 0-1,1-1 1,0 1-1,1-3 0,10-15-9448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49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1905,'0'0'22282,"12"2"-21834,-4-1-372,-2-2-47,0 2 0,-1-1-1,1 1 1,0 0-1,-1 0 1,1 0 0,-1 1-1,0 0 1,1 0 0,-1 1-1,0-1 1,7 5-1,-11-5-25,0-1-1,0 1 0,0-1 0,0 1 1,-1-1-1,1 1 0,0 0 0,-1-1 1,1 1-1,-1 0 0,1-1 0,-1 1 1,0 0-1,0 0 0,1-1 0,-1 1 0,-1 0 1,1 0-1,0-1 0,0 1 0,-1 0 1,0 2-1,0-1 6,0 1 0,0-1 0,-1 0 1,1 0-1,-1 0 0,0 0 0,1-1 0,-1 1 1,-1 0-1,-3 3 0,-92 57 790,97-62-760,0-1 1,1 1 0,-1 0 0,0-1-1,1 1 1,-1 0 0,0 0 0,1-1 0,-1 1-1,1 0 1,-1 0 0,1 0 0,-1 0 0,1 0-1,0-1 1,0 1 0,-1 0 0,1 0-1,0 0 1,0 0 0,0 0 0,0 0 0,0 0-1,0 0 1,0 0 0,0 0 0,0 0-1,1 0 1,-1 0 0,0 0 0,1 0 0,-1 0-1,1 1 1,0 0 0,1 0 0,-1-1 0,0 1 0,1 0 0,-1-1 0,1 1 0,0-1 0,-1 0 0,1 1 0,0-1 0,0 0 0,0 0 0,3 1 0,34 12 27,2-2-1,41 6 0,-46-13-3687,-2-3-3495,-27-2-2255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4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166 125 1713,'0'0'6683,"10"-5"-5584,-1 0-839,7-4 512,-1 0 0,19-15 1,-31 22-600,1-1 1,-1 1-1,0-1 1,0 0 0,-1 0-1,1 0 1,0 0-1,-1 0 1,0-1 0,0 1-1,0-1 1,0 0-1,-1 1 1,1-1 0,-1 0-1,0 0 1,1-7-1,-3 10-59,0 0 0,0 1-1,-1-1 1,1 0 0,0 1-1,0-1 1,-1 1 0,1-1-1,-1 1 1,1 0 0,0 0-1,-1-1 1,1 1 0,-1 0-1,1 0 1,0 1 0,-1-1-1,1 0 1,-3 1 0,-1-1 83,-1 1-100,-1 0 1,1 0 0,0 1-1,0 0 1,0 0 0,0 0-1,0 1 1,0 0 0,1 0-1,0 0 1,-1 1 0,1 0-1,-6 6 1,-12 10 365,-27 34-1,44-47-356,-9 9 204,2 0 1,-22 34-1,31-43-277,0 1 0,1 0-1,-1 0 1,2 0 0,-1 0 0,1 0-1,0 0 1,1 1 0,0-1 0,0 10-1,1-17-30,0 0-1,1 0 1,-1 1-1,1-1 1,-1 0-1,1 0 1,0 0-1,-1 0 1,1 0-1,0 0 0,0 0 1,-1-1-1,1 1 1,0 0-1,0 0 1,0-1-1,0 1 1,0 0-1,0-1 1,0 1-1,1-1 0,-1 1 1,0-1-1,0 0 1,0 1-1,0-1 1,1 0-1,-1 0 1,0 0-1,3 0 1,48 1 64,-39-1-39,-5 0-81,1 1-1,-1-2 1,1 1-1,-1-1 1,1-1-1,-1 1 1,1-1-1,-1-1 1,0 0-1,0 0 1,0 0 0,-1-1-1,1 0 1,-1-1-1,0 1 1,0-2-1,0 1 1,-1-1-1,0 0 1,0 0-1,0 0 1,-1-1-1,7-12 1,-1 3-4,-2-1 0,0 0-1,-1 0 1,12-36 0,-27 71 4014,2-5-3583,0 1 0,1-1 0,-3 22 0,5-22-277,1 1-1,1-1 1,0 0 0,1 1-1,4 24 1,-4-35-310,0 1-1,0-1 1,1 0 0,-1 1-1,1-1 1,0 0 0,0 0-1,0 0 1,0 0 0,6 5-1,-5-6-353,0 1-1,0-1 0,1 0 0,-1 0 1,1 0-1,-1-1 0,1 1 0,0-1 1,-1 0-1,1 0 0,0 0 0,4 0 0,25 2-8459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4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6243,'0'0'15217,"-15"13"-14211,-44 42-352,56-53-634,1 1 1,-1 0-1,1 0 1,-1 0-1,1 1 1,0-1-1,0 0 1,1 1-1,-1-1 1,1 1-1,-1 0 1,1 0-1,0-1 1,1 1-1,-1 0 1,1 0-1,-1 0 1,1 0-1,0 0 1,1-1-1,-1 1 1,1 0-1,-1 0 1,3 5-1,-2-7-26,-1-1-1,1 0 1,-1 0-1,1-1 0,0 1 1,-1 0-1,1 0 1,0 0-1,0 0 1,0-1-1,0 1 1,-1 0-1,1-1 0,0 1 1,0 0-1,1-1 1,-1 0-1,0 1 1,0-1-1,0 1 1,0-1-1,0 0 1,0 0-1,0 0 0,1 0 1,0 0-1,38 0-536,-28-1 239,-9 2 280,0-1 0,0 0 0,0 0 0,0 0 0,-1-1 0,1 1 0,0-1 0,0 0 0,-1 1 0,1-1 0,0 0 0,-1 0 0,1-1 0,-1 1 0,1-1 1,-1 1-1,0-1 0,0 0 0,0 0 0,4-3 0,-4 0 3,0 1-1,0 0 1,0-1 0,-1 1 0,1-1-1,-1 1 1,0-1 0,-1 0 0,1 1-1,-1-1 1,0-8 0,0 12 21,0-5-53,0 1 1,0-1-1,-1 0 1,1 0-1,-1 1 1,-3-10-1,3 14 16,1-1 0,-1 1 1,0 0-1,1 0 0,-1 0 0,0 0 0,0 0 0,0 0 0,0 0 0,0 1 0,0-1 0,0 0 0,0 0 0,0 1 1,0-1-1,0 1 0,0-1 0,-1 1 0,1-1 0,0 1 0,0 0 0,-1-1 0,1 1 0,0 0 0,0 0 0,-1 0 0,1 0 1,0 0-1,-1 0 0,1 1 0,0-1 0,0 0 0,-1 1 0,1-1 0,-2 2 0,2-2-156,1 0-1,0 0 1,-1 1-1,1-1 1,0 0-1,-1 0 1,1 1-1,0-1 1,-1 0 0,1 1-1,0-1 1,0 0-1,-1 1 1,1-1-1,0 1 1,0-1-1,0 0 1,0 1-1,-1-1 1,1 1-1,0-1 1,0 1-1,0-1 1,0 0 0,0 1-1,0-1 1,0 1-1,0-1 1,0 1-1,1 0 1,-1 1-909,0 8-5501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5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30 4786,'0'0'13281,"-12"3"-12510,5-2-631,1 0-1,-1 1 1,1 0 0,-1 0-1,1 1 1,0-1 0,0 1-1,0 1 1,0-1 0,0 1-1,1 0 1,0 0 0,0 1-1,0 0 1,0-1 0,-4 8-1,4-5 37,0 1 0,1 0 0,0 0 0,-6 16 0,8-20-165,1 1 0,0-1-1,0 1 1,0-1 0,1 1-1,-1 0 1,1-1 0,0 1 0,0 0-1,1-1 1,1 8 0,-1-10-22,0-1 0,1 0 0,-1 1-1,0-1 1,1 0 0,-1 0 0,1 0 0,-1 0 0,1 0 0,0 0 0,-1-1 0,1 1-1,0-1 1,0 1 0,-1-1 0,1 1 0,0-1 0,0 0 0,0 0 0,-1 0 0,1 0-1,3 0 1,43-4-200,-43 3 278,0-1 1,0 0-1,0 0 1,-1 0-1,1 0 1,0-1-1,-1 0 0,1 1 1,-1-2-1,0 1 1,0 0-1,-1-1 1,1 0-1,-1 0 0,1 0 1,-1 0-1,0-1 1,3-6-1,-2 3 102,0-1-1,-1 0 1,0 0 0,0-1-1,-1 1 1,0 0-1,-1-1 1,1-19 0,-2 27-138,0 0 0,-1-1 1,1 1-1,-1 0 1,0 0-1,1 0 0,-1-1 1,0 1-1,0 0 1,0 0-1,-1 0 0,1 0 1,0 1-1,-1-1 1,1 0-1,-1 0 0,0 1 1,1-1-1,-1 1 1,0 0-1,0-1 0,0 1 1,0 0-1,0 0 1,-4-1-1,1 0-59,1 0 0,-1 1 0,0 0 0,0 0 0,0 0 0,0 1 0,0-1 0,0 1 0,0 0 0,0 1 0,-7 0 0,11 0-91,-1-1 0,1 1 0,0-1 0,0 1 0,-1-1 0,1 1 0,0 0 0,0 0 0,-1 0 0,1 0 0,0-1 0,0 2-1,0-1 1,0 0 0,1 0 0,-1 0 0,0 0 0,0 0 0,0 3 0,-4 16-5496,7-14-702,9-5-2818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6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0 7139,'0'0'12494,"-2"29"-10330,1-8-1731,-7 181 2791,8 150 106,0-339-3315,-1 0 1,0 0 0,-1 0-1,-1 0 1,0 0 0,-8 19-1,13-29-333,8-6 65,20-13-191,-13 6 45,-4 6 64,-1 0 0,1 0-1,0 1 1,1 0 0,-1 2 0,0-1-1,1 1 1,14 2 0,-26-1 317,0 1 0,0-1-1,0 1 1,0-1 0,0 1 0,0 0 0,-1 0 0,1 0-1,0 0 1,-1 0 0,1 0 0,0 0 0,-1 1 0,0-1 0,1 1-1,-1-1 1,0 1 0,1-1 0,-1 1 0,0 0 0,0-1 0,-1 1-1,1 0 1,0 0 0,0 0 0,-1 0 0,1 0 0,-1 0-1,0 0 1,1 3 0,0 4 56,0-1 0,-1 1-1,1-1 1,-2 1 0,1 0-1,-3 10 1,2-16 29,0-1-1,0 1 1,0-1-1,0 1 1,-1-1-1,1 1 1,-1-1-1,0 0 1,1 0-1,-1 0 1,0 0-1,0 0 1,-1 0-1,1 0 1,0-1-1,-1 1 1,1-1-1,0 1 1,-1-1-1,0 0 1,1 0-1,-1 0 1,0-1-1,0 1 1,-3 0-1,-10 1 486,0 0-1,0-1 0,-20-1 1,21 0-176,7 0-348,-1-1-1,1 0 1,0-1-1,0 0 1,0 0-1,-9-4 0,16 5-718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6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6659,'-1'2'18548,"-13"8"-17127,2-6-1105,-1 1-1,1 0 1,0 1-1,0 1 1,1 0-1,0 0 1,-16 14-1,22-17-304,1 1 0,-1 0-1,1 0 1,0 0 0,0 0-1,0 1 1,1-1 0,0 1-1,0 0 1,0 0 0,1 0-1,0 0 1,0 1 0,1-1-1,-1 1 1,1-1-1,0 10 1,1-14-88,0 1 1,0-1-1,0 1 0,1-1 0,-1 1 1,0-1-1,1 0 0,0 1 0,-1-1 0,3 5 1,-2-6 16,0 0 1,0 0-1,1 0 0,-1 0 1,0 0-1,0 0 1,1 0-1,-1 0 1,0-1-1,1 1 1,-1-1-1,1 1 0,-1-1 1,1 1-1,-1-1 1,1 0-1,-1 1 1,1-1-1,1 0 1,7 1-137,0-1 0,1 0 0,-1 0 0,0-1 0,0 0 0,0 0 0,0-1 1,16-6-1,-22 7 187,-1-1 1,0 0-1,0 1 0,0-1 1,1 0-1,-2-1 1,1 1-1,0 0 0,0-1 1,-1 1-1,1-1 1,-1 0-1,0 0 0,0 0 1,0 0-1,0 0 1,-1-1-1,1 1 0,-1-1 1,0 1-1,0-1 1,0 1-1,0-1 0,-1 1 1,1-1-1,-1 0 1,0-3-1,0 1 90,0 0 1,0 1-1,-1-1 1,1 1 0,-1-1-1,-1 1 1,1 0-1,-1-1 1,0 1-1,0 0 1,0 0-1,-1 0 1,0 0-1,0 1 1,0-1-1,0 1 1,-1-1-1,0 1 1,0 0-1,0 1 1,0-1-1,0 1 1,-1 0-1,0 0 1,1 0-1,-11-4 1,13 7-214,1-1 1,0 1-1,0-1 0,-1 1 0,1 0 1,0 0-1,-1 0 0,1-1 1,0 1-1,-1 0 0,1 1 0,0-1 1,-1 0-1,1 0 0,0 1 1,-1-1-1,1 0 0,0 1 1,0 0-1,0-1 0,-1 1 0,1 0 1,0-1-1,0 1 0,0 0 1,-1 1-1,1-1-261,0 0-1,1 0 1,-1 0-1,0 1 1,1-1-1,-1 0 1,1 0 0,-1 1-1,1-1 1,0 0-1,-1 1 1,1-1-1,0 0 1,0 1 0,0-1-1,0 0 1,0 1-1,0-1 1,1 0-1,-1 1 1,0-1 0,1 0-1,-1 0 1,0 1-1,2 1 1,10 10-6717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6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11 8148,'0'0'15273,"-19"6"-14168,-62 21-305,75-24-686,0-1 0,1 1 0,-1 0 0,1 0 0,0 1 0,0-1 0,0 1 0,0 0 0,1 1 0,0-1 0,0 1 0,0 0 0,0 0 0,1 0 0,-6 10 0,6-6-66,0 0 0,0 0 1,1 0-1,0 0 0,0 0 0,1 1 0,1 17 0,0-26-62,0 0-1,0 0 0,0 0 1,0 0-1,1 0 1,-1 0-1,0 0 0,1 0 1,-1 0-1,0 0 1,1-1-1,-1 1 0,1 0 1,0 0-1,-1-1 0,1 1 1,0 0-1,-1-1 1,1 1-1,0 0 0,0-1 1,-1 1-1,1-1 1,0 1-1,1-1 0,31 8-444,-18-8 250,0 0 1,23-3 0,-32 2 175,-1 0 0,1-1-1,0 0 1,0 0 0,-1 0 0,1 0 0,-1-1 0,0 0 0,0 0 0,8-7 0,-10 8 36,0-1-1,-1 1 1,1-1-1,-1 0 1,1 0-1,-1 0 1,0 0 0,0 0-1,-1-1 1,1 1-1,-1-1 1,1 1-1,-1-1 1,0 1 0,-1-1-1,1 0 1,0 0-1,-1-4 1,0 4 64,0 0-1,0 0 1,0-1 0,-1 1 0,1 0 0,-1 0-1,0 0 1,0 0 0,-1 0 0,1 0 0,-1 0 0,0 0-1,0 0 1,0 1 0,-1-1 0,1 1 0,-1-1-1,0 1 1,0 0 0,0 0 0,0 0 0,-6-3-1,3 0-227,-35-25 588,39 30-742,-1-1 1,1 1-1,0 0 1,-1 0 0,1 0-1,-1 0 1,0 1 0,1-1-1,-6 0 1,11 8-8546,10 1-35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7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4882,'0'0'16437,"-6"21"-13161,-1 4-2432,-1-1-9,2 0 1,1 0 0,-3 30-1,1 130 2563,-1-2-3087,8-171-690,-3 11-944,-2-15-2594,-4-4-4127,-3-3 518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7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10725,'0'0'13446,"119"-4"-12518,-66 4-735,7 0-193,11 0-1361,7 0-2097,14 0-3441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7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22 10901,'0'0'12846,"-21"-4"-10965,-71-11-675,82 14-1140,0 0 1,0 1 0,0 0-1,0 0 1,0 1 0,0 0-1,0 1 1,1 0 0,-1 1 0,0 0-1,1 0 1,0 1 0,0 0-1,0 1 1,-10 6 0,8-2-81,-1 0 0,1 1 0,0 0 0,1 1 0,0 0 0,1 1 0,1-1 0,-12 21 0,0 12-66,19-41 2,1 0-1,-1 0 1,0 0-1,1 0 1,-1 0-1,1 0 1,0 0-1,0 0 1,0 0-1,1 0 1,-1 0-1,1 0 1,1 4-1,-2-6 36,1 0 0,0 0 1,-1 0-1,1 0 0,0 0 0,0 0 0,0-1 0,-1 1 1,1 0-1,0-1 0,0 1 0,0-1 0,0 1 0,0-1 1,0 1-1,1-1 0,-1 1 0,0-1 0,0 0 0,0 0 0,2 0 1,29 1-539,-20-1 370,-3-1 37,0 0 1,0-1-1,0 1 1,0-2-1,0 1 0,0-1 1,-1-1-1,1 1 1,-1-1-1,0-1 0,0 0 1,0 0-1,-1 0 1,8-8-1,-8 7 121,0-1 1,-1 0-1,0 0 1,0 0-1,-1-1 0,5-9 1,-7 11 378,0 0-1,-1 0 1,1 0 0,-1 0 0,-1-1-1,1 1 1,-1 0 0,0-1 0,-1-7 0,0 7 3107,-2 8-1467,-5 17-1041,-4 30-1319,10-35 201,1 0 0,0 0-1,0 0 1,4 15-1,-3-23-54,0-1-1,1 1 0,-1 0 0,1 0 0,0-1 1,1 1-1,-1-1 0,1 0 0,0 0 0,0 0 1,0 0-1,1 0 0,5 5 0,1-2-585,0 1 1,0-1-1,13 6 0,45 17-3810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8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13 3426,'0'0'20806,"-7"9"-19183,2-2-1382,-12 15 757,-17 32 1,30-46-943,-1 0-1,2 0 1,-1 1 0,1-1 0,1 1-1,-1 0 1,1 0 0,1 0 0,-1 11-1,2-19-56,0 0-1,0 0 0,0-1 1,0 1-1,1 0 0,-1 0 1,0 0-1,0 0 0,1 0 1,-1 0-1,1-1 0,-1 1 1,1 0-1,-1 0 0,1-1 1,-1 1-1,1 0 0,-1-1 1,1 1-1,0 0 0,0-1 1,-1 1-1,1-1 0,0 1 1,0-1-1,0 1 0,-1-1 1,1 0-1,0 0 0,0 1 1,0-1-1,1 0 0,35 1-113,-24-1 56,-4 0-51,1 0 0,-1-1 0,0 0 0,0 0 0,0-1 0,10-3 0,-16 4 73,-1 0 1,1-1-1,0 1 0,0-1 0,0 1 0,-1-1 0,1 0 0,-1 0 0,0 0 0,1-1 0,-1 1 0,0 0 0,0-1 0,0 1 0,-1-1 1,1 0-1,-1 0 0,1 0 0,-1 0 0,0 1 0,1-7 0,0 2 17,-1-1 1,0 1-1,-1-1 0,0 1 1,0 0-1,0-1 1,-1 1-1,0-1 0,-1 1 1,-3-12-1,4 15 23,-1 0-1,1 0 0,-1 0 1,0 0-1,0 0 0,-1 1 1,1-1-1,-1 1 1,0-1-1,0 1 0,0 0 1,0 0-1,0 0 1,-1 0-1,0 1 0,1 0 1,-1-1-1,0 1 0,-5-2 1,8 4-133,1 0 1,-1 0 0,0-1-1,0 1 1,1 0 0,-1 0-1,0 0 1,1 0-1,-1 0 1,0 0 0,0 0-1,1 0 1,-1 0-1,0 1 1,1-1 0,-1 0-1,0 0 1,1 0 0,-1 1-1,0-1 1,1 0-1,-1 1 1,0-1 0,1 1-1,-1-1 1,1 1-1,-1-1 1,1 1 0,-1-1-1,1 1 1,0-1 0,-1 1-1,1 0 1,-1-1-1,1 2 1,-1-1-282,1 0-1,0 0 1,-1 0 0,1 0-1,0 0 1,0 1 0,0-1 0,0 0-1,0 0 1,0 0 0,0 0-1,0 0 1,1 0 0,-1 0-1,0 0 1,1 0 0,-1 0-1,0 0 1,1 0 0,0 0-1,-1 0 1,1 0 0,0 1 0,18 9-8562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8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4914,'0'0'23179,"-21"119"-23179,21-88-817,4-1-2144,2-10-3810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9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8756,'0'0'15143,"3"29"-13195,0-4-1510,18 181 2354,-19-177-2334,2 30 479,-2 1 1,-7 69 0,3-121-891,1-1 0,-1 0-1,0 0 1,-1 0 0,0 0-1,0-1 1,0 1 0,-8 10-1,7-10-47,4-9 1,-1 0 0,1 0 0,0 0 0,-1 0 0,1 0 0,0 0 0,1 0 0,-1 0 0,0 0 0,1-3 0,1 2-68,0 0 1,0 1-1,0-1 0,1 1 1,-1-1-1,1 1 0,-1 0 1,1 0-1,0 0 0,0 0 1,0 1-1,0-1 0,0 1 1,0 0-1,0 0 0,1 0 0,-1 0 1,0 0-1,7 0 0,9-1-494,-1 1 0,28 2 0,-30 0 302,-10-1 186,0 0 0,0 1 0,0 0-1,0 0 1,-1 0 0,1 1 0,0 0 0,-1 0 0,1 1 0,-1-1 0,0 1 0,0 0 0,9 7-1,-12-7 48,1-1 0,-1 1 0,0-1 0,0 1 0,0 0 0,0 0 0,0 0 0,-1 0 0,1 0-1,-1 0 1,0 1 0,0-1 0,0 0 0,0 1 0,-1-1 0,1 1 0,-1-1 0,0 1-1,0-1 1,0 1 0,-1-1 0,1 0 0,-1 1 0,0-1 0,-1 6 0,0-5 55,-1 1 0,1 0 1,-1-1-1,0 0 1,0 1-1,-1-1 0,1 0 1,-1-1-1,0 1 1,0-1-1,0 1 0,0-1 1,0 0-1,-1-1 1,0 1-1,1-1 0,-7 2 1,-14 6 322,0-2 1,-28 7 0,39-12-211,-2 1 439,0-1 1,0-1-1,-33 1 0,48-3-592,1 0 1,-1 0-1,1-1 0,-1 1 0,0-1 0,1 1 1,-1 0-1,1-1 0,-1 1 0,1-1 0,-1 1 1,1-1-1,0 0 0,-1 1 0,1-1 0,0 1 1,-1-1-1,1 0 0,0 1 0,0-1 1,-1 0-1,1 1 0,0-1 0,0 0 0,0 1 1,0-1-1,0 0 0,0 1 0,0-1 0,0 0 1,0 1-1,0-1 0,1 0 0,-1 1 0,0-2 1,1-3-1262,16 4-4182,25 2-7429,-18 2 2416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8:59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7091,'0'0'19177,"1"5"-17157,7 59 1636,-9 43-2836,-1-39-876,3-58-894,-1-10 557,0 1 0,0-1 0,0 1-1,0-1 1,0 1 0,0-1 0,0 1-1,1-1 1,-1 0 0,0 1 0,0-1-1,1 1 1,-1-1 0,0 0 0,0 1-1,1-1 1,-1 0 0,0 1 0,1-1-1,-1 0 1,0 0 0,1 1 0,-1-1-1,1 0 1,0 0 0,15-2-5918,10-14-4110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0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160 119 8212,'0'0'17781,"-4"-3"-16540,1 2-1172,1 0 1,0 0-1,0 0 0,-1 0 1,1 1-1,-1-1 0,1 1 1,0-1-1,-1 1 1,1 0-1,-1 0 0,1 0 1,-1 0-1,1 0 1,-1 1-1,1-1 0,0 1 1,-1 0-1,-2 1 0,-1 0 42,-1 1 0,1 0 0,1 1 0,-1 0 0,0 0 0,1 0 0,-9 8 0,9-6-49,-1 0-1,1 0 1,0 1-1,0-1 1,1 1-1,-6 13 1,9-17-61,-1 1 0,1 0 0,-1 0 0,1 0 0,0 0 0,1 0 0,-1 0 0,1 0 1,0 0-1,0 1 0,0-1 0,0 0 0,2 5 0,-2-8-10,1 0 1,-1 0-1,1 0 1,0 0-1,-1 0 1,1 0-1,0 0 1,0 0-1,0-1 0,0 1 1,-1 0-1,1 0 1,0-1-1,0 1 1,0 0-1,0-1 0,1 1 1,-1-1-1,0 0 1,0 1-1,0-1 1,0 0-1,0 0 1,3 1-1,33 0-351,-27-2 200,1 1-65,0 0-1,0-1 0,-1-1 1,1 0-1,0 0 1,-1-1-1,1 0 0,10-6 1,-17 7 161,1 0 1,-2 0-1,1 0 1,0-1-1,0 0 0,-1 0 1,1 0-1,-1 0 1,0 0-1,0-1 1,0 1-1,-1-1 1,1 0-1,-1 0 0,0 0 1,0 0-1,0 0 1,0 0-1,-1-1 1,0 1-1,0 0 1,1-7-1,-1 6 63,-1-1-1,0 0 1,0 1 0,0-1-1,-1 0 1,0 1 0,0-1-1,0 1 1,-1-1 0,1 1-1,-1-1 1,-1 1 0,1 0-1,-6-8 1,1 4 6,-1 0-1,0 0 1,-1 1 0,1 0-1,-21-14 1,26 20-61,1 0-93,-1 0-1,1 0 0,-1 0 0,0 0 1,0 0-1,0 1 0,0-1 0,0 1 1,0 0-1,0 0 0,-1 0 0,1 0 1,0 0-1,-1 1 0,-4-1 0,7 2-250,1 0 0,-1 0-1,1 1 1,-1-1 0,1 0-1,0 0 1,-1 0 0,1 0-1,0 0 1,0 1 0,0-1-1,-1 0 1,1 0 0,1 0 0,-1 1-1,0-1 1,0 2 0,1-1-916,-1 21-6533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0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 10677,'0'0'18302,"0"18"-16368,0-16-1889,-5 137 1692,3-25-1598,-1 7-937,2-119 500,0 7-3542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10261,'0'0'11669,"128"-21"-9908,-72 21-1201,1 0-512,1 0-48,7 0-1216,4 0-2738,2-6-4466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1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93 5090,'0'0'16424,"1"-15"-14495,0 6-1631,0 4-183,-1 0-1,1 1 1,-1-1 0,0 0 0,-1 1 0,0-10-1,0 12-82,1 1 0,-1-1 0,0 1 0,1 0 0,-1-1 0,0 1 0,0 0 0,0 0 0,1-1 0,-1 1 0,-1 0 0,1 0 0,0 0-1,0 0 1,0 0 0,0 1 0,-1-1 0,1 0 0,0 0 0,-1 1 0,1-1 0,-1 1 0,1-1 0,-1 1 0,1 0 0,-1 0 0,1-1 0,-1 1-1,1 0 1,-3 1 0,-19-2 377,0 1 0,-40 7 0,52-5-349,-1 1 0,1 0 0,0 1 0,0 0 0,0 1 1,0 0-1,-12 9 0,5-3-59,0 2-1,1 0 1,0 0 0,1 2-1,1 0 1,0 1 0,1 0 0,1 2-1,1-1 1,-21 39 0,31-52-109,1-1 1,0 1 0,0 0 0,0-1-1,0 1 1,1 0 0,0 0-1,0 6 1,0-9 92,1 0-1,0-1 1,-1 1 0,1-1-1,0 1 1,-1-1 0,1 0-1,0 1 1,0-1 0,0 0-1,-1 0 1,1 1 0,0-1-1,0 0 1,0 0 0,0 0-1,-1 0 1,1 0 0,0 0-1,0 0 1,0 0 0,0 0-1,1-1 1,2 1-38,22-2-194,-1 0 0,0-2 1,0 0-1,-1-2 1,0-1-1,0-1 1,0-1-1,-1-1 1,34-20-1,-51 27 212,1-1-1,-1 0 0,0-1 0,9-7 0,-13 10 154,-1 0-1,1 0 0,0 0 1,-1 0-1,0 0 1,1-1-1,-1 1 0,0 0 1,0-1-1,0 1 1,0 0-1,-1-1 1,1 0-1,-1 1 0,1-1 1,-1-2-1,0 4-18,0 0-1,0 1 1,0-1-1,-1 0 1,1 1-1,0-1 1,0 1-1,-1-1 1,1 0-1,0 1 1,-1-1-1,1 1 1,-1-1-1,1 1 1,-1-1-1,1 1 1,-1 0-1,1-1 1,-1 1-1,1-1 1,-1 1-1,1 0 1,-1-1-1,0 1 1,1 0-1,-2 0 1,-24-4 1741,23 3-1703,1 1 1,-1 0 0,1 0 0,0 1 0,-1-1 0,1 0-1,-1 1 1,1 0 0,0-1 0,-1 1 0,1 0-1,0 0 1,0 0 0,0 0 0,-1 1 0,1-1 0,1 1-1,-5 2 1,4 2-81,0 1 1,0-1-1,1 0 0,0 1 0,0-1 0,0 1 1,1 11-1,4 50-314,-3-60 192,0 1-326,0 1 1,1 0-1,0-1 0,1 0 1,0 1-1,8 16 0,-7-20-535,0 1 0,0-1 0,0 0 0,1 0 0,9 9-1,20 10-7178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1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49 9700,'0'0'17294,"-18"16"-16777,-55 50-301,69-63-202,1 1 0,0-1 0,0 1-1,0-1 1,0 1 0,0 0 0,1 0-1,0 1 1,-4 6 0,6-9-11,-1 0 0,1 0 0,0 0 0,0 0 0,0 0 1,-1 0-1,2 0 0,-1 0 0,0 0 0,0 0 0,1 0 0,-1 0 0,1 0 0,1 3 0,0-4-2,0 0-1,1 0 0,-1 0 0,1 0 1,-1 0-1,1-1 0,-1 1 0,1-1 0,-1 0 1,1 1-1,0-1 0,-1-1 0,1 1 1,-1 0-1,4-1 0,2 0-4,-4 1-1,0 0-1,0 0 0,0-1 1,0 0-1,-1 0 0,1 0 0,0 0 1,-1-1-1,1 1 0,0-1 0,-1 0 1,0 0-1,1 0 0,-1 0 1,0-1-1,0 1 0,-1-1 0,1 0 1,0 0-1,-1 0 0,0 0 0,1 0 1,-1-1-1,-1 1 0,1-1 1,0 1-1,-1-1 0,0 0 0,0 1 1,1-6-1,0 2 63,-1-1 0,0 1 0,0-1 0,-1 1 0,0-1 0,0 1 0,0-1 0,-1 1-1,-1-1 1,1 1 0,-1 0 0,0 0 0,-1-1 0,0 1 0,-3-6 0,5 12-89,1 0-1,-1 0 1,0 0 0,1 0-1,-1 0 1,0 0-1,0 0 1,1 0 0,-1 1-1,0-1 1,0 0-1,0 1 1,0-1 0,0 1-1,0-1 1,0 1-1,0-1 1,0 1 0,-3-1-1,4 1-210,-1 0 0,0 0 0,0 1-1,0-1 1,0 0 0,0 0 0,0 1 0,0-1 0,0 0-1,0 1 1,1-1 0,-1 1 0,0 0 0,0-1-1,1 1 1,-1-1 0,0 1 0,1 0 0,-1 0 0,0-1-1,1 1 1,-1 0 0,1 0 0,0 0 0,-1-1-1,1 1 1,-1 0 0,1 0 0,0 0 0,0 0 0,0 0-1,-1 0 1,1 1 0,-1 18-7200,1-2-3771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1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10501,'0'0'9140,"17"-1"-7299,98-2-587,-114 2-1245,0 1 1,0 0-1,1 0 1,-1 0 0,0 0-1,1 1 1,-1-1-1,0 0 1,1 0 0,-1 1-1,0-1 1,0 1-1,0-1 1,1 1-1,-1-1 1,0 1 0,0 0-1,0 0 1,0-1-1,0 1 1,0 0-1,1 1 1,-2-1-4,1 0 0,-1 1 0,0-1 0,0 0 0,1 0 0,-1 0 0,0 1 0,0-1 1,0 0-1,0 0 0,0 0 0,-1 1 0,1-1 0,0 0 0,0 0 0,-1 0 0,1 1 0,-2 0 0,0 4 32,-1-1 0,-1 1 0,1-1-1,-1 0 1,1-1 0,-2 1 0,-6 6-1,3-5 173,0 1 0,0 0 0,1 0-1,0 1 1,1 0 0,0 0-1,0 0 1,-6 12 0,10-16-100,1-1 0,0 0 0,0 1 0,0-1-1,0 1 1,0-1 0,1 1 0,-1-1 0,1 1 0,0 0 0,0-1 0,0 1 0,1-1 0,-1 1 0,1 0 0,0-1 0,0 1 0,0-1-1,1 0 1,-1 1 0,1-1 0,-1 0 0,1 0 0,0 0 0,1 0 0,3 4 0,-1-1-94,1-1 0,0 0 0,0 0 0,0 0 0,1-1 0,-1 0 0,1 0 0,0 0 0,0-1 0,0 0 0,1-1 0,11 3 0,-7-3-1008,0 0-1,0-1 1,0 0-1,16-1 1,11-4-5995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3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19 3906,'0'0'17696,"-9"-5"-16314,3 2-1197,4 2-86,0 0 0,-1-1 0,1 1 0,-1 0 0,1 0 0,-1 0 0,1 1 0,-1-1-1,-4 0 1,6 1-32,-1 0 0,1 1 0,0-1 0,0 1 0,0-1 0,0 1 0,-1-1 0,1 1 0,0-1 0,0 1 0,0 0 0,0 0 0,0 0 0,1-1 0,-1 1-1,0 0 1,0 0 0,0 0 0,1 0 0,-1 0 0,1 1 0,-1-1 0,1 0 0,-1 0 0,1 0 0,-1 0 0,1 1 0,0-1 0,0 3 0,-17 69 1969,4 1 0,-4 105 0,11 155-1578,6-258-424,1-83-32,0 1 0,0 0-1,1 0 1,0 0 0,0 0 0,0 0 0,1 0 0,0 0-1,0 1 1,1-1 0,-1 1 0,1 0 0,0 0-1,1 0 1,9-7 0,-11 8-28,1 0 0,0 1 0,0 0 0,1 0 0,-1 0 0,1 0 0,-1 1 0,1 0 0,0 0 0,0 0 0,0 1 0,0-1 0,0 1 0,0 0 0,0 1 0,0-1 0,0 1 0,1 0 0,-1 0-1,8 2 1,-10-1 19,0 0-1,0 1 0,0 0 0,0-1 1,-1 1-1,1 0 0,0 0 0,-1 1 1,1-1-1,-1 1 0,0-1 0,0 1 1,0 0-1,0-1 0,0 1 0,-1 0 1,1 0-1,-1 0 0,0 1 0,0-1 1,0 0-1,1 6 0,1 6-42,-1 0 0,-1 0 0,0 23 0,-1-35 39,0 1 0,0-1 0,0 0 0,-1 0 0,0 0 0,1 0 0,-1 1 0,0-1 0,-1 0 1,1-1-1,0 1 0,-1 0 0,0 0 0,1-1 0,-1 1 0,0 0 0,-4 3 0,1-3 8,0 1-1,1-1 1,-1 0-1,0 0 1,-1 0-1,1-1 1,-1 0 0,1 0-1,-7 1 1,-11 2 41,-1-2 1,0 0 0,-41-2 0,56-1-25,-99 0 464,106 0-456,1 0-1,0 0 1,0 0 0,0 0-1,0-1 1,0 1 0,0 0 0,0 0-1,0-1 1,0 1 0,0-1-1,0 1 1,0-1 0,0 1 0,0-1-1,1 0 1,-1 1 0,-1-2 0,1 1-161,1 0 0,0 1 0,-1-1 1,1 0-1,0 1 0,0-1 0,0 0 1,-1 0-1,1 1 0,0-1 0,0 0 1,0 0-1,0 1 0,0-1 0,1 0 1,-1 0-1,0 1 0,0-1 0,0 0 1,1 0-1,0-1-422,0 0 0,0 0 0,0 0 0,0 0 0,1 0 0,-1 1 0,1-1 0,-1 0 0,1 1 0,0-1 1,-1 1-1,1 0 0,0 0 0,0-1 0,0 1 0,0 1 0,2-2 0,31-6-6994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40 9652,'0'0'17278,"-16"11"-15747,-52 38-418,61-44-961,1 1 0,-1-1 0,1 1 1,1 0-1,-1 1 0,1-1 0,0 1 1,0 0-1,-4 9 0,7-10-110,0 0-1,0 0 1,0 0-1,1 0 1,0 1-1,0-1 1,0 0-1,1 1 1,0-1 0,1 8-1,-1-14-39,0 1-1,0 0 1,1 0-1,-1 0 1,0 0-1,1-1 1,-1 1-1,1 0 1,-1 0-1,1-1 1,0 1-1,-1 0 1,1-1-1,-1 1 1,1 0-1,0-1 1,0 1-1,-1-1 1,1 1-1,0-1 1,0 0-1,0 1 1,0-1-1,-1 0 0,1 0 1,0 1-1,0-1 1,1 0-1,30 3 13,-26-3-10,7 0 21,3 1-57,0 0 0,0-2 0,-1 0 0,1 0 0,22-6-1,-34 5 13,0 1-1,-1 0 0,1-1 0,-1 1 0,1-1 1,-1 0-1,0 0 0,0-1 0,1 1 0,-2 0 1,1-1-1,0 0 0,0 0 0,-1 0 1,0 0-1,0 0 0,0 0 0,0-1 0,0 1 1,0-1-1,-1 1 0,0-1 0,0 0 0,0 1 1,0-1-1,0 0 0,-1 0 0,1-4 0,-2 1 16,1 1-1,-1 0 0,0 0 0,-1-1 1,1 1-1,-1 0 0,-1 0 0,1 1 1,-1-1-1,0 0 0,0 1 0,0 0 1,-1-1-1,0 2 0,0-1 0,0 0 1,-1 1-1,1-1 0,-1 1 0,0 1 1,-9-6-1,4 2 17,0 1 0,0 0 0,-1 1 0,1 0 0,-1 1 0,0 0 0,-1 1 0,1 0 0,-1 1 0,-22-2 0,33 4-62,1 0-1,-1 0 0,0 0 1,0 0-1,0 0 1,0 1-1,1-1 1,-1 0-1,0 0 0,0 1 1,1-1-1,-1 1 1,0-1-1,0 1 1,1-1-1,-1 1 0,1-1 1,-1 1-1,0 0 1,1-1-1,-1 1 1,1 0-1,-1-1 0,1 1 1,0 0-1,-1 0 1,1 0-1,0-1 1,0 1-1,-1 0 0,1 0 1,0 0-1,0 0 1,0-1-1,0 1 1,0 0-1,0 1 0,0 1-260,0-1-1,1 1 0,-1 0 0,1-1 0,-1 1 0,1-1 0,0 0 1,0 1-1,0-1 0,0 1 0,0-1 0,3 4 0,2-1-751,0 0-1,0 0 1,1-1-1,-1 0 1,1 0-1,0 0 1,0-1-1,1 0 1,13 3-1,38 10-8587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3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7235,'0'0'15165,"20"0"-13695,69 1-331,-84-1-1080,0 1 0,0-1 1,0 1-1,0 1 0,0-1 0,0 1 0,-1-1 1,1 1-1,0 1 0,-1-1 0,1 1 1,-1-1-1,0 1 0,0 1 0,0-1 1,0 0-1,-1 1 0,1 0 0,3 5 1,-5-6-40,-1 0 0,1-1 0,-1 1 0,0 0 0,0-1 0,0 1 0,0 0 0,-1 0 0,1 0 0,-1 0 0,0 0 0,0 0 0,0 0 0,0 0 0,0 0 0,-1 0 0,1 0 0,-1 0 0,0 0 1,1 0-1,-1-1 0,-1 1 0,1 0 0,0-1 0,-1 1 0,1 0 0,-1-1 0,-4 4 0,1 0 38,-1-1 1,0 0-1,0-1 0,-10 7 1,10-8 55,1 0 0,0 1 0,-1-1 1,1 1-1,1 1 0,-1-1 1,-4 6-1,8-9-95,1 0 0,-1 0 0,0 0 1,1 0-1,-1 0 0,1-1 0,-1 1 1,1 0-1,-1 0 0,1 0 0,0 1 0,-1-1 1,1 0-1,0 0 0,0 0 0,0 0 1,0 0-1,0 0 0,0 0 0,0 0 0,0 0 1,0 0-1,1 0 0,-1 0 0,1 2 0,0-2-9,0 0-1,0 1 1,0-1-1,1 0 1,-1 0-1,0 0 1,1 0-1,-1 0 1,1 0-1,-1 0 1,1 0-1,-1-1 1,1 1-1,2 0 1,7 2-62,1 0 0,0-1 1,20 0-1,-27-1 25,113 4-2971,-86-5-828,58-8 0,-58 1-1227,35-11 1,-66 17 4893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4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7860,'0'0'16695,"111"-19"-15302,-52 17-385,1 0-463,-5-3-433,-13 5-112,-15-2-224,-11-2-465,-13 2-703,-31 2-11286,-5 6 2897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4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3650,'0'0'17160,"151"0"-15448,-97 0-879,3 0-833,-3 0-1777,-2 0-3954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5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9732,'39'70'12757,"50"90"-2530,-89-161-10226,0 1-1,0 0 1,1 0 0,-1 0-1,0 0 1,0 0-1,0 0 1,0 0 0,0 0-1,0 0 1,0 0-1,0-1 1,0 1 0,0 0-1,0 0 1,0 0-1,1 0 1,-1 0 0,0 0-1,0 0 1,0 0-1,0 0 1,0 0 0,0 0-1,0 0 1,0 0-1,1 0 1,-1 0 0,0 0-1,0 0 1,0 0-1,0 0 1,0 0 0,0 0-1,0 0 1,0 0-1,1 0 1,-1 0 0,0 0-1,0 0 1,0 0-1,0 0 1,0 0 0,0 0-1,0 1 1,0-1-1,0 0 1,0 0 0,0 0-1,1 0 1,-1 0-1,0 0 1,0 0 0,0 0-1,0 0 1,0 0-1,0 1 1,0-1 0,0 0-1,0 0 1,0 0-1,0 0 1,0 0 0,0 0-1,0 0 1,0 0-1,0 1 1,0-15 22,0 10-69,-1-1 0,0 1 0,0-1 0,0 1 0,0 0 0,-3-6 0,1 5-161,-1-1 0,0 1 0,0 0 0,-1 1 0,1-1 0,-1 1 1,0-1-1,0 2 0,-1-1 0,1 0 0,-1 1 0,0 0 0,0 1 1,0-1-1,0 1 0,0 0 0,-13-2 0,-5 0-331,0 2-1,0 1 1,-36 2-1,53-1 527,-1 0-1,1 1 1,0 0-1,0 1 1,-1 0-1,1 0 1,0 0 0,0 1-1,1 0 1,-10 5-1,12-5 103,0 0 0,1 0 0,-1 0-1,1 0 1,0 0 0,0 1 0,0-1-1,1 1 1,-1 0 0,1 0 0,0 0 0,0 0-1,0 0 1,0 0 0,1 1 0,0-1-1,0 1 1,-1 6 0,1-4 60,0 0-1,0-1 1,0 1 0,1 0-1,0 0 1,1 0 0,-1 0-1,2 0 1,-1 0 0,0-1-1,1 1 1,1 0 0,-1-1-1,1 0 1,0 1 0,0-1 0,1 0-1,7 9 1,3 0-32,1 0 0,0-1 1,1-1-1,1 0 0,0-2 1,0 0-1,2 0 0,-1-2 0,1 0 1,0-2-1,1 0 0,0-1 0,0 0 1,40 4-1,-37-7-120,-14-3 0,-1 0 0,0 1 0,0 1 0,0-1-1,0 1 1,-1 1 0,1 0 0,12 6 0,-9 6-1637,-9 4-6028,-2-10-742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5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99 4914,'0'0'21655,"-8"9"-17467,-34 41-3557,38-45-585,-33 44 112,35-45-156,-1 0 0,1 0 0,0 0 0,0 1 0,1-1 0,-1 1 0,1 0 0,0-1 0,0 1 0,0 6 0,2-9-2,-1-1 0,0 0 0,1 0 0,0 1 0,-1-1 0,1 0 0,0 0 0,0 0 0,-1 0 0,1 0 0,0 0-1,0 0 1,0 0 0,0 0 0,0 0 0,1-1 0,-1 1 0,0 0 0,0-1 0,0 1 0,1-1 0,-1 1-1,0-1 1,1 1 0,-1-1 0,0 0 0,3 0 0,44 6-9,-43-6 7,15 2-19,9 0 38,34-2 0,-57 0-48,1-1-1,-1 0 1,1 0 0,-1 0-1,0-1 1,1 0 0,-1 0-1,0 0 1,0-1 0,0 0 0,5-4-1,-7 5-6,-1-1-1,-1 1 1,1-1-1,0 0 1,-1 0-1,1-1 1,-1 1-1,0 0 1,0-1-1,0 1 1,0-1-1,-1 0 1,0 1-1,1-1 1,-1 0-1,-1 0 0,1 0 1,0 0-1,-1 0 1,0 0-1,0 0 1,0 0-1,-1 0 1,1 0-1,-1 0 1,0 1-1,0-1 1,0 0-1,-2-4 1,-2-2 16,1 0 1,-1 0-1,-1 0 0,0 0 1,-1 1-1,1 0 1,-2 1-1,-15-16 0,21 22 19,-49-39 91,47 39-82,0-1 1,0 1-1,0-1 1,-1 1-1,1 1 1,0-1 0,-1 1-1,0-1 1,1 1-1,-1 0 1,-5 0-1,10 2-57,-1-1-1,1 0 1,-1 1-1,0-1 1,1 0-1,-1 1 1,1-1 0,-1 1-1,1-1 1,-1 1-1,1-1 1,-1 1-1,1 0 1,-1-1 0,1 1-1,0-1 1,-1 1-1,1 0 1,0-1-1,0 1 1,0 0 0,-1-1-1,1 1 1,0 0-1,0 0 1,0-1-1,0 1 1,0 0 0,0-1-1,0 1 1,0 0-1,1 0 1,-1-1-1,0 1 1,0 0 0,0-1-1,1 2 1,10 28-2608,-6-24 1832,1-1-1,0 0 1,0 0-1,1-1 0,-1 0 1,1 0-1,0-1 1,0 1-1,10 2 1,36 11-8124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05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149 111 12774,'0'0'9695,"-20"5"-5285,-65 19-1587,82-23-2722,0 0 0,1 0 0,0 1 1,-1-1-1,1 0 0,0 1 0,-1 0 1,1-1-1,0 1 0,0 0 1,0 0-1,1 0 0,-1 0 0,0 1 1,1-1-1,0 0 0,-1 1 0,0 3 1,0 0 36,1-1 0,0 0-1,1 1 1,-1-1 0,1 0 0,1 9 0,-1-2-26,0-8-110,1-1 1,-1 1-1,1-1 0,0 0 1,-1 1-1,2-1 0,-1 0 1,0 0-1,1 0 0,-1 0 1,1 0-1,0 0 0,0 0 0,0 0 1,0-1-1,1 1 0,-1-1 1,1 1-1,0-1 0,-1 0 1,1 0-1,0 0 0,0-1 1,0 1-1,0-1 0,1 1 1,-1-1-1,0 0 0,6 1 1,8 2-5,1-1 1,0-1 0,0 0 0,26-1 0,-37-1 2,1 0 0,0 0 1,0-1-1,0 0 0,0-1 0,-1 1 0,1-2 0,-1 1 1,11-5-1,-14 4-25,1 0 1,-1 0-1,0 0 0,0-1 1,0 0-1,-1 1 1,1-1-1,-1 0 1,0-1-1,0 1 0,0 0 1,-1-1-1,1 0 1,-1 0-1,2-6 1,-1 3-22,-1-1 0,0 1 1,0-1-1,0 1 0,-1-1 1,0 0-1,-1 1 1,0-1-1,-1 0 0,1 0 1,-2 1-1,1-1 0,-1 1 1,0-1-1,-1 1 1,-7-15-1,7 17 29,0 1 1,-1 0-1,0 0 0,0 0 0,0 0 1,0 0-1,-1 1 0,0 0 0,0 0 1,0 0-1,0 1 0,-1 0 0,1 0 1,-1 0-1,0 0 0,0 1 0,0 0 0,0 1 1,0-1-1,0 1 0,0 0 0,-1 0 1,-10 1-1,11 0-190,-1 1 0,1-1 0,0 1 0,-1 1 0,1-1 0,0 1 0,0 0 0,0 1 0,0-1 0,1 1 0,-1 0 0,1 1 1,-1-1-1,-4 6 0,1-2-1618,2 0 0,-1 1 0,1 1 1,-9 11-1,-2 10-13247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5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519 112 4434,'0'0'14305,"4"-14"-13016,11-44-241,-15 58-1000,1-1-1,-1 0 0,0 0 1,0 0-1,1 0 1,-1 0-1,0 0 0,0 0 1,0 0-1,0 0 1,0 0-1,0 0 0,-1 0 1,1 0-1,0 0 0,0 0 1,-1 0-1,1 0 1,0 0-1,-1 0 0,1 1 1,-1-1-1,1 0 1,-1 0-1,0 0 0,1 1 1,-1-1-1,0 0 0,0 1 1,1-1-1,-1 0 1,0 1-1,-1-1 0,-29-4 381,25 5-295,-25-3 44,-1 1 0,1 2 0,-1 1-1,1 1 1,0 2 0,-31 7 0,47-7-86,1 0 1,0 1-1,1 0 0,-1 1 1,1 0-1,0 1 1,1 1-1,0 0 0,0 1 1,1 0-1,0 0 0,0 1 1,1 1-1,0 0 1,-9 14-1,14-18-40,1 1 1,0 1-1,0-1 1,0 0-1,1 1 0,0 0 1,1-1-1,0 1 1,0 0-1,1 0 1,0 1-1,1-1 0,0 0 1,0 0-1,1 0 1,0 0-1,3 10 1,-1-7-10,1 0 1,0-1 0,1 0-1,0 0 1,1 0 0,0 0-1,1-1 1,0 0 0,1-1-1,0 1 1,0-1 0,11 8 0,-3-3 86,0-2 1,1 0-1,1 0 1,19 8-1,-26-15-143,0 0-1,1-1 0,-1 0 0,1 0 1,0-2-1,0 1 0,0-2 0,17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5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4882,'0'0'15573,"0"3"-13623,-3 7-1067,0-1 0,-1 1 1,1-1-1,-2 0 0,-9 16 0,-14 31 90,26-49-870,0 0-3640,3-11-2000,5-11 1545,11-19-6680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7363,'0'0'17865,"0"2"-14156,-5 12-1512,3-11-1947,-4 3 32,1 0 0,0 1 1,1 0-1,-5 8 0,8-14-648,0 1 0,1 0 0,-1 0 0,1-1 0,-1 1-1,1 0 1,-1 0 0,1 0 0,0 0 0,0 3 0,0-4-137,1 0 1,-1 0-1,0 0 0,1 0 0,-1 0 1,0 0-1,1 0 0,-1 0 1,1 0-1,0 0 0,-1 0 0,1-1 1,0 1-1,-1 0 0,1 0 1,0-1-1,0 1 0,0 0 0,0-1 1,1 1-1,19 6-10633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6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0 480,'0'0'13972,"5"8"-11363,-4-6-2413,2 2 132,0 0 1,-1 0 0,1 0 0,-1 1-1,0-1 1,-1 1 0,1 0-1,-1-1 1,1 1 0,-2 0-1,1 0 1,0 9 0,-39 430 4951,28-365-5006,9-70-274,1 0-6,-1 0 0,-1-1 1,0 1-1,0 0 1,0-1-1,-5 9 0,6-15 6,0 0 0,0-1 0,0 1 0,0 0 0,-1-1 0,1 1 0,-1-1 0,1 1 0,-1-1 0,0 0-1,1 1 1,-1-1 0,0 0 0,0 0 0,0 0 0,0-1 0,0 1 0,0 0 0,0-1 0,0 1 0,0-1-1,0 0 1,0 0 0,-1 0 0,1 0 0,0 0 0,0 0 0,0 0 0,-4-2 0,1 1 18,0-1 1,0 1-1,1-1 0,-1 0 1,1-1-1,-1 1 1,1-1-1,0 0 0,-1 0 1,2 0-1,-7-7 1,-40-48 388,32 35-158,-15-17 565,-54-87 0,87 126-856,-1 0 1,1 1-1,-1-1 0,1 0 1,-1 1-1,1-1 0,-1 0 1,1 0-1,0 1 0,-1-1 1,1 0-1,0 0 0,0 0 1,0 1-1,0-1 1,0 0-1,0 0 0,0 0 1,0 0-1,0 1 0,0-1 1,0 0-1,0 0 0,1 0 1,-1 0-1,0 1 0,1-1 1,-1 0-1,0 0 0,1 1 1,-1-1-1,1 0 1,0 0-1,2-1-653,-1 1 0,1 0 0,0 0 0,-1-1 0,1 2 0,0-1 0,6-1 0,14-5-4084,2-7-3377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6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9 17656,'0'0'15111,"-19"-8"-15111,15 8 0,-2 0 0,-5 12 0,-5 5 0,-5 2-2993,-11-9-2770,1-1-496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7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2 3378,'0'0'8070,"-18"0"-3799,-45 0-1465,35 0 6034,174-2-5199,169 5-2267,-302-2-1454,-7-1-81,-1 0 0,1 0 0,-1 0 0,1 1 0,-1 0 0,0 0 0,1 1 0,6 2 0,-12-4 86,0 1 0,0-1 0,0 1 1,-1-1-1,1 0 0,0 1 0,0-1 0,0 1 0,0-1 0,0 1 0,0-1 0,-1 0 0,1 1 0,0-1 0,0 0 0,-1 1 0,1-1 0,0 0 0,0 1 0,-1-1 0,1 0 0,0 1 0,-1-1 0,1 0 0,-1 0 0,1 0 0,0 1 0,-1-1 0,1 0 0,-1 0 0,1 0 0,0 0 0,-1 0 0,1 0 0,-1 0 0,0 0 0,-28 10-4785,-37 6 1,10-2-4410,10-2 900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7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6259,'0'0'15223,"119"0"-12646,-68-4-128,-3 2-432,-2 2-768,-7 0-609,1 0-320,-9 0-320,-5 6-112,-10 2-752,-3 1-1233,-1-7-1729,-3-2-2929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29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20 1761,'0'0'16986,"-5"-5"-15337,4 4-1592,-1-1 1,1 1-1,-1 0 1,1 0-1,-1 0 0,1 0 1,-1 0-1,0 0 1,1 0-1,-1 1 1,0-1-1,0 0 0,0 1 1,0 0-1,1-1 1,-1 1-1,0 0 0,0 0 1,0 0-1,0 0 1,0 0-1,-3 1 1,-3 2 188,0 0 1,0 1-1,0 0 1,-13 9-1,-10 7 842,1 1-1,-32 29 1,48-37-726,0 1-1,1 0 1,1 0-1,0 2 1,-19 31-1,29-43-345,0-1 0,1 1 0,-1-1 0,1 1-1,0 0 1,0-1 0,0 1 0,1 0 0,-1 0 0,1 7 0,0-10-15,0 0 0,0 1 0,1-1 0,-1 0 0,1 0 0,-1 0 0,1 1 0,-1-1 1,1 0-1,0 0 0,0 0 0,-1 0 0,1 0 0,0 0 0,0 0 0,0 0 0,0-1 0,0 1 0,0 0 1,0 0-1,0-1 0,0 1 0,1-1 0,-1 1 0,0-1 0,0 1 0,1-1 0,-1 0 0,0 0 0,0 0 1,1 1-1,1-2 0,13 3-158,0 0 0,1-2 0,-1 0 0,0-1 1,0 0-1,0-2 0,0 0 0,-1 0 0,1-2 0,-1 0 1,1 0-1,-2-2 0,27-14 0,-27 12-180,-1-2 1,1 0-1,-2 0 1,21-24-1,-26 27 291,-1-1-1,0 1 1,-1-1-1,1 0 1,-2-1-1,1 1 1,-1-1-1,-1 0 1,3-10-1,-6 31 4926,0 7-4151,1 1 0,0-1 0,2 1 0,8 34 0,-6-41-728,0-1 0,1 1 0,0-1 0,8 10 0,-12-18 0,1 1 0,0-2 0,0 1 0,0 0 0,0 0 0,0-1 0,0 0 0,1 0 0,-1 0 0,1 0 0,-1 0 0,1-1 0,0 1 0,0-1 0,0 0 0,0 0 0,5 0 0,74 3-1144,-60-5-1518,37-7 1,14-11-4350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33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1056,'0'0'15498,"8"0"-13934,0 0-1420,-2 1 281,1-1 0,0 0 0,0 0 0,-1-1 0,1 0-1,0 0 1,-1-1 0,1 0 0,-1 0 0,11-5 0,40-29 75,94-54 459,-156 96-953,0 0 0,1 1 0,-1 0 0,1 0-1,1 0 1,-1 0 0,-1 8 0,-1-1-2,1-1-1,1 1 1,0-1 0,1 1 0,-2 20 0,4-23 389,1-7-671,-1-1-1,1 1 1,0 0 0,0-1-1,1 1 1,-1-1 0,2 7 0,-2-10 140,1 1 1,0 0 0,-1 0 0,1 0 0,-1-1 0,1 1 0,0 0-1,0-1 1,-1 1 0,1-1 0,0 1 0,0-1 0,0 1-1,-1-1 1,1 1 0,0-1 0,0 0 0,0 0 0,0 1-1,0-1 1,0 0 0,0 0 0,0 0 0,0 0 0,0 0-1,0 0 1,0 0 0,0 0 0,-1-1 0,1 1 0,0 0 0,0 0-1,1-1 1,5-1-706,-1-1 1,0 0-1,0 1 0,0-2 0,-1 1 0,1-1 0,-1 0 1,1 0-1,-1 0 0,-1-1 0,6-5 0,32-36-6547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34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12038,'0'0'12533,"-29"57"-13637,45-45-2242,-1 1-3713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34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63 5939,'0'0'14241,"-6"-4"-13182,3 1-966,0 1 0,0-1 0,0 1 0,0 0 0,-1 1 0,1-1 1,0 0-1,-1 1 0,1 0 0,-1 0 0,0 0 0,1 0 0,-1 0 0,0 1 0,1 0 0,-1-1 0,0 2 0,0-1 0,1 0 0,-1 1 0,0-1 1,1 1-1,-1 0 0,0 0 0,-5 3 0,5-2-9,-1 1 0,1-1 0,0 1 0,0-1 0,0 1 0,0 0 0,1 1 0,-1-1 1,1 1-1,0-1 0,0 1 0,0 0 0,0 0 0,1 0 0,0 1 0,0-1 0,0 1 0,0-1 0,1 1 0,-1 0 1,1-1-1,0 1 0,1 0 0,-1 0 0,1 0 0,0 0 0,0-1 0,0 1 0,1 0 0,2 8 0,-3-11-116,1-1-1,0 1 0,0-1 1,-1 1-1,1-1 0,0 0 1,0 1-1,0-1 0,1 0 1,-1 0-1,0 1 0,0-1 1,1 0-1,-1 0 0,1 0 1,-1-1-1,1 1 0,-1 0 1,1-1-1,-1 1 0,1 0 1,0-1-1,-1 0 0,1 1 1,0-1-1,-1 0 0,1 0 1,0 0-1,3-1 0,0 1 16,0 0 0,1 0-1,-1-1 1,0 0-1,1 0 1,-1-1 0,0 1-1,9-5 1,-6 2 36,-1-1-1,0 1 1,0-1 0,0 0-1,-1-1 1,0 0 0,0 0-1,-1 0 1,1-1 0,-1 1-1,0-1 1,-1 0 0,0-1-1,0 1 1,-1-1 0,0 0-1,0 0 1,0 0 0,-1 0-1,-1 0 1,2-9 0,-4 15-5,1 1 0,0 0 0,0-1 0,0 1 0,-1-1 0,1 1-1,-1 0 1,1-1 0,-1 1 0,0 0 0,1-1 0,-1 1 0,0 0 0,0 0 0,0 0 0,0 0 0,0 0 0,0 0 0,0 0 0,0 0 0,-1 0 0,1 0 0,0 1 0,0-1 0,-1 0 0,1 1 0,0-1 0,-1 1 0,-1-1 0,-16-1-3992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35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7988,'0'0'11320,"-4"21"-8930,-5 30-1289,-42 219 3862,34-193-3572,1-1-5,-51 144-1,60-205-1356,5-10-17,-1 0-1,1 1 1,0-1 0,1 1 0,-1-1-1,1 1 1,-1 7 0,22-20 30,-1-3-282,0 1-1,0 0 0,1 2 0,0 0 0,0 2 1,1 0-1,36-4 0,-31 7-13,-16 1 61,0 0 1,0 1 0,0 0-1,0 0 1,-1 1 0,21 4-1,-29-4 158,0 0 0,0 0-1,0 0 1,1 0-1,-1 0 1,0 0 0,0 1-1,-1-1 1,1 0-1,0 1 1,0-1 0,-1 1-1,1-1 1,-1 1-1,1-1 1,-1 1-1,0-1 1,1 1 0,-1-1-1,0 1 1,0-1-1,0 1 1,0 2 0,0 2 44,-1 0 1,1-1-1,-1 1 1,0 0-1,-3 7 1,2-7 94,-1 0 0,0 0 1,0-1-1,-1 1 0,0-1 0,0 0 1,0 0-1,0 0 0,-1 0 0,0-1 0,0 0 1,0 0-1,0 0 0,-1-1 0,1 0 1,-1 0-1,0 0 0,0-1 0,0 1 0,0-2 1,-1 1-1,-9 1 0,-5 0 212,0-1 1,0-1-1,0 0 1,0-2-1,-37-6 0,0-8 279,34 8-575,20 5-356,7 2-335,30 13-3501,8 1-5033,-5-9-2112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39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38 2161,'0'0'10906,"5"-1"-9718,3-2-1020,-2 1 1004,1 0 0,0 0 1,-1 0-1,11-1 0,-17 3-759,-8-6 1442,7 6-1857,-1 0 0,0 0 0,0 0 0,0 0 0,1 1 0,-1-1 0,0 1 0,0-1 0,1 1 0,-1 0 0,0-1 0,1 1 0,-1 0 0,0 0 0,1 0 0,0 0 0,-1 0 1,-1 3-1,-17 30-17,19-31 19,0 0 10,-1 1 0,1-1 1,0 0-1,0 1 0,0-1 1,1 1-1,-1-1 0,1 1 0,0 0 1,0-1-1,0 1 0,0-1 1,1 1-1,-1 0 0,1-1 1,0 1-1,2 4 0,1 1 41,1 0-1,1-1 0,-1 1 1,14 13-1,-15-17-39,-3-4 9,0 0-1,0 0 1,0 0 0,1 0-1,-1-1 1,0 1 0,0 0-1,0-1 1,1 1 0,-1-1-1,0 1 1,1-1 0,-1 0 0,0 0-1,1 1 1,-1-1 0,1 0-1,-1 0 1,0 0 0,1-1-1,-1 1 1,0 0 0,1 0-1,-1-1 1,0 1 0,1-1-1,-1 1 1,0-1 0,1 0 0,-1 1-1,0-1 1,0 0 0,0 0-1,0 0 1,0 0 0,1-1-1,8-6 88,-1 0-1,0-1 0,8-11 0,-10 12-67,-3 2 116,0 1-1,0-1 0,-1 1 0,0-1 0,0 0 0,3-8 1,-5 12-96,0 1 1,-1-1 0,1 1-1,-1-1 1,1 0-1,-1 1 1,0-1 0,1 0-1,-1 0 1,0 1 0,0-1-1,0 0 1,-1 1-1,1-1 1,0 0 0,0 1-1,-1-1 1,1 0-1,-1 1 1,0-1 0,1 1-1,-1-1 1,0 1 0,0-1-1,0 1 1,0-1-1,0 1 1,0 0 0,-2-2-1,-72-38 488,75 40-597,-1 1 0,0-1 0,0 1 0,1-1 0,-1 1 0,0 0 0,0-1 0,0 1 0,0 0 0,1 0 0,-1 0 0,0-1 0,0 1 0,0 0 0,0 0 0,0 0 0,0 0 0,1 1 0,-1-1 0,0 0 0,0 0 0,0 0 0,0 1 0,1-1 0,-1 0 0,0 1 0,0-1 0,0 1 0,1-1 0,-1 1 0,0-1 0,1 1-1,-1-1 1,0 2 0,-4 17-10012,5-12 1943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0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1521,'0'2'17012,"2"16"-16064,-2 15-205,-1 47 277,16 126 0,-2-118-1310,1 141 1,-14-226 369,0 0-1,0-1 1,-1 1 0,0 0 0,1 0 0,-1 0 0,0-1 0,-1 1 0,1 0 0,0-1 0,-1 1 0,1-1 0,-1 0 0,0 1 0,0-1 0,0 0 0,0 0 0,0 0 0,0 0 0,-1-1-1,1 1 1,0 0 0,-1-1 0,0 0 0,1 0 0,-1 1 0,0-2 0,1 1 0,-1 0 0,0 0 0,-4-1 0,2 1 43,0 0 1,0 0-1,0-1 0,-1 0 1,1 0-1,0-1 0,0 1 0,0-1 1,0 0-1,0 0 0,0-1 1,0 1-1,1-1 0,-1 0 1,0-1-1,1 1 0,-7-6 1,-1-3-5,1-1 0,0 0 0,1 0 0,0-1 0,1-1 0,1 0-1,0 0 1,1 0 0,0-1 0,1 0 0,1 0 0,0-1 0,1 0 0,1 0 0,1 0 0,-2-31 0,4 40-254,1 0 1,-1 0-1,1 0 1,0 0-1,1 0 0,0 0 1,0 0-1,4-9 1,17-26-3818,-19 36 3179,5-15-4046,-5-1-3545,-4 21 7949,2-14-6775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0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0 7187,'0'0'25388,"-90"25"-25196,83-10-192,-1-2 0,6-5 0,0-2 0,2-2 0,4-4 0,21-4-2721,15-17-1921,8-6-3410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1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9332,'0'0'9026,"-5"21"-5750,0 1-2529,-1 7 459,0 0 0,-2 47 0,-9 104 3130,-1-60-5764,11-110-3040,-12-8-9654,7-4 5518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1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8548,'0'0'16792,"117"-15"-15096,-67 15-1007,8 0-689,5 0-368,14 0-1874,1 0-2720,-1 0-5186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1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24 3185,'0'0'14039,"-1"-3"-11737,0 2-2157,1 0 0,-1-1 0,1 1 0,-1 0 0,0 0 0,0 0 0,0 0 0,0 0-1,1 0 1,-1 0 0,0 0 0,-1 0 0,1 0 0,0 1 0,0-1 0,0 0 0,0 1 0,-1-1 0,1 1 0,0-1-1,-1 1 1,1 0 0,0 0 0,-1-1 0,1 1 0,-2 0 0,-48 0 1434,31 0-1031,7 0-235,-1 1 0,0 1 0,0 0 0,1 0 0,0 1 0,-1 1 0,1 0 0,-21 11 0,29-13-268,0 1 1,0 0-1,0 0 0,1 0 0,-1 1 1,1-1-1,0 1 0,0 0 1,0 0-1,1 0 0,-1 1 0,1 0 1,0-1-1,0 1 0,1 0 0,-1 0 1,1 0-1,0 1 0,1-1 1,-1 0-1,1 1 0,0-1 0,1 1 1,-1 6-1,1-9-48,0 0 0,0 0 0,0 0 0,0 0-1,1 0 1,-1 0 0,1 0 0,0-1 0,0 1 0,0 0 0,0 0 0,0 0 0,1-1 0,-1 1 0,1-1 0,0 1-1,0-1 1,0 0 0,3 4 0,-1-4-14,0 1 1,0-1-1,0 0 0,0-1 0,1 1 1,-1-1-1,0 0 0,1 0 0,-1 0 1,1 0-1,-1-1 0,1 0 0,4 0 1,-2 0-59,0 1 1,0-2 0,0 1-1,0-1 1,0 0 0,0 0-1,0-1 1,0 0 0,-1 0-1,1-1 1,-1 1 0,0-2-1,1 1 1,9-7 0,-7 3-42,56-46-896,-60 48 997,-1 1 0,1-1 0,-1 0 0,0-1 0,0 1 1,-1-1-1,0 1 0,0-1 0,0 0 0,3-9 0,-7 15 88,1 1 1,0-1-1,0 0 0,-1 0 0,1 1 0,0-1 1,-1 0-1,1 0 0,0 0 0,-1 0 0,1 1 1,0-1-1,-1 0 0,1 0 0,0 0 0,-1 0 0,1 0 1,0 0-1,-1 0 0,1 0 0,-1 0 0,1 0 1,0 0-1,-1 0 0,1 0 0,0 0 0,-1 0 0,1-1 1,0 1-1,-1 0 0,1 0 0,0 0 0,-1 0 1,1-1-1,0 1 0,-1 0 0,1 0 0,0-1 1,0 1-1,-1 0 0,1 0 0,0-1 0,0 1 0,0 0 1,0-1-1,-1 1 0,1 0 0,0-1 0,0 1 1,0 0-1,0-1 0,0 1 0,0-1 0,0 1 0,0 0 1,0-1-1,0 1 0,0 0 0,0-1 0,0 1 1,0 0-1,0-1 0,0 1 0,0 0 0,0-1 1,1 1-1,-1 0 0,0-1 0,-2 2-3,0 0 1,0 0-1,0 1 0,0-1 1,1 1-1,-1-1 0,0 1 0,1 0 1,-1-1-1,1 1 0,-2 2 1,1 1-65,0 0 0,1 1-1,0-1 1,0 0 0,0 0 0,1 0 0,-1 1 0,1-1 0,0 0 0,1 1 0,-1-1 0,1 0 0,0 0 0,2 5 0,0-2-150,0 0 0,1-1 1,0 0-1,0 1 0,0-2 1,1 1-1,0 0 0,8 6 0,3 3-1097,1-2 0,0 0 0,1-1-1,1-1 1,34 17 0,20 0-6880,5-6-5843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2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11 125 5026,'0'0'16915,"-10"0"-14552,19 0-2073,-1-1-1,1-1 0,-1 1 0,1-2 0,-1 1 0,0-1 0,0 0 0,9-5 0,65-40-389,-43 24 208,11-6-247,-54 77 1761,3-32-1566,0-9-238,0 1 1,1-1 0,0 1-1,0-1 1,0 1-1,1-1 1,1 8 0,0-13-103,-1 0 0,0-1 0,0 1 0,0 0 0,1 0 0,-1-1 0,0 1 0,1-1 1,-1 1-1,1-1 0,-1 1 0,1-1 0,-1 0 0,1 0 0,-1 0 0,0 0 0,1 0 0,2 0 0,29-5-8675,-12-8-808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1777,'0'0'27100,"-48"17"-26956,48-9-144,0 2-800,11-1-1329,3-5-1201,5-4-4113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3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2881,'0'0'18636,"0"7"-14421,0 85 1911,0 49-5332,-4-120-4034,2-16-293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4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44 1409,'0'0'13312,"1"-10"-10670,6-23-149,-7 33-2459,0 0 0,0 0 0,-1 0 0,1 0 0,0 0 1,0 0-1,0 1 0,0-1 0,0 0 0,0 0 0,0 0 0,0 0 0,0 0 0,0 0 0,0 0 1,0 0-1,1 1 0,-1-1 0,0 0 0,0 0 0,0 0 0,0 0 0,0 0 0,0 0 1,0 0-1,0 0 0,0 0 0,0 1 0,0-1 0,0 0 0,0 0 0,0 0 0,1 0 0,-1 0 1,0 0-1,0 0 0,0 0 0,0 0 0,0 0 0,0 0 0,0 0 0,0 0 0,1 0 0,-1 0 1,0 0-1,0 0 0,0 0 0,0 0 0,0 0 0,0 0 0,0 0 0,0 0 0,1 0 1,-1 0-1,0 0 0,0 0 0,0 0 0,0 0 0,0 0 0,0 0 0,0 0 0,1 0 0,1 30 2037,-2 225 4696,-21-1-4842,20-246-1925,0 2 0,0-1 0,-1 1 0,0-1 0,0 0 0,-1 0 0,-1 0 0,-6 15 0,10-24 0,0 0 0,-1 0 0,1 1 0,0-1 0,0 0 0,0 0 0,0 0 0,0 1 0,0-1 0,0 0 0,0 0 0,0 0 0,0 0 0,0 1 0,0-1 0,-1 0 0,1 0 0,0 0 0,0 0 0,0 0 0,0 0 0,-1 1 0,1-1 0,0 0 0,0 0 0,0 0 0,0 0 0,-1 0 0,1 0 0,0 0 0,0 0 0,0 0 0,-1 0 0,1 0 0,0 0 0,0 0 0,0 0 0,-1 0 0,1 0 0,0 0 0,0 0 0,0 0 0,0 0 0,-1 0 0,1 0 0,0 0 0,0 0 0,-1 0 0,-1-13 0,2-14 0,2 18-155,0 0 0,1 0 0,0 0 1,0 1-1,1 0 0,1-1 0,-1 1 0,1 1 0,0-1 1,1 1-1,0 0 0,0 0 0,0 0 0,1 1 0,0 0 0,0 1 1,1-1-1,0 2 0,0-1 0,0 1 0,0 0 0,0 0 1,1 1-1,9-2 0,-8 3 123,1 0 0,-1 2 0,1-1 1,0 1-1,-1 0 0,1 1 0,-1 1 0,1-1 1,13 5-1,-20-4 28,1 0 1,-1 0-1,1 0 0,-1 1 1,0 0-1,0-1 1,0 2-1,0-1 1,-1 0-1,1 1 0,-1-1 1,0 1-1,0 0 1,0 0-1,0 0 1,-1 1-1,0-1 1,0 0-1,0 1 0,0 0 1,-1-1-1,2 6 1,-1-2 27,-1-1 1,1 1-1,-1 0 1,-1 0 0,1-1-1,-1 1 1,-1 0-1,0 0 1,0-1 0,-3 14-1,2-16 42,0-1-1,0 0 0,0 0 1,-1 1-1,1-2 0,-1 1 1,0 0-1,0-1 1,0 1-1,-1-1 0,1 0 1,-1 0-1,0 0 1,0-1-1,0 1 0,0-1 1,0 0-1,-8 3 0,-6 0 274,0-1 0,0 0 0,-1-2 0,1 0 0,0-1-1,-1 0 1,-31-5 0,35 1-287,14 3-56,6 8 4,-4 2-1794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5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44 109 1201,'0'0'5194,"-5"-18"-4292,-16-53-70,12 53-338,3 16 210,3 2 2260,9 4 5243,7 5-3541,-11-5-3980,0 0 1,-1 0 0,1 0 0,-1 0 0,0 1 0,0-1 0,0 6 0,-2 58 1420,-1-33-2106,2-18 168,-1-12-347,1-1-1,0 1 1,0-1 0,0 1 0,0-1 0,2 5 0,-2-7-144,1-1 0,-1 0 1,1 0-1,-1 0 0,1 0 0,-1 0 1,1 0-1,0 0 0,-1 0 0,1-1 1,0 1-1,0 0 0,0 0 0,0-1 1,0 1-1,0 0 0,0-1 0,0 1 1,0-1-1,0 1 0,0-1 0,0 1 0,0-1 1,0 0-1,1 0 0,-1 0 0,2 1 1,21-1-7440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5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 0 7123,'0'0'15621,"0"12"-14557,2 27-615,-2 0 0,-8 68 1,-106 343-77,114-448-388,-4 12-205,-1-1 0,0 0 0,-13 24 0,17-34 211,0-1 1,-1 0 0,0 1-1,1-1 1,-1 0-1,0 0 1,0 0-1,0 0 1,0 0-1,0-1 1,-1 1-1,1-1 1,0 1-1,-1-1 1,1 0-1,-1 0 1,1 0 0,-1 0-1,0-1 1,1 1-1,-1-1 1,0 1-1,0-1 1,1 0-1,-6 0 1,6-1 50,0 1-1,0-1 1,1 1 0,-1-1 0,1 0 0,-1 0 0,1 0-1,-1 0 1,1 0 0,-1 0 0,1 0 0,0 0 0,0-1-1,-1 1 1,1 0 0,0-1 0,0 1 0,-1-3 0,-14-32 447,11 24-274,-29-70 458,4-1-1,-25-115 0,49 149-1747,7 48 734,0 0 1,0-1-1,0 1 1,0 0-1,0 0 1,0 0-1,0 0 1,1 0-1,-1 0 1,0 1-1,1-1 1,-1 0-1,1 1 1,-1-1-1,1 1 0,-1-1 1,1 1-1,-1 0 1,1 0-1,3-1 1,4-1-2332,20-8-5044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5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13 800,'0'0'31967,"5"-12"-31967,-3 12 0,2 0 0,0 0 0,-2 2 0,0 6-2593,-2-3-2642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6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2993,'0'0'19356,"4"1"-17192,-2-1-2015,-1 1 1,0-1-1,1 1 1,-1 0 0,0 0-1,1 0 1,-1 0 0,0 0-1,0 0 1,0 0 0,0 0-1,0 0 1,0 0 0,0 1-1,0-1 1,-1 0 0,1 1-1,0-1 1,-1 0-1,1 1 1,-1-1 0,0 1-1,1-1 1,-1 1 0,0-1-1,0 3 1,1 54 2741,-2-31-2112,1 236-262,-1-263-873,1 1 1,0-1-1,-1 0 0,1 0 0,-1 0 0,1 0 0,-1 1 0,1-1 0,0 0 0,-1 0 0,1 0 1,-1 0-1,1 0 0,-1 0 0,1 0 0,-1 0 0,1 0 0,0 0 0,-1 0 0,1-1 1,-1 1-1,1 0 0,-1 0 0,1 0 0,0 0 0,-1-1 0,1 1 0,-1 0 0,1-1 0,0 1 1,-1 0-1,1 0 0,0-1 0,0 1 0,-1-1 0,1 1 0,0 0 0,0-1 0,-1 0 0,-10-17-8768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6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2305,'0'0'17880,"115"-19"-14598,-65 19-1569,-4 0-961,-2 0-752,0 0-224,0 0-1745,0 0-2417,0 0-4178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47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18 7491,'0'0'16496,"-7"-5"-14492,5 4-1897,-1-1 1,0 1 0,1-1 0,-1 1 0,0 0 0,0 0 0,1 0 0,-1 1 0,0-1-1,0 1 1,0-1 0,0 1 0,0 0 0,0 0 0,0 0 0,0 0 0,0 1 0,0-1-1,0 1 1,0 0 0,0 0 0,1 0 0,-1 0 0,-5 3 0,-13 8 455,0 1 0,1 1 0,0 0 0,2 2 0,-30 30 0,40-38-519,1-1 0,1 2 0,0-1 0,0 1-1,0 0 1,1 0 0,0 1 0,1-1-1,0 1 1,1 0 0,0 0 0,0 0 0,1 1-1,1-1 1,-1 21 0,2-30-56,0 1 0,1-1 0,-1 0 0,1 0 0,-1 1 0,1-1 0,-1 0-1,1 0 1,0 0 0,0 0 0,0 0 0,-1 0 0,1 0 0,0 0 0,0 0 0,0 0 0,1 0 0,-1 0 0,0-1 0,0 1 0,0-1 0,1 1 0,-1-1-1,0 1 1,0-1 0,1 1 0,-1-1 0,0 0 0,1 0 0,-1 0 0,3 0 0,47-1-853,-48 1 771,4-2-74,-1 1-1,1-1 1,-1-1-1,0 1 1,0-1-1,0 0 1,0 0-1,0-1 0,-1 0 1,0 0-1,1 0 1,-1 0-1,-1-1 1,1 0-1,-1 0 1,0 0-1,0-1 0,5-8 1,6-12-576,-1-1 0,17-46 0,-24 58 811,-5 11 261,0 0 1,-1 0 0,1 0 0,-1-1 0,0 1 0,0 0-1,1-10 1375,-2 35 42,0-16-1653,0 27 222,1 0 0,7 43 0,-6-64-320,1 0-1,0 0 1,1 0-1,0 0 1,1-1-1,0 0 1,0 0-1,1 0 1,1 0-1,8 10 1,-12-17-13,0-1 1,-1 1-1,1-1 0,0 0 1,0 0-1,1 0 1,-1 0-1,0 0 0,1-1 1,-1 1-1,1-1 0,-1 0 1,1 0-1,-1 0 0,8 0 1,35-3-3966,-8-8-1995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52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2017,'0'0'12880,"6"-7"-12050,24-20-664,1 1-1,1 2 0,2 1 1,0 1-1,51-22 1,-81 44 565,-6 8-111,-13 20 355,-6 13 66,19-34-911,0 1 0,1 0 1,0-1-1,0 1 1,1 0-1,0 14 0,0-21-141,0 1 0,0 0 0,0 0-1,1 0 1,-1-1 0,1 1 0,-1 0-1,1 0 1,-1-1 0,1 1 0,0-1-1,0 1 1,0 0 0,0-1 0,0 1-1,0-1 1,0 0 0,0 1 0,1-1-1,-1 0 1,0 0 0,1 0 0,-1 0-1,1 0 1,0 0 0,-1 0 0,1-1-1,-1 1 1,1 0 0,0-1 0,0 1-1,3-1 1,1 1-400,0-1 1,0 0-1,1-1 0,-1 0 1,0 0-1,0 0 0,0 0 1,0-1-1,-1 0 0,9-4 0,-5 1-996,0-1 0,-1 0 0,0 0 0,0-1 0,9-9 0,11-13-5060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52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8996,'0'0'15191,"-4"21"-15191,8-15-672,-4-2-1377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09:55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0 3554,'0'3'20056,"0"28"-19009,-3 76 747,-5 0 1,-5-1 0,-30 124 0,31-199-1504,8-28-54,7-17-234,-1 9-43,0 1 1,1-1 0,-1 1-1,1 0 1,0 0 0,0 0-1,0 0 1,1 1 0,-1-1-1,1 1 1,0 0 0,0 0-1,0 0 1,1 1 0,-1-1-1,7-2 1,2-1-139,1 0-1,1 1 1,-1 1 0,19-4-1,-26 6 117,1 1 0,0 0 0,1 0-1,-1 1 1,0 0 0,0 1 0,8 1 0,-14-2 58,1 1 0,-1-1 0,0 1 0,0 0 0,0 0 0,0 0 0,0 0 0,0 1 0,0-1 0,0 0 0,-1 1 0,1-1 0,0 1 0,-1 0 0,0-1 0,1 1 0,-1 0 0,0 0 0,0 0 0,0 0 0,0 0 0,0 0 0,0 0 0,0 1 0,-1-1 0,1 0-1,-1 0 1,1 4 0,0 0 7,0 0 0,-1 0 0,1 0 0,-1 0-1,0 0 1,0 0 0,-1 0 0,0 0-1,0 0 1,0-1 0,-1 1 0,0 0-1,0 0 1,0-1 0,-1 1 0,0-1 0,0 0-1,0 0 1,0 0 0,-1 0 0,0-1-1,0 1 1,-1-1 0,1 0 0,-1 0-1,-7 5 1,1-2 106,-1-1-1,1 0 1,-1-1-1,-1 0 0,1 0 1,0-1-1,-1-1 1,-20 3-1,3-3 130,1-1-1,-50-4 1,43-2 9,33 4-214,1-1 1,0 1 0,0-1 0,0 0 0,0 1 0,0-1-1,0 0 1,0 0 0,0-1 0,0 1 0,0 0 0,0-1-1,-3-2 1,5 4-35,0-1-1,-1 1 0,1 0 1,0-1-1,-1 1 1,1-1-1,0 1 0,0 0 1,-1-1-1,1 1 0,0-1 1,0 1-1,0-1 1,0 1-1,-1 0 0,1-1 1,0 1-1,0-1 0,0 1 1,0-1-1,0 1 1,0-1-1,0 1 0,0-1 1,0 1-1,1-1 1,-1 1-1,0 0 0,0-1 1,0 1-1,0-1 0,1 1 1,-1-1-1,0 1 1,0 0-1,1-1 0,-1 1 1,0 0-1,1-1 0,-1 1 1,0 0-1,1-1 1,-1 1-1,1 0 0,-1 0 1,1-1-1,-1 1 0,0 0 1,1 0-1,-1 0 1,1 0-1,-1 0 0,1-1 1,-1 1-1,1 0 1,0 0-1,32-1-1232,-27 1 661,46 0-5066,-15 0-1640,1 0-3857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0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 1985,'0'0'12000,"-6"0"-1993,43-1-9858,-22 0-60,0 0 1,0 1-1,0 1 0,14 2 0,-27-2-88,-1-1-1,1 0 0,-1 1 1,1-1-1,-1 1 0,0-1 1,1 1-1,-1 0 0,0-1 1,0 1-1,0 0 1,1 0-1,-1 0 0,0 0 1,0 0-1,0 0 0,0 0 1,-1 0-1,1 1 0,0-1 1,0 0-1,-1 0 0,1 1 1,0-1-1,-1 1 0,0-1 1,1 0-1,-1 1 1,0-1-1,0 1 0,0-1 1,1 1-1,-2-1 0,1 1 1,0-1-1,0 1 0,0-1 1,-1 0-1,1 1 0,-1-1 1,1 1-1,-1-1 1,1 0-1,-2 3 0,-2 3 3,1 0-1,-1 0 0,0 0 0,-1-1 1,0 1-1,-10 9 0,-31 22 7,36-31-6,0 1 0,0 0 0,1 0 0,0 1-1,0 0 1,1 1 0,-10 14 0,17-22 0,0 1-1,0-1 1,0 1-1,0-1 1,1 1-1,-1 0 1,1-1-1,0 1 1,-1 0-1,1-1 1,1 1-1,-1 3 1,0-5 1,0 0 0,0 0 0,1 0 0,-1 0-1,0 1 1,1-1 0,-1 0 0,0 0 0,1 0 0,-1 0 0,1 0 0,0-1-1,-1 1 1,1 0 0,0 0 0,0 0 0,-1 0 0,1-1 0,0 1 0,0 0 0,0-1-1,0 1 1,0-1 0,0 1 0,0-1 0,0 1 0,2 0 0,28 2 476,0-2 0,57-3 0,-74 0-171,-3 0-4928,3 3-3442,7 2-1111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11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3506,'0'0'11970,"3"-6"-10468,9-18-482,-10 22-956,-1 1-1,1 0 1,-1 0 0,1 0 0,0 0 0,-1 0 0,1 0 0,0 0 0,0 1 0,0-1 0,0 1 0,-1-1 0,1 1 0,0 0 0,0 0 0,0-1 0,0 1 0,0 1-1,0-1 1,0 0 0,0 0 0,2 1 0,5 0 98,14-1-31,-1-1 139,-1 2 0,1 0 0,41 8 1,-62-9-271,-1 0 0,1 0 0,-1 0 0,1 0 0,-1 1 0,1-1 0,-1 0 0,1 0 1,-1 0-1,1 1 0,-1-1 0,0 0 0,1 1 0,-1-1 0,1 0 0,-1 1 0,1-1 1,-1 0-1,0 1 0,1-1 0,-1 1 0,0-1 0,0 1 0,1-1 0,-1 0 0,0 1 1,0-1-1,0 1 0,1-1 0,-1 1 0,0 0 0,0-1 0,0 1 0,0-1 0,0 1 0,0-1 1,0 1-1,0-1 0,0 1 0,-1-1 0,1 1 0,0-1 0,0 1 0,0-1 0,0 1 1,-1-1-1,1 1 0,0-1 0,-1 1 0,1-1 0,0 0 0,-1 1 0,1-1 0,0 0 1,-1 1-1,1-1 0,-1 0 0,1 1 0,-1-1 0,0 1 0,-28 21 79,-37 8 232,55-26-233,-1 0 0,1 1 0,0 1 1,0 0-1,1 0 0,0 1 0,-14 11 0,23-17-74,0-1 1,1 1-1,-1-1 0,0 1 0,0 0 0,0-1 0,1 1 0,-1 0 0,0-1 1,1 1-1,-1 0 0,1 0 0,-1 0 0,1 0 0,-1 0 0,1-1 0,0 1 0,-1 0 1,1 0-1,0 0 0,0 0 0,0 0 0,0 0 0,0 0 0,0 0 0,0 0 1,0 0-1,0 0 0,0 0 0,0 0 0,1 0 0,-1 0 0,0 0 0,1 0 1,-1 0-1,1 0 0,0 0 0,0 1 15,1-1-1,0 0 1,0 0 0,0 0 0,0 0-1,0 0 1,1 0 0,-1-1-1,0 1 1,0-1 0,0 1 0,1-1-1,-1 0 1,4 0 0,106 3 958,-56-1-2624,0-1-7397,-50-1 2140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12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12 1345,'0'0'13926,"2"-3"-11968,-1 2-1365,7-7-307,-8 9-213,0-1 0,0 0 0,0 0 0,0 0 0,0 0 0,0 0 0,0 0 0,0 0 1,0 0-1,0 1 0,0-1 0,0 0 0,0 0 0,0 0 0,0 0 0,1 0 0,-1 0 0,0 0 0,0 0 0,0 0 1,0 1-1,0-1 0,0 0 0,0 0 0,0 0 0,0 0 0,0 0 0,1 0 0,-1 0 0,0 0 0,0 0 1,0 0-1,0 0 0,0 0 0,0 0 0,0 0 0,1 0 0,-1 0 0,0 0 0,0 0 0,0 0 0,0 0 1,0 0-1,0 0 0,0 0 0,0 0 0,1 0 0,-1 0 0,0 0 0,0 0 0,0 0 0,0 0 0,0-1 1,0 1-1,0 0 0,0 0 0,0 0 0,0 0 0,1 0 0,-1 0 0,0 0 0,0 0 0,0 0 0,0-1 1,0 1-1,0 0 0,0 0 0,0 0 0,0 0 0,-2 15-44,-1-1-1,-6 23 1,-3 10 0,-5 57 156,5 1 0,0 155 0,12-65-129,0-194-16,1 0 1,-1-1 0,0 1 0,-1 0 0,1-1-1,0 1 1,0 0 0,0-1 0,0 1-1,0-1 1,-1 1 0,1 0 0,0-1 0,0 1-1,-1-1 1,1 1 0,0 0 0,-1-1-1,1 1 1,-1-1 0,1 0 0,-1 1 0,1-1-1,-1 1 1,1-1 0,-1 0 0,1 1-1,-1-1 1,0 0 0,0 1 0,-1-1 74,0 1 0,0-1-1,0 0 1,0 0 0,0 0 0,0-1 0,0 1 0,0 0 0,0-1-1,-3 0 1,-1-2 136,0 1-1,0-1 0,0 0 0,0 0 0,-8-7 0,-44-45 940,-66-81 1,44 44-659,40 53-548,39 38-155,1 1 0,0-1-1,0 1 1,-1-1-1,1 1 1,0-1-1,0 1 1,0-1-1,0 1 1,0-1-1,0 1 1,0-1-1,0 1 1,0-1-1,0 1 1,0-1-1,0 1 1,0-1 0,0 1-1,0-1 1,0 1-1,1-1 1,-1 1-1,0-1 1,0 1-1,1-1 1,-1 1-1,0 0 1,1-1-1,-1 1 1,0 0-1,1-1 1,-1 1 0,1-1-1,16-14-4083,-13 13 3037,15-18-5097,4-6-2241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12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54 3169,'0'0'11139,"4"-9"-8853,1 0-1563,-2 5-246,-1 1-1,0-1 1,0 0-1,-1 0 1,1 1 0,-1-1-1,2-5 1,-8 9 3396,-11 1-2162,3 9 156,12-10-1790,0 1 1,1 0-1,-1 0 1,0 0 0,0-1-1,0 1 1,0 0 0,0-1-1,0 1 1,0 0 0,0-1-1,0 0 1,0 1-1,0-1 1,0 1 0,0-1-1,0 0 1,0 0 0,0 0-1,0 0 1,-2 0 0,0 8-4796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7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0 8436,'0'0'14185,"8"12"-12779,-6-9-1346,4 6 297,1 0 1,-2 1-1,1 0 1,-1 0-1,-1 0 0,0 1 1,0-1-1,-1 1 0,-1 0 1,2 12-1,-3 33 918,-1-55-1120,0-4-18,0-9 6,0-8-194,1 11-118,0-1 0,-2 0 0,-1-17 0,2 25 124,-1 0-1,1 0 1,-1 1 0,1-1-1,-1 0 1,0 0 0,1 0 0,-1 0-1,0 1 1,0-1 0,-1 0-1,1 1 1,0-1 0,0 1 0,-1 0-1,1-1 1,-1 1 0,1 0-1,-1 0 1,1 0 0,-1 0 0,0 0-1,0 0 1,-2-1 0,-8 0-5,1 0 0,0 0 1,-1 1-1,1 1 0,-1 0 0,1 1 1,-1 0-1,1 0 0,-13 4 0,0 1 85,0 2 0,0 0 0,-25 13 0,24-9 121,1 0 0,1 2 0,0 1 0,2 0 1,-30 27-1,45-36-84,-1 0 0,1 1 1,0-1-1,1 1 1,0 1-1,0-1 1,0 1-1,1-1 0,0 1 1,1 1-1,0-1 1,0 0-1,0 1 0,1-1 1,1 1-1,-1 0 1,1 0-1,1 0 1,0 0-1,1 11 0,0-17-39,-1-1 0,1 1 0,0 0 0,0 0 0,0-1 0,0 1 0,1 0-1,-1-1 1,1 1 0,0-1 0,-1 0 0,1 0 0,0 1 0,0-1 0,4 2-1,0 0 77,-1 0 0,1 0-1,0-1 1,1 0 0,-1-1-1,9 4 1,5-1 243,0-1 0,-1-1 0,33 1 0,-27-2-1309,16 0 1788,46-4 1,-45-4-5124,-2-5-6366,-32 8-478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8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5282,'0'0'13452,"20"-5"-11822,147-44 985,-147 41-2310,-15 6-223,0 0-1,0 0 0,0 0 1,1 1-1,-1-1 0,11 0 1,-15 2 131,-2 6 137,0-1-332,0-1 1,0 1 0,-1-1 0,1 1 0,-1-1 0,0 0 0,-3 5 0,2-5-101,1 0-1,0 0 0,0 0 1,0 1-1,0-1 0,1 0 1,0 1-1,0-1 0,-1 9 1,2-12-1090,14-2-3662,4-6-587,4-10-2972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8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4882,'0'0'17496,"0"-27"-17496,0 48-1328,19-5-2610,6 1-3362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8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0 7892,'0'0'4812,"-7"25"-1026,-1-1-2851,-1 5 269,1 1-1,1 1 1,-4 45 0,4 12 658,-9 82 270,11-141-1760,0 0-1,-2 0 0,-17 44 0,20-62-229,-1-1 0,-1 0 0,1-1 0,-1 0 0,-1 0 0,0 0 0,-11 11 0,16-18-93,0 0-1,0 0 0,0 0 1,-1 0-1,1 0 0,-1-1 1,1 1-1,-1-1 1,1 1-1,-1-1 0,0 0 1,0 0-1,1 0 0,-1-1 1,0 1-1,0-1 0,0 1 1,0-1-1,0 0 0,0 0 1,0-1-1,0 1 0,0 0 1,1-1-1,-1 0 0,0 1 1,0-1-1,0-1 1,1 1-1,-1 0 0,0 0 1,1-1-1,-3-2 0,-3-2-34,1-1-1,0 0 1,1 0-1,0-1 1,0 0-1,1 0 1,-1-1-1,-3-9 1,-32-80-100,26 56-46,9 29-45,2 0-1,0 0 0,0-1 1,1 1-1,1-1 1,-2-24-1,4 36-54,1 0 0,-1 1 0,0-1 0,1 0 0,-1 0 0,1 1 0,0-1 0,-1 0 0,1 1 0,0-1 0,0 1 0,0-1 0,0 1-1,0-1 1,0 1 0,1 0 0,1-2 0,31-20-6088,-14 11 914,13-12-5434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0 15511,'0'0'14935,"-23"21"-14951,38-8-1089,0-1-1760,10-8-1425,4-4-3521,9 0-5283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9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9396,'0'0'11285,"161"-11"-10052,-92 11-160,4 0-449,-12 0-544,-13 0-80,-10 0-480,-15 0-737,-9 0-752,-41 0-16007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29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7587,'0'0'18777,"152"15"-17768,-95-15-1009,-1 0-625,9 0-1968,2-7-3890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0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1398 819 2913,'0'0'12462,"7"-8"-10682,-6 6-1701,120-167 5863,-74 87-5904,4 2 0,3 2 0,120-130 0,-157 189-160,9-6-57,-2-1-1,-1-2 0,32-49 1,-54 77 191,-1-1 0,0 1 1,0 0-1,1-1 0,-1 1 1,0-1-1,0 1 0,0 0 0,0-1 1,1 1-1,-1-1 0,0 1 1,0-1-1,0 1 0,0-1 1,0 1-1,0-1 0,0 1 1,0 0-1,0-1 0,-1 1 1,1-1-1,0 1 0,0-1 1,0 1-1,0 0 0,-1-1 1,1 1-1,0-1 0,0 1 0,-1 0 1,1-1-1,0 1 0,-1 0 1,1-1-1,0 1 0,-1 0 1,1 0-1,0-1 0,-1 1 1,1 0-1,-1 0 0,1 0 1,-1 0-1,1-1 0,0 1 1,-1 0-1,1 0 0,-1 0 1,1 0-1,-1 0 0,1 0 0,-1 0 1,1 0-1,0 0 0,-1 0 1,0 1-1,-35 2-107,33-3 132,-29 7-38,2 0 0,-49 19-1,12-2-5,-815 194-37,761-193 14,78-15 19,-162 39 5,170-39 23,0 2 0,0 2 0,-52 29-1,84-42-69,-1 1 0,1 0 0,-1 0 0,1 0 1,0 0-1,0 1 0,0-1 0,0 1 0,0 0 0,0 0 0,1 0 0,-1 0 0,1 0 0,0 1 0,0-1 0,0 1 0,1-1 0,-1 1 0,1 0 0,0-1 0,0 1 0,0 0 0,0 0 1,1 0-1,-1 5 0,3-8 40,-1 0 0,0 0 0,0 0 0,1 0 0,-1-1 0,0 1 1,1 0-1,-1 0 0,1-1 0,-1 1 0,1-1 0,-1 0 0,1 1 1,0-1-1,-1 0 0,1 0 0,2 0 0,5 2 5,43 12 83,-1 3 0,0 3 0,-1 1 0,75 45 0,168 135-216,-276-189 54,9 8-391,36 34 0,-56-48 267,0 1-1,0 0 1,-1 0-1,0 0 1,0 0-1,-1 1 1,0 0-1,0 0 1,-1 0-1,5 13 1,-8-18 187,1 1 0,-1-1 0,0 1 0,0-1 1,0 1-1,-1-1 0,1 1 0,-1-1 0,0 1 0,1-1 0,-2 0 1,1 1-1,0-1 0,-1 0 0,1 0 0,-1 0 0,0 0 1,0 0-1,0 0 0,0-1 0,-1 1 0,1-1 0,-1 1 0,0-1 1,1 0-1,-1 0 0,-6 3 0,-8 4 158,0 0-1,-1-1 1,-34 10 0,40-14-68,-135 44 1395,-239 87 1456,347-118-2814,0 3 1,-65 41-1,85-47-27,0 1 0,0 0-1,1 1 1,1 1 0,1 1 0,-21 29-1,-3 26 576,41-72-419,1 0-1,0 0 0,-1-1 1,1 1-1,0 0 0,0-1 1,0 1-1,-1-1 0,1 0 1,0 0-1,0 1 0,0-1 0,3-1 1,48 4 551,-43-3-557,1787 29 4133,-1796-31-4359,-1 1 0,1-1 0,-1 1 0,1-1 0,-1 0 0,0 0 0,0 1 0,1-1 0,-1 0 0,0 1 0,-1-1 0,1-2 0,0 3 0,-1-3 0,1 0 0,0 0 0,-1 0 0,2 0 0,-1 0 0,0 0 0,1 1 0,0-1 0,0 0 0,0 0 0,0 0 0,0 1 0,1-1 0,0 1 0,0-1 0,0 1 0,0 0 0,0-1 0,1 1 0,-1 0 0,5-3 0,-4 5-109,-1 0 0,1 0 0,0 0 0,0 0 0,0 0-1,0 1 1,1 0 0,-1 0 0,0-1 0,3 2 0,18-3-4808,10-7-3132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13 108 1169,'0'0'6440,"-2"2"-5304,0 0-524,-7 13 13922,9-43-13384,1 23-1091,0 0 0,0 0 1,1 0-1,-1 1 0,1-1 1,0 0-1,1 1 0,-1-1 1,1 1-1,0 0 0,0 0 1,0 0-1,1 0 0,-1 0 1,1 1-1,5-4 0,-2-1-19,-7 8 21,1 0 0,-1-1 0,0 1 0,1 0 0,-1-1-1,0 1 1,0 0 0,1-1 0,-1 1 0,0 0 0,0-1 0,0 1-1,0-1 1,1 1 0,-1 0 0,0-1 0,0 1 0,0-1 0,0 1 0,0-1-1,0 1 1,0 0 0,0-1 0,0 1 0,0-1 0,-1 1 0,1-1-1,0 1 1,0-1 0,0 1-69,-1 0 0,1 0-1,0 0 1,0-1 0,-1 1 0,1 0 0,0 0-1,-1 0 1,1 0 0,0 0 0,-1 0 0,1 0-1,0 0 1,0 0 0,-1 0 0,1 0 0,0 0-1,-1 0 1,1 0 0,0 0 0,-1 0-1,1 0 1,0 0 0,0 0 0,-1 0 0,1 1-1,0-1 1,0 0 0,-1 0 0,1 0 0,0 0-1,0 1 1,-1-1 0,1 0 0,0 0-1,0 1 1,0-1 0,-1 0 0,1 0 0,0 1-1,0-1 1,0 1 0,-5 3-804,-2 3-1176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3586,'0'0'15188,"8"-5"-13438,133-61 865,-132 61-1500,-21 6-696,-21 9-147,29-8-250,1-1 0,1 1 0,-1-1 0,0 1 1,0 0-1,0 0 0,1 0 0,0 1 0,-1-1 0,1 1 1,0-1-1,0 1 0,0 0 0,0-1 0,1 1 0,-1 0 1,1 0-1,-1 0 0,1 1 0,0-1 0,0 0 0,1 0 1,-1 1-1,1-1 0,-1 6 0,2-8-37,-1 0-1,0-1 1,1 1-1,-1 0 1,0 0-1,1-1 1,-1 1-1,1-1 1,-1 1-1,1 0 1,-1-1-1,1 1 1,0-1-1,-1 1 1,1-1-1,0 1 1,-1-1-1,1 0 1,0 1-1,-1-1 1,1 0-1,0 0 1,0 1-1,-1-1 1,1 0-1,0 0 1,1 0 0,25 3-406,-25-2 357,8-1-145,72 3-3436,-31-11-2591,-19-8-930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3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99 5426,'0'0'12001,"15"-13"-10854,48-43 8,-46 35 762,-17 21-1879,0 0 0,0-1-1,0 1 1,0 0 0,0 0 0,0-1 0,0 1-1,0 0 1,0-1 0,0 1 0,0 0-1,0 0 1,0-1 0,0 1 0,0 0-1,0 0 1,0-1 0,0 1 0,-1 0-1,1 0 1,0-1 0,0 1 0,0 0-1,0 0 1,-1 0 0,1-1 0,0 1-1,0 0 1,0 0 0,-1 0 0,1 0 0,0-1-1,0 1 1,-1 0 0,1 0 0,0 0-1,-1 0 1,1 0 0,-30 1 988,28-1-1184,-12 3 237,1 0-1,-1 0 1,1 2 0,0-1 0,0 2-1,-21 11 1,-70 51 485,88-57-478,1 2 1,1-1-1,-1 2 0,2 0 0,-19 25 1,26-30-84,0 0 0,1 0 0,0 0 0,1 0 0,0 1 0,0 0 0,1 0 0,0 0 0,1 0 0,0 0 1,1 1-1,-1 10 0,3-19-4,-1-1 1,1 0-1,-1 0 1,1 0 0,0 0-1,-1 0 1,1 0-1,0-1 1,0 1 0,0 0-1,0 0 1,0 0-1,-1-1 1,1 1-1,1 0 1,-1-1 0,0 1-1,0-1 1,0 0-1,0 1 1,0-1-1,0 0 1,1 1 0,-1-1-1,0 0 1,0 0-1,3 0 1,38 2-6,-39-2-3,8 0-58,0 0-1,-1-1 0,1 0 1,0-1-1,-1 0 1,1-1-1,-1 0 1,1 0-1,-1-1 1,0 0-1,-1-1 1,1-1-1,-1 1 1,0-1-1,12-11 1,-4 3-332,0-1 1,24-29-1,-36 39 512,-1-1 0,0 1 0,-1-1 0,1 0 0,-1 0 0,0 0 0,-1 0 0,1 0 0,-1-1 0,-1 1 0,1-1 0,-1 0 0,1-8 0,-4 14 95,0 1-1,0-1 0,0 1 0,0-1 0,0 1 1,0 0-1,0 0 0,0 0 0,0 0 0,0 0 1,0 0-1,0 0 0,0 1 0,-3 0 1,2 1-95,0 0 1,0 0-1,0 1 1,0-1 0,1 0-1,-1 1 1,1 0 0,0-1-1,0 1 1,0 0-1,0 0 1,0 0 0,1 1-1,-1-1 1,1 0 0,0 0-1,0 1 1,0-1-1,0 1 1,1-1 0,-1 7-1,0 9 334,0 0-1,2 30 1,0-43-441,-1 0 0,1 0 0,0-1 0,0 1 1,1 0-1,0 0 0,0-1 0,0 1 0,1-1 0,-1 0 1,1 1-1,1-1 0,-1 0 0,1-1 0,-1 1 1,1-1-1,1 0 0,5 5 0,-2-4-463,-1 0 1,1-1-1,0 0 0,0 0 1,0-1-1,0 0 0,1-1 1,-1 0-1,1 0 0,0-1 1,15 1-1,21-1-4607,0-1-3686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4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4978,'0'0'23147,"-13"0"-22475,13 7-464,0-3-112,0 0-96,0-2-16,0 2-736,0-2-1249,0 2-912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6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64 16,'0'0'9028,"6"-12"-7414,19-34-32,-20 41 5718,-4 10-5838,-3 10-1361,-18 44 1939,11-37-1094,-8 37 0,5 11 109,4 1 0,1 99 0,7-157-1039,-1 1 0,0-1 1,-1 1-1,0-1 1,-1 1-1,0-1 1,-1 0-1,-1 0 0,0-1 1,0 1-1,-2-1 1,-11 18-1,17-35 20,0 1 0,0 0 0,0 0 0,1-1 0,0 1 0,0 0 0,1-8 0,2 1-79,0 0 0,1 1-1,0-1 1,1 1 0,0 0-1,1 0 1,0 0 0,0 1-1,1 0 1,9-9 0,-1 2-358,0 1 1,1 1 0,0 0-1,26-15 1,-33 23 331,0 1 1,0 0 0,1 1-1,-1 0 1,1 0 0,0 1-1,0 0 1,0 1 0,0 0-1,0 0 1,0 2 0,18-1-1,-27 2 79,1-1 1,-1 1-1,0 0 0,1-1 0,-1 1 0,0 0 0,0 0 1,0 0-1,1 0 0,-1 0 0,0 0 0,0 1 0,-1-1 1,1 0-1,0 0 0,0 1 0,-1-1 0,1 0 0,0 1 1,-1-1-1,0 1 0,1-1 0,-1 1 0,0-1 0,0 0 1,1 1-1,-1-1 0,-1 3 0,2 4 3,-1-1-1,0 1 1,0-1-1,-2 12 1,1-17 2,0 0 1,0-1 0,0 1-1,0 0 1,0 0 0,0-1-1,-1 1 1,1-1 0,-1 1 0,1-1-1,-1 1 1,1-1 0,-1 0-1,0 0 1,0 0 0,0 0-1,1 0 1,-1 0 0,0-1-1,0 1 1,0 0 0,0-1-1,0 0 1,-4 1 0,-54 3 342,55-4-364,-164 0 177,168 0-140,1 0-1,-1 0 1,0 0 0,1 0 0,-1 0-1,1 0 1,-1 0 0,1 0 0,-1 0 0,1 0-1,-1 0 1,1 1 0,-1-1 0,1 0-1,-1 0 1,1 1 0,0-1 0,-1 0 0,1 0-1,-1 1 1,1-1 0,0 0 0,-1 1-1,1-1 1,0 1 0,-1-1 0,1 1-1,0-1 1,0 0 0,-1 1 0,1-1 0,0 2-1,3 17 740,0-14-592,-1-1 1,1 1 0,-1-1 0,1 0-1,0 0 1,5 5 0,14 8 477,1 0 0,47 26-1,-58-37-606,-1-1-1,1-1 1,1 1-1,-1-2 1,0 0-1,1 0 1,0-1-1,21 0 1,-24-1-801,8-1 1715,-12-4-4224,-3-4-5772,-3 3 66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7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1 944,'0'0'10317,"-5"20"-6518,-81 308 7433,29-162-8292,-95 193 0,79-197-2404,68-155-509,10-26-1,11-33-44,-10 38-118,1 0 0,0 1 0,1-1 1,19-23-1,-23 32 74,0 0-1,0 1 1,1 0 0,-1 0-1,1 0 1,0 1 0,0-1 0,0 1-1,1 0 1,-1 1 0,1-1 0,0 1-1,-1 0 1,1 1 0,11-3 0,12 3-191,44 2 1,-70 0 229,-1-1-1,1 1 0,-1 0 0,1 0 0,-1 0 1,0 0-1,1 0 0,-1 0 0,0 1 0,0-1 0,0 1 1,0 0-1,0-1 0,0 1 0,0 0 0,-1 0 1,1 0-1,-1 0 0,1 1 0,-1-1 0,0 0 1,0 0-1,0 1 0,0-1 0,0 1 0,-1-1 1,1 1-1,-1-1 0,1 1 0,-1 3 0,1 2 5,-1 0 0,1 0 0,-1-1 0,-1 1 0,0 0 0,0-1 0,0 1 0,-1-1 0,-4 13 0,2-12 33,-1-1 1,0 1-1,0-1 0,-1 0 0,1-1 1,-2 0-1,1 1 0,-1-2 1,1 1-1,-2-1 0,1 0 1,-13 6-1,3-2 150,-1-1 0,0-1 0,0 0 0,-34 7 0,42-12 62,-1-1 1,0 0 0,0 0 0,0-1 0,0 0-1,0-1 1,0-1 0,-17-3 0,26 4-142,0 2-85,2 1 0,0-1-239,0 0 1,1 0-1,-1 0 0,0 0 1,1 0-1,-1 0 1,1 0-1,-1 0 0,1 0 1,0 0-1,-1 0 0,1 0 1,0 0-1,0 0 1,0-1-1,-1 1 0,1 0 1,0-1-1,0 1 0,0 0 1,0-1-1,0 1 1,2 0-1,27 8-6237,4-5-1917,7-3-3154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8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1 2465,'0'0'14698,"-12"10"-12772,0-1-1383,6-5-305,0 0 0,0 1-1,1 0 1,-1 0 0,1 0-1,1 1 1,-1-1 0,1 1 0,0 0-1,0 1 1,-3 7 0,-28 66 4109,-26 95 0,9 0-2472,42-137-2162,10-38 287,0 1 0,0-1 0,-1 0 0,1 1 0,0-1 0,0 0 0,0 1 0,0-1 0,0 0 0,0 0 0,-1 1 0,1-1 0,0 0 0,0 1 0,0-1 0,-1 0 0,1 0 0,0 0 0,0 1 0,-1-1 0,1 0 0,0 0 0,0 0 0,-1 1 0,1-1 0,0 0 0,-1 0 0,1 0 0,0 0 0,-1 0 0,1 0 0,0 0 0,-1 0 0,1 0 0,0 0 0,-1 0 0,1 0 0,0 0 0,-1 0 0,1 0 0,0 0 0,0 0 0,-1 0 0,1 0 0,0-1 0,-1 1 0,1 0 0,0 0 0,-1 0 0,1-1 0,-1 0 0,0 1 0,0-1 0,1 0 0,-1 1 0,0-1 0,1 0 0,-1 0 0,0 1 0,1-1 0,-1 0 0,1 0 0,-1 0 0,1 0 0,0 0 0,-1-2 0,1-1 0,-1 0 1,1 0-1,0 1 0,0-1 0,1 0 1,-1 0-1,1 0 0,0 0 0,0 0 1,0 1-1,1-1 0,-1 0 1,5-5-1,-2 3-7,1 0 0,0 0 1,1 1-1,-1 0 1,1 0-1,9-5 0,26-19-911,2 2-1,1 2 1,47-20 0,-91 44 930,1 1 0,-1 0 1,0 0-1,0 0 1,0 0-1,1-1 0,-1 1 1,0 0-1,0 0 1,0 0-1,1 0 0,-1 0 1,0 0-1,0 0 0,0 0 1,1-1-1,-1 1 1,0 0-1,0 0 0,1 0 1,-1 0-1,0 0 1,0 0-1,1 0 0,-1 0 1,0 1-1,0-1 0,1 0 1,-1 0-1,0 0 1,0 0-1,0 0 0,1 0 1,-1 0-1,0 0 1,0 1-1,0-1 0,1 0 1,-1 0-1,0 0 0,-5 10 104,-16 11-112,3-12 20,0 0-1,-25 8 1,28-11 49,0 0 0,0 0-1,1 1 1,-21 14-1,33-19-29,2-1 6,0-1 0,0 0 0,0 1 0,0-1 0,0 0 0,0 1 0,0-1 0,0 0 0,0 1 0,0-1 0,0 0 0,0 1 0,0-1 0,1 0 0,-1 1 0,0-1 0,0 0 0,0 1 0,1-1 0,-1 0 0,0 0 0,0 1 0,1-1 0,-1 0 0,0 0 0,1 1 0,-1-1 0,0 0 0,0 0 0,1 0 0,-1 0 0,0 0 0,1 0-1,0 1 1,15 7 463,-12-6-331,5 4-143,1 1 0,-1 0 0,0 0 0,16 18 0,-14-15-23,-9-9-51,1 0-1,0 0 1,-1-1 0,1 1-1,0-1 1,0 1 0,0-1 0,-1 0-1,1 0 1,5-1 0,14 2-3772,18 5-7920,-10-4 595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9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620 1 4882,'0'0'19153,"-12"14"-18390,6-7-668,-3 2 16,1 0 0,1 1 0,-1 0 0,1 1 0,1-1 1,0 1-1,1 1 0,0-1 0,-6 22 0,-5 27 360,-8 29-183,4 1-1,-13 139 1,32-218-278,1 0-38,-1-1 0,0 1 0,0-1 0,-6 18 0,7-26 36,-1 0-1,0 0 1,0 0 0,0 0 0,0 0 0,0 0 0,0 0 0,-1-1 0,1 1 0,0 0-1,-1 0 1,0-1 0,1 1 0,-1-1 0,0 0 0,0 0 0,0 1 0,0-1 0,0 0-1,0 0 1,0-1 0,0 1 0,0 0 0,0-1 0,0 1 0,-1-1 0,-2 0 0,-4 0 300,0 0 0,1-1 0,-1 0 0,0 0 0,1-1 0,-1 0 1,1-1-1,-11-4 0,-7-5 759,-30-20-1,-1 0-634,46 27-432,1-1 0,0 1 0,0-1 0,0-1 0,1 0 0,0 0 0,0-1 0,1 0 0,0-1 0,0 0 0,1 0 0,-8-14 0,8 12 193,4 7-331,0-1 1,1 1-1,-1 0 1,1-1-1,0 1 0,-2-8 1,4 11-94,0-1 0,0 1 0,0-1 1,0 1-1,0-1 0,0 1 0,0-1 1,1 1-1,-1-1 0,1 1 0,-1 0 1,1-1-1,-1 1 0,1-1 0,0 1 1,-1 0-1,1 0 0,0-1 0,0 1 1,0 0-1,0 0 0,0 0 0,0 0 1,0 0-1,1 0 0,0 0 0,27-19-4896,5-4-2882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39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13 15655,'0'0'15092,"-3"-4"-13317,-9-5-1552,8 15-178,5 14-83,-1-20 53,1 4-332,0 0 1,0 0-1,1 0 1,-1 0-1,1-1 1,-1 1-1,5 5 1,3 8-5505,-6-8-2538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40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3 3602,'0'0'17680,"5"-1"-16517,-5 1-1126,1-1-1,0 1 1,-1 0 0,1 0 0,0 0-1,-1 0 1,1-1 0,0 1 0,-1 0-1,1 0 1,0 0 0,0 0-1,-1 1 1,1-1 0,0 0 0,-1 0-1,1 0 1,0 0 0,-1 1 0,1-1-1,0 0 1,-1 1 0,1-1-1,-1 1 1,1-1 0,0 0 0,-1 1-1,1-1 1,-1 1 0,1-1 0,-1 1-1,0 0 1,1-1 0,0 2 0,1 32 1128,-2-19-860,-4 42 781,-2 0-1,-3-1 1,-23 83 0,1-8-574,29-116-471,-1 0 0,-1 0 0,-1 0 0,0 0-1,-1-1 1,-14 25 0,11-32 35,5-13 33,4-22 18,0 21-164,1-5-24,0-1 1,1 1-1,0-1 0,1 1 1,1 0-1,0 0 1,0 0-1,7-11 0,2-2-383,1 1 0,27-36-1,-33 49 241,1 0 0,1 1 0,0 0 0,1 1 0,12-10 0,-17 15 132,0 0 0,0 0 0,1 1 0,0 0 0,-1 0 0,1 0 0,0 1 0,0 0 0,0 1 0,1-1 0,12 0 0,-19 2 68,1 0 1,-1 0-1,1 1 1,-1-1-1,0 0 1,1 1 0,-1-1-1,0 1 1,0-1-1,1 1 1,-1-1 0,0 1-1,0 0 1,0 0-1,0 0 1,0 0 0,0 0-1,0 0 1,0 0-1,0 0 1,1 1 0,0 2 5,0-1 0,-1 1 0,1 0 0,-1-1 0,1 1 0,-1 0 0,1 5 0,-1 2 16,1 0 0,-2 0 0,1 0 1,-3 20-1,1-30-13,1 1 0,-1-1 0,1 1 0,-1-1 0,0 1 0,0-1 0,1 0 0,-1 0 0,0 1 0,0-1 0,0 0 0,-1 0 0,1 0 0,0 0 1,0 0-1,0 0 0,-1 0 0,1-1 0,0 1 0,-1 0 0,1-1 0,-1 1 0,1-1 0,-1 1 0,1-1 0,-1 0 0,-1 1 0,-47 2 226,42-3-190,-15 0 58,8-1 102,0 0 0,0 2 1,0 0-1,0 0 1,0 2-1,1 0 1,-28 9-1,40-11-132,0 0 0,1 0-1,-1 0 1,0 1 0,1-1-1,-1 0 1,1 1 0,0 0-1,-1-1 1,1 1 0,0 0-1,0-1 1,0 1 0,0 0-1,0 0 1,0 0 0,1 0-1,-1 0 1,1 0 0,-1 0 0,1 0-1,0 0 1,0 0 0,0 0-1,0 0 1,0 1 0,0-1-1,1 0 1,-1 0 0,0 0-1,1 0 1,0 0 0,1 3-1,0 2 106,1-1 0,0 1 0,0-1 0,1 0 0,-1 0 0,1 0 0,1 0 0,9 9 0,-5-6-180,0-1 1,1-1-1,1 0 1,-1 0-1,1-1 1,0 0-1,1-1 1,-1-1-1,1 1 1,0-2-1,0 0 1,0 0-1,1-1 1,-1 0-1,0-1 1,1-1-1,12-1 1,-21 1-443,0-1 0,-1 0 0,1 0 0,0 0 0,-1 0 0,1 0 1,-1-1-1,5-2 0,26-19-10459,-16 8 1946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41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8932,'0'0'15991,"109"-4"-14598,-84 4-433,-9 0-655,1 2-305,-6 4-96,-7-2-1377,-4 1-864,0 3-1953,-2 0-3346,-17 3-3393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41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4466,'0'0'17544,"150"-2"-17544,-91 2-1825,4-5-1792,8 1-2626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41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8148,'0'0'16103,"-12"16"-14201,-37 53-496,45-64-1272,1 0 0,0 0 0,0 1 0,0-1 1,1 1-1,0 0 0,0 0 0,0 0 0,1 0 0,-1 0 0,2 0 0,-1 0 0,1 1 0,0-1 0,1 12 0,-1-10-83,1-7-47,-1 1 1,1-1-1,-1 0 0,1 1 1,-1-1-1,1 1 0,0-1 0,-1 0 1,1 0-1,0 0 0,0 1 1,0-1-1,0 0 0,0 0 1,0 0-1,1 0 0,-1 0 1,0-1-1,0 1 0,1 0 1,-1-1-1,0 1 0,1 0 1,-1-1-1,1 0 0,-1 1 1,0-1-1,1 0 0,-1 0 0,2 0 1,56 3 110,-45-4-84,-3 1-30,-1-1-1,0 0 1,0 0-1,0-1 1,-1 0-1,1-1 0,13-6 1,-20 8 0,-1 0 1,0 0-1,1 0 1,-1 0-1,0-1 1,0 1-1,0-1 1,0 1-1,0-1 1,0 0-1,0 0 1,0 0-1,-1 0 1,1 0-1,-1 0 1,1 0-1,-1 0 1,0-1-1,0 1 1,0-1-1,0 1 1,0-1-1,-1 1 1,1-1-1,-1 1 1,0-1-1,1 0 1,-1 1-1,0-1 1,-1 1-1,1-1 1,0 0-1,-1 1 1,-1-4-1,1 3 16,0 1 1,0 0-1,0 0 0,0 0 0,-1 0 1,1 0-1,-1 0 0,1 0 0,-1 1 1,0-1-1,0 1 0,0-1 0,0 1 1,0-1-1,0 1 0,-3-1 0,-39-14 429,32 12-296,-126-30 1026,195 29-8286,-12-1-2,8-3-5956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43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1473,'0'0'19046,"0"-34"-17731,0 32-1288,0 0-1,0 0 1,0 0-1,0 0 1,1 0-1,-1 0 1,1 0-1,0 0 1,-1 0-1,1 0 1,0 0-1,0 1 1,0-1-1,0 0 1,1 1-1,-1-1 1,0 0 0,3-1-1,-1 0-3,1 1 0,-1 0 1,1 0-1,0 0 0,-1 0 0,1 1 0,0-1 1,8-1-1,6 0 33,0 1 1,1 1-1,24 1 0,-27 0 54,39 0 144,-54 0-242,0 1 1,-1 0-1,1 0 1,0 0-1,-1 0 1,1 0-1,-1 0 1,0-1-1,1 1 1,-1 0-1,0 0 1,1 0-1,-1 0 1,0 0-1,0 0 0,0 1 1,0-1-1,0 0 1,0 0-1,0 0 1,0 0-1,0 0 1,-1 2-1,1 2 121,-1 5 22,-1-1 0,1 1 0,-2-1 0,1 0 0,-1 1 0,0-1 0,-1-1 0,0 1 0,-1 0 0,0-1 0,0 0 0,-12 14 0,1-3-1,-1-1 0,0 0 0,-37 27 0,178-40 4632,-86-4-4369,-21 0-246,-1 0-1,1-1 1,0-1 0,-1-1-1,1 0 1,-1-1-1,30-10 1,-44 13-752,1-2 1409,-2-9-15546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0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1029 347 6355,'0'0'10864,"22"-8"-8026,10-2-1911,73-29 2159,-94 34-2693,0-1 0,-1 0 0,1 0 0,-1-1 1,-1-1-1,1 1 0,15-18 0,-17 16-364,-1-1 0,0 0 0,0 0 1,0 0-1,-2-1 0,1 0 0,-1 0 0,-1 0 0,0-1 1,-1 1-1,0-1 0,2-20 0,-4 30-30,-1 0-1,1-1 1,-1 1 0,0 0-1,0-1 1,0 1 0,-1 0 0,1-1-1,-1 1 1,1 0 0,-1 0-1,1-1 1,-1 1 0,0 0 0,0 0-1,0 0 1,-1 0 0,1 0-1,-2-2 1,1 2-3,-1 1 0,0-1 0,0 1 1,0-1-1,0 1 0,0 0 0,0 0 0,0 1 0,0-1 0,0 0 1,0 1-1,0 0 0,-6 0 0,-7 0 7,0 1 0,0 1 0,0 0 0,1 1 0,-1 1 0,1 0 0,0 1 0,0 1 0,0 0 0,1 1 0,0 1 0,-25 17 0,6 0 145,2 1 0,0 2 1,-50 59-1,27-18 432,3 2 1,3 1-1,-41 85 0,-99 246 1533,154-325-1953,0-3-142,-48 77 0,61-119-36,0-1 1,-3-2-1,0 0 0,-45 42 0,62-67-453,0 1-1,0-1 1,0 0-1,0-1 1,-15 7-1,20-10 38,0 0-1,-1 0 1,1 0-1,0 0 1,-1-1 0,1 1-1,-1-1 1,1 0-1,0 1 1,-1-1 0,1 0-1,-1 0 1,1-1-1,-1 1 1,1-1-1,-1 1 1,1-1 0,0 0-1,-1 1 1,1-1-1,0-1 1,0 1-1,0 0 1,0 0 0,-3-3-1,2 0-618,0 0-1,0 0 1,0 0-1,1-1 1,-1 1 0,-1-6-1,-15-39-8134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0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1 303 5250,'0'0'4669,"27"-20"-435,-5 4-3294,-7 4-321,0 0-1,1 1 1,0 1 0,1 1 0,0 0 0,1 1 0,0 1 0,0 0 0,0 2 0,28-5 0,50 1 2495,145 6 1,-129 4-2611,200-1-149,-286 0-378,0-1-1,44-8 1,-62 8-30,-1-1 0,1 0 0,-1 0 0,1-1 0,-1 0 0,0 0 0,0-1 1,0 0-1,-1 0 0,1-1 0,-1 1 0,0-1 0,6-7 0,-10 10 30,-1 0 0,1 0 0,-1 0 0,0 0 0,1 0 1,-1 0-1,0-1 0,0 1 0,0 0 0,-1-1 0,1 1 0,-1 0 0,1-1 0,-1 1 0,0-3 0,0 4 22,0 0-1,0 0 1,0 0-1,-1 0 1,1 0-1,-1 0 1,1 0-1,0 0 1,-1 0-1,0 0 1,1 0-1,-1 1 1,0-1-1,1 0 1,-1 0-1,0 1 1,0-1-1,1 0 1,-1 1 0,0-1-1,0 1 1,0-1-1,0 1 1,0 0-1,0-1 1,0 1-1,0 0 1,0 0-1,0-1 1,0 1-1,0 0 1,0 0-1,0 0 1,-1 0-1,-7 0 8,0 0-1,1 1 1,-1-1 0,1 2-1,0-1 1,-1 1-1,1 0 1,0 1-1,0 0 1,-13 7 0,11-4 9,1 0 1,0 1 0,0 0-1,1 1 1,0 0 0,0 0-1,-12 17 1,14-16-14,-1 0 0,2 1-1,-1-1 1,1 1 0,1 1-1,0-1 1,0 1 0,1-1 0,0 1-1,1 0 1,0 0 0,1 0-1,0 17 1,1-25-5,0 0 1,1 0-1,-1-1 1,1 1-1,-1 0 0,1-1 1,0 1-1,0-1 0,0 1 1,0-1-1,1 1 0,-1-1 1,1 0-1,-1 0 1,1 0-1,0 0 0,3 3 1,-1-2 2,0 1 0,1-2 0,-1 1 0,1-1 0,0 1 0,-1-1 0,1-1 0,9 3 0,7 0-4,0-1 0,0-1 1,33-1-1,-45-1-9,5 0-22,-1-1 0,0 0 0,1-1 0,-1-1 0,0 0 0,0-1 0,0 0 0,-1-1 0,1 0 0,-1-1 0,0 0 0,20-15 0,-25 16 20,-1-1 0,0 1 1,0-1-1,-1 0 0,1-1 0,-1 1 1,-1-1-1,1 0 0,-1 0 0,0-1 1,-1 1-1,0-1 0,0 0 0,-1 0 1,0 0-1,0 0 0,-1 0 0,0 0 0,0 0 1,-1 0-1,0-1 0,-1-8 0,0 10 63,0-1 0,-1 1 0,0 0 0,-1-1-1,1 1 1,-1 0 0,-1 1 0,1-1-1,-1 1 1,0-1 0,-1 1 0,1 0 0,-1 1-1,0-1 1,-1 1 0,1 0 0,-1 0-1,0 1 1,-1-1 0,1 2 0,-13-7 0,104 25-8612,-29-4 1955,8-3-1456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1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109 195 10229,'0'0'9468,"-5"20"-5255,0 4-3127,0 0 19,-1 0 1,-2 0 0,-12 29 0,8-24 49,-35 72 1038,47-107-2193,10-15 0,6-3 4,2 1-1,0 1 1,32-29-1,72-55-205,-65 58-216,-21 19-745,0 1 0,52-29 0,-51 37-3430,45-17 0,-28 15-4264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1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0 975 5298,'0'0'17280,"14"2"-15415,-7 0-1691,0-1-1,0-1 1,0 1-1,1-1 1,-1 0 0,0-1-1,0 1 1,0-1-1,0-1 1,0 1-1,-1-1 1,1-1-1,0 1 1,-1-1 0,1 0-1,-1-1 1,10-6-1,103-76 1006,206-194 0,-257 211-1959,-4-3-1,-2-3 1,99-158 0,-145 202 1030,23-58 0,-33 75 531,-34 82 1131,7-20-1197,-18 66 1,-27 215 652,-1 6-1397,64-324-111,0 0 1,-1 0-1,-1 0 0,1 0 0,-2-1 1,-6 11-1,9-17-326,0-1 0,0 1-1,0-1 1,0 0 0,0 0 0,-1 0 0,-6 4 0,6-6-341,1 1 0,-1 0 1,0-1-1,0 0 0,0 0 1,1 0-1,-1 0 0,0-1 1,-7 1-1,-17-1-6972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2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8564,'0'0'9684,"144"-53"-5634,-89 43-1889,7 4-1633,7-1-528,9 1-848,8 2-2930,3-11-4353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2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29 5138,'0'0'9805,"-18"1"-4123,14-1-5412,-5 0 209,1 0 0,-1 1-1,0 0 1,0 0 0,1 1 0,-1 0-1,1 0 1,-1 1 0,1 0-1,0 1 1,0 0 0,0 0-1,1 1 1,-1 0 0,-9 8-1,-11 16 545,1 0-1,1 2 1,-35 55-1,-49 114-899,100-181-123,1 0 0,0 1 0,2 1 0,0 0 0,2-1 0,0 2 0,-3 37 0,8-57 0,0 0 0,0-1 0,0 1 0,1-1 0,-1 1 0,1 0 0,-1-1 0,1 1 0,-1-1 0,1 1 0,0-1 0,0 0 0,0 1 0,0-1 0,0 0 0,0 1 0,0-1 0,0 0 0,0 0 0,1 0 0,-1 0 0,0 0 0,1 0 0,-1-1 0,1 1 0,-1 0 0,1-1 0,-1 1 0,1-1 0,0 1 0,-1-1 0,1 0 0,-1 0 0,1 0 0,0 0 0,2 0 0,8 0 0,0-1 0,0 0 0,23-5 0,-12 0-284,-1-1 0,0-1 0,0-1 0,-1-1 0,0-1 0,29-21 0,4-6-1479,53-50-1,-63 50 1003,-3-2 0,-1-1 0,-2-2 0,-3-2-1,58-94 1,-87 129 1084,-2 0 1,1 0-1,-1-1 0,4-17 1,-4-21 4769,-4 49-5033,1 0-1,-1-1 1,0 1 0,0 0 0,0-1 0,0 1-1,0-1 1,0 1 0,0 0 0,0-1 0,0 1-1,0 0 1,0-1 0,0 1 0,-1-1-1,1 1 1,0 0 0,0-1 0,0 1 0,0 0-1,-1-1 1,1 1 0,0 0 0,0-1 0,0 1-1,-1 0 1,1 0 0,0-1 0,-1 1 0,1 0-1,0 0 1,-1-1 0,1 1 0,0 0-1,-1 0 1,1 0 0,0 0 0,-1 0 0,1 0-1,0-1 1,-1 1 0,1 0 0,-1 0 0,1 0-1,0 0 1,-1 0 0,1 0 0,-1 0 0,1 1-1,0-1 1,-1 0 0,1 0 0,0 0 0,-1 0-1,1 0 1,-1 1 0,-19 16-96,9 0 36,2 0 0,0 0 0,1 1 0,-11 34 0,-17 81 0,34-124 0,-25 138 0,24-124 0,2 1 0,0-1 0,2 1 0,4 30 0,-4-48-38,0 0-1,1-1 1,-1 1 0,1-1-1,1 1 1,-1-1 0,1 0 0,0 0-1,0 0 1,0 0 0,1-1-1,0 1 1,0-1 0,0 0-1,0 0 1,1 0 0,-1 0 0,1-1-1,0 0 1,0 0 0,0 0-1,1-1 1,5 2 0,8 2-1296,-1-1 0,1 0 1,0-2-1,1 0 0,34-1 1,65 0-7626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2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0 318 192,'0'0'14508,"27"-19"-11354,4-6-2374,2 0 97,0 1 1,64-34-1,-20 17 87,131-75 1089,-191 107-199,-25 17 811,-8 8-2729,3-2 304,0 1-1,1 1 1,1 0-1,-16 30 1,22-35-235,0 0 0,1 0 0,0 0 0,1 1 0,0-1 0,1 1 1,1 0-1,-1 0 0,2 14 0,0-24-87,0 1-1,1-1 1,-1 0-1,0 0 1,1 0 0,0 0-1,0 0 1,-1 0-1,1 0 1,0 0-1,1 0 1,-1 0 0,0 0-1,0 0 1,1-1-1,-1 1 1,1 0 0,0-1-1,-1 0 1,1 1-1,0-1 1,0 0-1,0 0 1,0 0 0,0 0-1,0 0 1,0 0-1,0-1 1,0 1-1,4 0 1,6 1-1144,0-1-1,1 0 1,-1 0 0,19-3-1,25-3-6163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3890,'0'0'19481,"57"115"-23403,-26-75-3618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3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8580,'0'0'17224,"-107"117"-14679,57-90-912,6-4-849,11-2-720,16-2-64,17-2-1425,2-9-2176,44-8-2098,21 0 209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3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733 0 11973,'0'0'10186,"-4"22"-5663,4-21-4506,-8 45 1554,-2-1 0,-19 51 0,-39 78-894,-156 284 1,213-437-678,-2-1 0,0 0 0,-2 0 0,0-2 0,-1 0 0,-30 27 0,37-38 0,1-1 0,0 0 0,-1-1 0,0 0 0,-1-1 0,1 1 0,-1-2 0,1 1 0,-1-2 0,0 1 0,-1-1 0,1-1 0,0 1 0,0-2 0,-1 0 0,1 0 0,-20-3 0,27 2 0,0 0 0,0 0 0,-1 0 0,1 0 0,0 0 0,0-1 0,0 0 0,1 1 0,-1-1 0,0 0 0,1-1 0,-1 1 0,1 0 0,-1-1 0,1 1 0,0-1 0,0 0 0,0 1 0,1-1 0,-1 0 0,1 0 0,-1 0 0,1-1 0,0 1 0,0 0 0,1 0 0,-1-5 0,-2-11 0,1 0 0,1 0 0,2-34 0,0 20 0,3-45-948,24-131 0,-12 106-344,-14 89 985,4-33-926,2 1 0,24-79 0,-26 109 425,1 0 0,0 1 0,2-1-1,12-17 1,-13 21-364,2 1-1,-1 1 1,1-1 0,1 1 0,-1 1-1,14-8 1,29-17-8072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0:53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17368,'0'0'15399,"39"-28"-15399,-36 28 0,1 0 0,-4 15 0,-4-5-3938,-22 1-2465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0 8436,'0'0'14185,"8"12"-12779,-6-9-1346,4 6 297,1 0 1,-2 1-1,1 0 1,-1 0-1,-1 0 0,0 1 1,0-1-1,-1 1 0,-1 0 1,2 12-1,-3 33 918,-1-55-1120,0-4-18,0-9 6,0-8-194,1 11-118,0-1 0,-2 0 0,-1-17 0,2 25 124,-1 0-1,1 0 1,-1 1 0,1-1-1,-1 0 1,0 0 0,1 0 0,-1 0-1,0 1 1,0-1 0,-1 0-1,1 1 1,0-1 0,0 1 0,-1 0-1,1-1 1,-1 1 0,1 0-1,-1 0 1,1 0 0,-1 0 0,0 0-1,0 0 1,-2-1 0,-8 0-5,1 0 0,0 0 1,-1 1-1,1 1 0,-1 0 0,1 1 1,-1 0-1,1 0 0,-13 4 0,0 1 85,0 2 0,0 0 0,-25 13 0,24-9 121,1 0 0,1 2 0,0 1 0,2 0 1,-30 27-1,45-36-84,-1 0 0,1 1 1,0-1-1,1 1 1,0 1-1,0-1 1,0 1-1,1-1 0,0 1 1,1 1-1,0-1 1,0 0-1,0 1 0,1-1 1,1 1-1,-1 0 1,1 0-1,1 0 1,0 0-1,1 11 0,0-17-39,-1-1 0,1 1 0,0 0 0,0 0 0,0-1 0,0 1 0,1 0-1,-1-1 1,1 1 0,0-1 0,-1 0 0,1 0 0,0 1 0,0-1 0,4 2-1,0 0 77,-1 0 0,1 0-1,0-1 1,1 0 0,-1-1-1,9 4 1,5-1 243,0-1 0,-1-1 0,33 1 0,-27-2-1309,16 0 1788,46-4 1,-45-4-5124,-2-5-6366,-32 8-478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5282,'0'0'13452,"20"-5"-11822,147-44 985,-147 41-2310,-15 6-223,0 0-1,0 0 0,0 0 1,1 1-1,-1-1 0,11 0 1,-15 2 131,-2 6 137,0-1-332,0-1 1,0 1 0,-1-1 0,1 1 0,-1-1 0,0 0 0,-3 5 0,2-5-101,1 0-1,0 0 0,0 0 1,0 1-1,0-1 0,1 0 1,0 1-1,0-1 0,-1 9 1,2-12-1090,14-2-3662,4-6-587,4-10-2972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4882,'0'0'17496,"0"-27"-17496,0 48-1328,19-5-2610,6 1-3362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0 7892,'0'0'4812,"-7"25"-1026,-1-1-2851,-1 5 269,1 1-1,1 1 1,-4 45 0,4 12 658,-9 82 270,11-141-1760,0 0-1,-2 0 0,-17 44 0,20-62-229,-1-1 0,-1 0 0,1-1 0,-1 0 0,-1 0 0,0 0 0,-11 11 0,16-18-93,0 0-1,0 0 0,0 0 1,-1 0-1,1 0 0,-1-1 1,1 1-1,-1-1 1,1 1-1,-1-1 0,0 0 1,0 0-1,1 0 0,-1-1 1,0 1-1,0-1 0,0 1 1,0-1-1,0 0 0,0 0 1,0-1-1,0 1 0,0 0 1,1-1-1,-1 0 0,0 1 1,0-1-1,0-1 1,1 1-1,-1 0 0,0 0 1,1-1-1,-3-2 0,-3-2-34,1-1-1,0 0 1,1 0-1,0-1 1,0 0-1,1 0 1,-1-1-1,-3-9 1,-32-80-100,26 56-46,9 29-45,2 0-1,0 0 0,0-1 1,1 1-1,1-1 1,-2-24-1,4 36-54,1 0 0,-1 1 0,0-1 0,1 0 0,-1 0 0,1 1 0,0-1 0,-1 0 0,1 1 0,0-1 0,0 1 0,0-1 0,0 1-1,0-1 1,0 1 0,1 0 0,1-2 0,31-20-6088,-14 11 914,13-12-5434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0 15511,'0'0'14935,"-23"21"-14951,38-8-1089,0-1-1760,10-8-1425,4-4-3521,9 0-5283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9396,'0'0'11285,"161"-11"-10052,-92 11-160,4 0-449,-12 0-544,-13 0-80,-10 0-480,-15 0-737,-9 0-752,-41 0-16007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7587,'0'0'18777,"152"15"-17768,-95-15-1009,-1 0-625,9 0-1968,2-7-3890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1398 819 2913,'0'0'12462,"7"-8"-10682,-6 6-1701,120-167 5863,-74 87-5904,4 2 0,3 2 0,120-130 0,-157 189-160,9-6-57,-2-1-1,-1-2 0,32-49 1,-54 77 191,-1-1 0,0 1 1,0 0-1,1-1 0,-1 1 1,0-1-1,0 1 0,0 0 0,0-1 1,1 1-1,-1-1 0,0 1 1,0-1-1,0 1 0,0-1 1,0 1-1,0-1 0,0 1 1,0 0-1,0-1 0,-1 1 1,1-1-1,0 1 0,0-1 1,0 1-1,0 0 0,-1-1 1,1 1-1,0-1 0,0 1 0,-1 0 1,1-1-1,0 1 0,-1 0 1,1-1-1,0 1 0,-1 0 1,1 0-1,0-1 0,-1 1 1,1 0-1,-1 0 0,1 0 1,-1 0-1,1-1 0,0 1 1,-1 0-1,1 0 0,-1 0 1,1 0-1,-1 0 0,1 0 0,-1 0 1,1 0-1,0 0 0,-1 0 1,0 1-1,-35 2-107,33-3 132,-29 7-38,2 0 0,-49 19-1,12-2-5,-815 194-37,761-193 14,78-15 19,-162 39 5,170-39 23,0 2 0,0 2 0,-52 29-1,84-42-69,-1 1 0,1 0 0,-1 0 0,1 0 1,0 0-1,0 1 0,0-1 0,0 1 0,0 0 0,0 0 0,1 0 0,-1 0 0,1 0 0,0 1 0,0-1 0,0 1 0,1-1 0,-1 1 0,1 0 0,0-1 0,0 1 0,0 0 0,0 0 1,1 0-1,-1 5 0,3-8 40,-1 0 0,0 0 0,0 0 0,1 0 0,-1-1 0,0 1 1,1 0-1,-1 0 0,1-1 0,-1 1 0,1-1 0,-1 0 0,1 1 1,0-1-1,-1 0 0,1 0 0,2 0 0,5 2 5,43 12 83,-1 3 0,0 3 0,-1 1 0,75 45 0,168 135-216,-276-189 54,9 8-391,36 34 0,-56-48 267,0 1-1,0 0 1,-1 0-1,0 0 1,0 0-1,-1 1 1,0 0-1,0 0 1,-1 0-1,5 13 1,-8-18 187,1 1 0,-1-1 0,0 1 0,0-1 1,0 1-1,-1-1 0,1 1 0,-1-1 0,0 1 0,1-1 0,-2 0 1,1 1-1,0-1 0,-1 0 0,1 0 0,-1 0 0,0 0 1,0 0-1,0 0 0,0-1 0,-1 1 0,1-1 0,-1 1 0,0-1 1,1 0-1,-1 0 0,-6 3 0,-8 4 158,0 0-1,-1-1 1,-34 10 0,40-14-68,-135 44 1395,-239 87 1456,347-118-2814,0 3 1,-65 41-1,85-47-27,0 1 0,0 0-1,1 1 1,1 1 0,1 1 0,-21 29-1,-3 26 576,41-72-419,1 0-1,0 0 0,-1-1 1,1 1-1,0 0 0,0-1 1,0 1-1,-1-1 0,1 0 1,0 0-1,0 1 0,0-1 0,3-1 1,48 4 551,-43-3-557,1787 29 4133,-1796-31-4359,-1 1 0,1-1 0,-1 1 0,1-1 0,-1 0 0,0 0 0,0 1 0,1-1 0,-1 0 0,0 1 0,-1-1 0,1-2 0,0 3 0,-1-3 0,1 0 0,0 0 0,-1 0 0,2 0 0,-1 0 0,0 0 0,1 1 0,0-1 0,0 0 0,0 0 0,0 0 0,0 1 0,1-1 0,0 1 0,0-1 0,0 1 0,0 0 0,0-1 0,1 1 0,-1 0 0,5-3 0,-4 5-109,-1 0 0,1 0 0,0 0 0,0 0 0,0 0-1,0 1 1,1 0 0,-1 0 0,0-1 0,3 2 0,18-3-4808,10-7-3132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13 108 1169,'0'0'6440,"-2"2"-5304,0 0-524,-7 13 13922,9-43-13384,1 23-1091,0 0 0,0 0 1,1 0-1,-1 1 0,1-1 1,0 0-1,1 1 0,-1-1 1,1 1-1,0 0 0,0 0 1,0 0-1,1 0 0,-1 0 1,1 1-1,5-4 0,-2-1-19,-7 8 21,1 0 0,-1-1 0,0 1 0,1 0 0,-1-1-1,0 1 1,0 0 0,1-1 0,-1 1 0,0 0 0,0-1 0,0 1-1,0-1 1,1 1 0,-1 0 0,0-1 0,0 1 0,0-1 0,0 1 0,0-1-1,0 1 1,0 0 0,0-1 0,0 1 0,0-1 0,-1 1 0,1-1-1,0 1 1,0-1 0,0 1-69,-1 0 0,1 0-1,0 0 1,0-1 0,-1 1 0,1 0 0,0 0-1,-1 0 1,1 0 0,0 0 0,-1 0 0,1 0-1,0 0 1,0 0 0,-1 0 0,1 0 0,0 0-1,-1 0 1,1 0 0,0 0 0,-1 0-1,1 0 1,0 0 0,0 0 0,-1 0 0,1 1-1,0-1 1,0 0 0,-1 0 0,1 0 0,0 0-1,0 1 1,-1-1 0,1 0 0,0 0-1,0 1 1,0-1 0,-1 0 0,1 0 0,0 1-1,0-1 1,0 1 0,-5 3-804,-2 3-1176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3586,'0'0'15188,"8"-5"-13438,133-61 865,-132 61-1500,-21 6-696,-21 9-147,29-8-250,1-1 0,1 1 0,-1-1 0,0 1 1,0 0-1,0 0 0,1 0 0,0 1 0,-1-1 0,1 1 1,0-1-1,0 1 0,0 0 0,0-1 0,1 1 0,-1 0 1,1 0-1,-1 0 0,1 1 0,0-1 0,0 0 0,1 0 1,-1 1-1,1-1 0,-1 6 0,2-8-37,-1 0-1,0-1 1,1 1-1,-1 0 1,0 0-1,1-1 1,-1 1-1,1-1 1,-1 1-1,1 0 1,-1-1-1,1 1 1,0-1-1,-1 1 1,1-1-1,0 1 1,-1-1-1,1 0 1,0 1-1,-1-1 1,1 0-1,0 0 1,0 1-1,-1-1 1,1 0-1,0 0 1,1 0 0,25 3-406,-25-2 357,8-1-145,72 3-3436,-31-11-2591,-19-8-930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99 5426,'0'0'12001,"15"-13"-10854,48-43 8,-46 35 762,-17 21-1879,0 0 0,0-1-1,0 1 1,0 0 0,0 0 0,0-1 0,0 1-1,0 0 1,0-1 0,0 1 0,0 0-1,0 0 1,0-1 0,0 1 0,0 0-1,0 0 1,0-1 0,0 1 0,-1 0-1,1 0 1,0-1 0,0 1 0,0 0-1,0 0 1,-1 0 0,1-1 0,0 1-1,0 0 1,0 0 0,-1 0 0,1 0 0,0-1-1,0 1 1,-1 0 0,1 0 0,0 0-1,-1 0 1,1 0 0,-30 1 988,28-1-1184,-12 3 237,1 0-1,-1 0 1,1 2 0,0-1 0,0 2-1,-21 11 1,-70 51 485,88-57-478,1 2 1,1-1-1,-1 2 0,2 0 0,-19 25 1,26-30-84,0 0 0,1 0 0,0 0 0,1 0 0,0 1 0,0 0 0,1 0 0,0 0 0,1 0 0,0 0 1,1 1-1,-1 10 0,3-19-4,-1-1 1,1 0-1,-1 0 1,1 0 0,0 0-1,-1 0 1,1 0-1,0-1 1,0 1 0,0 0-1,0 0 1,0 0-1,-1-1 1,1 1-1,1 0 1,-1-1 0,0 1-1,0-1 1,0 0-1,0 1 1,0-1-1,0 0 1,1 1 0,-1-1-1,0 0 1,0 0-1,3 0 1,38 2-6,-39-2-3,8 0-58,0 0-1,-1-1 0,1 0 1,0-1-1,-1 0 1,1-1-1,-1 0 1,1 0-1,-1-1 1,0 0-1,-1-1 1,1-1-1,-1 1 1,0-1-1,12-11 1,-4 3-332,0-1 1,24-29-1,-36 39 512,-1-1 0,0 1 0,-1-1 0,1 0 0,-1 0 0,0 0 0,-1 0 0,1 0 0,-1-1 0,-1 1 0,1-1 0,-1 0 0,1-8 0,-4 14 95,0 1-1,0-1 0,0 1 0,0-1 0,0 1 1,0 0-1,0 0 0,0 0 0,0 0 0,0 0 1,0 0-1,0 0 0,0 1 0,-3 0 1,2 1-95,0 0 1,0 0-1,0 1 1,0-1 0,1 0-1,-1 1 1,1 0 0,0-1-1,0 1 1,0 0-1,0 0 1,0 0 0,1 1-1,-1-1 1,1 0 0,0 0-1,0 1 1,0-1-1,0 1 1,1-1 0,-1 7-1,0 9 334,0 0-1,2 30 1,0-43-441,-1 0 0,1 0 0,0-1 0,0 1 1,1 0-1,0 0 0,0-1 0,0 1 0,1-1 0,-1 0 1,1 1-1,1-1 0,-1 0 0,1-1 0,-1 1 1,1-1-1,1 0 0,5 5 0,-2-4-463,-1 0 1,1-1-1,0 0 0,0 0 1,0-1-1,0 0 0,1-1 1,-1 0-1,1 0 0,0-1 1,15 1-1,21-1-4607,0-1-3686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4978,'0'0'23147,"-13"0"-22475,13 7-464,0-3-112,0 0-96,0-2-16,0 2-736,0-2-1249,0 2-912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64 16,'0'0'9028,"6"-12"-7414,19-34-32,-20 41 5718,-4 10-5838,-3 10-1361,-18 44 1939,11-37-1094,-8 37 0,5 11 109,4 1 0,1 99 0,7-157-1039,-1 1 0,0-1 1,-1 1-1,0-1 1,-1 1-1,0-1 1,-1 0-1,-1 0 0,0-1 1,0 1-1,-2-1 1,-11 18-1,17-35 20,0 1 0,0 0 0,0 0 0,1-1 0,0 1 0,0 0 0,1-8 0,2 1-79,0 0 0,1 1-1,0-1 1,1 1 0,0 0-1,1 0 1,0 0 0,0 1-1,1 0 1,9-9 0,-1 2-358,0 1 1,1 1 0,0 0-1,26-15 1,-33 23 331,0 1 1,0 0 0,1 1-1,-1 0 1,1 0 0,0 1-1,0 0 1,0 1 0,0 0-1,0 0 1,0 2 0,18-1-1,-27 2 79,1-1 1,-1 1-1,0 0 0,1-1 0,-1 1 0,0 0 0,0 0 1,0 0-1,1 0 0,-1 0 0,0 0 0,0 1 0,-1-1 1,1 0-1,0 0 0,0 1 0,-1-1 0,1 0 0,0 1 1,-1-1-1,0 1 0,1-1 0,-1 1 0,0-1 0,0 0 1,1 1-1,-1-1 0,-1 3 0,2 4 3,-1-1-1,0 1 1,0-1-1,-2 12 1,1-17 2,0 0 1,0-1 0,0 1-1,0 0 1,0 0 0,0-1-1,-1 1 1,1-1 0,-1 1 0,1-1-1,-1 1 1,1-1 0,-1 0-1,0 0 1,0 0 0,0 0-1,1 0 1,-1 0 0,0-1-1,0 1 1,0 0 0,0-1-1,0 0 1,-4 1 0,-54 3 342,55-4-364,-164 0 177,168 0-140,1 0-1,-1 0 1,0 0 0,1 0 0,-1 0-1,1 0 1,-1 0 0,1 0 0,-1 0 0,1 0-1,-1 0 1,1 1 0,-1-1 0,1 0-1,-1 0 1,1 1 0,0-1 0,-1 0 0,1 0-1,-1 1 1,1-1 0,0 0 0,-1 1-1,1-1 1,0 1 0,-1-1 0,1 1-1,0-1 1,0 0 0,-1 1 0,1-1 0,0 2-1,3 17 740,0-14-592,-1-1 1,1 1 0,-1-1 0,1 0-1,0 0 1,5 5 0,14 8 477,1 0 0,47 26-1,-58-37-606,-1-1-1,1-1 1,1 1-1,-1-2 1,0 0-1,1 0 1,0-1-1,21 0 1,-24-1-801,8-1 1715,-12-4-4224,-3-4-5772,-3 3 66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1 944,'0'0'10317,"-5"20"-6518,-81 308 7433,29-162-8292,-95 193 0,79-197-2404,68-155-509,10-26-1,11-33-44,-10 38-118,1 0 0,0 1 0,1-1 1,19-23-1,-23 32 74,0 0-1,0 1 1,1 0 0,-1 0-1,1 0 1,0 1 0,0-1 0,0 1-1,1 0 1,-1 1 0,1-1 0,0 1-1,-1 0 1,1 1 0,11-3 0,12 3-191,44 2 1,-70 0 229,-1-1-1,1 1 0,-1 0 0,1 0 0,-1 0 1,0 0-1,1 0 0,-1 0 0,0 1 0,0-1 0,0 1 1,0 0-1,0-1 0,0 1 0,0 0 0,-1 0 1,1 0-1,-1 0 0,1 1 0,-1-1 0,0 0 1,0 0-1,0 1 0,0-1 0,0 1 0,-1-1 1,1 1-1,-1-1 0,1 1 0,-1 3 0,1 2 5,-1 0 0,1 0 0,-1-1 0,-1 1 0,0 0 0,0-1 0,0 1 0,-1-1 0,-4 13 0,2-12 33,-1-1 1,0 1-1,0-1 0,-1 0 0,1-1 1,-2 0-1,1 1 0,-1-2 1,1 1-1,-2-1 0,1 0 1,-13 6-1,3-2 150,-1-1 0,0-1 0,0 0 0,-34 7 0,42-12 62,-1-1 1,0 0 0,0 0 0,0-1 0,0 0-1,0-1 1,0-1 0,-17-3 0,26 4-142,0 2-85,2 1 0,0-1-239,0 0 1,1 0-1,-1 0 0,0 0 1,1 0-1,-1 0 1,1 0-1,-1 0 0,1 0 1,0 0-1,-1 0 0,1 0 1,0 0-1,0 0 1,0-1-1,-1 1 0,1 0 1,0-1-1,0 1 0,0 0 1,0-1-1,0 1 1,2 0-1,27 8-6237,4-5-1917,7-3-3154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268 1 2465,'0'0'14698,"-12"10"-12772,0-1-1383,6-5-305,0 0 0,0 1-1,1 0 1,-1 0 0,1 0-1,1 1 1,-1-1 0,1 1 0,0 0-1,0 1 1,-3 7 0,-28 66 4109,-26 95 0,9 0-2472,42-137-2162,10-38 287,0 1 0,0-1 0,-1 0 0,1 1 0,0-1 0,0 0 0,0 1 0,0-1 0,0 0 0,0 0 0,-1 1 0,1-1 0,0 0 0,0 1 0,0-1 0,-1 0 0,1 0 0,0 0 0,0 1 0,-1-1 0,1 0 0,0 0 0,0 0 0,-1 1 0,1-1 0,0 0 0,-1 0 0,1 0 0,0 0 0,-1 0 0,1 0 0,0 0 0,-1 0 0,1 0 0,0 0 0,-1 0 0,1 0 0,0 0 0,-1 0 0,1 0 0,0 0 0,0 0 0,-1 0 0,1 0 0,0-1 0,-1 1 0,1 0 0,0 0 0,-1 0 0,1-1 0,-1 0 0,0 1 0,0-1 0,1 0 0,-1 1 0,0-1 0,1 0 0,-1 0 0,0 1 0,1-1 0,-1 0 0,1 0 0,-1 0 0,1 0 0,0 0 0,-1-2 0,1-1 0,-1 0 1,1 0-1,0 1 0,0-1 0,1 0 1,-1 0-1,1 0 0,0 0 0,0 0 1,0 1-1,1-1 0,-1 0 1,5-5-1,-2 3-7,1 0 0,0 0 1,1 1-1,-1 0 1,1 0-1,9-5 0,26-19-911,2 2-1,1 2 1,47-20 0,-91 44 930,1 1 0,-1 0 1,0 0-1,0 0 1,0 0-1,1-1 0,-1 1 1,0 0-1,0 0 1,0 0-1,1 0 0,-1 0 1,0 0-1,0 0 0,0 0 1,1-1-1,-1 1 1,0 0-1,0 0 0,1 0 1,-1 0-1,0 0 1,0 0-1,1 0 0,-1 0 1,0 1-1,0-1 0,1 0 1,-1 0-1,0 0 1,0 0-1,0 0 0,1 0 1,-1 0-1,0 0 1,0 1-1,0-1 0,1 0 1,-1 0-1,0 0 0,-5 10 104,-16 11-112,3-12 20,0 0-1,-25 8 1,28-11 49,0 0 0,0 0-1,1 1 1,-21 14-1,33-19-29,2-1 6,0-1 0,0 0 0,0 1 0,0-1 0,0 0 0,0 1 0,0-1 0,0 0 0,0 1 0,0-1 0,0 0 0,0 1 0,0-1 0,1 0 0,-1 1 0,0-1 0,0 0 0,0 1 0,1-1 0,-1 0 0,0 0 0,0 1 0,1-1 0,-1 0 0,0 0 0,1 1 0,-1-1 0,0 0 0,0 0 0,1 0 0,-1 0 0,0 0 0,1 0-1,0 1 1,15 7 463,-12-6-331,5 4-143,1 1 0,-1 0 0,0 0 0,16 18 0,-14-15-23,-9-9-51,1 0-1,0 0 1,-1-1 0,1 1-1,0-1 1,0 1 0,0-1 0,-1 0-1,1 0 1,5-1 0,14 2-3772,18 5-7920,-10-4 595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620 1 4882,'0'0'19153,"-12"14"-18390,6-7-668,-3 2 16,1 0 0,1 1 0,-1 0 0,1 1 0,1-1 1,0 1-1,1 1 0,0-1 0,-6 22 0,-5 27 360,-8 29-183,4 1-1,-13 139 1,32-218-278,1 0-38,-1-1 0,0 1 0,0-1 0,-6 18 0,7-26 36,-1 0-1,0 0 1,0 0 0,0 0 0,0 0 0,0 0 0,0 0 0,-1-1 0,1 1 0,0 0-1,-1 0 1,0-1 0,1 1 0,-1-1 0,0 0 0,0 0 0,0 1 0,0-1 0,0 0-1,0 0 1,0-1 0,0 1 0,0 0 0,0-1 0,0 1 0,-1-1 0,-2 0 0,-4 0 300,0 0 0,1-1 0,-1 0 0,0 0 0,1-1 0,-1 0 1,1-1-1,-11-4 0,-7-5 759,-30-20-1,-1 0-634,46 27-432,1-1 0,0 1 0,0-1 0,0-1 0,1 0 0,0 0 0,0-1 0,1 0 0,0-1 0,0 0 0,1 0 0,-8-14 0,8 12 193,4 7-331,0-1 1,1 1-1,-1 0 1,1-1-1,0 1 0,-2-8 1,4 11-94,0-1 0,0 1 0,0-1 1,0 1-1,0-1 0,0 1 0,0-1 1,1 1-1,-1-1 0,1 1 0,-1 0 1,1-1-1,-1 1 0,1-1 0,0 1 1,-1 0-1,1 0 0,0-1 0,0 1 1,0 0-1,0 0 0,0 0 0,0 0 1,0 0-1,1 0 0,0 0 0,27-19-4896,5-4-2882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13 15655,'0'0'15092,"-3"-4"-13317,-9-5-1552,8 15-178,5 14-83,-1-20 53,1 4-332,0 0 1,0 0-1,1 0 1,-1 0-1,1-1 1,-1 1-1,5 5 1,3 8-5505,-6-8-2538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3 3602,'0'0'17680,"5"-1"-16517,-5 1-1126,1-1-1,0 1 1,-1 0 0,1 0 0,0 0-1,-1 0 1,1-1 0,0 1 0,-1 0-1,1 0 1,0 0 0,0 0-1,-1 1 1,1-1 0,0 0 0,-1 0-1,1 0 1,0 0 0,-1 1 0,1-1-1,0 0 1,-1 1 0,1-1-1,-1 1 1,1-1 0,0 0 0,-1 1-1,1-1 1,-1 1 0,1-1 0,-1 1-1,0 0 1,1-1 0,0 2 0,1 32 1128,-2-19-860,-4 42 781,-2 0-1,-3-1 1,-23 83 0,1-8-574,29-116-471,-1 0 0,-1 0 0,-1 0 0,0 0-1,-1-1 1,-14 25 0,11-32 35,5-13 33,4-22 18,0 21-164,1-5-24,0-1 1,1 1-1,0-1 0,1 1 1,1 0-1,0 0 1,0 0-1,7-11 0,2-2-383,1 1 0,27-36-1,-33 49 241,1 0 0,1 1 0,0 0 0,1 1 0,12-10 0,-17 15 132,0 0 0,0 0 0,1 1 0,0 0 0,-1 0 0,1 0 0,0 1 0,0 0 0,0 1 0,1-1 0,12 0 0,-19 2 68,1 0 1,-1 0-1,1 1 1,-1-1-1,0 0 1,1 1 0,-1-1-1,0 1 1,0-1-1,1 1 1,-1-1 0,0 1-1,0 0 1,0 0-1,0 0 1,0 0 0,0 0-1,0 0 1,0 0-1,0 0 1,1 1 0,0 2 5,0-1 0,-1 1 0,1 0 0,-1-1 0,1 1 0,-1 0 0,1 5 0,-1 2 16,1 0 0,-2 0 0,1 0 1,-3 20-1,1-30-13,1 1 0,-1-1 0,1 1 0,-1-1 0,0 1 0,0-1 0,1 0 0,-1 0 0,0 1 0,0-1 0,0 0 0,-1 0 0,1 0 0,0 0 1,0 0-1,0 0 0,-1 0 0,1-1 0,0 1 0,-1 0 0,1-1 0,-1 1 0,1-1 0,-1 1 0,1-1 0,-1 0 0,-1 1 0,-47 2 226,42-3-190,-15 0 58,8-1 102,0 0 0,0 2 1,0 0-1,0 0 1,0 2-1,1 0 1,-28 9-1,40-11-132,0 0 0,1 0-1,-1 0 1,0 1 0,1-1-1,-1 0 1,1 1 0,0 0-1,-1-1 1,1 1 0,0 0-1,0-1 1,0 1 0,0 0-1,0 0 1,0 0 0,1 0-1,-1 0 1,1 0 0,-1 0 0,1 0-1,0 0 1,0 0 0,0 0-1,0 0 1,0 1 0,0-1-1,1 0 1,-1 0 0,0 0-1,1 0 1,0 0 0,1 3-1,0 2 106,1-1 0,0 1 0,0-1 0,1 0 0,-1 0 0,1 0 0,1 0 0,9 9 0,-5-6-180,0-1 1,1-1-1,1 0 1,-1 0-1,1-1 1,0 0-1,1-1 1,-1-1-1,1 1 1,0-2-1,0 0 1,0 0-1,1-1 1,-1 0-1,0-1 1,1-1-1,12-1 1,-21 1-443,0-1 0,-1 0 0,1 0 0,0 0 0,-1 0 0,1 0 1,-1-1-1,5-2 0,26-19-10459,-16 8 1946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8932,'0'0'15991,"109"-4"-14598,-84 4-433,-9 0-655,1 2-305,-6 4-96,-7-2-1377,-4 1-864,0 3-1953,-2 0-3346,-17 3-3393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4466,'0'0'17544,"150"-2"-17544,-91 2-1825,4-5-1792,8 1-2626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8148,'0'0'16103,"-12"16"-14201,-37 53-496,45-64-1272,1 0 0,0 0 0,0 1 0,0-1 1,1 1-1,0 0 0,0 0 0,0 0 0,1 0 0,-1 0 0,2 0 0,-1 0 0,1 1 0,0-1 0,1 12 0,-1-10-83,1-7-47,-1 1 1,1-1-1,-1 0 0,1 1 1,-1-1-1,1 1 0,0-1 0,-1 0 1,1 0-1,0 0 0,0 1 1,0-1-1,0 0 0,0 0 1,0 0-1,1 0 0,-1 0 1,0-1-1,0 1 0,1 0 1,-1-1-1,0 1 0,1 0 1,-1-1-1,1 0 0,-1 1 1,0-1-1,1 0 0,-1 0 0,2 0 1,56 3 110,-45-4-84,-3 1-30,-1-1-1,0 0 1,0 0-1,0-1 1,-1 0-1,1-1 0,13-6 1,-20 8 0,-1 0 1,0 0-1,1 0 1,-1 0-1,0-1 1,0 1-1,0-1 1,0 1-1,0-1 1,0 0-1,0 0 1,0 0-1,-1 0 1,1 0-1,-1 0 1,1 0-1,-1 0 1,0-1-1,0 1 1,0-1-1,0 1 1,0-1-1,-1 1 1,1-1-1,-1 1 1,0-1-1,1 0 1,-1 1-1,0-1 1,-1 1-1,1-1 1,0 0-1,-1 1 1,-1-4-1,1 3 16,0 1 1,0 0-1,0 0 0,0 0 0,-1 0 1,1 0-1,-1 0 0,1 0 0,-1 1 1,0-1-1,0 1 0,0-1 0,0 1 1,0-1-1,0 1 0,-3-1 0,-39-14 429,32 12-296,-126-30 1026,195 29-8286,-12-1-2,8-3-5956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97 1473,'0'0'19046,"0"-34"-17731,0 32-1288,0 0-1,0 0 1,0 0-1,0 0 1,1 0-1,-1 0 1,1 0-1,0 0 1,-1 0-1,1 0 1,0 0-1,0 1 1,0-1-1,0 0 1,1 1-1,-1-1 1,0 0 0,3-1-1,-1 0-3,1 1 0,-1 0 1,1 0-1,0 0 0,-1 0 0,1 1 0,0-1 1,8-1-1,6 0 33,0 1 1,1 1-1,24 1 0,-27 0 54,39 0 144,-54 0-242,0 1 1,-1 0-1,1 0 1,0 0-1,-1 0 1,1 0-1,-1 0 1,0-1-1,1 1 1,-1 0-1,0 0 1,1 0-1,-1 0 1,0 0-1,0 0 0,0 1 1,0-1-1,0 0 1,0 0-1,0 0 1,0 0-1,0 0 1,-1 2-1,1 2 121,-1 5 22,-1-1 0,1 1 0,-2-1 0,1 0 0,-1 1 0,0-1 0,-1-1 0,0 1 0,-1 0 0,0-1 0,0 0 0,-12 14 0,1-3-1,-1-1 0,0 0 0,-37 27 0,178-40 4632,-86-4-4369,-21 0-246,-1 0-1,1-1 1,0-1 0,-1-1-1,1 0 1,-1-1-1,30-10 1,-44 13-752,1-2 1409,-2-9-15546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1029 347 6355,'0'0'10864,"22"-8"-8026,10-2-1911,73-29 2159,-94 34-2693,0-1 0,-1 0 0,1 0 0,-1-1 1,-1-1-1,1 1 0,15-18 0,-17 16-364,-1-1 0,0 0 0,0 0 1,0 0-1,-2-1 0,1 0 0,-1 0 0,-1 0 0,0-1 1,-1 1-1,0-1 0,2-20 0,-4 30-30,-1 0-1,1-1 1,-1 1 0,0 0-1,0-1 1,0 1 0,-1 0 0,1-1-1,-1 1 1,1 0 0,-1 0-1,1-1 1,-1 1 0,0 0 0,0 0-1,0 0 1,-1 0 0,1 0-1,-2-2 1,1 2-3,-1 1 0,0-1 0,0 1 1,0-1-1,0 1 0,0 0 0,0 0 0,0 1 0,0-1 0,0 0 1,0 1-1,0 0 0,-6 0 0,-7 0 7,0 1 0,0 1 0,0 0 0,1 1 0,-1 1 0,1 0 0,0 1 0,0 1 0,0 0 0,1 1 0,0 1 0,-25 17 0,6 0 145,2 1 0,0 2 1,-50 59-1,27-18 432,3 2 1,3 1-1,-41 85 0,-99 246 1533,154-325-1953,0-3-142,-48 77 0,61-119-36,0-1 1,-3-2-1,0 0 0,-45 42 0,62-67-453,0 1-1,0-1 1,0 0-1,0-1 1,-15 7-1,20-10 38,0 0-1,-1 0 1,1 0-1,0 0 1,-1-1 0,1 1-1,-1-1 1,1 0-1,0 1 1,-1-1 0,1 0-1,-1 0 1,1-1-1,-1 1 1,1-1-1,-1 1 1,1-1 0,0 0-1,-1 1 1,1-1-1,0-1 1,0 1-1,0 0 1,0 0 0,-3-3-1,2 0-618,0 0-1,0 0 1,0 0-1,1-1 1,-1 1 0,-1-6-1,-15-39-8134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1 303 5250,'0'0'4669,"27"-20"-435,-5 4-3294,-7 4-321,0 0-1,1 1 1,0 1 0,1 1 0,0 0 0,1 1 0,0 1 0,0 0 0,0 2 0,28-5 0,50 1 2495,145 6 1,-129 4-2611,200-1-149,-286 0-378,0-1-1,44-8 1,-62 8-30,-1-1 0,1 0 0,-1 0 0,1-1 0,-1 0 0,0 0 0,0-1 1,0 0-1,-1 0 0,1-1 0,-1 1 0,0-1 0,6-7 0,-10 10 30,-1 0 0,1 0 0,-1 0 0,0 0 0,1 0 1,-1 0-1,0-1 0,0 1 0,0 0 0,-1-1 0,1 1 0,-1 0 0,1-1 0,-1 1 0,0-3 0,0 4 22,0 0-1,0 0 1,0 0-1,-1 0 1,1 0-1,-1 0 1,1 0-1,0 0 1,-1 0-1,0 0 1,1 0-1,-1 1 1,0-1-1,1 0 1,-1 0-1,0 1 1,0-1-1,1 0 1,-1 1 0,0-1-1,0 1 1,0-1-1,0 1 1,0 0-1,0-1 1,0 1-1,0 0 1,0 0-1,0-1 1,0 1-1,0 0 1,0 0-1,0 0 1,-1 0-1,-7 0 8,0 0-1,1 1 1,-1-1 0,1 2-1,0-1 1,-1 1-1,1 0 1,0 1-1,0 0 1,-13 7 0,11-4 9,1 0 1,0 1 0,0 0-1,1 1 1,0 0 0,0 0-1,-12 17 1,14-16-14,-1 0 0,2 1-1,-1-1 1,1 1 0,1 1-1,0-1 1,0 1 0,1-1 0,0 1-1,1 0 1,0 0 0,1 0-1,0 17 1,1-25-5,0 0 1,1 0-1,-1-1 1,1 1-1,-1 0 0,1-1 1,0 1-1,0-1 0,0 1 1,0-1-1,1 1 0,-1-1 1,1 0-1,-1 0 1,1 0-1,0 0 0,3 3 1,-1-2 2,0 1 0,1-2 0,-1 1 0,1-1 0,0 1 0,-1-1 0,1-1 0,9 3 0,7 0-4,0-1 0,0-1 1,33-1-1,-45-1-9,5 0-22,-1-1 0,0 0 0,1-1 0,-1-1 0,0 0 0,0-1 0,0 0 0,-1-1 0,1 0 0,-1-1 0,0 0 0,20-15 0,-25 16 20,-1-1 0,0 1 1,0-1-1,-1 0 0,1-1 0,-1 1 1,-1-1-1,1 0 0,-1 0 0,0-1 1,-1 1-1,0-1 0,0 0 0,-1 0 1,0 0-1,0 0 0,-1 0 0,0 0 0,0 0 1,-1 0-1,0-1 0,-1-8 0,0 10 63,0-1 0,-1 1 0,0 0 0,-1-1-1,1 1 1,-1 0 0,-1 1 0,1-1-1,-1 1 1,0-1 0,-1 1 0,1 0 0,-1 1-1,0-1 1,-1 1 0,1 0 0,-1 0-1,0 1 1,-1-1 0,1 2 0,-13-7 0,104 25-8612,-29-4 1955,8-3-1456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109 195 10229,'0'0'9468,"-5"20"-5255,0 4-3127,0 0 19,-1 0 1,-2 0 0,-12 29 0,8-24 49,-35 72 1038,47-107-2193,10-15 0,6-3 4,2 1-1,0 1 1,32-29-1,72-55-205,-65 58-216,-21 19-745,0 1 0,52-29 0,-51 37-3430,45-17 0,-28 15-4264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0 975 5298,'0'0'17280,"14"2"-15415,-7 0-1691,0-1-1,0-1 1,0 1-1,1-1 1,-1 0 0,0-1-1,0 1 1,0-1-1,0-1 1,0 1-1,-1-1 1,1-1-1,0 1 1,-1-1 0,1 0-1,-1-1 1,10-6-1,103-76 1006,206-194 0,-257 211-1959,-4-3-1,-2-3 1,99-158 0,-145 202 1030,23-58 0,-33 75 531,-34 82 1131,7-20-1197,-18 66 1,-27 215 652,-1 6-1397,64-324-111,0 0 1,-1 0-1,-1 0 0,1 0 0,-2-1 1,-6 11-1,9-17-326,0-1 0,0 1-1,0-1 1,0 0 0,0 0 0,-1 0 0,-6 4 0,6-6-341,1 1 0,-1 0 1,0-1-1,0 0 0,0 0 1,1 0-1,-1 0 0,0-1 1,-7 1-1,-17-1-6972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8564,'0'0'9684,"144"-53"-5634,-89 43-1889,7 4-1633,7-1-528,9 1-848,8 2-2930,3-11-4353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29 5138,'0'0'9805,"-18"1"-4123,14-1-5412,-5 0 209,1 0 0,-1 1-1,0 0 1,0 0 0,1 1 0,-1 0-1,1 0 1,-1 1 0,1 0-1,0 1 1,0 0 0,0 0-1,1 1 1,-1 0 0,-9 8-1,-11 16 545,1 0-1,1 2 1,-35 55-1,-49 114-899,100-181-123,1 0 0,0 1 0,2 1 0,0 0 0,2-1 0,0 2 0,-3 37 0,8-57 0,0 0 0,0-1 0,0 1 0,1-1 0,-1 1 0,1 0 0,-1-1 0,1 1 0,-1-1 0,1 1 0,0-1 0,0 0 0,0 1 0,0-1 0,0 0 0,0 1 0,0-1 0,0 0 0,0 0 0,1 0 0,-1 0 0,0 0 0,1 0 0,-1-1 0,1 1 0,-1 0 0,1-1 0,-1 1 0,1-1 0,0 1 0,-1-1 0,1 0 0,-1 0 0,1 0 0,0 0 0,2 0 0,8 0 0,0-1 0,0 0 0,23-5 0,-12 0-284,-1-1 0,0-1 0,0-1 0,-1-1 0,0-1 0,29-21 0,4-6-1479,53-50-1,-63 50 1003,-3-2 0,-1-1 0,-2-2 0,-3-2-1,58-94 1,-87 129 1084,-2 0 1,1 0-1,-1-1 0,4-17 1,-4-21 4769,-4 49-5033,1 0-1,-1-1 1,0 1 0,0 0 0,0-1 0,0 1-1,0-1 1,0 1 0,0 0 0,0-1 0,0 1-1,0 0 1,0-1 0,0 1 0,-1-1-1,1 1 1,0 0 0,0-1 0,0 1 0,0 0-1,-1-1 1,1 1 0,0 0 0,0-1 0,0 1-1,-1 0 1,1 0 0,0-1 0,-1 1 0,1 0-1,0 0 1,-1-1 0,1 1 0,0 0-1,-1 0 1,1 0 0,0 0 0,-1 0 0,1 0-1,0-1 1,-1 1 0,1 0 0,-1 0 0,1 0-1,0 0 1,-1 0 0,1 0 0,-1 0 0,1 1-1,0-1 1,-1 0 0,1 0 0,0 0 0,-1 0-1,1 0 1,-1 1 0,-19 16-96,9 0 36,2 0 0,0 0 0,1 1 0,-11 34 0,-17 81 0,34-124 0,-25 138 0,24-124 0,2 1 0,0-1 0,2 1 0,4 30 0,-4-48-38,0 0-1,1-1 1,-1 1 0,1-1-1,1 1 1,-1-1 0,1 0 0,0 0-1,0 0 1,0 0 0,1-1-1,0 1 1,0-1 0,0 0-1,0 0 1,1 0 0,-1 0 0,1-1-1,0 0 1,0 0 0,0 0-1,1-1 1,5 2 0,8 2-1296,-1-1 0,1 0 1,0-2-1,1 0 0,34-1 1,65 0-7626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0 318 192,'0'0'14508,"27"-19"-11354,4-6-2374,2 0 97,0 1 1,64-34-1,-20 17 87,131-75 1089,-191 107-199,-25 17 811,-8 8-2729,3-2 304,0 1-1,1 1 1,1 0-1,-16 30 1,22-35-235,0 0 0,1 0 0,0 0 0,1 1 0,0-1 0,1 1 1,1 0-1,-1 0 0,2 14 0,0-24-87,0 1-1,1-1 1,-1 0-1,0 0 1,1 0 0,0 0-1,0 0 1,-1 0-1,1 0 1,0 0-1,1 0 1,-1 0 0,0 0-1,0 0 1,1-1-1,-1 1 1,1 0 0,0-1-1,-1 0 1,1 1-1,0-1 1,0 0-1,0 0 1,0 0 0,0 0-1,0 0 1,0 0-1,0-1 1,0 1-1,4 0 1,6 1-1144,0-1-1,1 0 1,-1 0 0,19-3-1,25-3-6163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3890,'0'0'19481,"57"115"-23403,-26-75-3618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8580,'0'0'17224,"-107"117"-14679,57-90-912,6-4-849,11-2-720,16-2-64,17-2-1425,2-9-2176,44-8-2098,21 0 209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733 0 11973,'0'0'10186,"-4"22"-5663,4-21-4506,-8 45 1554,-2-1 0,-19 51 0,-39 78-894,-156 284 1,213-437-678,-2-1 0,0 0 0,-2 0 0,0-2 0,-1 0 0,-30 27 0,37-38 0,1-1 0,0 0 0,-1-1 0,0 0 0,-1-1 0,1 1 0,-1-2 0,1 1 0,-1-2 0,0 1 0,-1-1 0,1-1 0,0 1 0,0-2 0,-1 0 0,1 0 0,-20-3 0,27 2 0,0 0 0,0 0 0,-1 0 0,1 0 0,0 0 0,0-1 0,0 0 0,1 1 0,-1-1 0,0 0 0,1-1 0,-1 1 0,1 0 0,-1-1 0,1 1 0,0-1 0,0 0 0,0 1 0,1-1 0,-1 0 0,1 0 0,-1 0 0,1-1 0,0 1 0,0 0 0,1 0 0,-1-5 0,-2-11 0,1 0 0,1 0 0,2-34 0,0 20 0,3-45-948,24-131 0,-12 106-344,-14 89 985,4-33-926,2 1 0,24-79 0,-26 109 425,1 0 0,0 1 0,2-1-1,12-17 1,-13 21-364,2 1-1,-1 1 1,1-1 0,1 1 0,-1 1-1,14-8 1,29-17-8072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21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17368,'0'0'15399,"39"-28"-15399,-36 28 0,1 0 0,-4 15 0,-4-5-3938,-22 1-2465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6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1019 396 10389,'0'0'8702,"3"-10"-8283,0 2-313,4-12 143,-2 0 1,0 0 0,4-35 0,-8 41-229,0 0 1,-2-1-1,0 1 1,0 0-1,-2 0 1,-6-27-1,6 33-29,-1 1-1,1-1 1,-1 1-1,0 0 1,-1 0 0,0 0-1,0 1 1,0-1-1,-1 1 1,0 1-1,0-1 1,0 1-1,-11-7 1,7 6 3,0 1 0,0 0 0,0 1 1,0 0-1,-1 0 0,1 1 0,-1 1 0,0 0 0,0 0 1,0 1-1,0 0 0,-23 2 0,20 1 1,0 0-1,0 0 1,0 2 0,0 0-1,1 0 1,-1 1-1,1 1 1,0 0-1,-21 14 1,-6 10 5,0 2 0,2 1 0,2 2 0,1 2 0,1 1 0,3 2 0,-27 43 0,16-15 200,3 1 1,3 2-1,-45 132 1,58-130 479,4 1 0,3 1 0,-10 126 0,14 232 545,12-403-1297,-1-13-81,0-1 1,-1 1-1,-1 0 0,-1-1 1,0 0-1,-8 18 1,10-27-205,2-7 264,0 0-1,0-1 1,0 1-1,0 0 0,0 0 1,0 0-1,0 0 1,0 0-1,0 0 1,0 0-1,0 0 0,0 0 1,0 0-1,0-1 1,0 1-1,0 0 1,0 0-1,0 0 0,0 0 1,0 0-1,0 0 1,0 0-1,0 0 1,-1 0-1,1 0 0,0 0 1,0 0-1,0 0 1,0 0-1,0-1 1,0 1-1,0 0 1,0 0-1,0 0 0,0 0 1,0 0-1,0 0 1,-1 0-1,1 0 1,0 0-1,0 0 0,0 0 1,0 0-1,0 0 1,0 0-1,0 0 1,0 0-1,0 0 0,0 0 1,-1 0-1,1 0 1,0 0-1,0 0 1,0 1-1,0-1 0,0 0 1,0 0-1,0 0 1,0 0-1,0 0 1,-3-12-2340,3-25-4518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7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1 199 8004,'0'0'3596,"29"-5"-573,-3 0-2365,31-4 1257,95-5-1,3 13-711,174-11-1240,-330 13 75,-1-1 0,0 0 0,0 1 0,0 0 0,1-1 0,-1 1-1,0 0 1,1 0 0,-1 0 0,1 0 0,-1 0 0,1 0 0,-1 1 0,1-1 0,0 0 0,-1 1 0,1-1 0,-1 4 0,-2 0-15,2 1 0,-1-1 0,0 1 0,1 0 0,-2 11 0,0 2-113,1 1 0,1 0 0,1 20 0,1-38 26,0-1 1,0 0-1,0 0 1,0 1-1,0-1 0,1 0 1,-1 0-1,0 1 1,1-1-1,-1 0 1,1 0-1,0 0 0,-1 0 1,1 0-1,0 0 1,-1 0-1,1 0 1,0 0-1,0 0 0,0 0 1,0 0-1,0-1 1,0 1-1,2 0 1,0 1-7,0-1 1,0 0-1,0 0 1,1 0 0,-1 0-1,0-1 1,1 1 0,-1-1-1,5 0 1,-1 0 61,0-1 1,0 1-1,0-2 1,0 1-1,0-1 1,-1 0-1,1 0 1,12-6-1,-14 4 22,1 1 0,0-2-1,-1 1 1,0 0-1,0-1 1,-1 0 0,1 0-1,-1-1 1,0 1-1,0-1 1,-1 0 0,0 0-1,0 0 1,3-8-1,-4 4 241,1 0 0,-1-1 0,-1 0 0,0 1 0,-1-1 0,0 0 0,0 0 0,-3-13 0,2 19 41,0 0 0,0 0 0,0 0 0,-1 0 0,1 0 0,-1 0 0,0 1 0,-1-1 0,1 1 0,-1-1 0,0 1 0,0 0 0,0 0 1,-7-5-1,10 8-298,0 1 1,0 0-1,0 0 0,-1 0 1,1 0-1,0 0 1,0 0-1,0 0 1,-1-1-1,1 1 1,0 0-1,0 0 1,-1 0-1,1 0 1,0 0-1,0 0 1,0 0-1,-1 0 0,1 0 1,0 0-1,0 0 1,-1 0-1,1 0 1,0 1-1,0-1 1,0 0-1,-1 0 1,1 0-1,0 0 1,0 0-1,0 0 0,-1 1 1,1-1-1,0 0 1,0 0-1,0 0 1,0 0-1,0 1 1,-1-1-1,1 0 1,0 0-1,0 0 1,0 1-1,0-1 1,0 0-1,0 0 0,0 0 1,0 1-1,0-1 1,0 0-1,0 0 1,0 0-1,0 1 1,0-1-1,0 0 1,0 0-1,0 1 1,0-1-1,0 0 1,0 1-38,0 0 0,0 0 0,0-1 0,0 1 1,1 0-1,-1 0 0,0-1 0,0 1 1,0 0-1,1-1 0,-1 1 0,0 0 0,1-1 1,-1 1-1,1-1 0,-1 1 0,1 0 1,-1-1-1,1 1 0,-1-1 0,2 1 0,5 2-216,0-1 0,1 0-1,-1 0 1,9 1 0,-9-3 184,0 1 1,-1 1-1,1-1 1,-1 1-1,1 0 1,8 5-1,-9-3 105,0 0 0,0 1-1,-1 0 1,0 0-1,0 0 1,0 1 0,-1 0-1,0-1 1,0 2 0,0-1-1,-1 0 1,0 1-1,0-1 1,-1 1 0,3 7-1,-1 4 466,0 1 0,-1-1 0,0 0 0,-1 31 0,-2-48-39,0-14 723,-5-58-657,3 52-284,0 1 1,1 0 0,1-1 0,1 1 0,4-22 0,-4 35-325,1-1-1,0 0 1,0 1 0,0-1-1,1 1 1,-1 0-1,1 0 1,1 0-1,-1 0 1,1 0-1,-1 1 1,2 0 0,-1-1-1,0 2 1,1-1-1,-1 0 1,1 1-1,0 0 1,0 0 0,10-4-1,5-2-4230,6-5-3268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7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645 1 8052,'0'0'12624,"-25"4"-11493,4 0-916,-1 1 0,1 0 0,-30 13-1,40-12-95,1 0 0,-1 1 1,1 0-1,0 1 0,1 0 0,0 1 0,-12 14 0,-32 37 407,2 2-1,4 2 1,-57 100 0,77-114-312,3 1 1,1 1 0,3 1-1,2 1 1,-18 96 0,32-131-329,1 1 1,1 0 0,1 0 0,0 0 0,2 0 0,5 39-1,-5-56-51,0 0 0,1 0 0,-1 0 0,1 0 0,-1-1 0,1 1-1,0-1 1,0 1 0,0-1 0,0 0 0,0 0 0,1 0 0,-1 0-1,0 0 1,1 0 0,0-1 0,-1 1 0,1-1 0,0 0 0,0 1 0,0-1-1,0-1 1,0 1 0,3 0 0,10 2-1423,0-2 0,-1 0 1,26-1-1,-19-1-808,46 1-6912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8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0 113 9588,'0'0'15058,"19"-13"-14834,132-86 35,-150 98-286,-2 4-31,0 0 0,-1 0 0,1 0 0,-1 0 0,0 0 0,0-1 0,0 1 0,0 0-1,-5 2 1,-2 5-204,7-6-57,-1 1 0,0-1 0,1 0 0,0 1 0,0-1 1,0 1-1,-2 9 0,2 2-3853,1 1-4451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8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7764,'0'0'19881,"-48"69"-20089,48-38-2017,8-1-1681,9-5-4802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8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13382,'0'0'14951,"-7"17"-14460,-17 54-323,23-70-170,1 0 0,-1 0 0,1 0-1,0 0 1,0 0 0,0 0 0,-1 0 0,1 0 0,0 0-1,0 0 1,0 0 0,1 0 0,-1 0 0,0 0 0,0 0 0,1 0-1,-1 0 1,0 0 0,1 0 0,-1 0 0,1 0 0,-1 0 0,1 0-1,-1 0 1,1 0 0,0-1 0,0 1 0,-1 0 0,1 0 0,0-1-1,0 1 1,0 0 0,0-1 0,0 1 0,0-1 0,0 1 0,0-1-1,0 0 1,0 1 0,0-1 0,1 0 0,3 1-250,0-1 1,1 0 0,-1 0-1,0 0 1,10-3-1,-14 3 125,1 0 1,1-1 0,-1 0 1,0 0-1,1 0 0,-1 0 1,0 0-1,0-1 0,0 1 0,0-1 1,0 1-1,0-1 0,0 0 1,0 0-1,1-2 0,19-14-291,-22 18 1485,1 19 492,-1-18-1591,0 0-1,0 1 0,1-1 1,-1 0-1,1 1 1,-1-1-1,1 0 0,-1 1 1,1-1-1,0 0 1,0 0-1,-1 0 0,1 0 1,0 0-1,0 0 1,0 0-1,0 0 0,0 0 1,1 0-1,-1-1 0,0 1 1,0 0-1,0-1 1,1 1-1,-1-1 0,0 1 1,1-1-1,-1 0 1,0 1-1,3-1 0,5 1-944,0 0 0,-1-1 0,17-2 0,-14 2 2,46-9-6019,11-15-7075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9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0 5106,'0'0'14263,"-14"24"-11542,-1 4-2120,-12 20 685,-23 57-1,-65 132 2188,-8 21-1687,117-246-1782,1 1-1,0 0 1,1 0 0,0 1 0,1-1 0,1 1 0,0 0-1,1 14 1,1-27-46,0 1 0,1-1 1,-1 1-1,0-1 0,1 1 0,0-1 0,-1 1 0,1-1 0,0 0 0,0 1 0,0-1 0,0 0 0,0 0 0,0 0 0,0 1 0,0-1 1,0 0-1,0 0 0,1-1 0,-1 1 0,0 0 0,1 0 0,-1-1 0,1 1 0,-1-1 0,1 1 0,-1-1 0,1 1 0,-1-1 0,1 0 0,2 0 1,9 2-753,0-1 0,25-1 0,-24 0-45,101-1-6415,-58-3-56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9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11685,'0'0'8228,"130"-19"-8228,-57 19-1697,17 0-2721,6 0-3489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9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0 237 11589,'0'0'5707,"24"-17"-2503,-2 1-2605,24-18 402,68-37 0,48-28-80,-167 104-515,0-1 0,0 1 0,1 1 0,-1-1 0,1 1 0,1-1 1,-7 13-1,6-10-414,0-1 1,0 1-1,1 1 1,0-1 0,1 0-1,0 0 1,0 1-1,1 0 1,0-1 0,1 1-1,0 0 1,0-1-1,2 15 1,-1-20-122,-1-1 1,1 0-1,0 0 1,0 0-1,0 0 0,0 0 1,0 0-1,1 0 1,-1-1-1,0 1 0,1 0 1,-1-1-1,1 1 1,0-1-1,-1 1 0,1-1 1,0 0-1,0 0 0,0 0 1,0 0-1,0 0 1,0 0-1,3 0 0,2 1-1176,0-1-1,0 0 1,0 0-1,0-1 1,15 0-1,13-4-6265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9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18697,'0'0'8563,"76"71"-13525,-28-50-2833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3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13398,'0'0'10373,"124"0"-8916,-91 0-881,-1 0-336,-3 0-208,0 0-32,-6 0-352,-6 0-881,-9 0-912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0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3121,'0'0'11382,"128"0"-7397,-72 0-2640,1 0-1345,-1 0-1761,-4-2-3601,3-13-6852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0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81 8788,'0'0'13262,"-21"2"-10730,-69 9-1249,87-10-1224,1-1-1,-1 1 1,0 0-1,1 0 0,-1 0 1,1 1-1,-1-1 1,1 0-1,0 1 1,0 0-1,-1-1 1,1 1-1,0 0 0,1 0 1,-1 0-1,0 0 1,0 0-1,1 1 1,-3 4-1,2-2-2,0 1 0,1-1 1,0 0-1,0 1 0,0-1 0,0 9 0,1-10-52,-1 3-5,1 0-1,0 1 1,0-1 0,1 0-1,-1 1 1,2-1 0,-1 0-1,1 0 1,0 0-1,4 7 1,-4-10-11,0-1-1,0 0 1,0 0-1,0 0 0,1 0 1,-1-1-1,1 1 1,0-1-1,0 0 1,0 1-1,0-1 1,0 0-1,0-1 1,1 1-1,-1-1 1,1 1-1,-1-1 1,1 0-1,-1 0 0,1 0 1,6 0-1,2 0-45,0 0-1,0-1 1,-1 0-1,1-1 0,0-1 1,0 0-1,0 0 1,-1-1-1,0 0 0,1-1 1,20-10-1,-25 10 4,0-1 0,0 1 0,0-1-1,0-1 1,-1 1 0,0-1 0,0 0 0,-1 0-1,0-1 1,0 0 0,0 0 0,-1 0 0,0 0-1,0-1 1,-1 0 0,0 1 0,4-16 0,-5 13 73,0 0 0,-1 1 0,0-1 0,-1 0 0,0 0 0,-2-12 0,2 17-10,-1 1 1,0-1 0,0 1-1,0-1 1,-1 1-1,0 0 1,0 0 0,0 0-1,0 0 1,0 0 0,-1 0-1,0 0 1,0 1 0,0 0-1,-4-5 1,2 4-2893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0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1201,'0'0'31566,"-28"21"-31566,24-6 0,-4 8 0,-3 4 0,-7 4-3314,-5-2-1552,-2 1-5506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0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 3009,'0'0'21946,"-147"83"-17399,112-58-2979,3 7-1568,5-1-1953,-8-4-2673,-9-10-3041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1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9941,'0'0'3751,"21"-11"144,6-3-2621,5-4 802,62-23 0,-57 27-1433,109-36 1230,-152 58 1017,-33 32-2546,23-25-248,1 1 0,1 0 1,-14 21-1,23-31-125,1 1 0,0 0-1,0 1 1,0-1 0,1 1 0,1-1-1,-1 1 1,1 0 0,0 0 0,1 0-1,-1 12 1,2-18-87,0 0-1,0-1 1,1 1-1,-1 0 1,0-1-1,1 1 0,-1-1 1,1 1-1,-1-1 1,1 1-1,0-1 1,0 1-1,0-1 1,0 1-1,0-1 1,0 0-1,0 0 1,0 1-1,0-1 0,0 0 1,1 0-1,-1 0 1,1 0-1,-1-1 1,0 1-1,1 0 1,0 0-1,-1-1 1,1 1-1,-1-1 1,1 0-1,0 1 0,-1-1 1,1 0-1,2 0 1,8 0-1084,-1 0-1,1 0 1,-1-1 0,13-3 0,-22 4 909,60-16-7982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1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10533,'0'0'16759,"79"50"-19672,-24-29-2849,5-6-9958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2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762 1 7363,'0'0'18203,"3"-1"-13968,-8 4-2227,-296 90-963,-40 16-1132,320-102 87,0 2 0,-37 20 0,56-28-1,1 0 1,0 0-1,-1 0 0,1 0 1,0 0-1,0 0 1,0 0-1,0 0 0,0 0 1,0 1-1,0-1 0,0 0 1,0 1-1,0-1 0,0 3 1,1-4-7,0 1 1,0 0 0,1 0-1,-1-1 1,0 1 0,0 0-1,1 0 1,-1-1-1,0 1 1,1 0 0,-1-1-1,1 1 1,-1-1 0,1 1-1,-1 0 1,1-1 0,-1 1-1,1-1 1,0 1-1,-1-1 1,1 0 0,0 1-1,-1-1 1,1 0 0,0 1-1,0-1 1,-1 0-1,1 0 1,0 0 0,0 1-1,-1-1 1,1 0 0,2 0-1,44 7-59,0-2-1,69-1 1,11 2 73,38 13-44,-164-18-239,-1 0 1,1 0 0,0-1-1,-1 1 1,1 0 0,0 0-1,-1 0 1,0 0 0,1 0-1,-1 0 1,1 0 0,-1 0-1,0 0 1,0 0 0,1 0-1,-1 0 1,0 0 0,0 0-1,0 0 1,0 0 0,0 0-1,-1 0 1,1 0 0,0 0-1,-1 1 1,1 4-2517,0 2-4345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5619,'0'0'18757,"20"-2"-17137,62-3-297,-79 5-1268,-1 1 0,0-1 1,0 0-1,1 1 0,-1 0 0,0-1 0,0 1 0,0 0 0,0 0 1,0 0-1,0 1 0,0-1 0,0 0 0,0 1 0,-1-1 0,1 1 1,-1-1-1,1 1 0,-1 0 0,1 0 0,-1 0 0,0 0 1,0 0-1,0 0 0,0 0 0,0 0 0,0 4 0,1 2 75,0 1 1,-1-1-1,0 1 0,0-1 0,-1 10 1,-1-11-82,1-2-34,0-1 1,0 0-1,-1 1 1,0-1-1,0 0 1,0 1-1,-1-1 1,1 0-1,-1 0 1,0 0-1,0 0 1,0 0-1,-1 0 1,1-1-1,-1 1 1,0-1-1,0 0 1,0 0-1,-7 5 0,2 1-188,19-20-36,1 2 0,1-1 0,0 1 0,0 1 1,27-12-1,78-25-72,-98 38 230,2-1 86,5-3 94,1 1-1,0 2 0,0 1 1,1 1-1,50-4 1,-78 10-84,-1 0-1,0 1 1,1-1 0,-1 0 0,0 0 0,1 0 0,-1 0 0,0 0 0,1 1-1,-1-1 1,0 0 0,1 0 0,-1 0 0,0 1 0,0-1 0,1 0 0,-1 0-1,0 1 1,0-1 0,0 0 0,0 1 0,1-1 0,-1 0 0,0 1 0,0-1 0,0 0-1,0 1 1,0-1 0,0 0 0,0 1 0,0-1 0,0 0 0,0 1 0,0-1-1,0 0 1,0 1 0,0-1 0,0 1 0,-3 14 438,-14 20 387,13-29-864,1 0 0,0 0 0,0 0-1,1 0 1,0 0 0,0 1 0,0-1 0,1 1-1,-2 10 1,4-16-144,-1 1-1,0-1 1,1 0 0,-1 1-1,0-1 1,1 0 0,0 0-1,-1 1 1,1-1 0,0 0-1,-1 0 1,1 0 0,0 0-1,0 0 1,0 0 0,0 0 0,0 0-1,0 0 1,0 0 0,1-1-1,-1 1 1,0 0 0,0-1-1,0 1 1,1-1 0,-1 1-1,0-1 1,1 0 0,2 1-1,45 4-6743,-47-5 6303,41 1-8673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3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23947,'0'0'8820,"-75"36"-8820,93-13-1793,5-6-3809,0-1-3346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3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471 0 5923,'0'0'1488,"-173"105"-607,91-64 976,9-7-289,10-11-1568,15-4-1072,17-11-5347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3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0 222 6499,'0'0'11813,"22"-15"-8430,3-1-2532,6-6 442,2 2 0,44-20 0,159-60 1418,-224 93-2643,-20 6-42,-21 7-51,23-4 27,1 1-1,0 0 0,0 0 1,0 0-1,0 0 0,0 1 1,1 0-1,0 0 0,-1 0 1,2 0-1,-1 1 0,0 0 1,1 0-1,0 0 0,0 0 1,-4 10-1,3-4-53,1 1 0,0-1-1,1 0 1,0 1 0,1-1 0,0 1 0,2 21 0,-1-29-174,1 0 0,-1 0 0,1-1 0,0 1 0,0 0 0,0-1 0,0 1 0,1-1 0,-1 1 0,1-1 0,0 0 0,0 1 0,0-1 0,0 0 0,1 0 0,-1-1 0,1 1 0,0 0 1,0-1-1,0 0 0,0 0 0,4 3 0,-3-3-872,1 0 0,0 0 0,-1-1 0,1 0 0,0 1 0,0-1 0,0-1 0,0 1 0,0-1 0,10 0 0,16-4-8245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4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1169,'0'0'25611,"38"27"-27372,16-2-3025,7-8-5619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4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1 1072,'0'0'31695,"-64"107"-31695,51-64 0,3 1 0,-3-2 0,5-4 0,-1-9 0,5-6 0,-2-6 0,2-3-1137,-5-5-2608,-5-7-1906,-5-2-3553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4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21 768,'0'0'21770,"115"-21"-18280,-65 21-1889,6 0-1265,3 0-336,1 0-1345,-1 0-1488,-1 0-2514,-3 0-4913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4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16888,'0'0'15879,"-71"119"-15879,71-88 0,-2-2 0,0-4 0,0-4 0,-2-2 0,2-6 0,-4-1-2753,-1-6-1825,-5-6-2001,-5 0-8260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4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7619,'0'0'21995,"148"-36"-21147,-89 36-640,-3 0-208,3 0-944,-5 0-2370,0 0-2353,5-2-1024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5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4914,'0'0'13308,"20"8"-10857,-7-3-2000,-1-1-56,-1 1 1,1 0 0,-1 0 0,0 1 0,0 1 0,0 0 0,-1 0 0,0 1 0,-1 0-1,17 19 1,-16-12-25,0 0 0,-1 0 1,0 1-1,-1 1 0,-1 0 0,-1 0 0,0 0 0,5 33 0,-4-6 116,-3-1 1,-1 68 0,-3-90-521,-1 0 0,-2 0 1,0 0-1,-1-1 0,-1 1 1,0-1-1,-2 0 0,0 0 1,-2-1-1,0 0 0,-1 0 1,-1-1-1,0-1 1,-2 1-1,0-2 0,-24 24 1,10-14-1154,-33 24 1,-1-8-8079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6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793 395 8132,'0'0'2630,"12"-20"-114,34-68 1219,-44 83-3497,-1 0 0,1 0 0,-1 1 0,0-1 0,0 0 1,0 0-1,0 0 0,-1 0 0,0 0 0,0 0 0,-1 0 0,1 0 0,-1 0 0,0 0 0,0 0 0,-1 0 0,1 1 0,-1-1 0,0 1 0,0-1 0,-1 1 1,0-1-1,1 1 0,-1 0 0,-5-5 0,-4-3 100,-1 1 0,0 0 0,-1 1 0,0 0 0,-21-11 0,30 18-232,-21-11 329,-1 0 0,-54-19 0,65 28-177,1 1 1,-1 1-1,0 0 0,0 1 1,1 0-1,-2 2 1,-16 1-1,27-1-221,1 2-1,0-1 0,0 1 1,0-1-1,0 2 1,0-1-1,0 0 0,0 1 1,1 0-1,-1 0 1,1 0-1,0 1 1,0-1-1,0 1 0,0 0 1,1 0-1,0 1 1,-1-1-1,1 1 1,1-1-1,-1 1 0,-2 7 1,-1 3 25,0 0-1,1 0 1,1 0 0,1 1 0,0 0-1,-1 21 1,10 270-191,3-92-332,-9-204 450,0 0-1,-1 0 0,0-1 1,0 1-1,-2 0 0,1-1 0,-1 1 1,-7 14-1,7-19 14,-1 0 0,0 0 0,0 0 0,0 0 0,-1-1 0,0 0 0,0 0 0,0 0 0,-1-1 0,1 0 0,-1 0 0,0 0 0,-13 6 0,-1-3 132,0 0 0,-41 9-1,43-12 83,0 0 0,1 1 0,-1 1 0,-30 15 0,48-21-220,-1 0 1,1 0-1,0 0 1,-1 0-1,1 0 1,-1 1 0,1-1-1,0 0 1,-1 0-1,1 0 1,0 1-1,-1-1 1,1 0-1,0 0 1,-1 1-1,1-1 1,0 0 0,0 1-1,-1-1 1,1 0-1,0 1 1,0-1-1,0 0 1,-1 1-1,1-1 1,0 1-1,0-1 1,0 0-1,0 1 1,0-1 0,0 1-1,12 3-401,27-5-857,-37 1 1114,48-5-2187,-26 2 486,0 1 0,45 3 1,-68-1 1833,0 0 0,0 1 0,1 0 0,-1-1 0,0 1 0,0-1 0,0 1 0,0 0 0,1 0 0,-1 0 1,0 0-1,-1 0 0,1 0 0,0 0 0,0 0 0,0 0 0,0 0 0,-1 0 0,1 0 0,-1 1 0,1-1 0,-1 0 1,1 0-1,-1 1 0,0-1 0,0 0 0,1 1 0,-1-1 0,0 0 0,0 1 0,0-1 0,0 0 0,-1 3 0,1 2 109,-1 0-1,0 1 1,0-1-1,0 0 1,-1 0-1,-2 7 0,-35 74 3026,17-43-1502,3 0 0,1 1-1,3 1 1,-11 50 0,24-83-1509,1 0 0,0 0 0,2 22 0,-1-34-108,1 0 0,0 0 0,-1 0 0,1 0 0,0 0 0,-1 0 0,1 0 0,0 0 0,0 0 0,0 0 0,0 0 0,0 0 0,0 0 0,0-1 0,0 1 0,0 0 0,0-1 0,0 1 0,0-1 0,1 1 0,-1-1 0,0 0 0,0 1 0,1-1 0,-1 0 0,2 0 0,41 4 0,-38-4 0,9 1 0,39 1 0,79-6 0,-92-4 51,-39 7-75,-1 1 1,1 0 0,-1-1 0,0 0-1,1 1 1,-1-1 0,0 0 0,1 1 0,-1-1-1,0 0 1,0 0 0,0 0 0,0 0 0,0 0-1,0 0 1,0-1 0,0 1 0,0 0-1,0 0 1,-1-1 0,1 1 0,0 0 0,-1-1-1,1 1 1,-1-1 0,1-1 0,-17 10-9490,15-7 8560,-26 9-9823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7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797 395 9732,'0'0'2065,"8"-23"643,-1 3-2062,3-11 457,2 1 1,30-57 0,-41 85-1081,11-19 392,17-41-1,-27 57-352,0-1 1,0 1 0,0-1-1,-1 0 1,0 0 0,0 0-1,-1 0 1,1 0-1,-1 0 1,-1 0 0,1 0-1,-1 0 1,-1-6 0,0 9-8,1 1 1,0 0 0,-1 0 0,1 1 0,-1-1 0,1 0 0,-1 0 0,0 1 0,0-1 0,0 1-1,0-1 1,0 1 0,0 0 0,0 0 0,0 0 0,0 0 0,0 0 0,-1 1 0,1-1-1,0 0 1,-1 1 0,1 0 0,-1 0 0,-3 0 0,-10-1 270,1 1 0,-25 4 0,35-4-282,-16 4 196,1 0 0,-1 2 0,1 0-1,1 1 1,-1 1 0,1 0-1,0 2 1,1 0 0,0 1 0,-23 19-1,19-12 47,1 2 0,0 0-1,1 0 1,2 2 0,0 1-1,1 0 1,-16 31 0,16-20-56,1 1 1,2 1-1,2 1 0,-14 63 1,-11 159 280,1-12-275,25-195-321,-3 0-1,-2-1 1,-3 0 0,-1-1-1,-3-2 1,-2 0 0,-34 49-1,58-96-80,1 1 1,-1-1-1,0 0 0,1 0 1,-1 0-1,0 0 0,0 0 1,0 0-1,1 0 0,-1 0 1,0 0-1,0-1 0,-1 1 0,1 0 1,0-1-1,0 1 0,0 0 1,0-1-1,-1 0 0,1 1 1,-2 0-1,2-2-184,0 0 1,0 0-1,0 0 0,0 0 0,0 0 1,0 0-1,1 0 0,-1-1 1,0 1-1,0 0 0,1 0 0,-1 0 1,1-1-1,-1 1 0,1 0 1,0-1-1,-1 1 0,1-1 1,0 1-1,0-3 0,-10-42-8430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8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1 183 7860,'18'-3'5050,"54"-7"-1186,92 0 0,87 11-564,20 0-3689,-193-4-1309,107-19 0,-165 20 1064,-17 2 514,1-1 0,-1 1-1,1-1 1,-1 1-1,0-1 1,1 0 0,-1 0-1,0 0 1,0-1 0,0 1-1,3-3 1,-6 4 125,0 0 0,1 0-1,-1 0 1,0 0 0,0 0 0,0 0-1,0 0 1,0-1 0,0 1 0,0 0 0,0 0-1,0 0 1,0 0 0,1 0 0,-1-1-1,0 1 1,0 0 0,0 0 0,0 0 0,0 0-1,0 0 1,0 0 0,0-1 0,0 1-1,0 0 1,0 0 0,0 0 0,0 0 0,0 0-1,0-1 1,0 1 0,-1 0 0,1 0-1,0 0 1,0 0 0,0 0 0,0 0 0,0-1-1,0 1 1,0 0 0,0 0 0,0 0-1,-1 0 1,1 0 0,0 0 0,0 0 0,0 0-1,0 0 1,0-1 0,0 1 0,-1 0-1,1 0 1,0 0 0,0 0 0,0 0 0,0 0-1,0 0 1,0 0 0,-1 0 0,1 0-1,0 0 1,0 0 0,0 0 0,0 0 0,0 0-1,-1 0 1,1 1 0,-16-3 745,-11 0 121,4 1-127,1 0 0,-1 1 0,1 1 0,-33 6 0,51-6-696,-1 0 0,0 0 1,0 1-1,1 0 0,-1-1 1,1 1-1,0 1 0,-1-1 1,1 1-1,0-1 0,0 1 1,1 1-1,-1-1 1,1 0-1,-1 1 0,1 0 1,0-1-1,0 1 0,1 0 1,-1 1-1,1-1 0,0 0 1,0 1-1,0-1 0,1 1 1,-2 8-1,2-8-48,0 0 0,1 0 0,-1-1 0,1 1 0,0 0 0,0 0-1,1-1 1,0 1 0,-1 0 0,2-1 0,-1 1 0,0 0 0,1-1 0,0 0 0,0 1 0,0-1 0,1 0-1,3 5 1,-1-4-39,0 0-1,0-1 0,0 0 1,0 0-1,1 0 0,0-1 1,-1 1-1,1-1 0,1-1 1,-1 1-1,0-1 0,14 3 1,-7-2-245,1 0 0,0-2 0,0 1 0,0-1 0,0-1 0,1-1 0,-1 0 0,0-1 0,0 0 0,16-5 0,-25 5 144,1 0-1,-1 0 1,1-1 0,-1 1 0,0-1 0,0-1 0,0 1 0,0 0 0,0-1 0,-1 0 0,0 0 0,0-1 0,0 1 0,0-1 0,-1 0 0,0 0 0,0 0 0,0 0 0,0-1 0,-1 1 0,0-1 0,0 1 0,-1-1 0,1 0 0,-1 0 0,0-9 0,0 8 261,-1 0 0,0 0-1,-1 0 1,1 0 0,-2 1 0,1-1-1,-1 0 1,0 1 0,-3-9 0,-3-2 1543,-22-32 0,24 39-1235,6 10-404,0-1-1,-1 1 1,1 0 0,0 0 0,0 0-1,0 0 1,0-1 0,-1 1-1,1 0 1,0 0 0,0-1-1,0 1 1,0 0 0,0 0 0,0 0-1,0-1 1,0 1 0,0 0-1,-1 0 1,1-1 0,0 1 0,0 0-1,0 0 1,0-1 0,0 1-1,1 0 1,-1 0 0,0-1-1,0 1 1,0 0 0,0 0 0,0-1-1,0 1 1,0 0 0,0 0-1,1 0 1,-1-1 0,0 1-1,0 0 1,0 0 0,0 0 0,1-1-1,12 2 186,18 9-215,-5 5-4,-1 0 1,-1 1-1,-1 2 0,0 0 0,-1 2 1,35 39-1,-53-53 37,0-1-1,0 1 1,0 0 0,-1 0-1,1 0 1,-1 0 0,-1 0-1,1 1 1,-1 0 0,0-1-1,-1 1 1,0 0-1,0 0 1,0 0 0,-1-1-1,0 1 1,0 0 0,-2 11-1,2-18 22,0 0 0,0 0 0,0 1 0,-1-1 0,1 0-1,0 0 1,0 0 0,0 0 0,0 1 0,0-1-1,0 0 1,0 0 0,-1 0 0,1 0 0,0 0-1,0 0 1,0 1 0,0-1 0,-1 0 0,1 0-1,0 0 1,0 0 0,0 0 0,-1 0 0,1 0-1,0 0 1,0 0 0,0 0 0,-1 0 0,1 0-1,0 0 1,0 0 0,0 0 0,-1 0 0,1 0 0,0 0-1,0 0 1,0 0 0,0 0 0,-1 0 0,1-1-1,0 1 1,0 0 0,0 0 0,0 0 0,-1 0-1,1 0 1,0 0 0,0-1 0,0 1 0,0 0-1,0 0 1,0 0 0,-1 0 0,1-1 0,0 1-1,0 0 1,0 0 0,0 0 0,0 0 0,0-1 0,0 1-1,0 0 1,0-1 0,-8-12 674,6 1-551,1 0 0,0 0 1,1 0-1,0 0 1,0 1-1,2-1 1,-1 0-1,1 0 1,1 1-1,0-1 0,1 1 1,0-1-1,1 2 1,0-1-1,0 0 1,1 1-1,1 0 1,8-10-1,-6 8-156,1 2 0,0-1 0,1 1 0,-1 1 0,2 0 0,-1 0 0,2 1 0,-1 1 0,1 0 0,0 1 0,0 0 0,0 1 0,1 0 0,24-4 0,-30 8-293,-1 0 0,0 1 1,1 0-1,-1 0 0,1 0 1,9 3-1,43 15-6414,-13-5-1014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762 1 7555,'0'0'4418,"-107"0"17,24 16-210,-14 28-1455,-16 13-657,5 16 32,10 15-657,18 14-367,28 5-337,29-1-352,23-3-336,6-13-64,38-17-32,19-15-672,10-18-961,8-19-2096,7-19-1986,0-2-5746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9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9989,'0'0'9743,"18"-12"-6865,5-2-2227,1 1-1,0 1 1,0 1-1,48-15 1,-34 16-327,-1-1-30,-1 3 1,1 0-1,63-3 1,-100 11-270,0 0 1,0 0-1,0 0 1,1 0 0,-1 0-1,0 0 1,0 0-1,0 1 1,0-1 0,0 0-1,0 0 1,1 0-1,-1 0 1,0 0 0,0 1-1,0-1 1,0 0-1,0 0 1,0 0 0,0 0-1,0 1 1,0-1-1,0 0 1,0 0 0,0 0-1,0 0 1,0 1-1,0-1 1,0 0 0,0 0-1,0 0 1,0 0-1,0 1 1,0-1 0,0 0-1,0 0 1,0 0-1,-1 0 1,1 0 0,0 1-1,0-1 1,0 0-1,0 0 1,0 0 0,0 0-1,0 0 1,-1 0-1,1 0 1,0 1 0,0-1-1,0 0 1,-1 0-1,1 1 83,-44 56 1772,31-42-1624,1 0 0,-11 18 0,19-27-250,1 1-1,0-1 1,0 1-1,1 0 0,0 0 1,0-1-1,0 1 1,1 1-1,-1 10 1,2-9-22,-1 1-283,0 1 0,1-1 0,1 1 0,0-1 0,0 1 0,4 14 0,-4-23-2,0 0 1,0 0-1,0 0 1,0 0-1,0-1 1,0 1-1,0 0 0,1-1 1,-1 1-1,0-1 1,1 1-1,-1-1 1,1 0-1,0 1 0,0-1 1,1 1-1,0-1-420,0 0 0,0 0 0,0-1 0,0 1 0,0-1 0,0 1 1,1-1-1,-1 0 0,0 0 0,0-1 0,0 1 0,0-1 0,6-1 0,31-14-11434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9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15559,'0'0'8148,"31"134"-10597,9-86-3730,2-8-4114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9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15591,'0'0'14020,"10"12"-13254,1 3-597,-8-9-126,2 0-1,-1 0 1,1 0-1,0-1 1,0 0-1,0 0 1,1 0-1,8 5 1,-12-8-57,1-1 0,-1 1 0,1-1 0,-1 1 0,1-1 1,0 0-1,0 0 0,0 0 0,0 0 0,-1-1 0,1 1 0,0-1 0,0 0 1,0 0-1,0 0 0,6-1 0,-2-1-392,0 0 0,-1 0 0,1-1 0,-1 0 0,9-5-1,13-7-727,-26 15 1252,-1 0 0,0 0 0,0-1 0,1 1 0,-1 0-1,0 0 1,1 0 0,-1 0 0,0 1 0,0-1 0,1 0 0,-1 0 0,0 1 0,0-1 0,0 1 0,1-1 0,-1 1 0,0 0 0,0-1 0,0 1 0,0 0 0,0 0 0,1 1 0,26 28-403,-13-13 297,-9-11-684,0 0 0,1 0 0,0-1 0,14 9 0,-17-13-386,-1 1 0,1-1 0,0 0 1,-1 0-1,1 0 0,0 0 0,0-1 0,6 1 1,15-1-10573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9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0 8900,'0'0'22064,"-8"25"-20544,8-25-1519,-8 27 46,-2-1 0,0 1 0,-2-2 0,-1 0 0,-28 40 0,17-33-47,-4 3 0,1 2 0,2 0 0,-35 72 0,57-102 0,0 0 0,1-1 0,0 1 0,1 0 0,-1 0 0,1 0 0,0 10 0,1-15 0,0 0 0,1 1 0,-1-1 0,0 0 0,1 0 0,-1 0 0,1 0 0,0 1 0,0-1 0,0 0 0,0 0 0,0 0 0,0-1 0,0 1 0,1 0 0,-1 0 0,0-1 0,1 1 0,0-1 0,-1 1 0,1-1 0,0 1 0,0-1 0,0 0 0,2 1 0,4 1-209,0 0-1,0 0 1,0-1-1,1 0 1,13 0-1,44 0-4995,-48-2 2956,31 0-6040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4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15255,'0'0'3762,"136"-4"-1281,-54 17-2481,3-1-2305,-1-3-7380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0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1 15511,'0'0'7417,"-1"18"-3125,-19 209 1162,-33 134-5361,51-341-93,-1-1 0,-1-1 0,-1 1 0,0-1 0,-2 1 0,-13 27 0,16-40 0,1 0 0,-2 0 0,1 0 0,-1 0 0,0-1 0,0 0 0,0 0 0,0 0 0,-1-1 0,0 0 0,0 0 0,-1 0 0,1-1 0,-1 0 0,1 0 0,-1 0 0,0-1 0,0 0 0,0-1 0,-11 2 0,8-2 0,0 0 0,0 0 0,0-1 0,0-1 0,-14-2 0,20 3 0,0-2 0,0 1 0,0 0 0,0-1 0,0 1 0,0-1 0,1 0 0,-1-1 0,1 1 0,-1-1 0,1 1 0,0-1 0,0 0 0,0 0 0,-2-4 0,-22-34 0,2-1 0,2-2 0,-18-48 0,40 89 0,-11-25-458,1 0 0,1-1-1,-10-54 1,18 65-768,0 0 1,1-1-1,1 1 1,3-27-1,-2 39 333,0-1-1,0 0 1,1 0 0,0 1 0,5-10-1,23-31-7907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0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13862,'0'0'17704,"18"-17"-19048,10 32-2290,5-7-1984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0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18104,'0'0'7172,"142"-21"-3251,-96 19-2592,4 0-1009,-8 2-320,-9 0 0,-7 0-816,-14 4-1009,-12 11-1761,0-3-2272,-31 1-3603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13494,'0'0'7139,"161"17"-4801,-96-17-2338,0 0-833,-3 0-5138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1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298 144 15319,'0'0'7345,"-20"-1"-3597,6 0-3062,6-1-437,0 1-1,-1 1 0,1 0 0,0 0 1,0 0-1,0 1 0,0 0 0,0 1 1,0 0-1,0 0 0,0 0 0,1 1 0,-1 1 1,1-1-1,-7 5 0,3-1-171,1 1 0,0 0 1,1 1-1,0 0 0,0 0 0,1 1 0,0 0 0,1 0 0,0 1 0,1 0 1,0 0-1,0 0 0,1 1 0,1 0 0,0 0 0,1 0 0,0 1 1,1-1-1,0 1 0,1-1 0,0 23 0,2-31-79,-1-1-1,0 1 1,1 0 0,0-1 0,0 1-1,0-1 1,0 1 0,1-1 0,-1 1-1,1-1 1,0 0 0,0 0 0,0 0-1,0 0 1,1 0 0,-1 0-1,1-1 1,3 3 0,-2-1 12,1-1-1,1 0 1,-1 0 0,0-1-1,1 0 1,0 0 0,-1 0-1,1 0 1,0-1 0,9 1-1,-3-1-121,-1-1-1,1 0 1,0 0 0,0-1-1,0-1 1,-1 0-1,1-1 1,-1 0-1,0 0 1,0-2 0,13-5-1,-14 4-35,0-1 1,0 0-1,-1 0 0,0-1 0,0 0 1,-1 0-1,0-1 0,0-1 0,-1 1 1,0-1-1,-1 0 0,0-1 1,-1 1-1,0-1 0,4-13 0,-2 1 88,-2 0-1,0 0 1,-2-1-1,0 1 0,-2-1 1,-2-37-1,0 51 60,0 0 0,0 0 0,-1 1 0,0-1 0,-1 1 0,-5-13 0,7 19-54,-1 0 1,1 0-1,-1 0 1,0 0 0,1 0-1,-2 0 1,1 1-1,0-1 1,0 1 0,-1-1-1,1 1 1,-1 0-1,0 0 1,0 0 0,0 0-1,0 0 1,0 1-1,0-1 1,0 1 0,-5-1-1,7 2-128,0-1-1,0 1 0,0 0 1,1 0-1,-1 0 1,0 0-1,0 0 0,0 0 1,0 0-1,0 1 0,1-1 1,-1 0-1,0 0 0,0 1 1,0-1-1,1 0 1,-1 1-1,0-1 0,0 1 1,1-1-1,-1 1 0,0-1 1,1 1-1,-1 0 1,1-1-1,-1 1 0,1 0 1,-1-1-1,1 1 0,-1 0 1,0 1-1,-5 26-6296,6-27 6158,-1 34-10157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1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28 4466,'0'0'28301,"-5"-28"-28301,5 37 0,-4 16 0,-2 4 0,0 9 0,-3 2-848,3-5-4419,2-4-2672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1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406 0 17416,'0'0'8452,"-144"136"-4098,100-86-2705,4 0-1649,-4-4-1873,-16-2-2465,-13-17-320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2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 1 5747,'0'0'16439,"7"2"-14662,-5-2-1702,-1 1 0,1-1 0,0 1 0,-1 0 0,0-1 0,1 1 0,-1 0 0,1 0-1,-1 0 1,0 0 0,0 0 0,1 0 0,-1 0 0,0 0 0,0 0 0,0 1 0,0-1 0,0 0 0,-1 1 0,2 2 0,-1 0 86,0 1 0,-1-1-1,0 1 1,0-1 0,0 0 0,0 1 0,-1-1 0,1 1 0,-3 5 0,-14 97 1183,5 0 1,3 192 0,11-17-1855,-2-279 496,0 6-53,0 0 0,0 1 0,-1-1 0,-1 0 0,-2 12 0,3-19 64,1 0 1,-1 0 0,0-1 0,0 1 0,0 0 0,0-1 0,0 1 0,0-1 0,0 1 0,0-1 0,0 0 0,-1 1 0,1-1 0,-1 0 0,1 0 0,-1 0 0,1 0 0,-1 0 0,0 0 0,1 0 0,-1-1 0,0 1 0,0-1 0,1 1 0,-1-1 0,0 0 0,0 1 0,0-1 0,0 0 0,0 0 0,1 0 0,-1-1 0,-2 1-1,0-1 7,1 0 0,-1 0 0,1 0-1,-1 0 1,1-1 0,0 0-1,-1 1 1,1-1 0,0 0-1,0 0 1,0-1 0,-5-4-1,-29-39-3,22 27-10,-199-244-1447,210 258 1252,0-1-1,1 1 1,-1 0 0,1-1-1,0 0 1,1 0 0,0 0-1,0 0 1,0 0-1,0 0 1,1-1 0,0 1-1,0-11 1,1 12-630,1-1 1,-1 1 0,1 0-1,0 0 1,1 0-1,-1 0 1,1 1-1,0-1 1,0 0-1,1 1 1,3-6 0,30-34-8768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2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19753,'0'0'9028,"48"80"-14198,-8-62-1601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3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703 0 12342,'0'0'8588,"-24"11"-3896,-1 1-3576,-23 10 942,-68 21 0,20-14-671,-84 28-824,142-43-575,1 2-1,-56 32 1,89-46 12,0 1 0,-1 0 0,2 0 0,-1 0 0,0 0 0,1 1 0,-1 0 0,1-1 0,-5 9 0,7-11 0,1 0 0,-1 1 0,1-1 0,0 0 0,-1 1 0,1-1 0,0 0 0,0 1 0,0-1 0,0 1 0,0-1 0,0 1 0,0-1 0,0 0 0,0 1 0,1-1 0,-1 0 0,1 1 0,-1-1 0,1 0 0,-1 1 0,1-1 0,0 0 0,0 0 0,-1 0 0,1 0 0,0 0 0,0 0 0,0 0 0,0 0 0,1 0 0,-1 0 0,0 0 0,0 0 0,0-1 0,1 1 0,1 0 0,27 13 0,1-1 0,0-1 0,1-2 0,64 12 0,-24-6 0,203 46 0,-257-59-604,0-1 0,24-1 1,-36-4-3567,-2-9-1710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3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6 848,'-1'-2'23005,"7"-1"-21940,-1 3-760,0 0 0,1 0-1,-1 0 1,0 1 0,1-1 0,-1 1-1,0 1 1,0-1 0,0 1 0,0 0-1,0 0 1,0 0 0,-1 1 0,1-1 0,-1 1-1,5 4 1,-4-4-202,0 1 1,-1-1-1,1 1 1,-1 0-1,0 1 0,-1-1 1,1 1-1,-1-1 1,1 1-1,-2 0 0,1 1 1,0-1-1,-1 0 0,0 1 1,2 7-1,-3-3-52,0 1 0,0 0-1,-1-1 1,-1 1 0,1-1-1,-2 1 1,1-1 0,-2 1-1,1-1 1,-2 0 0,1 0-1,-1 0 1,-1 0 0,1-1 0,-2 1-1,1-1 1,-1-1 0,-1 1-1,-10 11 1,16-25-51,5-7 0,7-3-69,0 1 0,1 0 0,0 0 0,1 1 0,0 1 0,2 0 0,-1 1 0,1 0 0,1 2 0,-1-1 0,23-8 0,5 0-79,0 2-1,2 1 1,57-10-1,-101 25 178,-1 0 1,0 0-1,0 0 0,0-1 1,1 1-1,-1 0 1,0 0-1,0 0 0,1 0 1,-1 0-1,0 0 0,0 0 1,1 0-1,-1 0 0,0 0 1,0 0-1,0 0 1,1 0-1,-1 0 0,0 0 1,0 1-1,1-1 0,-1 0 1,0 0-1,0 0 0,0 0 1,1 0-1,-1 0 1,0 1-1,0-1 0,0 0 1,0 0-1,0 0 0,1 0 1,-1 1-1,0-1 0,0 0 1,0 0-1,0 0 1,0 1-1,-3 11 324,-19 20-609,15-22 377,2-4-121,1 0 0,0 0 0,1 1 0,0-1 0,0 1 0,0 0 0,0-1 0,1 1 0,0 0 0,1 1 0,0-1 0,0 0 0,0 8 0,1-13-47,1 0-1,-1 0 1,0 1 0,1-1 0,-1 0-1,1 0 1,0-1 0,0 1-1,0 0 1,0 0 0,0 0-1,0 0 1,0-1 0,1 1 0,-1-1-1,1 1 1,-1-1 0,1 1-1,-1-1 1,1 0 0,0 0-1,0 0 1,-1 0 0,1 0 0,0 0-1,0 0 1,0 0 0,3 0-1,5 1-1275,-1 0 0,0 0 0,1-1 0,18 1-1,24-2-4838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3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9 21546,'0'0'11221,"0"-8"-11221,0 35 0,-4 11 0,2-1-4130,-7 1-1889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4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 12358,'0'0'8147,"-121"75"-3633,75-25 1265,9-6-3810,12-2-1969,6-5 0,6-12 0,-1-8-2625,-7-17-3298,2-2-14038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4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686 10 208,'0'0'18312,"4"-3"-15001,-4 3-3245,10-6 1786,-13 9-202,-24 27 1100,12-3-2100,1-1 0,1 2 0,2-1 0,0 2 0,-12 57 0,9-10-291,-5 84 0,15-91-359,4-45 0,-1 0 0,-1 0 0,-1 0 0,-1-1 0,-2 0 0,-9 29 0,14-49 0,-1 0 0,1-1 0,-1 1 0,0 0 0,0-1 0,0 0 0,0 1 0,-1-1 0,1 0 0,0 0 0,-1 0 0,0 0 0,1-1 0,-1 1 0,0-1 0,0 1 0,0-1 0,0 0 0,0 0 0,0 0 0,0-1 0,0 1 0,0-1 0,0 0 0,0 0 0,-7 0 0,3-1 0,0 1 0,0-2 0,0 1 0,0-1 0,0 0 0,0 0 0,1-1 0,-1 0 0,1 0 0,-1-1 0,-5-4 0,-11-9-63,-42-32-244,-2 3 0,-96-49 0,160 94 68,0 0 1,0-1-1,1 1 0,-1-1 1,0 0-1,1 0 1,-1 0-1,1 0 1,-1 0-1,-3-5 1,6 6 30,0 0 0,-1 1 0,1-1 1,0 1-1,0-1 0,-1 0 0,1 1 1,0-1-1,0 0 0,0 1 0,0-1 0,0 0 1,0 1-1,0-1 0,0 0 0,1 1 0,-1-1 1,0 0-1,0 1 0,1-2 0,16-15-5728,19-5-3095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4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19545,'0'0'12950,"52"40"-14663,-23-11-768,9-4-2641,10-6-3026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5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1 512,'0'0'26780,"0"140"-22265,0-82-3555,0 3-960,0 2 0,-6-7 0,-13-2 0,1-14 0,-1-6 0,-2-11 0,0-11-80,0-8-2673,-2-4-2258,13-8-3873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5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13654,'0'0'6931,"119"-6"-3137,-65 6-2145,2 0-1441,-1 6-208,-1-2-800,1 1-1425,-1-5-2866,0 0-4721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5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16408,'0'0'14950,"-37"112"-13861,22-66-769,4 2-320,-3-2 0,-1-6 0,-4-2 0,-4-11-208,0-8-1617,0-5-880,5-1-1921,-3-9-3298,0-4-4482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5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6051,'0'0'22026,"109"-56"-21290,-63 56-288,8 10-432,-1 7-16,-1-2-1168,2-3-1649,-1-8-1297,-1-4-4178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5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1777,'0'0'21879,"20"20"-19395,-4-6-2000,-1-1-111,-1 1-1,0 0 1,-1 1-1,0 0 1,-1 1-1,-1 1 0,-1 0 1,11 21-1,7 34 27,-3 0 0,-3 2-1,-3 0 1,-3 1 0,-4 1-1,4 130 1,-15-191-399,-1 0 0,0 1 0,-2-1 0,1 0 0,-2 0 0,-7 23 0,8-32 0,-1 1 0,0-1 0,-1 0 0,1 0 0,-1 0 0,0-1 0,-1 1 0,1-1 0,-1 0 0,0 0 0,0 0 0,-1-1 0,0 0 0,1 0 0,-1-1 0,-7 4 0,-2 0-21,-1-2-1,1 1 1,-1-2 0,0 0 0,-27 3-1,-84-1-3041,126-6 2349,-8 0 102,9 0 514,0 0 0,0 0 0,-1 0 0,1 0 0,0-1 0,0 1 0,0 0 0,0 0 1,0 0-1,0 0 0,0 0 0,0 0 0,0 0 0,0 0 0,-1 0 0,1 0 0,0 0 0,0-1 1,0 1-1,0 0 0,0 0 0,0 0 0,0 0 0,0 0 0,0 0 0,0 0 0,0 0 0,0-1 0,0 1 1,0 0-1,0 0 0,0 0 0,0 0 0,0 0 0,0 0 0,0 0 0,0-1 0,0 1 0,0 0 1,0 0-1,0 0 0,0 0 0,0 0 0,0 0 0,0 0 0,1 0 0,-1 0 0,0-1 0,0 1 1,0 0-1,0 0 0,0 0 0,0 0 0,0 0 0,0 0 0,0 0 0,1 0 0,-1 0 0,0 0 0,0 0 1,0 0-1,0 0 0,0 0 0,0 0 0,0 0 0,0 0 0,1 0 0,-1 0 0,0 0 0,26-18-6139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6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895 290 7571,'0'-19'3973,"1"-6"-2261,1 10-440,-1-1 0,-1 1 1,-1 0-1,0 0 0,-5-22 1,4 29-857,-1 1 0,0-1 0,0 1 0,-1 0 0,0 0 0,0 0 1,0 0-1,-1 1 0,0-1 0,-1 1 0,1 1 0,-1-1 1,0 1-1,-1 0 0,-12-8 0,15 10-283,-1 0 1,0 1-1,0-1 1,-1 1-1,1 0 0,0 0 1,-1 1-1,1 0 1,-1 0-1,1 0 1,-1 0-1,0 1 0,1 0 1,-1 0-1,0 1 1,1 0-1,-1 0 1,1 0-1,-1 0 0,1 1 1,0 0-1,-1 0 1,-8 6-1,-12 10 128,2 2 0,0 1 0,-22 24 0,-2 3-38,3-8-159,-43 43 6,78-72-70,0 0 1,1 1-1,0 0 1,1 0-1,-12 25 0,17-31-36,0 1 0,0 0-1,1 1 1,0-1 0,0 0-1,1 1 1,0-1 0,0 1 0,1 0-1,-1-1 1,2 1 0,-1-1-1,1 1 1,0-1 0,1 1-1,0-1 1,0 1 0,0-1-1,1 0 1,0 0 0,1 0-1,-1-1 1,1 1 0,1-1-1,-1 0 1,1 0 0,0 0 0,0-1-1,1 0 1,11 8 0,-5-4-362,1-1 0,0 0 0,1-1 0,-1-1 0,2 0 0,18 4 0,-33-9 390,0 0 0,-1 0 0,1-1 0,0 1 0,0 0 0,-1-1 0,1 1 0,-1-1 0,1 1 0,-1 0 0,1-1 0,-1 1 0,1-1 0,-1 1 0,1-1 0,-1 0 0,1 1 0,-1-1 0,0 1 0,1-1 0,-1 0 0,0 0 0,-1 1 0,-118 52 407,-147 59-288,198-83-330,70-29 164,-1 0 0,0 0 0,0 0-1,1 0 1,-1 0 0,0 0 0,0 0 0,0 0 0,1 1 0,-1-1 0,0 0-1,0 0 1,0 0 0,0 0 0,0 0 0,1 1 0,-1-1 0,0 0 0,0 0 0,0 0-1,0 1 1,0-1 0,0 0 0,0 0 0,1 0 0,-1 1 0,0-1 0,0 0-1,0 0 1,0 0 0,0 1 0,0-1 0,0 0 0,0 0 0,0 1 0,0-1-1,0 0 1,-1 0 0,1 0 0,0 1 0,0-1 0,0 0 0,0 0 0,0 0-1,0 1 1,0-1 0,0 0 0,-1 0 0,1 0 0,0 0 0,0 1 0,0-1-1,0 0 1,-1 0 0,1 0 0,21 2-1282,-20-2 1474,8-1-259,-1 0 1,1 0-1,-1-1 1,1 0 0,14-6-1,-13 4-155,1 1-1,-1 0 1,15-2 0,-17 4 136,-6 1 116,1-1 0,0 1 0,-1 0 0,1 0 0,-1 0 0,1 0 0,0 0 0,4 2 0,-6-2 56,0 1 0,0 0 0,0-1 0,-1 1 0,1 0 0,0 0 0,-1-1 0,1 1 0,-1 0 0,1 0 0,-1 0 0,1 0 0,-1 0 0,1 0 0,-1 0 0,0 0 0,1 0 0,-1 0 0,0 0 0,0 0 0,0 0 0,0 0 0,0 0 0,0 0 0,-1 2 0,1 60 2643,-11 73 0,7-108-1829,-2 1 1,0-1-1,-2 0 0,-21 50 1,-3-25-299,27-47-548,0 1 0,0 0 0,1 0 0,0 0 0,0 0 0,1 1 1,0 0-1,0-1 0,1 1 0,0 0 0,-2 16 0,5-23 1,-1 1 0,0-1 0,1 0 0,-1 0 0,0 0 0,1 0 0,0 0 0,-1 0 0,1 0 0,-1 0 0,1 0 0,0 0 0,0 0 0,0 0 0,-1 0 0,1-1 0,0 1 0,0 0 0,0-1 0,0 1 0,0-1 0,1 1 0,0 0 0,35 11 0,-25-8 0,197 75 0,-206-78 0,1 0 0,0 0 0,0 0 0,0 0 0,0-1 0,0 1 0,4-1 0,-7 0 0,0 0 0,0 0 0,0-1 0,0 1 0,0 0 0,-1 0 0,1 0 0,0-1 0,0 1 0,0 0 0,-1-1 0,1 1 0,0-1 0,0 1 0,-1-1 0,1 1 0,0-1 0,-1 1 0,1-1 0,-1 0 0,1 1 0,-1-1 0,1 0 0,-1 1 0,1-1 0,-1 0 0,0 0 0,1 0 0,-1 1 0,0-1 0,0 0 0,1 0 0,-1 0 0,0 0 0,0 0 0,0-1 0,0 1-116,-1 0 1,1-1-1,-1 1 0,1 0 1,-1 0-1,1 0 1,-1 0-1,1 0 0,-1 0 1,0 0-1,0 0 0,1 0 1,-1 0-1,0 0 0,0 1 1,0-1-1,0 0 0,0 1 1,0-1-1,0 0 1,0 1-1,-2-1 0,-5-4-1159,-24-17-4314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9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61 2785,'0'0'12843,"18"-9"-11298,4 0-1082,-11 4-125,0 0 0,-1 0 0,1-1 1,-1 0-1,10-9 0,-25 16 3796,-7-2-3554,-2 0-636,-12 2 118,0 0 0,-49 11 0,62-9-48,0 0 0,1 1-1,0 0 1,0 1 0,0 1 0,0 0 0,-20 14-1,31-20-18,0 1 0,-1 0 0,1 0 0,0-1 0,0 1 0,0 0 0,0 1 0,0-1 0,0 0 0,0 0 0,0 0 0,0 0 0,0 1 0,0-1 0,1 0 0,-1 1 0,1-1 0,-1 1 0,1-1 0,-1 1 0,1-1 0,0 1 0,0-1 0,0 1 0,0-1 0,0 1 0,0-1 0,0 1 0,0-1 0,0 1 0,1-1 0,-1 1 0,1-1 0,-1 0 0,1 1 0,0-1 0,-1 0 0,1 1 0,0-1 0,0 0 0,1 2 0,6 4-46,-1-1 0,0 1 0,1-2 0,0 1 0,13 6 0,-3-1 12,5 4 44,-6-5-33,0 2-1,-1 0 0,19 19 1,-31-27-19,0 0 0,0 0 0,-1 1 0,1 0-1,-1 0 1,0 0 0,-1 0 0,1 0 0,-1 0 0,0 1 0,0-1 0,-1 1 0,0-1 0,0 1 0,0 0 0,0 6 0,-2-9 47,1-1 0,0 0 0,-1 0 0,0 0 1,1 0-1,-1 0 0,0 0 0,0 0 0,0 0 1,0 0-1,-1-1 0,1 1 0,0 0 0,-1-1 1,1 1-1,-1-1 0,0 1 0,1-1 0,-4 2 0,-44 23 86,34-19-34,3-1 2,-80 37 666,81-39-696,-1 0-1,0-1 1,1 0-1,-1 0 1,-1-2 0,-13 1-1,25-2-148,1 0-1,0 0 1,-1 0-1,1 0 1,0-1-1,-1 1 1,1 0 0,0 0-1,-1-1 1,1 1-1,0 0 1,0-1-1,-1 1 1,1 0 0,0-1-1,0 1 1,0 0-1,-1-1 1,1 1-1,0 0 1,0-1-1,0 1 1,0-1 0,0 1-1,0 0 1,0-1-1,0 1 1,0-1-1,0 1 1,0 0 0,0-1-1,0 1 1,0-1-1,0 1 1,0 0-1,0-1 1,1 0-1,7-17-4362,19 4-725,9-5-1449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1:59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0 11093,'0'0'14044,"-9"24"-12507,0-3-1192,-14 37 843,-19 73 0,39-114-1074,0 0 0,2 0 0,-1 27 0,3-43-120,-1 0 1,1 0-1,-1 0 0,1-1 1,-1 1-1,1 0 0,0 0 1,-1 0-1,1-1 0,0 1 1,0-1-1,-1 1 1,1 0-1,0-1 0,0 1 1,0-1-1,0 0 0,0 1 1,0-1-1,0 0 0,0 1 1,0-1-1,0 0 0,0 0 1,0 0-1,0 0 0,0 0 1,0 0-1,0 0 0,0 0 1,1-1-1,38-2-253,-39 3 253,16-4-116,0-1 0,-1 0 0,0-2 0,0 0 0,0 0-1,-1-1 1,0-1 0,0-1 0,-1 0 0,0-1-1,-1 0 1,0-1 0,-1-1 0,16-21 0,-27 32 336,1 1 0,-1-1 0,0 1 0,0-1 0,0 1 0,0-1 1,0 0-1,-1 0 0,1 0 0,-1 1 0,1-1 0,-1 0 0,1 0 1,-1-3 1223,0 38-856,0-27-683,1 0-1,-1-1 1,1 1 0,0-1-1,1 1 1,-1-1 0,1 0-1,0 0 1,0 0 0,1 0-1,0 0 1,5 8 0,-4-8-537,0-1-1,0 1 1,0-1 0,0 0 0,1-1 0,-1 1 0,1-1 0,0 0 0,0 0 0,0 0 0,1-1 0,6 2 0,23 4-6750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0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2993,'0'0'23731,"13"16"-22130,41 57-358,-51-68-1100,0 0-1,0 1 0,0 0 0,-1-1 1,1 1-1,-2 0 0,1 0 1,-1 0-1,1 0 0,-2 0 1,1 1-1,-1-1 0,0 0 1,-1 11-1,0 3 554,1-19-448,2-14-272,0 9-44,0 0 0,1 0 0,-1 1 0,1-1 0,0 1-1,0-1 1,0 1 0,0 0 0,1 0 0,-1 0 0,1 1 0,-1-1 0,1 1 0,7-3 0,67-28-528,-63 27 476,0 1 46,-2-1-47,0 1 0,0 0 0,1 2 0,0-1 1,0 2-1,16-2 0,-30 23 916,1-10-510,-2 1 0,1-1 0,-1 0 0,-1 0 0,0 0 0,-3 12 0,3-14-273,5-6-14,0-2 3,10-1-8,0-1 1,0 0-1,0 0 0,18-9 0,11-3-74,75-15-370,26-9 38,-143 39 431,0 0 0,0 0 0,0 0-1,0 0 1,0-1 0,1 1 0,-1 0 0,0 0 0,0 0 0,0 0 0,0 0 0,0 0 0,0 0-1,1 0 1,-1 0 0,0 0 0,0 0 0,0 0 0,0 0 0,0 0 0,1 0 0,-1 0 0,0 0-1,0 0 1,0 0 0,0 0 0,0 0 0,1 0 0,-1 1 0,0-1 0,0 0 0,0 0 0,0 0-1,0 0 1,0 0 0,0 0 0,1 0 0,-1 0 0,0 1 0,0-1 0,0 0 0,0 0 0,0 0-1,0 0 1,0 0 0,0 0 0,0 1 0,0-1 0,-3 10 179,-10 12-367,12-20 245,-3 5-44,0 0 1,1 0-1,0 1 0,1-1 0,-1 1 1,1 0-1,-1 7 0,3-10-272,0-1 1,-1 0-1,1 0 0,1 0 0,-1 1 0,2 6 1,-2-10-166,1 1 1,-1 0-1,1 0 1,0-1-1,0 1 1,0 0-1,-1-1 0,2 1 1,-1 0-1,0-1 1,0 0-1,0 1 1,1-1-1,-1 0 1,2 2-1,24 7-7885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0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7331,'0'0'17576,"18"6"-15233,6 1-1771,0-1 1,0-2-1,1 0 1,38 1-1,209-5 610,-267 0-1298,24 3-34,-28-3 56,0 0 1,-1 0 0,1 0 0,0 0-1,-1 1 1,1-1 0,0 0 0,-1 0 0,1 1-1,0-1 1,-1 0 0,1 1 0,-1-1-1,1 1 1,-1-1 0,1 0 0,-1 1 0,1-1-1,-1 1 1,1 0 0,-1-1 0,0 1 0,1-1-1,-1 1 1,0 0 0,1-1 0,-1 1-1,0-1 1,0 1 0,0 0 0,0-1 0,1 1-1,-1 1 1,-1-1-116,0 1 0,1-1 0,-1 1-1,0-1 1,0 0 0,0 0 0,0 1 0,0-1-1,0 0 1,0 0 0,-1 0 0,1 0 0,0 0-1,-1-1 1,1 1 0,0 0 0,-1 0 0,1-1-1,-1 1 1,1-1 0,-1 0 0,1 1 0,-4-1-1,-3 3-844,-110 28-10890,46-14 4474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4706,'0'0'18473,"130"16"-17225,-72-12-912,5-2-336,4 1-576,4-3-2145,2 0-4851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1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30 6851,'0'0'13620,"-7"0"-12238,-1-1-1041,0 1 0,1 1 0,-1-1-1,0 1 1,1 0 0,-1 1 0,1 0 0,-1 0 0,-11 5 0,-5 6 257,1 0 0,0 1 0,1 2-1,0 0 1,-23 24 0,36-32-556,1 0 0,1 1 0,-1 0 0,1 0 0,1 1-1,0 0 1,0 0 0,1 0 0,0 1 0,1 0 0,0 0 0,1 0 0,0 0 0,-2 20-1,5-29-50,0 1 0,0-1-1,0 1 1,0-1-1,0 1 1,0-1-1,1 1 1,-1-1 0,1 1-1,0-1 1,0 0-1,-1 1 1,2-1-1,-1 0 1,0 0 0,0 1-1,1-1 1,-1 0-1,1 0 1,0-1-1,-1 1 1,1 0 0,0 0-1,0-1 1,0 1-1,0-1 1,0 0-1,1 0 1,-1 0 0,0 0-1,1 0 1,2 1-1,8 0-114,-1 0 1,1 0-1,0-1 0,-1-1 0,17-1 0,-2 0-193,-12 0 150,-1 0 0,0-1 0,0 0 0,1-1 0,-1-1 0,-1 0 0,1-1 0,-1-1 0,0 0 0,0 0 0,0-1 0,12-10 0,-17 11 166,1-1 1,-1 0-1,0 0 1,-1-1-1,1 0 1,-2 0-1,1 0 1,-1-1 0,0 0-1,-1-1 1,0 1-1,-1-1 1,0 0-1,0 0 1,-1 0-1,0-1 1,1-10 0,-3 13 173,0-1 1,-1 1-1,0-1 1,0 1-1,-1 0 1,0-1-1,-1 1 1,1 0 0,-6-15-1,5 19-75,0 0 0,0 0 0,-1 1 0,1-1-1,-1 0 1,0 1 0,0 0 0,0 0 0,0 0 0,-1 0 0,1 0 0,-1 0 0,1 1-1,-1 0 1,0 0 0,0 0 0,0 0 0,-1 0 0,1 1 0,-5-1 0,2 0-62,0 0-1,0 1 1,0 0 0,0 1 0,0 0 0,0 0 0,0 0 0,0 1 0,-7 1 0,11-1-135,1 0 0,-1 0 1,0 0-1,1 0 0,-1 0 1,1 0-1,0 1 0,-1-1 1,1 1-1,0 0 0,0 0 1,0-1-1,0 1 0,0 1 1,0-1-1,1 0 0,-1 0 1,1 1-1,0-1 0,-1 1 1,1-1-1,0 1 0,0-1 1,-1 6-1,0 38-5524,2-33 2946,0 10-5236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1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5491,'0'0'27276,"27"5"-27276,-18 1 0,-5-2 0,-2 0 0,0 3 0,0-1-224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2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261 202 3714,'0'0'15033,"0"-5"-12624,1 4-2344,-1 0 0,0 1 1,0-1-1,0 0 0,0 0 0,0 1 0,0-1 0,0 0 0,0 0 0,0 0 0,0 1 0,0-1 0,-1 0 0,1 0 0,0 1 0,0-1 0,-1 0 0,1 1 1,-1-1-1,1 0 0,0 1 0,-1-1 0,1 1 0,-1-1 0,0 1 0,1-1 0,-1 1 0,1-1 0,-1 1 0,0-1 0,1 1 0,-1 0 0,0-1 0,1 1 0,-1 0 1,0-1-1,0 1 0,1 0 0,-2 0 0,-2 0 59,1 1 1,-1-1-1,0 1 0,0 0 1,1 0-1,-1 0 0,1 0 1,-1 1-1,-3 1 1,-12 8 370,0 0 1,-27 22-1,36-25-418,0 0 0,0 1 0,1 0-1,0 1 1,1 0 0,0 0 0,0 0-1,1 1 1,0 1 0,1-1 0,1 1-1,0 0 1,0 0 0,1 0 0,1 1-1,-4 22 1,6-32-101,1 1 0,0-1 0,0 1 1,0-1-1,1 0 0,-1 1 0,1-1 0,0 0 0,0 1 0,0-1 1,0 0-1,1 0 0,-1 0 0,1 0 0,-1 0 0,1 0 0,0 0 0,0-1 1,1 1-1,-1-1 0,1 1 0,-1-1 0,1 0 0,0 0 0,-1 0 0,1 0 1,0 0-1,0-1 0,1 0 0,-1 1 0,4 0 0,10 2-244,0 0 0,0-1 0,0-1-1,35-1 1,-43 0 164,19-1-596,1-1 1,-1-1-1,0-1 0,0-1 0,53-16 1,-68 15 434,-1 1 1,0-1-1,0-1 1,-1 0-1,1-1 1,-1 0-1,-1 0 1,0-1-1,0-1 1,0 0-1,-1 0 1,0-1-1,-1 0 1,0 0-1,8-15 1,-12 16 307,0 0 1,0 0 0,-1 0-1,0 0 1,-1-1 0,0 1 0,-1-1-1,0 1 1,0-1 0,-1 0 0,0 0-1,0 1 1,-1-1 0,-1 1 0,0-1-1,0 1 1,-1-1 0,0 1-1,0 0 1,-1 0 0,-8-13 0,5 9 223,-1 1 1,-1 0 0,0 1 0,0-1 0,-1 2 0,-1-1-1,0 1 1,0 1 0,-1 0 0,0 1 0,0 0-1,-1 1 1,-20-9 0,27 14-201,0 0-1,0 0 1,-1 0 0,1 1-1,0 0 1,-1 1 0,1-1 0,0 1-1,-9 1 1,14-1-99,0 0 1,0 1-1,0-1 1,0 0-1,0 1 1,0 0-1,0-1 1,0 1-1,0-1 1,0 1-1,0 0 1,1 0-1,-1-1 1,0 1-1,0 0 1,1 0-1,-1 0 1,1 0-1,-1 0 1,0 0-1,1 0 1,0 0-1,-1 0 0,1 0 1,0 0-1,-1 0 1,1 0-1,0 1 1,0-1-1,0 2 1,0 0-362,0 0 0,0 1 0,0-1 0,0 1 0,1-1 0,0 1 0,-1-1 1,1 0-1,3 5 0,20 22-5293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3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10837,'0'0'20793,"-30"4"-20889,30 21-1216,0 0-1457,0 3-2114,4-7-3873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3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1 1425,'0'0'13814,"-159"109"-9892,102-61-1761,1 2-2161,-2 2-1985,-9-2-4658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4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670 258 4690,'0'0'6745,"24"-6"-4894,81-19-581,-94 22-957,1 0 1,-1-1-1,1 0 1,-1-1-1,-1-1 1,1 1-1,-1-2 1,0 1-1,11-10 0,-18 12-131,1 0 0,0 1 0,-1-1 0,0-1 0,0 1-1,0 0 1,0-1 0,-1 0 0,0 1 0,0-1 0,0 0-1,-1 0 1,1 0 0,-1 0 0,0-1 0,-1 1 0,1 0-1,-1 0 1,0-6 0,-1 8-117,1 1 0,0 0 0,-1-1 0,1 1 0,-1 0 0,0 0 0,0-1 0,0 1 0,0 0 0,0 0 1,0 0-1,0 0 0,-1 0 0,1 0 0,-1 1 0,0-1 0,-2-2 0,0 1 15,0 1-1,0-1 1,0 1 0,-1 0 0,1 0 0,-1 0-1,1 1 1,-6-2 0,-9 0 225,-1 0 0,1 1 0,-26 2 0,40 0-194,-14 0 142,0 2 0,0 1 0,0 0 0,0 1-1,1 1 1,-1 1 0,1 0 0,1 1 0,-1 2 0,1-1 0,1 2-1,-1 0 1,2 1 0,-1 1 0,2 0 0,0 1 0,0 0-1,1 2 1,1-1 0,0 1 0,-16 28 0,6-1-45,1 1 0,2 0 0,1 2 0,3 0 0,-16 84 1,-17 241 95,38-262-337,10-106 30,-16 114-348,14-102 88,-2 0-1,0 0 1,-1-1-1,0 0 1,-1 0 0,-7 13-1,12-24 71,0-1 0,0 1 0,-1 0 0,1 0-1,0-1 1,-1 1 0,1-1 0,-1 1 0,1-1 0,-1 0-1,0 1 1,1-1 0,-1 0 0,0 0 0,0 0 0,0 0-1,0-1 1,0 1 0,0 0 0,0-1 0,0 1 0,0-1-1,0 0 1,0 0 0,0 0 0,0 0 0,-1 0 0,1 0 0,0-1-1,0 1 1,0 0 0,0-1 0,0 0 0,0 0 0,0 1-1,0-1 1,-3-2 0,-2-2-1140,0 0 0,0-1 0,0 0 1,1 0-1,0 0 0,0 0 0,-9-13 0,-24-42-8175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0 203 6563,'21'-5'3866,"34"-8"148,97-12-1,66 10 39,346-39-2079,-541 49-1416,-23 5-518,0 0 0,0 0 1,0 0-1,0 0 0,0 0 0,0 0 0,0 0 0,-1 0 0,1 0 0,0 0 1,0 0-1,0 0 0,0 0 0,0 0 0,0 0 0,0 0 0,0 0 1,0 0-1,0 0 0,-1 0 0,1 0 0,0 0 0,0-1 0,0 1 0,0 0 1,0 0-1,0 0 0,0 0 0,0 0 0,0 0 0,0 0 0,0 0 1,0 0-1,0 0 0,0 0 0,0 0 0,0-1 0,0 1 0,0 0 0,0 0 1,0 0-1,0 0 0,0 0 0,0 0 0,0 0 0,0 0 0,0 0 0,0-1 1,0 1-1,0 0 0,0 0 0,0 0 0,0 0 0,-39 1 1735,31 0-1737,1 1 1,-1-1-1,1 1 0,0 1 0,0-1 0,0 1 1,0 1-1,0-1 0,1 1 0,-1 0 0,1 1 1,0-1-1,0 1 0,1 0 0,-1 1 0,1-1 1,0 1-1,1 0 0,-1 0 0,1 1 0,1 0 1,-1-1-1,1 1 0,0 0 0,1 0 0,-1 1 1,2-1-1,-1 0 0,1 1 0,0-1 1,0 1-1,1 0 0,0-1 0,0 1 0,3 12 1,-2-15-73,0-1 1,1 0-1,0 0 1,0 1-1,0-1 1,0 0 0,0-1-1,1 1 1,0 0-1,-1-1 1,1 1-1,1-1 1,-1 0-1,0 0 1,1 0 0,0-1-1,-1 1 1,1-1-1,9 4 1,-4-2-238,1-1 0,0 1 0,-1-2 0,1 1-1,1-2 1,-1 1 0,18-1 0,-26-1 211,1 0 0,0 0 0,0 0-1,-1 0 1,1-1 0,0 1 0,0-1 0,-1 0-1,1 0 1,-1 0 0,1 0 0,-1-1 0,1 1-1,-1 0 1,1-1 0,-1 0 0,0 0 0,0 1-1,0-1 1,0 0 0,0-1 0,-1 1-1,1 0 1,-1 0 0,1-1 0,-1 1 0,0-1-1,2-4 1,1-7 23,-1 0 0,-1 0 0,0 1-1,0-28 1,-2 28 57,1-1 1,0 1-1,4-18 0,-4 28-9,1 0 0,-1 0-1,0 1 1,1-1 0,0 0 0,0 1-1,0-1 1,0 1 0,0 0-1,0 0 1,0 0 0,1 0 0,-1 0-1,1 0 1,-1 0 0,1 1-1,0-1 1,0 1 0,0 0-1,0 0 1,0 0 0,0 0 0,0 1-1,0-1 1,0 1 0,0 0-1,5 0 1,-1 0-2,-1 0-1,0 0 1,0 1 0,0 0-1,0 0 1,0 1-1,0-1 1,0 1 0,0 1-1,0-1 1,-1 1 0,11 6-1,-10-4 25,0 0-1,0 0 0,-1 0 1,1 0-1,-1 1 0,0 0 1,-1 0-1,1 0 0,-1 1 1,-1 0-1,1 0 0,-1 0 1,0 0-1,-1 0 0,1 0 1,-2 1-1,1-1 0,-1 1 1,0-1-1,0 1 0,-1 0 1,0-1-1,-2 10 1,2-14 69,-1 0 0,0-1 0,0 1 0,0-1 0,-1 0 1,1 1-1,0-1 0,-1 0 0,0 0 0,1 1 1,-1-1-1,0-1 0,0 1 0,0 0 0,-4 3 0,4-4-16,0 0 0,0 0-1,1 0 1,-1 0 0,0 0-1,0 0 1,0-1 0,0 1-1,0 0 1,0-1 0,0 0-1,0 1 1,0-1 0,0 0-1,0 0 1,0 0 0,0 0-1,0-1 1,0 1 0,0-1-1,-4 0 1,5 0-52,0 0 0,0 0 0,0 0 0,0 0-1,0 0 1,0 0 0,0 0 0,0 0 0,1 0 0,-1-1 0,0 1-1,1 0 1,-1 0 0,1-1 0,-1 1 0,1 0 0,0-1-1,-1 1 1,1-3 0,-1-32 409,2 25-218,-1 2-156,1 1-1,1-1 1,-1 1-1,2-1 0,-1 1 1,1 0-1,0-1 1,1 1-1,0 1 0,0-1 1,1 1-1,0-1 1,0 1-1,0 1 0,1-1 1,0 1-1,1 0 1,-1 0-1,10-5 1,8-6-98,0 2 0,1 0 1,0 2-1,45-17 1,-46 22-1028,-1 1 1,33-5-1,15 1-7090,-33 5 527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776 0 6787,'0'0'4578,"-121"0"-1136,46 25 1168,-9 21-1345,-8 11-1232,-6 22 64,10 13-144,4 13-608,20 7-385,18-3-368,23-9-511,23-14-81,0-11-1041,39-20-976,18-20-1729,12-22-2432,8-13-6692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5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1 159 11589,'0'0'9589,"24"-12"-8170,80-40-501,67-19 115,-109 48-1028,-71 27 54,1 1 0,0 0 0,0 1-1,0 0 1,1 0 0,-1 0 0,-6 9 0,9-9 49,0-1 0,0 1-1,1 0 1,0 0 0,0 0-1,0 1 1,1-1-1,0 1 1,0 0 0,1 0-1,-4 14 1,6-16-159,-1 0-1,1 0 1,0 0-1,1 0 1,-1 0-1,1 0 1,0 0-1,0 0 1,0 0 0,1 0-1,0-1 1,0 1-1,0-1 1,1 1-1,-1-1 1,1 0-1,0 0 1,0 0 0,0 0-1,1 0 1,-1-1-1,7 5 1,-5-4-433,1 0 0,0-1 0,0 0 0,0 0-1,0 0 1,1-1 0,5 2 0,-3-2-964,-1-1 0,0 0 0,1 0 0,-1 0-1,14-2 1,16-4-8258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6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12998,'0'0'9973,"65"123"-15992,-19-83-5715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6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8772,'0'0'15023,"21"2"-14151,69 5-234,-88-6-570,1-1 0,0 1-1,-1-1 1,0 1 0,1 0 0,-1 0 0,1 0 0,-1 0-1,0 1 1,0-1 0,0 1 0,0-1 0,0 1 0,0 0-1,0 0 1,0 0 0,-1 0 0,1 0 0,-1 0 0,1 0-1,-1 0 1,0 1 0,0-1 0,2 5 0,-2 0 289,1 1 0,-1-1 1,0 1-1,-1-1 1,-1 16-1,1-9 338,0 11 170,0-23-689,8-2-136,0-2-95,1 0 1,-1-1-1,0 0 1,0 0-1,0-1 1,0 0-1,-1 0 1,1-1-1,8-7 1,8-3 63,-21 51 1890,-3-34-2001,1 0 0,-1-1 0,0 1 0,0 0 0,1-1 0,-1 1 0,1 0-1,0-1 1,0 1 0,-1-1 0,1 1 0,0-1 0,0 1 0,0-1 0,0 0 0,1 0 0,-1 1 0,0-1 0,0 0 0,1 0-1,-1 0 1,1 0 0,-1 0 0,1-1 0,-1 1 0,1 0 0,0-1 0,-1 1 0,1-1 0,0 1 0,-1-1 0,4 0 0,6 2-2404,1-2 1,-1 1 0,21-3 0,-29 2 1688,40-5-11674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6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0 10533,'0'0'13654,"-109"71"-8468,84-10-1888,4 8-3202,4 8-96,9 5 0,4-5 0,4-2 0,0-14 0,4-15 0,9-15 0,-1-12 0,-1-11 0,3-8-768,-1-2-5011,-5-33-3009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6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18424,'0'0'1105,"140"7"1264,-38 7-160,5-5-2209,-3-9-4194,-8 0-4994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7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1 11573,'0'0'7324,"-12"20"-2914,2-4-3543,-3 5 164,1 0 0,1 1 0,1 0-1,-15 45 1,-25 149 2534,5-19-3727,32-152 174,-1 0 0,-25 50 0,33-83-12,0 0 0,-1 0 0,0 0 0,-17 19 0,24-31 0,0 0 0,0 0 0,0 1 0,0-1 0,0 0 0,0 0 0,0 0 0,0 0 0,0 1 0,0-1 0,-1 0 0,1 0 0,0 0 0,0 0 0,0 0 0,0 0 0,0 1 0,0-1 0,0 0 0,0 0 0,0 0 0,0 0 0,-1 0 0,1 0 0,0 0 0,0 1 0,0-1 0,0 0 0,0 0 0,-1 0 0,1 0 0,0 0 0,0 0 0,0 0 0,0 0 0,0 0 0,-1 0 0,1 0 0,0 0 0,0 0 0,0 0 0,0 0 0,0 0 0,-1 0 0,1 0 0,0 0 0,0 0 0,0 0 0,0 0 0,0 0 0,-1 0 0,1-1 0,0 1 0,0 0 0,0 0 0,0 0 0,0 0 0,0 0 0,0 0 0,-1 0 0,1-1 0,0 1 0,0 0 0,0 0 0,0 0 0,1-10 0,-1 9 0,3-18 0,2 1 0,0-1 0,15-35 0,34-56 0,-46 94 0,17-31-276,2 1 0,40-49 0,-46 68-789,1 1 1,1 1-1,2 2 0,40-32 0,-60 51 925,-1 0 0,1 1 0,0 0 0,0 0 0,0 1 1,0-1-1,1 1 0,-1 0 0,1 0 0,-1 1 0,1 0 0,0 0 1,10-1-1,-15 2 170,1 1 0,-1-1 0,1 1 1,-1-1-1,0 1 0,1 0 0,-1-1 1,0 1-1,1 0 0,-1 0 0,0 0 1,0 0-1,0 0 0,0 0 0,0 0 1,0 1-1,0-1 0,0 0 0,0 0 1,0 1-1,-1-1 0,1 0 0,-1 1 1,1-1-1,-1 1 0,1-1 0,-1 1 1,0 1-1,7 49 1571,-7-50-1516,1 6 230,0 1 12,-1 0 1,0-1-1,0 1 0,-1 0 0,-1 9 1,1-16-268,1 0-1,-1 0 1,0 0 0,0 0 0,1 0 0,-1 0 0,-1 0 0,1 0 0,0 0 0,0-1-1,-1 1 1,1 0 0,-1-1 0,1 1 0,-1-1 0,0 0 0,1 1 0,-1-1 0,0 0-1,0 0 1,0 0 0,0 0 0,0 0 0,0-1 0,0 1 0,-3 0 0,-20 2 465,-1 0 0,-37-2 1,38-1-501,-1 1 0,-42 7 0,59-6-25,3-2 0,0 2 0,0-1 0,0 1 0,0 0 0,1 0 0,-8 4 0,11-5 0,0 1 0,1-1 0,-1 0 0,1 1 0,-1-1 0,1 1 0,0 0 0,-1 0 0,1-1 0,0 1 0,0 0 0,0 0 0,1 0 0,-1 0 0,0 0 0,1 0 0,-1 0 0,1 0 0,0 0 0,-1 0 0,1 1 0,1 2 0,-1 0 0,1-1 0,0 1 0,0 0 0,1-1 0,-1 1 0,1-1 0,0 0 0,0 1 0,1-1 0,-1 0 0,1 0 0,0 0 0,0-1 0,0 1 0,6 4 0,9 8 0,35 25 0,-45-35 0,16 12 222,1-1 0,1-1 1,35 16-1,-52-29-562,0 1 1,1-1-1,0-1 1,0 1-1,0-2 1,0 1-1,14-1 0,-16-1-896,-1-1-1,0 0 0,1 0 0,-1-1 1,0 0-1,13-5 0,20-13-5198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8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17176,'0'0'7988,"144"-30"-4835,-102 26-2305,-17 0-640,-6 4-208,-15 0-64,-8 0-4498,-21 6-256,-5 1-4434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8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9316,'0'0'14295,"152"13"-11510,-91-13-1985,0 0-800,-7 0-928,7-4-2369,1-19-4483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0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95 15687,'0'0'3618,"-24"11"661,-78 39-213,93-45-3733,0 0 0,1 0 0,-1 1-1,1 0 1,0 0 0,1 1 0,-1 0 0,2 0 0,-12 16 0,14-17-226,0 1 1,1 0 0,0 0-1,0 0 1,1 0 0,0 0-1,0 0 1,1 1 0,0-1-1,0 0 1,0 12 0,1-17-102,0 0 0,0 0 0,1 0 1,-1 0-1,0-1 0,1 1 0,-1 0 0,1 0 0,0 0 1,-1 0-1,1-1 0,0 1 0,0 0 0,0-1 1,1 1-1,-1 0 0,0-1 0,0 0 0,1 1 1,1 0-1,0 0-1,1 0 0,-1 0 0,1 0 0,-1-1 0,1 1 0,-1-1 0,1 0 0,0 0 0,7 1 0,0-2 1,0 1-1,0-1 1,0-1-1,0 0 1,0-1-1,19-5 1,-19 4-31,0-2 0,-1 1 1,1-2-1,-1 1 1,0-1-1,-1-1 1,1 0-1,-1 0 1,-1 0-1,1-2 1,-1 1-1,-1-1 0,0 0 1,10-16-1,-9 12 14,-2 0 0,1 0 0,-2 0 0,0-1 0,0 0 0,-1 0 0,-1-1-1,-1 1 1,0-1 0,0 1 0,-2-17 0,0 28 29,0 0 0,0-1 0,-1 1 0,1 0 1,-1 0-1,0 0 0,0 1 0,0-1 0,0 0 0,-1 0 0,1 0 0,-1 1 0,1-1 1,-1 1-1,0-1 0,0 1 0,0 0 0,0 0 0,-1-1 0,1 2 0,-1-1 1,1 0-1,-1 0 0,1 1 0,-1-1 0,0 1 0,0 0 0,0 0 0,0 0 0,0 0 1,0 1-1,0-1 0,0 1 0,0 0 0,0 0 0,0 0 0,0 0 0,0 0 1,0 1-1,0-1 0,0 1 0,-3 1 0,4-1-38,1 0 0,-1 0 0,1 1 1,-1-1-1,1 1 0,0-1 0,-1 1 0,1-1 0,0 1 0,0 0 0,0-1 1,1 1-1,-1 0 0,0 0 0,1 0 0,-1 0 0,1 0 0,-1 0 0,1 0 1,0-1-1,0 1 0,0 0 0,0 3 0,0 1-400,0-1 0,0 0 0,0 0 0,1 0-1,0 0 1,0 0 0,0 0 0,3 6 0,-1-7-677,1 1 0,0-1 0,0 0-1,1 0 1,-1 0 0,1-1 0,0 0 0,-1 0 0,1 0-1,1 0 1,5 2 0,33 12-13798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0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15031,'0'0'17736,"15"-38"-17736,-15 61 0,0 9 0,0 5-64,0 5-2561,0-2-2017,0-5-2722,0-1-4049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18585,'0'0'3361,"-108"83"705,68-37-705,11 2-2480,8-4-881,12-2-160,9-7-1745,0-5-2817,21-18-4210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1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537 0 10837,'0'0'11789,"-21"12"-8851,10-6-2577,-1 0-50,1 0 1,0 1 0,0 0-1,1 0 1,-1 1 0,2 1-1,-1 0 1,1 0 0,1 1-1,0 0 1,0 0 0,-7 14-1,-17 46 438,3 1-1,4 1 1,-23 102 0,30-99-800,-3-1 0,-3-1 0,-43 87 0,59-145 51,1 0 0,-2-1 0,0 0 0,-1 0 0,0-1 0,-1 0 0,-1-1 0,-15 13 0,27-25 0,-1 0 0,1 0 0,0 1 0,0-1 0,0 0 0,0 0 0,0 0 0,0 0 0,0 0 0,-1 0 0,1 0 0,0 0 0,0 0 0,0 0 0,0 0 0,0 0 0,0 0 0,0 0 0,-1 0 0,1 0 0,0 0 0,0 0 0,0 0 0,0 0 0,0 0 0,0 0 0,0 0 0,-1 0 0,1 0 0,0-1 0,0 1 0,0 0 0,0 0 0,0 0 0,0 0 0,0 0 0,0 0 0,0 0 0,-1 0 0,1 0 0,0-1 0,0 1 0,0 0 0,0 0 0,0 0 0,0 0 0,0 0 0,0 0 0,0 0 0,0-1 0,0 1 0,0 0 0,0 0 0,0 0 0,0 0 0,0 0 0,0 0 0,0 0 0,0-1 0,0 1 0,0 0 0,0 0 0,0 0 0,0-10 0,0 0 0,1 1 0,-1-1 0,2 0 0,0 1 0,0-1 1,0 1-1,1 0 0,1-1 0,4-9 0,9-15-6,26-40 0,-27 48-373,1 2 1,1 0-1,1 1 0,31-30 0,-41 45 229,0 1-1,1-1 0,0 1 1,0 1-1,1 0 1,0 0-1,0 1 1,0 0-1,1 1 1,-1 1-1,1 0 1,0 0-1,20-1 0,26 3 106,-57 1 45,0 0 0,0 1 0,0-1 0,0 0 0,0 1 0,0-1 0,0 0 0,-1 1 0,1-1 0,0 1 0,0 0 0,0-1 0,0 1-1,-1 0 1,1-1 0,0 1 0,-1 0 0,1 0 0,0 0 0,-1-1 0,1 1 0,-1 0 0,0 0 0,1 0 0,-1 0 0,0 0 0,1 0 0,-1 0 0,0 0 0,0 0 0,0 0 0,0 0 0,0 0 0,0 0 0,0 0-1,0 0 1,-1 1 0,1 2 5,0-1 0,0 0 0,-1 0 0,0 0 0,1 0 0,-1 0-1,0 0 1,0 0 0,-1-1 0,1 1 0,-1 0 0,-3 5 0,0-4 63,-1 1 1,1-1 0,-1 0 0,0 0 0,0 0 0,0-1-1,-1 0 1,1 0 0,-1 0 0,0-1 0,-8 2 0,-12 1 841,-46 3 1,50-7-461,0 2-1,-30 7 1,50-9-450,1-1 0,-1 1 0,1 0 0,-1 0 0,1 1 0,-1-1 0,1 0 0,0 1 0,0-1 0,-1 1 0,1 0 0,0 0 0,1 0 0,-1 0 0,0 0 0,1 0 0,-1 0 0,1 1 0,-1-1 0,1 1 0,0-1 0,0 1 0,0-1 0,1 1 0,-1-1 0,0 1 0,1 0 0,0-1 0,0 1 0,0 0 0,0 4 0,1 0 0,0 0 0,0 0 0,1 0 0,0 0 0,0-1 0,1 1 0,-1-1 0,2 1 0,-1-1 0,1 0 0,5 7 0,12 14 69,1-1 1,1-1-1,1-1 0,29 21 0,-44-38-152,1 0 0,0-1 0,0-1 0,1 0 0,0 0 0,20 6 0,-24-9-203,0-1 1,1 0-1,-1 0 0,0-1 1,1 0-1,-1 0 0,0 0 1,1-1-1,-1 0 0,0-1 1,0 0-1,7-2 1,-2-1-1705,0-1 1,18-13-1,34-24-4693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1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843 0 14086,'0'0'11126,"-26"22"-6799,0 1-3380,8-6-662,-1-1 0,0-1 0,-1 0 1,-1-1-1,-1-2 0,1 0 0,-27 10 0,-187 57-285,-16 6 0,241-81 0,-4 2 0,0 0 0,0 1 0,-15 9 0,27-14 0,-1 0 0,1 0 0,-1 0 0,1 0 0,-1 0 0,1 0 0,0 1 0,0-1 0,0 1 0,0-1 0,1 1 0,-1 0 0,1 0 0,0 0 0,-1 0 0,1 0 0,1 0 0,-1 0 0,0 0 0,0 6 0,1-8 0,1 1 0,-1 0 0,0-1 0,1 1 0,-1-1 0,1 1 0,0-1 0,-1 1 0,1-1 0,0 1 0,0-1 0,0 1 0,0-1 0,0 0 0,0 0 0,1 0 0,-1 0 0,0 1 0,1-2 0,-1 1 0,0 0 0,1 0 0,2 1 0,43 15 0,-36-14 0,53 14 49,1-2 0,105 10-1,139-13-1864,-297-14-3483,8-8-2427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1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6275,'0'0'25809,"16"18"-25193,48 60-549,-62-75-67,0 0 0,0 1 0,-1 0 0,1-1 0,-1 1 0,0 0 0,0 0 0,0-1 0,-1 1 0,1 0 0,-1 0 0,0 0 0,0 0 0,0 0 0,-1 0 0,1 0 0,-1 0 0,0-1 0,0 1 0,-1 0 0,1-1 0,-1 1 0,1 0 0,-1-1 0,0 0 0,-1 1 0,1-1 0,0 0 0,-1 0 0,0 0 0,0-1 0,0 1 0,0-1 0,0 1 0,0-1 0,0 0 0,-1 0 0,1-1 0,-1 1 0,0-1 0,1 1 0,-6 0 0,9-2 0,-1 0 0,1-1 0,-1 1 0,1 0 0,0 0 0,-1 0 0,1 0 0,-1-1 0,1 1 0,0 0 0,-1 0 0,1-1 0,0 1 0,-1 0 0,1 0 0,0-1 0,0 1 0,-1 0 0,1-1 0,0 1 0,0-1 0,-1 1 0,1 0 0,0-1 0,0 1 0,0-1 0,0 1 0,0 0 0,0-1 0,0 1 0,0-1 0,0 1 0,0-1 0,0 1 0,0 0 0,0-1 0,0 1 0,0-1 0,0 1 0,0-1 0,0 1 0,1 0 0,-1-1 0,0 1 0,0-2 0,2-3-5,-1-1 0,1 1 0,0 0 0,1 0 0,-1-1 0,1 1 0,0 1 0,0-1 0,1 0 0,-1 1 0,1 0 0,0 0 0,0 0 0,1 0 0,8-6 0,6-3-345,1 0-1,32-15 1,-38 21 217,-6 3 157,0-1 1,0 2-1,0-1 1,1 1 0,0 0-1,0 1 1,-1 0-1,12-1 1,-20 3 17,0 1-1,1-1 1,-1 0 0,1 1-1,-1-1 1,0 0 0,1 1 0,-1-1-1,0 1 1,1-1 0,-1 0 0,0 1-1,0-1 1,1 1 0,-1-1-1,0 1 1,0-1 0,0 1 0,0-1-1,0 1 1,0-1 0,0 1 0,0 0-1,0-1 1,0 1 0,0 0-1,0 21-208,0-17 251,-2 43-84,1-24 0,1 0 0,4 33 0,-4-55-1,1 0 0,0-1 0,0 1 0,-1 0 0,1-1 1,0 1-1,0-1 0,1 0 0,-1 1 0,0-1 0,0 0 0,1 1 0,-1-1 0,0 0 0,1 0 1,-1 0-1,1 0 0,0-1 0,-1 1 0,1 0 0,0-1 0,-1 1 0,1-1 0,0 1 0,0-1 1,-1 0-1,1 0 0,2 0 0,4 1-708,0-1 1,-1 0 0,1 0-1,-1-1 1,14-3-1,18-11-5115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2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20537,'0'0'12230,"-6"4"-12230,6 10 0,0 9 0,0 3 0,0-3 0,6-7-880,9-3-5843,12-3-1361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2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495 0 15415,'0'0'5202,"-119"115"-111,59-50-353,1 0-2417,3 2-2321,1-5 0,-1-5-2257,6-11-2993,10-13 2688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3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517 1 9124,'0'0'5525,"-19"23"-1445,2-4-3130,-3 4 214,0 1 0,1 1 0,2 1 0,0 0 0,-16 38 0,1 24 835,4 1 0,-20 112-1,19-77-1890,19-82-108,-40 145 0,39-152 0,-2 0 0,-1-1 0,-21 36 0,30-60 0,-1 0 0,0-1 0,0 1 0,-1-1 0,0-1 0,-1 1 0,1-1 0,-2-1 0,-11 10 0,19-18 0,1 0 0,-1-1 0,1 1 0,0 0 0,-1 0 0,1-1 0,0 1 0,0 0 0,0 0 0,0-1 0,0 1 0,0 0 0,0-2 0,3-12 0,-1 0 0,2 0 0,0 1 0,0-1 0,10-19 0,39-71 0,-47 94 0,7-13 0,1 1 0,1 0 0,1 1 0,34-35 0,-43 49 0,2 0 0,-1 1 0,1 0 0,1 1 0,-1 0 0,1 0 0,0 1 0,0 0 0,0 1 0,1 0 0,0 1 0,0 0 0,0 0 0,14 0 0,-15 2 0,1 0 0,0 1 0,-1 0 0,1 1 0,-1 0 0,15 4 0,-22-4 0,0 0 0,0 0 0,0 0 0,-1 0 0,1 0 0,0 1 0,-1 0 0,0-1 0,1 1 0,-1 0 0,0 0 0,0 0 0,0 1 0,0-1 0,0 0 0,0 1 0,-1-1 0,1 1 0,-1 0 0,0-1 0,0 1 0,0 0 0,0 0 0,0 0 0,0 0 0,-1 0 0,1 3 0,-1-4 0,0 1 0,1-1 0,-1 1 0,0-1 0,-1 1 0,1-1 0,0 1 0,-1-1 0,1 0 0,-1 1 0,0-1 0,1 0 0,-1 1 0,0-1 0,-1 0 0,1 0 0,0 0 0,-1 0 0,1 0 0,-1 0 0,1 0 0,-3 1 0,-1 1 0,0-1 0,-1 0 0,1-1 0,0 1 0,-1-1 0,1 0 0,-1-1 0,-10 3 0,-13 0 0,0-1 0,0-2 0,-38-2 0,-10 1 0,75-1 0,0 1 0,-1 1 0,1-1 0,0 0 0,0 0 0,0 1 0,0 0 0,-1-1 0,1 1 0,0 0 0,0 0 0,0 0 0,0 0 0,1 0 0,-1 0 0,0 1 0,0-1 0,1 1 0,-1-1 0,1 1 0,-1-1 0,-1 4 0,2-3 0,0 1 0,0 0 0,0-1 0,1 1 0,-1 0 0,1 0 0,0 0 0,-1 0 0,1-1 0,0 1 0,1 0 0,-1 0 0,0 0 0,1 0 0,0-1 0,0 1 0,1 3 0,2 3 0,0 0 0,1-1 0,0 0 0,0 0 0,1 0 0,0 0 0,0-1 0,12 11 0,5 2 0,36 25 0,-46-37 24,0 0 0,0-1-1,0 0 1,1-2 0,0 1 0,0-1-1,0-1 1,1-1 0,19 3 0,-23-5-465,1-1 0,-1 0 0,1 0 0,0-1 0,13-3 0,-15 1-892,-1 1 0,1-1-1,-1-1 1,0 0-1,0 0 1,13-9 0,31-25-7063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3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 17784,'0'0'9557,"-23"121"-4387,16-65-4914,3-1-256,0-3 0,-2-6 0,0-10 0,-3-9 0,-5-6 0,-3-9 0,-6-6 0,-4-6 0,4 0-3185,6-12-4515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3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14839,'0'0'8980,"130"-12"-4162,-80 12-2401,-2 0-1841,-4 4-576,2 4-384,-6-4-1409,3-4-2208,3 0-2402,2-4-5059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3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 15847,'0'0'14823,"-48"121"-12726,41-66-2097,1 1 0,-2 2 0,-5-1 0,-2-7 0,-1-6 0,1-15 0,0-4 0,5-12 0,0-7 0,1-6 0,-3 0-3362,-3-23-3617,3-6-6371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3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12742,'0'0'14534,"115"-8"-12292,-75 8-1474,4 0-640,2 8-128,-2-4-961,2-4-2128,6 0-2193,8-2-5459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4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0 8836,'0'0'11408,"21"16"-8914,-9-6-2179,1-1-89,0 1 1,-2 0 0,1 1 0,-1 0 0,0 0 0,-1 1-1,-1 1 1,0 0 0,-1 0 0,10 21 0,-6-1 151,-1 2 0,-2-1 1,-1 1-1,-2 0 0,-1 1 1,-2-1-1,-2 1 0,-1 0 0,-9 69 1,4-83-191,0 1 1,-1-1-1,-1 0 0,-2 0 1,0-1-1,-1 0 1,-1 0-1,-1-1 0,-1-1 1,-22 27-1,5-13 85,-1-1 0,-1-2-1,-2-1 1,-57 37 0,79-57-273,-1-1 0,1 0 0,-20 19 0,30-25 0,-1 1 0,1 0 0,-1 0 0,1 0 0,0 0 0,0 0 0,1 0 0,-1 0 0,1 0 0,-1 1 0,1-1 0,0 1 0,0-1 0,1 1 0,-1-1 0,0 5 0,1-7-20,0 0 1,0-1-1,1 1 1,-1 0-1,0-1 1,0 1-1,0 0 1,1-1-1,-1 1 1,0-1-1,0 1 1,1-1-1,-1 1 1,1-1-1,-1 1 1,0-1-1,1 1 1,-1-1-1,1 1 1,-1-1-1,1 1 1,-1-1-1,1 0 1,0 1-1,-1-1 1,2 0-1,23 5-1243,30-11-3254,19-13-3246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5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366 137 10741,'0'0'17501,"-1"-20"-16044,0 1-1130,-1 0 0,-6-23 1,8 40-279,-1 0-1,0 0 1,0 0 0,0 1 0,0-1 0,0 0-1,0 0 1,0 1 0,-1-1 0,1 1 0,-1-1-1,1 1 1,-1-1 0,1 1 0,-1 0 0,0 0-1,0 0 1,1 0 0,-1 0 0,0 0 0,0 0-1,-3 0 1,-2 0 115,1 0 0,-1 0 0,0 0 0,-13 2 0,10-1-76,5 0-85,0 0 1,0 1-1,0-1 0,0 1 0,0 1 1,0-1-1,0 1 0,0-1 1,1 1-1,-1 0 0,1 1 0,-1-1 1,1 1-1,0 0 0,-7 6 1,5-2-3,0-1 0,1 1-1,0 0 1,0 0 0,0 1 0,1 0 0,0-1 0,-5 16 0,4-6-2,0 0 1,1 0-1,1 1 1,1 0-1,0 0 1,2 0-1,0-1 1,4 32-1,-2-38-34,1-1 1,0 0-1,1 0 1,0 0-1,0 0 0,9 13 1,43 56-669,-15-21 74,-34-47 520,1-1-67,-1 1 0,0 0-1,-1 1 1,0 0-1,0 0 1,-2 0-1,1 0 1,-1 1 0,3 24-1,-7-33 183,0-1-1,0 0 1,-1 0 0,1 0 0,-1 0-1,0 0 1,0 0 0,0 0-1,0 0 1,0 0 0,-1 0 0,0-1-1,1 1 1,-1-1 0,0 1-1,0-1 1,0 1 0,0-1-1,-1 0 1,1 0 0,-1 0 0,1-1-1,-1 1 1,-3 1 0,-10 5 424,0 0 0,0-1-1,-22 5 1,-2 2 693,25-8-864,8-4-241,1 1 1,-1-1-1,1 1 1,0 0-1,0 1 1,0-1-1,0 1 1,0 0-1,1 1 1,-6 5-1,30-9-586,18-1-325,14-1-1779,-1 2 0,90 15 1,-136-16 2629,0 1 0,0 0 1,-1 0-1,1 0 0,0 1 1,0-1-1,-1 1 1,1 0-1,-1 0 0,0 0 1,1 0-1,-1 1 0,0-1 1,0 1-1,-1 0 0,1 0 1,0 0-1,-1 0 0,4 7 1,-4-5 204,0 1 1,-1-1-1,1 1 0,-1 0 1,-1 0-1,1-1 0,-1 1 1,0 0-1,0 0 0,-1-1 1,0 1-1,0 0 0,-2 7 1,-1 0 264,-1 1 1,0-1-1,-1-1 1,-1 1 0,0-1-1,-9 12 1,-56 68 1709,27-42-1171,-2-3-1,-55 42 1,33-30-983,64-55 16,0 1 0,1 0 0,-1-1 0,1 2 0,0-1 0,-5 9 0,9-13 0,-1 0 0,0 0 0,1 0 0,-1 1 0,1-1 0,0 0 0,-1 1 0,1-1 0,0 0 0,0 1 0,0-1 0,0 0 0,0 1 0,0-1 0,0 1 0,0-1 0,1 0 0,-1 1 0,0-1 0,1 0 0,-1 0 0,1 1 0,0-1 0,-1 0 0,1 0 0,0 0 0,0 0 0,0 0 0,-1 0 0,1 0 0,0 0 0,0 0 0,1 0 0,-1 0 0,0-1 0,0 1 0,2 0 0,11 7 0,1-1 0,0-1 0,1 0 0,-1-2 0,1 1 0,21 1 0,1 0 0,64-1 0,-101-5-57,0 0 0,0 0 0,-1 0 0,1 0 0,0 0 0,-1 0 0,1 0 0,0 0 0,0-1 0,-1 1 0,1 0 0,0 0 0,-1-1 0,1 1 0,-1 0 1,1-1-1,0 1 0,-1-1 0,1 1 0,-1-1 0,1 1 0,-1-1 0,1 1 0,-1-1 0,1 1 0,0-2 0,1-18-4015,-2 15 3316,0-20-3923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6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2 10725,'0'0'9607,"-23"0"-5619,2-1-3213,5 0-372,1 1 0,-1 1 1,0 0-1,0 1 0,0 0 0,1 2 0,-26 8 0,-15 9 599,1 2 0,-60 36 0,109-56-933,1 0 0,0 0 0,0 1 0,0 0 0,-8 9 0,12-12-69,0 0-1,0 0 0,0 1 1,1-1-1,-1 0 1,0 1-1,0-1 1,1 1-1,-1-1 1,1 1-1,-1-1 0,1 1 1,0-1-1,0 1 1,0-1-1,0 1 1,0 0-1,0-1 0,0 1 1,0-1-1,0 1 1,1-1-1,-1 1 1,1-1-1,-1 1 1,1-1-1,-1 1 0,2 1 1,5 6-55,0 0 1,0-1-1,1 0 1,0-1 0,13 10-1,15 15-269,-32-29 287,9 10-135,0 1 0,14 19 0,-24-28 108,0 0 1,0-1-1,0 1 0,-1 0 1,0 1-1,0-1 1,0 0-1,-1 1 1,0-1-1,0 1 1,0-1-1,0 7 1,-1-9 61,-1-1 0,1 1 0,-1-1 1,1 1-1,-1-1 0,0 1 1,0-1-1,0 1 0,-1-1 0,1 0 1,0 1-1,-1-1 0,0 0 1,1 0-1,-1 0 0,0 0 0,0 0 1,0-1-1,0 1 0,0-1 1,-1 1-1,1-1 0,0 0 0,-1 0 1,-3 1-1,-8 4 175,0-1 1,0-1-1,-20 3 1,24-5-28,-17 3 396,-1 0 1,-47 0-1,75-5-678,17-17-3234,11-6-1254,40-23-1,-40 28 1426,31-22-4927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6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7700,'0'0'18861,"7"4"-16766,-6-4-2000,1 1 1,-1 0 0,1-1-1,-1 1 1,1 0-1,-1 0 1,0 0 0,1 0-1,-1 0 1,0 0-1,0 1 1,0-1 0,0 0-1,0 1 1,0-1-1,0 0 1,0 1 0,-1-1-1,2 3 1,-2 0 88,-1 0-1,1 0 1,-1 0 0,0-1-1,0 1 1,0 0 0,0-1-1,-1 1 1,1-1 0,-3 5-1,2-4-163,0 0 0,1 0 0,0 0 0,0 0 0,0 0-1,0 0 1,1 0 0,-1 8 0,4-11-20,1-1 0,-1 1 0,0-1 0,0 1 0,1-1 0,-1 0 0,0 0 0,4-1 0,-2 1 0,28-3-248,0-1 0,0-1 0,57-18 0,-42 10-406,-28 6 344,7-1 1455,-35 38-334,5-17-822,1 1 0,0-1 0,0 0 0,1 0 0,2 24 0,-1-13-272,0-23-5,0 1 1,0 0-1,1-1 1,-1 1-1,0-1 1,0 1-1,1-1 1,-1 1 0,1-1-1,0 1 1,-1-1-1,1 1 1,0-1-1,0 1 1,1 1-1,15 6-8521,-1-8-4165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7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16424,'0'0'13875,"-1"21"-12293,-1 67-816,1-85-759,2 1 0,-1 0 0,0-1-1,1 1 1,0 0 0,0-1 0,0 1 0,0-1 0,1 1 0,-1-1 0,1 0-1,0 0 1,0 1 0,0-1 0,0 0 0,0-1 0,1 1 0,4 4 0,-5-6-8,0 0 1,0 0-1,0 0 1,0 0 0,0 0-1,0 0 1,0 0-1,0-1 1,0 1-1,1-1 1,-1 1 0,0-1-1,0 0 1,0 0-1,1 0 1,-1 0 0,0-1-1,0 1 1,1 0-1,-1-1 1,0 0 0,0 1-1,0-1 1,0 0-1,2-2 1,14-8-21,28-24 0,-29 21-649,35-23 0,-42 31 523,0 0-1,0 1 0,0 0 1,1 1-1,-1 0 1,1 1-1,0 0 1,0 1-1,12-1 1,-23 3 210,1 0 1,-1 1 0,1-1-1,-1 0 1,1 1 0,-1-1-1,0 0 1,1 1 0,-1-1-1,1 1 1,-1-1 0,0 1-1,0-1 1,1 1 0,-1-1-1,0 1 1,0-1 0,1 1-1,-1-1 1,0 1 0,0 0-1,0-1 1,0 1 0,0-1-1,0 1 1,0-1 0,0 1-1,0 0 1,0 25 434,-1-19-265,1 137 47,1-143-280,-1 0 0,0-1 0,1 1 0,-1-1 0,0 1 1,1-1-1,-1 1 0,1-1 0,-1 0 0,1 1 0,-1-1 0,1 1 0,-1-1 0,1 0 0,-1 1 0,1-1 0,-1 0 1,1 0-1,-1 0 0,1 1 0,0-1 0,-1 0 0,1 0 0,0 0 0,-1 0 0,1 0 0,-1 0 0,1 0 0,0 0 1,-1 0-1,1 0 0,-1-1 0,2 1 0,24-5-56,-12-2-134,-1 0 1,-1 0-1,1-2 1,11-9-1,15-10-274,13-4 135,-23 15 741,-1 0 1,-2-2-1,34-31 1,-59 50-410,-1 0-1,0 0 1,0 0 0,0 0 0,0 0 0,0 0-1,1 0 1,-1 0 0,0 0 0,0 0-1,0 0 1,0 0 0,0 0 0,1 0-1,-1 0 1,0 1 0,0-1 0,0 0-1,0 0 1,0 0 0,1 0 0,-1 0-1,0 0 1,0 0 0,0 0 0,0 0 0,0 1-1,0-1 1,0 0 0,0 0 0,1 0-1,-1 0 1,0 0 0,0 0 0,0 1-1,0-1 1,0 0 0,0 0 0,0 0-1,0 0 1,0 0 0,0 1 0,0-1-1,0 0 1,0 0 0,0 0 0,0 0 0,0 0-1,0 1 1,0-1 0,0 0 0,0 0-1,0 0 1,0 0 0,0 0 0,-1 1-1,2 11-20,-1-11 23,0 7-39,0 10 58,0 0-1,1 0 1,4 19 0,-3-31-94,-1 0-1,1 0 1,1 0 0,-1 0-1,1-1 1,0 1 0,0-1 0,0 1-1,1-1 1,0 0 0,0-1-1,0 1 1,5 4 0,-1-3-740,1 0 0,-1 0 0,1-1 0,0 0 0,1-1 0,-1 0-1,1 0 1,-1-1 0,1 0 0,13 1 0,55 3-5491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7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15303,'0'0'14951,"140"6"-14135,-88 5-464,-6-1-352,-8-2-176,-7 1-1104,-8-1-1281,-12 1-1537,-11-5-2753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7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15095,'0'0'7299,"129"4"-4802,-55 1-1968,9-3-529,18 2-1793,9-4-7171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7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554 26 8308,'0'0'20444,"-21"-5"-19012,5 1-1217,2-1-60,0 2-1,0 0 1,0 1 0,0 0 0,0 1 0,-1 1 0,1 0 0,-24 4 0,22-1-42,1 0 1,0 2-1,-1 0 0,2 0 0,-1 1 0,1 1 0,0 1 1,-25 17-1,34-21-115,0 0 0,1 0 1,-1 1-1,1 0 0,0-1 0,0 2 1,1-1-1,0 0 0,0 1 1,0-1-1,0 1 0,1 0 0,0 0 1,0 0-1,0 0 0,1 0 0,0 0 1,0 0-1,1 1 0,0-1 1,0 0-1,0 1 0,1-1 0,0 0 1,2 9-1,-1-10-20,0 1-1,0-1 1,0 0 0,0 0 0,1 0-1,0 0 1,0 0 0,1 0 0,-1-1-1,1 1 1,5 3 0,5 5-320,32 21 1,-26-20 72,21 14-266,-21-15-31,-1 1 1,0 0 0,23 24 0,-40-36 394,0 1 0,0-1 1,0 1-1,0 0 0,0 0 1,0 0-1,1 4 0,-2-6 152,-1 0 0,0-1-1,0 1 1,0 0 0,0-1-1,0 1 1,0 0 0,0-1 0,0 1-1,0 0 1,-1 0 0,1-1 0,0 1-1,0 0 1,0-1 0,-1 1-1,1-1 1,0 1 0,-1 0 0,1-1-1,-1 1 1,1-1 0,-1 1 0,1-1-1,-1 1 1,1-1 0,-1 1-1,1-1 1,-1 0 0,1 1 0,-1-1-1,0 0 1,1 1 0,-1-1 0,0 0-1,1 0 1,-1 0 0,0 0-1,1 0 1,-1 1 0,0-1 0,0 0-1,1-1 1,-2 1 0,-36 4 468,-1-2 1,-50-3 0,21-1 239,-92 2 53,140-4-802,20-2-473,11-3-755,8 0-1333,1 2 1,42-11 0,-44 13 1098,73-18-6781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8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0 153 9444,'0'0'21159,"6"-6"-19694,-4 3-1386,-1 1-43,0 1-1,0 0 1,-1 0 0,1-1 0,1 1 0,-1 0 0,0 0 0,0 0 0,0 0 0,1 0 0,-1 0 0,0 0 0,1 1 0,1-2 0,2 11 43,-3 17-77,-3-5-2,0-6 0,1 0 0,1 0 0,3 23 0,-3-35 0,-1 0 0,1-1 0,-1 1 0,1-1 0,0 1 0,0-1 0,0 0 0,0 1 0,0-1 0,1 0 0,-1 0 0,1 0 0,-1 1 0,1-2 0,0 1 0,0 0 0,0 0 0,0-1 0,0 1 0,0-1 0,1 1 0,-1-1 0,0 0 0,1 0 0,-1 0 0,5 1 0,6-1-100,0 0 1,-1 0-1,1-2 1,0 1-1,-1-2 0,1 0 1,0 0-1,-1-1 1,0-1-1,0 0 0,0 0 1,0-2-1,11-6 0,-4 2-333,-1-2 0,0 0 0,-1-1 0,-1 0 0,0-2 0,26-30 0,-36 39 434,-1-1 0,-1 0 1,0 0-1,0 0 0,0-1 0,-1 0 1,0 1-1,0-1 0,-1 0 0,2-11 1,1-51 4410,-4 86-4567,2 0 0,-1-1 0,2 1 0,0-1 0,0 0 0,2 0 0,0 0 1,1-1-1,0 0 0,1 0 0,0-1 0,1 0 0,21 23 0,-27-33-806,1 0-1,0 1 1,1-1 0,-1-1-1,8 5 1,26 4-8518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8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1569,'0'0'29274,"18"8"-27622,57 31-1380,-72-37-272,1 1 0,-1-1 0,0 1 0,0 0 0,0 0 0,0 0 0,0 0 0,0 0 0,-1 1 0,0-1 0,0 1 0,0 0 0,0 0 0,0 0 0,1 6 0,-1 0 0,-1-1 0,0 1 0,0-1 0,-1 17 0,0-11 0,0-14 0,0 0 0,0-1 0,0 1 0,0 0 0,0 0 0,0-1 0,0 1 0,0 0 0,-1 0 0,1-1 0,0 1 0,0 0 0,0 0 0,-1-1 0,1 1 0,-1 0 0,1-1 0,0 1 0,-2 0 0,-1-3 0,2-2 0,1 0 0,0 0 0,0 0 1,0 1-1,0-1 0,0 0 0,1 0 0,0 0 0,0 1 0,0-1 1,0 0-1,1 1 0,-1-1 0,1 1 0,2-4 0,1 0-113,0 0-1,0 0 0,1 1 0,0 0 1,0 0-1,12-8 0,1 2-218,0 0-1,2 1 0,-1 0 1,30-9-1,-39 16 462,0 1 1,1 0-1,-1 1 0,1 0 1,-1 0-1,1 1 1,-1 1-1,1 0 0,18 3 1,-29-3-85,1 1 0,-1 0 1,0 0-1,0-1 0,0 1 1,0 0-1,0 0 0,0 0 1,-1 0-1,1 0 0,0 0 1,0 0-1,-1 0 0,1 0 1,-1 0-1,1 1 0,-1-1 1,1 0-1,-1 0 0,0 1 1,1-1-1,-1 0 0,0 0 1,0 1-1,0 1 0,0 42-110,-1-31 115,1-13-50,0 0 0,1 0 0,-1 0 0,0-1 0,1 1 0,-1 0 0,1 0 0,-1-1 0,1 1 0,-1 0 0,1-1 0,-1 1 0,1-1 0,0 1 0,-1-1 0,1 1 0,0-1 0,-1 1 0,1-1 0,0 1 0,0-1 0,-1 0 0,1 0 0,0 1 0,0-1 0,0 0 0,-1 0 0,1 0 0,0 0 0,0 0 0,0 0 0,0 0 0,-1 0 0,2 0 0,34-3 0,-33 3 0,40-9 0,-2-2 0,1-2 0,42-19 0,-37 14 0,-26 11 0,-11 3 0,1 1 0,-1-1 0,1-1 0,-1 0 0,-1 0 0,1-1 0,12-10 0,-20 47 0,-1-26-33,-1 0 1,1-1-1,0 1 0,0 0 0,1-1 1,-1 1-1,1-1 0,0 0 0,0 1 1,1-1-1,-1 0 0,1 0 0,0-1 1,0 1-1,0 0 0,1-1 0,-1 0 1,1 0-1,6 4 0,-2-2-748,0 0 0,0-1-1,1 0 1,0 0 0,0-1-1,0 0 1,0 0 0,0-1-1,10 0 1,48 1-8087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9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0 18216,'0'0'14551,"-48"155"-14551,44-96 0,4-1 0,-6-1 0,6-7 0,-4-13 0,-3-11 0,1-12 0,-4-5 0,-7-9-1409,-8 0-4609,-2-26-3635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19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15847,'0'0'8836,"136"-4"-5042,-82 4-2337,1 10-1185,5 3-272,7-5-1713,-2-8-3409,6-13-12646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0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5715,'0'0'5154,"19"-9"-1134,6-2-2647,49-22 1723,-20 7 3526,-50 23-955,-11 2-4425,-10 5-1420,6 2 181,0 0 1,1 1-1,0 0 1,0 1-1,0 0 1,1 0-1,1 1 1,-1 0-1,2 1 1,-1 0-1,1 0 1,1 0 0,-1 1-1,2 0 1,-7 19-1,9-22-3,2 0 0,-1 0 0,2 0 0,-1 0 0,1 11 0,0-18 0,0 1 0,0 0 0,0-1 0,0 1 0,0-1 0,1 1 0,-1-1 0,1 1 0,-1-1 0,1 1 0,0-1 0,-1 1 0,1-1 0,0 1 0,0-1 0,0 0 0,0 0 0,0 0 0,0 1 0,0-1 0,1 0 0,-1 0 0,0 0 0,1-1 0,-1 1 0,0 0 0,1 0 0,-1-1 0,1 1 0,-1-1 0,4 1 0,5 0-2,1-1 0,-1 0 0,1-1 0,-1 0 0,0-1 0,0 0 0,0-1 0,0 0 0,0 0 0,0-1 0,-1-1 0,1 1 0,13-10 0,0-2-130,0-1 0,-2-1 1,36-36-1,-46 43 68,-1-1 0,17-25 0,-24 32 132,0 0 0,-1 0 0,1-1-1,-1 1 1,0 0 0,-1-1 0,1 0 0,-1 1 0,0-1 0,0-9 0,-2 14-68,1 1 0,0 0 0,0 0 0,0-1 0,-1 1 0,1 0 0,0 0 0,0-1 0,-1 1 0,1 0 0,0 0 0,0 0 0,-1 0 0,1-1 0,0 1 0,-1 0 0,1 0 0,0 0 0,-1 0 0,1 0 0,0 0 0,-1 0 0,1 0 0,0 0 0,-1 0 0,1 0 0,0 0 0,0 0 0,-1 0 0,1 0 0,0 0 0,-1 0 0,1 1 0,0-1 0,-1 0 0,1 0 0,0 0 0,0 0 0,-1 1 0,1-1 0,0 0 0,0 0 0,-1 1 0,1-1 0,0 0 0,0 0 0,0 1 0,-1-1 0,1 0 0,0 0 0,0 1 0,0-1 0,0 0 0,0 1 0,0-1 0,-1 6 0,1 0 0,0 0 0,0 0 0,0 0 0,1-1 0,0 1 0,0 0 0,0 0 0,1-1 0,0 1 0,0-1 0,0 0 0,1 1 0,0-1 0,6 8 0,6 8 0,1-1 0,22 22 0,-34-38 0,16 16-783,34 27 1,-37-34-1156,0-2 0,35 18 0,12-3-4449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0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75 13798,'0'0'15551,"-1"-4"-14182,1 3-1287,-1 0-1,1 0 1,0 0-1,-1 0 1,1 0-1,-1 0 1,1 0-1,-1 0 1,0 0-1,1 0 1,-1 0-1,0 0 1,0 1-1,1-1 1,-1 0 0,0 0-1,0 1 1,0-1-1,0 1 1,0-1-1,-2 0 1,-29-3 234,27 3-377,-22-2 61,-49-12 0,-2 0 0,45 11 0,12 0 0,0 2 0,0 0 0,0 1 0,-1 1 0,-26 4 0,46-4 0,1 1 0,0-1 0,-1 1 0,1 0 0,-1-1 0,1 1 0,0 0 0,-1 0 0,1 0 0,0 0 0,0 0 0,0 0 0,0 0 0,0 0 0,0 1 0,0-1 0,0 0 0,0 1 0,0-1 0,1 1 0,-1-1 0,1 1 0,-1-1 0,1 1 0,-1-1 0,1 3 0,-2 47 0,2-36 0,-1 212 0,0-213 0,-1 0 0,0 0 0,-1-1 0,-1 1 0,0-1 0,-9 19 0,-44 73 0,38-73 0,-26 59 0,39-67 0,6-24 0,0 1 0,0-1 0,0 1 0,0 0 0,0-1 0,0 1 0,1-1 0,-1 1 0,0 0 0,0-1 0,0 1 0,1-1 0,-1 1 0,0-1 0,1 1 0,-1-1 0,0 1 0,1-1 0,-1 1 0,1 0 0,2 0 0,0 0 0,0 0 0,0-1 0,0 1 0,0 0 0,0-1 0,0 0 0,0 0 0,0 0 0,4-1 0,4 1 0,24 0 0,1-1 0,-1-3 0,0 0 0,0-3 0,0-1 0,54-19 0,-85 25 0,-2 2 0,0 0 0,0-1 0,0 0 0,-1 1 0,1-1 0,0 0 0,0 0 0,-1 0 0,1 0 0,-1 0 0,1 0 0,-1 0 0,1 0 0,-1-1 0,0 1 0,1 0 0,-1-1 0,0 1 0,0-1 0,0 0 0,0 1 0,1-4 0,-12 3-1817,-3 2-4447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9668,'0'0'16448,"21"-11"-14703,5-5-1324,-9 6-156,0 0 0,0 2 0,33-12-1,-44 18-242,-1 0-1,1 1 0,-1-1 1,1 2-1,0-1 0,0 0 1,5 1-1,-9 0-50,-2 5 34,-1-1 0,0 1 0,0-1 0,0 1 0,-1-1 0,0 1 0,1-1 0,-1 0 0,-1 0 0,1 0 0,-1 0 0,-4 5-1,4-5 9,0 0 0,0 0-1,1 0 1,-1 0 0,1 1-1,0-1 1,0 1-1,1 0 1,-1-1 0,1 1-1,-1 5 1,2-7-62,0-1-1,0 1 1,0-1 0,1 1-1,-1-1 1,1 0 0,-1 1-1,1-1 1,0 0 0,0 0 0,0 1-1,0-1 1,0 0 0,0 0-1,1 0 1,-1 0 0,3 2-1,0 0-70,0-1 0,0 0 0,0 0 0,0 0 0,1-1 0,-1 1 0,1-1 0,5 2 0,44 9-4005,-5-10-5899,-30-3-549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1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15847,'0'0'14791,"13"2"-15799,14 10-2386,2-3-2833,5-7-5426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1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73 8788,'21'-4'2945,"307"-50"8338,-302 47-10554,11-1 5070,-38 22-3480,-11 93-1852,1 169 0,3-25-497,7-236 30,1-5 0,-1 0 0,0 0 0,0 0 0,-1 0 0,-1-1 0,-4 12 0,7-20 0,0-1 0,0 1 0,0-1 0,-1 1 0,1-1 0,0 1 0,0-1 0,-1 0 0,1 1 0,0-1 0,-1 0 0,1 1 0,-1-1 0,1 0 0,0 1 0,-1-1 0,1 0 0,-1 0 0,1 1 0,-1-1 0,1 0 0,-1 0 0,1 0 0,-1 0 0,1 0 0,0 0 0,-1 0 0,1 0 0,-1 0 0,1 0 0,-1 0 0,1 0 0,-1 0 0,1 0 0,-1 0 0,1 0 0,-1-1 0,1 1 0,-1 0 0,1 0 0,-1 0 0,1-1 0,0 1 0,-1 0 0,1-1 0,-1 1 0,1 0 0,-1-1 0,-22-25 0,14 16 0,-1 1 0,0 0 0,-1 1 0,0 0 0,-1 1 0,0 0 0,0 1 0,0 0 0,-1 1 0,1 0 0,-17-3 0,1 2 0,0 1 0,0 2 0,-51-1 0,78 4 0,0-1 0,1 1 0,-1 0 0,0 0 0,0 0 0,1 0 0,-1 0 0,0 0 0,0 0 0,0 0 0,1 0 0,-1 0 0,0 1 0,0-1 1,1 0-1,-1 0 0,0 1 0,1-1 0,-1 0 0,0 1 0,1-1 0,-1 1 0,0-1 0,1 1 0,-1-1 0,1 1 0,-1-1 0,1 1 0,-1 0 0,1-1 0,0 1 0,-1 0 0,1-1 0,-1 1 0,1 0 0,0 0 0,0-1 0,0 1 0,-1 0 0,1 0 0,0-1 0,0 1 1,0 0-1,0 0 0,0-1 0,0 1 0,1 1 0,-1 0-87,1-1 0,0 1 0,-1-1 1,1 1-1,0-1 0,0 1 0,0-1 0,0 0 1,0 0-1,0 0 0,1 1 0,-1-1 1,0 0-1,0 0 0,1-1 0,-1 1 0,1 0 1,-1 0-1,1-1 0,-1 1 0,4 0 0,29 1-4581,8-2-2122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584 51 5539,'0'0'23261,"-2"-6"-21186,1 4-1974,0-1 0,0 1-1,0 0 1,0 0 0,-1 0-1,1 0 1,0 0 0,-1 0-1,0 0 1,1 0 0,-1 1-1,0-1 1,0 1 0,0-1 0,0 1-1,0 0 1,-4-2 0,-1 1-90,0 0 0,0 0 1,0 1-1,0 0 0,0 0 1,-10 1-1,-15-2-11,-1 3 0,0 0 0,1 2 0,-36 8 0,14 0 0,32-7 0,0 1 0,-42 14 0,65-19 0,-1 0 0,0 0 0,0 0 0,0 1 0,1-1 0,-1 0 0,0 0 0,0 0 0,0 0 0,0 0 0,0 0 0,1 0 0,-1 0 0,0 1 0,0-1 0,0 0 0,0 0 0,0 0 0,0 0 0,0 0 0,1 1 0,-1-1 0,0 0 0,0 0 0,0 0 0,0 0 0,0 1 0,0-1 0,0 0 0,0 0 0,0 0 0,0 0 0,0 1 0,0-1 0,0 0 0,0 0 0,0 0 0,0 1 0,0-1 0,0 0 0,0 0 0,0 0 0,-1 0 0,1 1 0,0-1 0,0 0 0,0 0 0,0 0 0,0 0 0,0 0 0,0 1 0,-1-1 0,1 0 0,0 0 0,0 0 0,0 0 0,0 0 0,0 0 0,-1 0 0,1 0 0,0 0 0,0 0 0,0 0 0,-1 0 0,1 1 0,0-1 0,10 3 0,-5-1 0,-1 0 0,0 0 0,1 0 0,-1 1 0,0-1 0,0 1 0,-1 0 0,1 0 0,0 1 0,-1-1 0,0 1 0,0 0 0,0 0 0,0 0 0,-1 0 0,0 0 0,0 0 0,0 1 0,0-1 0,0 1 0,-1 0 0,1 4 0,1 11 0,-1-1 0,0 1 0,-1 0 0,-3 21 0,2-29 0,-1 2 0,-1 0 0,0 0 0,-1-1 0,-1 1 0,0-1 0,0 0 0,-11 22 0,-7 4 0,-28 40 0,32-53 0,1 1 0,1 0 0,-23 57 0,34-72 0,2-1 0,-1 1 0,2 0 0,-1 0 0,0 23 0,3-34 0,0 0 0,0 0 0,1 0 0,-1 0 0,0 0 0,1-1 0,-1 1 0,0 0 0,1 0 0,-1 0 0,1-1 0,0 1 0,-1 0 0,1 0 0,0-1 0,-1 1 0,1-1 0,0 1 0,0 0 0,-1-1 0,1 1 0,0-1 0,0 0 0,0 1 0,0-1 0,0 0 0,-1 1 0,1-1 0,0 0 0,0 0 0,0 0 0,0 0 0,1 0 0,40 0 0,-28-1 0,27-2 0,-1-2 0,-1-2 0,1-2 0,75-26 0,-64 19 0,-46 14-55,1 0 0,-1 0 0,0 0 0,0 0 0,0-1 0,0 0 0,-1 0 0,1 0 1,-1-1-1,0 1 0,0-1 0,7-9 0,12-19-5957,-7 6-1250,7-6-6315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2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 4002,'0'0'24331,"-13"18"-21765,4-5-2165,-2 0-218,1 1 1,0 1-1,1 0 0,1 0 1,0 1-1,1 0 1,-7 24-1,3 13-183,-6 74 0,14-87 0,-2-1 0,-1 1 0,-3-1 0,-16 49 0,23-84 0,-13 30 0,14-32 0,1-1 0,-1 0 0,0 1 0,0-1 0,0 0 0,1 0 0,-1 1 0,0-1 0,0 0 0,-1 0 0,1 0 0,0 0 0,0 0 0,0-1 0,-1 1 0,1 0 0,0 0 0,-1-1 0,-2 2 0,4-3 0,-1 1 0,1-1 0,-1 1 0,1-1 0,-1 1 0,1-1 0,0 1 0,-1-1 0,1 0 0,-1 1 0,1-1 0,0 1 0,0-1 0,-1 0 0,1 1 0,0-1 0,0 0 0,0 1 0,0-1 0,0 0 0,0 0 0,0 1 0,0-1 0,0 0 0,0 1 0,0-1 0,0 0 0,1 0 0,-1-1 0,0-7 0,1 0 0,0 0 0,0 0 0,1 0 0,0 0 0,1 0 0,-1 1 0,2-1 0,-1 1 0,1 0 0,1 0 0,0 0 0,0 1 0,9-12 0,16-21-658,42-44-1,-61 73 327,1 0 1,-1 1-1,2 0 0,-1 1 0,1 1 0,0 0 0,1 1 1,17-7-1,-28 13 401,0-1 1,-1 2 0,1-1 0,0 0 0,0 0-1,0 1 1,0 0 0,0-1 0,0 1-1,0 0 1,0 0 0,0 1 0,-1-1-1,6 2 1,-6-1 28,-1 0-1,1 0 0,-1 0 1,1 0-1,-1 0 1,0 0-1,1 1 0,-1-1 1,0 1-1,0-1 1,0 1-1,0-1 0,0 1 1,0-1-1,-1 1 1,1 0-1,0 0 1,-1-1-1,1 1 0,-1 0 1,0 0-1,1 2 1,-1-1-57,-1-1 1,1 1-1,0-1 1,-1 1-1,1-1 1,-1 1-1,1-1 1,-1 1 0,0-1-1,0 0 1,0 1-1,-1-1 1,1 0-1,-1 0 1,1 0-1,-1 0 1,1 0 0,-1 0-1,0-1 1,0 1-1,0 0 1,0-1-1,0 0 1,-4 3-1,-10 5-64,0-1-1,-26 9 1,18-6 71,21-10-48,0 0 0,0 1 0,0-1 0,0 1 0,0 0 0,0 0 0,1 0 0,-1 0 0,1 0 0,0 1 0,-1-1 0,1 1 0,0 0 0,1 0 0,-1-1 0,0 1 0,1 0 0,-1 0 0,1 1 0,0-1 0,0 0 0,0 0 0,1 1 0,-1-1 0,1 0 0,0 0 0,0 1 0,0-1 0,0 1 0,0-1 0,1 0 0,0 0 0,-1 1 0,1-1 0,0 0 0,1 0 0,-1 0 0,1 0 0,-1 0 0,1 0 0,0 0 0,0-1 0,0 1 0,0 0 0,0-1 0,1 0 0,3 3 0,2 0-60,0-1-1,0 0 1,0 0 0,1-1-1,-1 0 1,1 0 0,0-1-1,0 0 1,0-1-1,0 0 1,0-1 0,0 1-1,11-2 1,26-8-3679,-5-10-4248,-4-7-3213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3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38 9156,'0'0'11920,"21"-2"-8977,8 0-2165,86-3 1851,-70 5-1498,0-3 0,0-1 0,72-17 1,-117 21-1119,0 0 0,1-1 1,-1 1-1,0 0 0,0 0 0,0 0 1,1 0-1,-1 0 0,0 0 1,0 0-1,0 0 0,1 0 1,-1 0-1,0 0 0,0 1 0,0-1 1,1 0-1,-1 0 0,0 0 1,0 0-1,0 0 0,1 0 1,-1 0-1,0 0 0,0 1 0,0-1 1,0 0-1,0 0 0,1 0 1,-1 0-1,0 1 0,0-1 1,0 0-1,0 0 0,0 0 1,0 1-1,0-1 0,0 0 0,0 0 1,0 0-1,0 1 0,1-1 1,-1 0-1,0 0 0,0 0 1,0 1-1,-1-1 0,1 0 0,0 0 1,0 0-1,0 1 0,0-1 1,0 0-1,0 0 0,0 0 1,0 1-1,0 1 45,-2 20-58,-1-1 0,-1 1 0,-1-1 0,-7 22 0,-3 10 0,-48 244 0,51-216 0,-2 141 0,15-200 0,2-10 0,1-25 0,-5 12 0,1-1 0,-1 1 0,0 0 0,1-1 0,-1 1 0,0 0 0,0 0 0,0-1 0,0 1 0,0 0 0,0 0 0,0 0 0,0 0 0,0 0 0,-1 1 0,1-1 0,0 0 0,0 0 0,-1 1 0,1-1 0,-1 1 0,1-1 0,0 1 0,-3-1 0,-42-5 0,37 5 0,-212-3 0,216 4 22,0 0 1,0 1-1,0-1 0,0 1 0,1 0 1,-1 0-1,0 1 0,1 0 1,-1-1-1,-7 6 0,10-6-160,0 1 0,0-1 0,0 1-1,0 0 1,1 0 0,-1 0 0,0 0-1,1 0 1,0 0 0,-1 0 0,1 1-1,0-1 1,0 0 0,0 1 0,0-1-1,1 1 1,-1-1 0,1 1 0,0-1 0,-1 1-1,1 4 1,3-7-4987,13-2-272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3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0 3490,'0'0'21668,"-18"20"-18658,-10 12-2003,-78 79 2035,37-46-2635,-46 47-145,100-95-480,0 1 1,2 1-1,0 0 0,1 1 0,-10 21 1,17-32-950,-3 6-868,6-7-6342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3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8644,'0'0'24123,"-19"140"-24123,13-83 0,-3 10 0,5 0 0,0-3 0,0-9 0,2-16 0,-3-16-1137,1-8-2256,-4-15-3058,-3 0-4882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4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10613,'0'0'10757,"168"-4"-6531,-87 4-2225,1 2-1601,-5 6-400,-6-6-2353,-6-2-2978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5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 4466,'0'0'20956,"2"5"-18579,0 3-1795,-1 1-1,1-1 0,-2 0 0,1 1 0,-1-1 0,-2 15 0,-10 60 287,1-20-836,4 2-32,-7 67 0,-56 227 0,77-414 0,-3 42-58,1-1 0,1 1 0,0-1 0,1 2 0,0-1 0,1 1 0,1 0 0,0 1 0,0-1 0,1 2 0,1 0 0,0 0 0,0 1 0,0 0 0,1 1 0,1 0 0,-1 1 0,1 0 0,1 1 0,-1 1 0,1 0 0,0 1 0,0 0 0,0 1 0,1 1 0,17-1 0,-31 3 59,1 0 1,-1 0-1,1 1 1,-1-1-1,0 0 1,1 1-1,-1-1 1,1 1-1,-1-1 1,0 1-1,0 0 1,0 0-1,1 0 1,-1-1-1,0 1 1,0 0-1,0 0 1,0 0-1,0 1 1,0-1-1,-1 0 1,1 0-1,0 0 0,-1 1 1,1-1-1,0 0 1,-1 1-1,0-1 1,1 0-1,-1 1 1,0-1-1,1 2 1,0 7 116,0 0 1,0 1-1,-2 15 1,0-11 145,1-14-239,1 19 137,-1 1 0,-2-1 1,0 0-1,-9 37 0,10-52-164,0-1 0,-1 0 0,1 1 0,-1-1 0,0 0 0,-1 0 0,1 0 0,-1 0-1,0-1 1,1 1 0,-2-1 0,1 0 0,0 1 0,-1-1 0,1-1 0,-1 1 0,0 0 0,0-1 0,0 0 0,0 0 0,0 0 0,-1-1 0,1 1 0,0-1 0,-1 0 0,1 0 0,-10 0 0,-3 0 2,-1-1 0,0-1 0,1-1 0,0 0 0,-1-2 0,1 0 0,0 0 0,0-2 0,-17-8 0,-47-15 0,81 29-16,0-1 0,0 1 0,0 0 0,0 0 1,0 0-1,0 0 0,0 0 0,0 0 0,0 0 0,0 0 0,0 0 0,0 0 1,0-1-1,0 1 0,0 0 0,0 0 0,0 0 0,0 0 0,0 0 0,0 0 1,0 0-1,0 0 0,0 0 0,0 0 0,0-1 0,0 1 0,0 0 0,0 0 1,0 0-1,0 0 0,0 0 0,-1 0 0,1 0 0,0 0 0,0 0 0,0 0 1,0 0-1,0 0 0,0 0 0,0-1 0,0 1 0,0 0 0,0 0 0,0 0 0,-1 0 1,1 0-1,0 0 0,0 0 0,12-2-899,-9 2 516,42-7-4459,20-6-2262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6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64 2401,'0'0'22891,"8"-5"-20074,24-15-392,-32 20-2385,0 0-1,1 0 1,-1 0-1,0 0 1,0 0-1,0 0 1,0 0-1,0 0 1,0 0-1,0 0 1,1 0 0,-1 0-1,0 0 1,0 0-1,0-1 1,0 1-1,0 0 1,0 0-1,0 0 1,0 0-1,0 0 1,0 0-1,1 0 1,-1-1 0,0 1-1,0 0 1,0 0-1,0 0 1,0 0-1,0 0 1,0 0-1,0 0 1,0-1-1,0 1 1,0 0 0,0 0-1,0 0 1,0 0-1,0 0 1,0 0-1,0-1 1,0 1-1,0 0 1,-1 0-1,1 0 1,0 0 0,0 0-1,0 0 1,0 0-1,0-1 1,0 1-1,-9-3 347,-13 1-695,21 2 409,-110-14-100,70 8 0,-61-2 0,92 8 0,-3 0 0,0 0 0,0 1 0,1 0 0,-24 5 0,33-5 0,-1 1 0,1-1 0,0 0 0,0 1 0,0-1 0,0 1 0,0 0 0,0 0 0,0 0 0,0 1 0,1-1 0,-1 1 0,1-1 0,0 1 0,0 0 0,0 0 0,0 0 0,0 0 0,1 0 0,-1 0 0,1 1 0,-2 5 0,-1 15 0,0 1 0,2-1 0,1 1 0,2 35 0,0-8 0,-1 381 0,0-417 0,-1 1 0,-1-1 0,0 0 0,-2 1 0,1-1 0,-10 23 0,1-13 0,0 0 0,-30 45 0,36-62 0,1-2 0,1-1 0,0 1 0,0 0 0,1 1 0,-4 9 0,7-17 0,0 0 0,0 1 0,0-1 0,0 0 0,0 1 0,0-1 0,0 0 0,0 1 0,1-1 0,-1 0 0,0 0 0,0 1 0,0-1 0,0 0 0,1 0 0,-1 1 0,0-1 0,0 0 0,0 0 0,1 0 0,-1 1 0,0-1 0,1 0 0,-1 0 0,0 0 0,0 0 0,1 0 0,-1 0 0,0 1 0,1-1 0,-1 0 0,0 0 0,0 0 0,1 0 0,-1 0 0,0 0 0,1 0 0,-1 0 0,0 0 0,1-1 0,-1 1 0,0 0 0,0 0 0,1 0 0,-1 0 0,0 0 0,1 0 0,-1-1 0,5 1 0,18-1 0,0-1 0,-1-2 0,1 0 0,-1-1 0,0-1 0,30-13 0,-8 0 0,-1-2 0,44-29 0,-63 32-68,4-3-54,-6 16-6336,-18 3-479,4-5-3665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6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12038,'0'0'17541,"-11"22"-15191,0 0-2025,4-10-268,1 1 0,0-1 0,0 1 0,2 1 0,-1-1 0,2 1 0,0 0 0,-2 26 0,-1 67-57,4-45 0,-2 1 0,-22 105 0,6-114 0,19-52 0,0 1 0,-1 0 0,1 0 0,-1-1 0,0 1 0,1-1 0,-1 0 0,-1 1 0,1-1 0,0 0 0,0 0 0,-1 0 0,1 0 0,-1-1 0,-3 3 0,5-4 0,1 0 0,0 0 0,0 0 0,0 0 0,0 0 0,-1 0 0,1 0 0,0 0 0,0 0 0,0 0 0,0 0 0,0 0 0,-1 0 0,1 0 0,0 0 0,0 0 0,0 0 0,0 0 0,-1 0 0,1 0 0,0 0 0,0 0 0,0 0 0,0 0 0,-1 0 0,1 0 0,0-1 0,0 1 0,0 0 0,0 0 0,0 0 0,0 0 0,0 0 0,-1 0 0,1 0 0,0-1 0,0 1 0,0 0 0,0 0 0,0 0 0,0 0 0,0-1 0,0 1 0,0 0 0,0 0 0,0 0 0,0 0 0,0 0 0,0-1 0,0 1 0,0 0 0,0 0 0,0 0 0,0 0 0,0-1 0,0 1 0,0 0 0,0 0 0,0 0 0,0 0 0,0-1 0,1 0 0,-1-12 0,1 1 0,1 0 0,0 0 0,1 0 0,0 0 0,0 1 0,2-1 0,-1 1 0,2 0 0,-1 0 0,1 1 0,1-1 0,0 1 0,14-15 0,-9 12 0,1 0 0,1 1 0,0 0 0,1 1 0,0 0 0,1 2 0,0 0 0,1 0 0,20-6 0,-2 4-70,-26 8-300,1 1-1,-1-1 1,0-1 0,-1 1 0,17-11-1,-24 14 388,-1 0 0,0 0-1,0 0 1,0 0 0,0-1 0,0 1-1,0 0 1,0 0 0,0 0-1,0 0 1,0 0 0,0 0 0,0 0-1,0-1 1,0 1 0,0 0-1,0 0 1,0 0 0,0 0-1,0 0 1,0 0 0,0 0 0,0-1-1,0 1 1,0 0 0,0 0-1,0 0 1,0 0 0,0 0 0,0 0-1,0 0 1,0-1 0,0 1-1,-1 0 1,1 0 0,0 0 0,0 0-1,0 0 1,0 0 0,0 0-1,0 0 1,0 0 0,0 0 0,-1 0-1,1 0 1,0 0 0,0-1-1,0 1 1,0 0 0,0 0 0,0 0-1,0 0 1,-1 0 0,1 0-1,0 0 1,0 0 0,0 0-1,0 0 1,0 1 0,0-1 0,0 0-1,-1 0 1,1 0 0,0 0-1,0 0 1,-18-2 567,-19 2-43,30 2-537,0 0 0,1 0 1,-1 1-1,1 0 0,0 0 0,-1 0 0,1 1 0,1 0 1,-1 0-1,1 0 0,-1 1 0,1 0 0,0 0 0,-6 9 1,-27 22-4,36-34-1,0 0 0,0 0 0,0 0 0,0 1 0,0-1 0,0 0 0,1 1 0,-1-1 0,1 1 0,-1 0 0,1-1 0,0 1 0,0 0 0,0 0 0,1 0 0,-1 0 0,1 0 0,-1 0 0,1 0 0,0 0 0,0 0 0,0 0 0,1-1 0,-1 1 0,1 0 0,-1 0 0,1 0 0,0 0 0,0 0 0,1-1 0,-1 1 0,0 0 0,1-1 0,-1 1 0,1-1 0,0 0 0,0 1 0,0-1 0,0 0 0,1 0 0,-1 0 0,0-1 0,1 1 0,-1-1 0,1 1 0,0-1 0,-1 0 0,4 2 0,12 1-32,-1 0 1,0-1-1,1-1 0,0 0 1,-1-1-1,1-1 0,22-3 1,-35 2-499,1 0 0,-1 0 0,1-1 0,-1 1 0,0-1 0,0-1 0,0 1 0,0-1 1,0 0-1,0 0 0,-1 0 0,9-8 0,30-25-6318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7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34 8756,'0'0'14895,"19"-4"-11678,-1 0-2601,0 0-162,1 0 0,-1 1 0,0 1 0,1 1 0,18 1 0,35 5 769,98 3-703,-146-8-422,0-2 1,-1 0-1,1-2 0,-1 0 0,23-8 0,-50 26 129,-19 34-227,-2 3 0,-20 56 0,22-32 0,2 1 0,5 0 0,2 2 0,4-1 0,0 119 0,10-194 0,0 1 0,1-1 0,-1 0 0,-1 1 0,1-1 0,0 0 0,-1 1 0,1-1 0,-1 0 0,1 1 0,-1-1 0,0 0 0,-2 4 0,1-5 0,1 0 0,-1 0 0,0 0 0,0 0 0,0-1 0,0 1 0,1 0 0,-1-1 0,0 1 0,0-1 0,0 0 0,0 0 0,0 0 0,0 0 0,0 0 0,-3 0 0,-36 1 0,0-2 0,-1-1 0,1-2 0,0-2 0,-70-20 0,66 12 339,6 2-1502,68 9-20807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7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695 11 14567,'0'0'15263,"-17"0"-13692,-3 0-1094,-193-4 412,154-1-889,0 3 0,-72 7 0,120-4 0,1 1 0,0 1 0,-19 6 0,25-8 0,0 1 0,0 0 0,1 0 0,-1 0 0,0 0 0,1 0 0,0 1 0,0-1 0,0 1 0,0 0 0,0 0 0,-3 5 0,5-7 0,1 0 0,-1 1 0,0-1 0,1 0 0,0 1 0,-1-1 0,1 1 0,0-1 0,0 1 0,-1-1 0,1 1 0,1-1 0,-1 1 0,0-1 0,1 3 0,-1 3 0,2 8 0,-1 0 0,2 0 0,0-1 0,9 28 0,-6-24 0,-1-1 0,4 33 0,-6-17 0,-2 0 0,-1-1 0,-4 36 0,1-48 0,-1 0 0,0 0 0,-2-1 0,0 0 0,-1 0 0,-12 23 0,17-39 0,-50 106 0,47-96 0,1 0 0,0 0 0,1 1 0,0 0 0,1 0 0,0 20 0,2-33 0,0-1 0,1 1 0,-1 0 0,0-1 0,1 1 0,-1 0 0,1-1 0,-1 1 0,1-1 0,-1 1 0,1-1 0,0 1 0,-1-1 0,1 1 0,0-1 0,-1 1 0,1-1 0,0 0 0,-1 1 0,1-1 0,0 0 0,0 0 0,-1 0 0,1 1 0,0-1 0,0 0 0,-1 0 0,1 0 0,1-1 0,32 2 0,-26-1 0,13-1 0,0-1 0,1-1 0,-1 0 0,0-2 0,-1 0 0,1-1 0,-1-2 0,0 0 0,-1-1 0,0 0 0,24-17 0,-36 21-522,8-3 1300,-3 5-7712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8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0 5426,'0'0'20026,"0"25"-15816,0-10-3724,-4 166 2040,-2-111-2469,-21 174-16,22-217-41,-1-1-1,-1 1 0,-1-1 0,-2-1 1,-1 0-1,-24 43 0,31-61 1,-1-1 0,0 1 0,0-1 0,0 0 0,-1 0 0,0-1 0,0 1 0,-1-2 0,1 1 0,-1 0 0,0-1 0,0-1 0,0 1 0,-1-1 0,1 0 0,-1-1 0,0 0 0,0 0 0,0 0 0,0-1 0,0 0 0,0-1 0,0 0 0,0 0 0,-14-3 0,18 2 0,-1 0 0,1 0 0,0-1 0,0 0 0,-1 0 0,2 0 0,-1 0 0,0 0 1,0-1-1,1 0 0,-1 1 0,1-1 0,0-1 0,0 1 0,0 0 0,0-1 0,0 0 0,1 1 0,-3-6 0,-4-7-3,1-2-1,0 1 0,-4-20 1,5 16-570,2 0 0,1 0 0,-3-41 0,6 41-1265,1 0 1,1-1-1,0 1 0,6-22 1,11-13-5959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8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16616,'0'0'10917,"82"10"-23643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8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22 3217,'0'0'27899,"22"0"-26611,139-4-925,-100 5-363,-1 0 0,0-2 0,102-16 0,-160 17 0,-2 0 0,0-1 0,0 1 0,0 0 0,1 0 0,-1 0 0,0 0 0,0 0 0,1 0 0,-1 0 0,0 0 0,0 0 0,1 0 0,-1 0 0,0 0 0,0 0 0,0 0 0,1 0 0,-1 0 0,0 0 0,0 0 0,1 0 0,-1 1 0,0-1 0,0 0 0,0 0 0,1 0 0,-1 0 0,0 0 0,0 0 0,0 1 0,0-1 0,1 0 0,-1 0 0,0 0 0,0 1 0,0-1 0,0 0 0,0 0 0,0 0 0,0 1 0,1-1 0,-1 0 0,0 0 0,0 1 0,0-1 0,0 0 0,0 0 0,0 0 0,0 1 0,0-1 0,0 0 0,0 0 0,0 1 0,0-1 0,-1 0 0,1 0 0,0 1 0,1 26 0,-2 0 0,-1 0 0,-10 49 0,-28 84 0,1-6 0,-44 316 0,80-448 0,0 0 0,1 28 0,2-50 0,-1 0 0,1 1 0,-1-1 0,1 0 0,-1 0 0,1 0 0,-1 0 0,1 0 0,-1 0 0,0 0 0,1 0 0,-1 0 0,1 0 0,-1 0 0,1 0 0,-1 0 0,0 0 0,1 0 0,-1-1 0,1 1 0,-1 0 0,1 0 0,-1-1 0,1 1 0,-1-1 0,-58-28 0,-92-31 0,121 51 0,-1 1 0,0 1 0,-1 1 0,1 2 0,-38 0 0,67 4 2,-1 0 1,1 0-1,-1 0 0,1 1 0,0-1 1,-1 1-1,1-1 0,0 1 1,-1 0-1,1 0 0,0 0 0,0 0 1,0 0-1,0 0 0,-4 4 0,5-4-16,1 0 0,-1 0 0,0 0 0,1 0 0,-1 0 0,1 0-1,-1 0 1,1 0 0,0 0 0,-1 1 0,1-1 0,0 0 0,0 0-1,0 1 1,0-1 0,0 0 0,0 0 0,0 0 0,0 1 0,0-1-1,1 0 1,-1 0 0,0 0 0,1 1 0,-1-1 0,1 0 0,0 0-1,-1 0 1,1 0 0,0 0 0,1 2 0,2 0-512,-1 0 1,1-1-1,0 1 1,0 0-1,0-1 0,0 0 1,0 0-1,1 0 1,-1-1-1,0 0 0,1 1 1,-1-2-1,1 1 1,7 0-1,43 3-6269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9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17784,'0'0'14983,"109"11"-14983,-97-5 0,-9-2 0,-3 0 0,0 9 0,0 6 0,0 8-640,0-2-4739,0-2-2400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29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889 0 15975,'0'0'5987,"-48"105"592,23-49-2353,-2 1-4226,-13-3 0,-12 1 0,-21-1 0,-23 2 0,-19 7 0,-19-2-3714,-6-5-3025,2-2-224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31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2945,'0'0'9069,"21"-16"-7482,67-52-120,-79 61-1035,1 0 0,-1 1 0,1 0 0,0 1 1,1 0-1,-1 1 0,1 0 0,0 0 0,12-2 0,1 0 177,-1 1-177,0 1 0,1 1-1,-1 1 1,29 1 0,-50 1-377,0 0 0,1 0 1,-1 0-1,0 1 0,0-1 0,0 1 0,0-1 1,1 1-1,-1 0 0,0-1 0,0 1 1,0 0-1,-1 1 0,1-1 0,0 0 1,0 0-1,0 1 0,-1-1 0,1 1 1,-1-1-1,1 1 0,-1 0 0,0 0 1,0 0-1,0-1 0,0 1 0,0 0 0,0 0 1,0 1-1,0 2 0,2 7 119,-2-1-1,1 1 0,-1-1 0,-2 22 1,1-12 24,-8 109 357,3-80-473,4 71-1,1-118-80,0 0 0,0-1 0,0 1 1,0 0-1,1-1 0,0 1 0,-1 0 1,1-1-1,0 1 0,0-1 0,0 0 1,1 1-1,-1-1 0,1 0 0,-1 1 1,1-1-1,0 0 0,-1 0 0,1 0 1,0-1-1,1 1 0,-1 0 0,0-1 1,0 1-1,1-1 0,-1 0 0,0 0 1,1 0-1,0 0 0,-1 0 0,1-1 1,-1 1-1,1-1 0,0 1 0,2-1 1,2 0 4,0 0 0,0-1 0,0 0 0,-1 0 0,1-1 0,-1 1 0,1-1 0,-1-1 0,1 1 0,-1-1-1,0 0 1,9-7 0,-3 2-5,2-1-21,-1-1 1,0 0-1,0-1 0,-1-1 0,0 0 0,18-24 0,-27 25-193,-8 9-119,-15 13 50,8-1 262,0 1 0,0 1 1,1 0-1,1 0 1,0 1-1,1 0 0,0 0 1,1 1-1,0 1 0,2-1 1,-1 1-1,2 0 1,0 1-1,1-1 0,-5 32 1,7-26-72,0 1 0,1 0 0,2 0 0,0-1 0,1 1 0,1-1 0,1 1 0,1-1 0,1 0 0,1 0 0,12 26 0,10 5-192,-19-35 206,-1 1 1,13 32-1,-21-49 130,-1 1-1,1-1 0,-1 1 0,1 0 0,-1-1 0,0 1 0,0 0 0,0-1 0,0 1 0,0 0 0,0-1 0,0 1 0,-1 0 0,1-1 1,-1 1-1,1 0 0,-1-1 0,1 1 0,-1-1 0,0 1 0,0-1 0,0 1 0,0-1 0,0 0 0,0 1 0,0-1 0,0 0 0,-1 0 0,1 0 1,0 0-1,-1 0 0,-1 1 0,-5 2 500,0 0-1,-1-1 1,1 0 0,-19 4-1,11-3-41,-29 9 503,15-3-754,0-2 1,-1-1-1,0-1 1,-45 2-1,75-8-408,1 0 1,0-1-1,-1 1 1,1-1-1,-1 1 0,1 0 1,0-1-1,-1 1 0,1-1 1,0 1-1,-1-1 0,1 0 1,0 1-1,0-1 0,0 1 1,0-1-1,-1 1 0,1-1 1,0 0-1,0 1 0,0-1 1,0 1-1,0-1 0,1-1 1,-1-21-5584,0 16 1907,0-7-5197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34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315 103 1617,'0'0'19707,"9"2"-17546,26 8-264,-34-9-1691,0 1 0,0-1-1,0 1 1,0 0-1,0 0 1,0-1 0,0 1-1,-1 0 1,1 0-1,-1 0 1,1 0 0,-1 0-1,0 0 1,0 0 0,0 0-1,0 2 1,-1 9 835,1-22-1488,1-14-871,0 9 385,-1 0 0,0 0 1,-3-22-1,2 34 875,1-1-1,0 1 1,-1 0 0,1 0 0,-1-1-1,0 1 1,0 0 0,0 0 0,0 0-1,0 0 1,0 0 0,-1 0 0,1 0-1,-1 0 1,1 1 0,-1-1 0,0 0-1,1 1 1,-1 0 0,0-1 0,0 1-1,0 0 1,0 0 0,0 0 0,0 0-1,-1 0 1,-3-1 0,-7 1 137,1 1 1,0 0 0,-1 0-1,1 1 1,0 1-1,-1 0 1,1 1 0,0 0-1,0 1 1,1 0-1,-1 1 1,1 0 0,0 1-1,0 0 1,1 1-1,0 0 1,0 1-1,-16 15 1,18-15 145,0 0 1,0 1-1,1 0 0,0 0 0,0 1 1,1-1-1,0 2 0,1-1 0,0 0 1,1 1-1,0 0 0,1 0 1,0 1-1,0-1 0,1 0 0,1 1 1,0-1-1,1 1 0,0 0 0,2 12 1,-1-18-144,1 1-1,0-1 1,1 0 0,0 0 0,0 0 0,0 0 0,1 0 0,-1-1 0,1 0 0,1 1-1,-1-1 1,1-1 0,0 1 0,0-1 0,0 0 0,1 0 0,-1 0 0,1-1 0,0 0 0,0 0-1,8 3 1,7 2 191,0-1 0,1-1 0,0-1 0,45 5 0,-18-4-131,0-3-1,0-1 1,59-7-1,-107 5-189,0-1 0,0 1 0,1-1 0,-1 1-1,0-1 1,0 1 0,0-1 0,0 1 0,0-1 0,0 0 0,0 0 0,0 0-1,0 0 1,0 0 0,0 0 0,0 0 0,0 0 0,-1 0 0,1 0 0,0 0 0,-1 0-1,1 0 1,-1-1 0,0 1 0,1 0 0,-1 0 0,0-1 0,0 1 0,1 0-1,-1-3 1,0 2-563,0-1 0,0 0 0,-1 1-1,1-1 1,0 0 0,-1 1-1,1-1 1,-1 1 0,0-1 0,0 1-1,0-1 1,0 1 0,-1 0-1,-2-4 1,-14-11-8353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4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709 1 1809,'1'-1'21799,"-1"2"-20950,-4 0-756,0 0 0,-1 0 0,1 0 0,0 0 0,0-1 0,-1 1 0,1-1 0,0 0 0,0 0 0,-6-1 0,-6 0 68,-144-1 564,-189 5 92,333-2-586,1 0 1,-1 1-1,1 1 0,0 1 0,-16 5 0,30-9-208,-1 1-1,0-1 1,1 1-1,0 0 1,-1-1 0,1 1-1,-1 0 1,1 0-1,0 0 1,-1 0-1,1 0 1,0 1-1,0-1 1,0 0-1,0 0 1,-2 4-1,3-4-9,0-1-1,0 1 1,0 0 0,0 0-1,0 0 1,0 0-1,0 0 1,0 0 0,0 0-1,0 0 1,0 0-1,1 0 1,-1 0 0,0 0-1,1-1 1,-1 1-1,0 0 1,1 0 0,-1 0-1,2 1 1,1 1 39,0 0 1,0 1-1,1-2 0,-1 1 1,1 0-1,0-1 1,-1 0-1,1 1 0,7 1 1,11 4 205,-12-5-168,0 0 0,-1 1 0,0 0 0,13 7 0,-19-9-71,-1 0 1,0 0 0,0-1 0,0 1-1,0 0 1,0 1 0,0-1 0,0 0-1,-1 1 1,1-1 0,-1 1 0,1-1 0,-1 1-1,0-1 1,0 1 0,-1 0 0,1 0-1,0-1 1,-1 1 0,1 4 0,0 51 448,-3-1 0,-15 103 0,-39 109 83,13-73-604,40-178 53,1 0 0,1 30 0,1-47 0,0-1 0,1 1 0,-1-1 0,1 1 0,-1-1 0,1 0 0,-1 1 0,1-1 0,-1 1 0,1-1 0,-1 0 0,1 0 0,0 1 0,-1-1 0,1 0 0,-1 0 0,1 0 0,0 0 0,-1 0 0,1 0 0,-1 0 0,1 0 0,0 0 0,-1 0 0,1 0 0,0 0 0,23-2 0,-22 2 0,16-4 0,1 0 0,-2-1 0,1-2 0,-1 1 0,0-2 0,0 0 0,16-12 0,10-3 0,30-10 0,24-14 0,-96 46-23,-1 1-1,1 0 1,-1 0 0,1-1-1,0 1 1,-1 0 0,1 0-1,-1 0 1,1-1 0,-1 1-1,1 0 1,-1 0 0,1 0-1,0 0 1,-1 0 0,1 0 0,-1 0-1,1 0 1,0 1 0,-1-1-1,1 0 1,-1 0 0,1 0-1,-1 1 1,1-1 0,-1 0-1,1 0 1,-1 1 0,1-1-1,-1 1 1,1-1 0,-1 0-1,0 1 1,1-1 0,-1 1-1,1 0 1,5 4-2017,-2-4 404,0 0 1,0 0-1,1 0 0,-1 0 0,0-1 0,9 0 0,-8 0-191,28 0-9925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4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14311,'0'0'12525,"21"-7"-12103,153-46-17,-177 62-405,-3 0-5,1 0 1,-1 1-1,2 0 0,-1 1 0,1-1 0,1 1 0,0-1 0,0 1 0,1 0 0,1 0 1,-1 12-1,3-22-87,-1 1 1,0 0 0,1-1-1,-1 1 1,1-1 0,-1 1 0,1-1-1,0 0 1,0 1 0,0-1-1,0 0 1,0 1 0,0-1-1,0 0 1,0 0 0,0 0 0,1 0-1,-1 0 1,0 0 0,1 0-1,-1 0 1,0-1 0,1 1-1,-1-1 1,1 1 0,-1-1 0,1 1-1,0-1 1,-1 0 0,1 1-1,-1-1 1,4 0 0,6 1-2180,0-1 0,0 0 0,16-2 0,5-3-6194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4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13414,'0'0'13142,"-40"16"-14486,59-12-2178,2-4-4034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90 7155,'0'0'14775,"27"-13"-12430,-10 4-2028,1-2-2,0 2 1,1 1-1,0 0 1,0 1-1,1 1 1,0 1-1,0 1 1,32-3-1,219 4 2440,-185 3-2623,-86 0-126,1 0 0,-1 0 0,1 0 1,-1 0-1,0 0 0,1 0 0,-1 0 0,0 0 1,1 0-1,-1 0 0,0 0 0,1 0 1,-1 0-1,1 1 0,-1-1 0,0 0 0,1 0 1,-1 0-1,0 0 0,1 1 0,-1-1 0,0 0 1,0 0-1,1 1 0,-1-1 0,0 0 0,0 0 1,1 1-1,-1-1 0,0 0 0,0 1 0,0-1 1,0 0-1,1 1 0,-1-1 0,0 0 0,0 1 1,0-1-1,0 1 0,0-1 0,0 0 0,0 1 1,0-1-1,0 0 0,0 1 0,0-1 0,0 0 1,0 1-1,0-1 0,0 1 0,-1-1 0,1 0 1,0 1-1,0-1 0,-14 24 924,9-18-635,-1 5-187,0 1-1,1-1 1,0 2 0,0-1 0,1 0-1,1 1 1,0 0 0,-1 15 0,-2 111-270,6-104 237,-1 25-75,2 1 0,3-1 0,14 69 0,-12-100 0,0 1 0,-2-1 0,-1 1 0,-1 40 0,-2-69 0,0 0 0,0 1 0,-1-1 0,1 0 0,-1 0 0,1 1 0,-1-1 0,1 0 0,-1 0 0,1 0 0,-1 0 0,0 1 0,0-1 0,0 0 0,0 0 0,1-1 0,-1 1 0,-1 0 0,1 0 0,0 0 0,0-1 0,0 1 0,0 0 0,0-1 0,-1 1 0,1-1 0,0 0 0,-3 1 0,-42 4 0,36-5 0,-97-3 0,-114-16 0,-72-3 0,270 23 0,20 1 0,18 2 0,-14-4 0,36 8-667,0-2-1,50 1 1,85-5-7076,-111-3 3370,70 1-8898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5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606 73 12502,'0'0'17458,"-1"-4"-15254,1 3-2175,-1 0 0,0-1 0,1 1 0,-1 0 1,0 0-1,0 0 0,0 0 0,0 0 0,0 0 0,0 0 0,0 0 0,0 0 0,0 0 0,-1 0 0,1 1 0,0-1 1,0 0-1,-1 1 0,1-1 0,-1 1 0,-1-1 0,-39-5-93,11 2 91,-153-27-27,147 27 0,1 2 0,-1 1 0,-38 4 0,74-3 0,0 0 0,0 0 0,0 0 0,0 0 0,0 0 0,0 0 0,0 0 0,1 1 0,-1-1 0,0 0 0,0 0 0,0 1 0,0-1 0,1 0 0,-1 1 0,0-1 0,0 1 0,1-1 0,-1 1 0,0-1 0,1 1 0,-1 0 0,0-1 0,1 1 0,-1 0 0,1 0 0,-1-1 0,1 1 0,-1 0 0,1 0 0,0 0 0,-1-1 0,1 1 0,0 0 0,0 0 0,0 0 0,0 0 0,0 0 0,0 0 0,0-1 0,0 1 0,0 0 0,0 0 0,0 0 0,0 0 0,0 0 0,1 1 0,0 1 0,1-1 0,-1 1 0,1 0 0,-1 0 0,1-1 0,0 1 0,0-1 0,0 0 0,0 1 0,0-1 0,1 0 0,2 1 0,-3-1 0,1 0 0,-1 0 0,1 1 0,-1-1 0,0 0 0,0 1 0,0 0 0,0-1 0,0 1 0,0 0 0,-1 0 0,0 0 0,1 0 0,-1 0 0,0 0 0,0 0 0,0 6 0,1 5 0,-1 0 0,-2 27 0,1-16 0,-3-2 0,0-1 0,-1 1 0,-1-1 0,-1 0 0,-1 0 0,-14 30 0,1 1 0,-16 41 0,-32 103 0,67-196 0,1-1 0,0 1 0,-1 0 0,1 0 0,0 0 0,0 0 0,-1 0 0,1 0 0,0 0 0,0-1 0,0 1 0,0 0 0,0 0 0,0 0 0,1 0 0,-1 0 0,0 0 0,0 0 0,1 0 0,-1 0 0,0-1 0,1 1 0,-1 0 0,1 0 0,-1 0 0,2 0 0,0 0 0,-1 0 0,1-1 0,0 1 0,0-1 0,0 0 0,-1 1 0,1-1 0,0 0 0,0 0 0,3-1 0,5 1 0,33-2 0,0-3 0,49-10 0,-14 1 0,-69 13 0,-7 1 0,1 0 0,-1 0 0,0-1 0,0 1 0,0-1 0,0 1 0,1-1 0,-1 0 0,0 0 0,0 0 0,0 0 0,2-2 0,-3 2-193,1 0 0,-1 1 0,0 0 0,1-1 1,-1 1-1,1 0 0,-1 0 0,1 0 0,-1 0 0,0 0 0,1 0 0,-1 0 1,3 1-1,4 0-1824,21-3-4829,13-7-3313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6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0 14359,'0'0'15612,"-17"23"-13219,-6 8-2191,-21 38-1,42-63-201,-1 0 0,0 0 0,1 1 0,0-1 0,1 1 0,-1-1 0,1 1 0,1-1 0,-1 1 0,1 0 0,0-1 0,1 1 0,-1 0 0,1-1 0,0 1 0,1-1 0,0 1 0,4 9 0,-4-10 0,11 27 0,1-1 0,27 45 0,-20-40 0,26 62 0,-43-88 0,0 0 0,-1 1 0,0-1 0,-1 1 0,0 0 0,-1 0 0,0 0 0,-1 0 0,0 0 0,-3 13 0,3-23 0,0 0 0,-1 0 0,0 0 0,1 0 0,-1-1 0,0 1 0,0 0 0,0 0 0,0 0 0,0-1 0,-1 1 0,1 0 0,0-1 0,-1 0 0,1 1 0,-1-1 0,0 0 0,-1 2 0,-1-1 0,0 0 0,-1 0 0,1 0 0,0-1 0,-1 0 0,1 0 0,-9 2 0,-1-2 0,1-1 0,-1 0 0,1-1 0,-23-4 0,21 2 0,1-1 0,1-1 0,-1-1 0,1 0 0,0 0 0,0-2 0,0 1 0,1-2 0,-19-16 0,15 11 0,1-1 0,1 0 0,0-1 0,2 0 0,-1-1 0,-11-23 0,20 33-22,1 0 0,1 0 0,-1 0 0,1 0 0,-2-14 1,3 17-175,1 1 1,0 0 0,0 0 0,0 0 0,0 0-1,0-1 1,0 1 0,1 0 0,0 0 0,0 0 0,0 0-1,0 0 1,0 0 0,0 0 0,1 0 0,2-4-1,2 1-1022,1 1-1,-1-1 0,2 1 1,-1 0-1,13-6 0,-6 2-1212,33-19-6738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6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42 384,'0'0'28893,"32"-42"-29325,8 44-2209,-1 0-3202,5-2 225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14855,'0'0'3351,"19"0"789,193 1 2125,228-10-4812,-386 1-1426,-51 8 96,-7 0 312,0 0-332,0 0 1,1 0 0,-1 0-1,0 1 1,0 0-1,1 0 1,-1 0 0,1 0-1,-1 0 1,1 1-1,-1 0 1,1-1 0,0 1-1,0 0 1,0 1-1,-6 4 1,5-2-57,1 0 1,-1-1-1,1 2 1,0-1-1,0 0 1,0 1-1,1-1 1,-1 1-1,-1 10 1,-1 11-105,1 0 0,2 0 0,1 51 0,1-54 167,0 61-110,4-1 0,4 1 0,20 88 0,-15-121 0,-7-33 0,-1-1 0,-1 1 0,-1 0 0,1 20 0,-4-38 0,0 0 0,-1 0 0,1-1 0,0 1 0,-1 0 0,1-1 0,-1 1 0,1 0 0,-1-1 0,1 1 0,-1 0 0,1-1 0,-1 1 0,1-1 0,-1 1 0,0-1 0,1 1 0,-1-1 0,0 0 0,0 1 0,1-1 0,-1 0 0,0 0 0,0 1 0,1-1 0,-1 0 0,0 0 0,0 0 0,0 0 0,0 0 0,-32 1 0,25-1 0,-145 2 0,-120 5 0,310-9 18,43-2-2687,-58 1-546,40-8 0,20-13-6801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7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14919,'0'0'8724,"121"-33"-3378,-58 31-2544,6 2-1826,2 0-976,-4 0 0,-9 0 0,-14 0 0,-15 0 0,-14 0 0,-15-2 0,-25 2-3233,-19 0-849,-10 10-1713,-1 3-4578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7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6963,'0'0'19609,"153"19"-17752,-84-19-1169,2 0-688,0-3-432,-2-3-2305,6-2-2049,2-7-3746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7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37 12342,'0'0'11186,"-24"-6"-6410,4 1-3967,-6-2-118,-1 1 0,0 2-1,0 0 1,-35 1 0,37 3-562,9-1-120,0 0 0,0 2 0,1 0-1,-1 1 1,0 0 0,1 1 0,-20 7 0,33-9-9,0 0 0,0 0 0,0 0 0,0 0 0,0 0 0,0 0 0,0 0 0,1 1 0,-1-1 0,0 1 0,1-1 0,0 1 0,-1 0 0,1-1 0,0 1 0,0 0 0,-1 0 0,1 0 0,1 0 0,-1 0 0,0 0 0,1 0 0,-1 0 0,0 4 0,1-3 0,0 0 0,1-1 0,-1 1 0,1 0 0,-1 0 0,1 0 0,0-1 0,0 1 0,0 0 0,1-1 0,-1 1 0,1-1 0,-1 1 0,1-1 0,0 0 0,0 0 0,0 0 0,3 3 0,21 17-3,44 26-1,-44-32 11,0 2-1,44 40 1,-64-52-19,0 1 0,0-1-1,-1 1 1,0 0 0,0 0 0,-1 1 0,0-1 0,0 1 0,-1 0-1,0 0 1,0 1 0,-1-1 0,0 0 0,0 1 0,0 9 0,-2-16-11,0 0 1,0 0-1,0 0 1,0 0-1,-1 0 1,1 0-1,-1 0 1,1 0-1,-1 0 1,1 0-1,-1 0 1,0 0-1,0 0 1,0-1-1,0 1 1,-1 0-1,1-1 1,0 1-1,-3 2 1,0-1 8,0-1-1,1 0 1,-1 1 0,0-1 0,0-1-1,0 1 1,0 0 0,0-1 0,-6 1-1,-11 1 46,1-1 0,-1 0 1,-27-3-1,28 1-9,-208 0 434,296 1-2491,20 0-3756,0-5-5351,-19-4-261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8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25 9492,'0'0'22216,"-1"-6"-21272,1 5-938,0 0-1,0 0 0,0 0 1,0 0-1,0 0 1,0 1-1,-1-1 0,1 0 1,0 0-1,-1 0 1,1 0-1,0 0 0,-1 0 1,1 0-1,-1 0 0,0 1 1,1-1-1,-1 0 1,0 0-1,-6 15 12,1 46-27,6-57 10,0 1 0,1-1 0,-1 1 0,1-1 0,0 0 0,0 1 0,0-1 0,0 0 0,0 0 0,1 0 0,0 0 0,-1 0 0,1 0 0,0 0 0,0 0 0,1-1 0,-1 1 0,1-1 0,-1 1 0,1-1 0,0 0 0,-1 0 0,1 0 0,0-1 0,0 1 0,1-1 0,-1 0 0,0 1 0,0-1 0,1-1 0,5 2 0,8 1 0,-1-1 0,1-1 0,0 0 0,0-2 0,20-2 0,-29 2-26,1-1 0,-1-1-1,-1 1 1,1-1 0,0-1 0,-1 1-1,1-1 1,-1-1 0,0 1 0,0-1 0,11-11-1,-12 10-27,0 0-1,-1 0 0,0-1 1,7-9-1,-11 14 94,0 0 0,1 0 0,-1 0 1,0 0-1,-1 0 0,1 0 0,0 0 1,-1 0-1,1-1 0,-1 1 0,0 0 0,1 0 1,-1-1-1,-1-2 0,5 23 57,1-1 0,0 0 0,1 0 0,10 19 0,-13-30-383,0 0 1,1-1 0,0 0 0,0 1 0,0-1 0,8 6 0,-9-8-509,0-1 0,1 1 1,0-1-1,-1 0 0,1 0 0,0 0 0,0 0 0,0-1 1,1 0-1,7 2 0,22-1-9701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8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5475,'0'0'19803,"18"7"-16711,61 26-781,-75-30-2180,1 0 0,-1 0 0,0 0 0,0 1 0,0 0 1,-1 0-1,1 0 0,-1 0 0,0 0 0,0 1 0,0-1 0,-1 1 1,0 0-1,0-1 0,2 8 0,6 10-143,-3-6 12,-5-10 0,0-1 0,0 0 0,1-1 0,-1 1 0,7 8 0,-8-12 0,0-1 0,-1 0 0,1 1 0,0-1 0,-1 0 0,1 0 0,0 1 0,0-1 0,-1 0 0,1 0 0,0 0 0,0 0 0,-1 0 0,1 0 0,0 0 0,-1 0 0,1 0 0,0 0 0,0-1 0,-1 1 0,1 0 0,0 0 0,-1-1 0,1 1 0,0 0 0,0-2 0,17-10 0,29-24 0,1 2 0,2 3 0,73-36 0,-122 67 0,-1 0 0,0 0 0,0 0 0,1 0 0,-1 0 0,0 0 0,0 0 0,1 0 0,-1 0 0,0 0 0,0 0 0,1 0 0,-1 0 0,0 0 0,0 0 0,1 0 0,-1 1 0,0-1 0,0 0 0,0 0 0,1 0 0,-1 0 0,0 1 0,0-1 0,0 0 0,0 0 0,1 0 0,-1 1 0,0-1 0,0 0 0,0 0 0,0 0 0,0 1 0,0-1 0,0 0 0,1 0 0,-1 1 0,0-1 0,0 0 0,0 0 0,0 1 0,0-1 0,0 0 0,0 0 0,0 1 0,-1-1 0,1 1 0,0 15 0,0-15 0,0 14 0,0-11 0,-1 0 0,1-1 0,0 1 0,1 0 0,-1-1 0,1 1 0,-1 0 0,1-1 0,2 5 0,-2-6 0,0-1 0,1 1 0,-1-1 0,1 1 0,-1-1 0,1 0 0,-1 0 0,1 0 0,0 0 0,0 0 0,-1 0 0,1 0 0,0-1 0,0 1 0,0 0 0,0-1 0,0 0 0,0 1 0,0-1 0,0 0 0,2 0 0,16 0 0,1 0 0,-1-1 0,0-1 0,0-1 0,1-1 0,-2-1 0,1 0 0,-1-2 0,0 0 0,0-1 0,0-1 0,-1 0 0,27-21 0,-42 28 0,1 0 0,-1 0 0,0 0 0,0-1 0,0 0 0,0 0 0,-1 1 0,1-2 0,-1 1 0,1 0 0,-1 0 0,0-1 0,-1 1 0,1-1 0,0 0 0,-1 1 0,0-1 0,0 0 0,1-8 0,-2 12 0,0 0 0,0 0 0,0-1 0,0 1 0,0 0 0,0 0 0,-1-1 0,1 1 0,0 0 0,0 0 0,0-1 0,0 1 0,0 0 0,-1 0 0,1 0 0,0-1 0,0 1 0,-1 0 0,1 0 0,0 0 0,0 0 0,0-1 0,-1 1 0,1 0 0,0 0 0,-1 0 0,1 0 0,0 0 0,0 0 0,-1 0 0,1 0 0,0 0 0,0 0 0,-1 0 0,1 0 0,0 0 0,-1 0 0,1 0 0,0 0 0,0 0 0,-1 0 0,1 0 0,0 1 0,0-1 0,-1 0 0,1 0 0,0 0 0,0 0 0,-1 1 0,1-1 0,0 0 0,0 0 0,0 0 0,0 1 0,-1-1 0,1 0 0,0 1 0,-2 2 0,1 0 0,-1 1 0,1-1 0,0 1 0,0-1 0,0 1 0,0 0 0,1-1 0,-1 8 0,2 43 0,0-25 0,-2 9-419,0-19 624,1-1 0,0 0 0,5 30 0,-4-43-546,0 0-1,1 0 1,-1 0 0,1 0-1,0 0 1,1 0-1,-1-1 1,1 1 0,0-1-1,0 0 1,0 0-1,0 0 1,1 0 0,-1 0-1,1-1 1,0 0-1,7 5 1,42 16-9042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9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25 13446,'0'0'19321,"-11"-25"-19321,14 25 0,9 0 0,5 0 0,6 4 0,8 17-848,3-4-5523,5-2-288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49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0 18569,'0'0'4562,"-79"107"1152,39-45-2096,6 5-3314,5 0-304,6 2 0,0 6 0,0 3-1601,-8-11-3825,-9-11-3714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51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0 128 4706,'0'0'8249,"18"-14"-6077,56-42-406,-68 51-1469,0 0 0,0 1 0,0-1 0,1 1 0,0 1 0,0-1 0,0 1 0,0 0 0,1 1 0,-1 0 0,10-2 0,5-1 304,3 1-10,-1 1 1,1 2 0,28 0-1,-37 2-354,-15-2-227,0 1-1,0 1 0,0-1 1,0 0-1,0 0 0,0 0 0,0 0 1,0 1-1,0-1 0,0 0 0,0 1 1,0-1-1,0 1 0,0-1 0,0 1 1,-1 0-1,1-1 0,0 1 0,0 0 1,-1-1-1,1 1 0,0 0 0,-1 0 1,1 0-1,-1-1 0,1 1 1,-1 0-1,0 0 0,1 0 0,-1 0 1,0 0-1,0 0 0,1 1 0,-1 39 447,-1-27-218,-2 1-107,0 1 1,0-1-1,-2 1 1,0-1-1,0-1 1,-2 1-1,-15 26 1,14-28-51,0 1 0,1-1 1,1 1-1,0 1 0,1-1 1,1 1-1,0 0 0,1-1 1,-1 20-1,4-29-80,-1 0 1,2 0-1,-1 0 1,0-1-1,1 1 1,0 0-1,0-1 0,2 7 1,-1-9 0,0 0 0,-1 0 0,1 0 1,0 0-1,0 0 0,0 0 0,0 0 0,0-1 1,0 1-1,0-1 0,1 1 0,-1-1 0,1 0 0,-1 0 1,5 1-1,7 3-75,0 0 1,1-1-1,-1-1 0,1-1 1,0 0-1,0-1 0,0 0 1,26-3-1,-39 1 53,0 1 0,0 0 0,-1-1 0,1 1 0,0-1 0,0 0 0,-1 0 0,1 1 0,-1-1 0,1 0 0,-1 0 0,1-1 0,-1 1 0,1 0 0,-1 0 0,0-1 0,0 1 0,0 0 0,0-1 0,0 0 0,0 1 0,0-1 0,0 1 0,0-1 0,-1 0 0,1 0 0,-1 1 0,1-1 0,-1 0 0,0 0 0,0 0 0,0 1 0,0-1 0,0 0 0,0 0 0,0 0 0,-1-2 0,0 3 25,0 0 0,1 1 1,-1-1-1,0 1 0,0-1 1,0 1-1,0-1 0,1 1 1,-1-1-1,0 1 0,0 0 1,0 0-1,0-1 0,0 1 0,0 0 1,0 0-1,0 0 0,0 0 1,0 0-1,0 0 0,0 0 1,0 0-1,-1 1 0,-24 4 257,22-3-208,0 1-1,0 0 1,1 0-1,-1 0 0,1 1 1,0-1-1,0 1 1,0 0-1,0 0 1,1 0-1,0 0 0,0 0 1,0 0-1,-3 8 1,0 5-7,0-1 1,-5 31 0,6 0-6,2 1 1,2-1 0,2 1 0,2-1-1,15 67 1,-16-95 405,0-1-1,-2 0 1,0 1 0,-2 25-1,0-41-329,1-1 0,-1 0-1,0 1 1,1-1 0,-1 0 0,0 0-1,0 0 1,0 0 0,-1 0-1,1 0 1,0 0 0,-1 0-1,1 0 1,-1 0 0,0-1 0,0 1-1,1-1 1,-1 1 0,0-1-1,0 0 1,0 0 0,-1 0 0,1 0-1,0 0 1,0 0 0,-4 0-1,-1 1-43,-1 0 0,1-1 0,0 0 0,0-1 0,-1 0 0,1 0 0,-14-2 0,12-3-251,9 4 4,-1 0 1,1 1 0,-1-1 0,1 1 0,-1 0-1,1-1 1,-1 1 0,1-1 0,-1 1 0,1 0-1,-1-1 1,0 1 0,1 0 0,-1 0 0,1-1-1,-1 1 1,0 0 0,1 0 0,-1 0 0,0 0-1,1 0 1,-2 0 0,-18 0-5385,-11 0-4821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2:52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110 178 320,'0'0'4813,"14"-3"-838,-13 1-3142,0 0 1,-1-1-1,1 1 0,0 0 0,-1-1 0,1 1 1,-1 0-1,0-1 0,0 1 0,0 0 0,0-1 1,0 1-1,-1-4 0,1-17 1997,1 20-2781,0 1 1,1-1 0,-1 0 0,1 0-1,-1 0 1,1 1 0,0-1-1,0 1 1,1 0 0,-1-1-1,0 1 1,1 0 0,-1 0-1,4-1 1,46-26-27,-39 23 17,1-2-37,1 2 1,-1 0-1,1 1 0,0 0 0,0 2 1,1-1-1,-1 2 0,30-2 1,-44 4-4,1 1 0,-1-1 1,0 0-1,1 1 1,-1-1-1,1 0 1,-1 1-1,0-1 1,0 1-1,1 0 0,-1 0 1,0-1-1,0 1 1,0 0-1,1 0 1,-1 0-1,0 0 1,0 0-1,-1 0 1,1 1-1,0-1 0,0 0 1,0 0-1,-1 1 1,1-1-1,-1 0 1,1 1-1,-1-1 1,0 0-1,1 1 1,-1 1-1,2 7 25,-1-1 0,0 1 0,-1 15 0,0-14-1,-2 3 54,0 1 0,0 0 0,-1-1-1,-1 1 1,0-1 0,-1 0 0,-1-1 0,-13 25-1,-5 13 421,21-41-427,-1 0 0,1 0-1,1 0 1,0 1 0,0-1-1,1 1 1,1 15 0,0-25-71,0 0 1,0 1-1,0-1 1,1 1-1,-1-1 1,1 1-1,-1-1 1,1 0-1,0 1 1,-1-1-1,1 0 1,0 1-1,0-1 1,0 0-1,0 0 1,0 0-1,0 0 0,0 0 1,0 0-1,0 0 1,0 0-1,1-1 1,-1 1-1,0 0 1,1-1-1,-1 1 1,0-1-1,2 1 1,4 1 22,0 0 1,-1-1-1,1 0 1,0 0-1,10-1 0,-17-3-4,1 1-1,-1-1 0,0 0 1,-1 0-1,1 1 1,0-1-1,-2-5 0,1 8-16,1-1-1,-1 0 0,1 0 1,-1 1-1,0-1 0,1 0 1,-1 1-1,0-1 1,0 1-1,1-1 0,-1 1 1,0-1-1,0 1 0,0 0 1,0-1-1,0 1 0,1 0 1,-1 0-1,0 0 1,0 0-1,0 0 0,0-1 1,0 2-1,0-1 0,0 0 1,0 0-1,0 0 1,0 0-1,1 0 0,-1 1 1,0-1-1,0 0 0,0 1 1,-1 0-1,0 0-3,1 0 0,0 1 0,0-1 0,0 0 0,0 0 0,0 1-1,0-1 1,0 1 0,0-1 0,0 1 0,0-1 0,1 1 0,-1-1 0,1 1 0,-1 0 0,1-1-1,0 1 1,-1 2 0,2 21 2,1 0 1,0-1-1,2 1 0,1-1 0,1 0 0,1 0 1,17 37-1,-19-47 17,-2-3 68,0-1 1,0 1-1,-1 0 0,0-1 1,-1 1-1,0 18 0,-1-27 58,-1 1-1,1 0 0,-1 0 0,0-1 1,0 1-1,0 0 0,0-1 0,0 1 1,0-1-1,-1 0 0,1 1 0,-1-1 1,0 0-1,0 0 0,0 0 0,0 0 0,0 0 1,0 0-1,0-1 0,-1 1 0,1-1 1,-3 2-1,-8 4 523,0-1 0,-27 8 0,38-13-622,-22 5-12,1-1 1,-1 0-1,0-2 1,0-1-1,-36-2 1,54 0-32,1 0 0,-1-1 1,1 0-1,-1 0 0,1 0 0,-1-1 1,1 1-1,-1-1 0,1-1 0,0 1 0,0-1 1,-5-3-1,-2-3-5,1-1 0,-1 0 0,-9-13 0,1 3-34,30 29-12634,36 20 2728,-12-14 1965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1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183 67 1681,'0'0'4565,"4"-8"-3357,4-4-614,2-6 40,-1-5 3375,-9 23-3895,0 0 0,0 0 0,0 0 0,1-1 0,-1 1 1,0 0-1,0 0 0,0 0 0,0 0 0,0 0 0,0 0 0,0-1 0,0 1 0,0 0 0,0 0 0,0 0 0,0 0 0,0 0 0,0 0 0,0-1 0,0 1 1,0 0-1,0 0 0,0 0 0,0 0 0,0 0 0,0-1 0,0 1 0,0 0 0,0 0 0,0 0 0,0 0 0,0 0 0,-1 0 0,1 0 0,0-1 1,0 1-1,0 0 0,0 0 0,0 0 0,0 0 0,0 0 0,0 0 0,-1 0 0,1 0 0,0 0 0,0 0 0,0 0 0,0 0 0,0 0 0,-1 0 0,1 0 1,0-1-1,0 1 0,-11 5 1177,-11 10-1330,7-2 221,1 0 0,0 0-1,1 1 1,1 1 0,0 1 0,1-1-1,0 2 1,1-1 0,1 1 0,-9 25-1,9-15 44,1 1-1,1-1 0,2 2 1,1-1-1,0 0 1,2 41-1,1-47 1,2 0 0,0 0 0,1 0 0,1 0 0,1 0 1,1 0-1,12 30 0,-4-19 460,3-1 0,20 34 0,-29-56-433,0 0 0,0 0-1,1 0 1,1-1-1,-1-1 1,1 1 0,1-1-1,0-1 1,0 0 0,12 7-1,-15-35-9516,-6 19 8206,3-19-4045,2-2-2372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1.8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1 139 7203,'0'0'14252,"13"-10"-12726,37-29-443,-49 39-1026,-1-1 1,1 0-1,0 1 0,0-1 0,0 0 0,-1 1 0,1-1 0,0 1 0,0-1 0,0 1 0,0 0 1,0-1-1,0 1 0,0 0 0,0 0 0,0 0 0,1-1 0,1 9 80,-3-6 3,7 46 453,-2 0 0,-1 68 0,-3-125-616,0 1 0,1-1-1,0 1 1,1 0 0,0 0-1,0 0 1,0 0-1,1 0 1,1 1 0,-1 0-1,7-8 1,4-4 11,1 1-1,28-27 1,-22 26-29,1 1 0,27-18 0,-37 28 19,-1 1 1,1 1 0,-1 0 0,2 1-1,-1 0 1,21-4 0,-34 9 55,1 0 0,0 0 0,0 1 0,-1-1 0,1 0 0,0 0 1,0 1-1,-1-1 0,1 0 0,0 1 0,-1-1 0,1 0 0,0 1 0,-1-1 0,1 1 1,-1 0-1,1-1 0,-1 1 0,1-1 0,-1 1 0,1 0 0,-1-1 0,0 1 0,1 0 1,-1-1-1,0 1 0,1 0 0,-1 0 0,0-1 0,0 1 0,0 0 0,0 0 0,0-1 1,0 1-1,0 0 0,0 0 0,0 1 0,0 41 913,-1-30-448,1 63 344,2-73-1674,0 0 0,0-1-1,1 1 1,-1-1 0,1 1-1,-1-1 1,1 0 0,0 0-1,0 0 1,0 0 0,4 2-1,-1 0-701,23 12-4392,5 1-1054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3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2657,'0'0'11950,"2"-1"-10248,3-1-1447,1 0 1,-1 1 0,0 0-1,1 0 1,-1 0 0,1 1-1,-1 0 1,0 0 0,1 0-1,-1 1 1,1 0-1,-1 0 1,0 0 0,1 1-1,-1-1 1,0 1 0,0 0-1,0 1 1,0-1 0,-1 1-1,1 0 1,-1 0 0,1 1-1,-1-1 1,0 1-1,-1 0 1,5 6 0,3 6-83,-2 0 1,0 1 0,-1 0 0,0 0-1,-2 1 1,7 27 0,18 120 629,-22-107-645,-5-30-37,5 17 259,-3 0 0,-1 0 0,-3 92-1,-4-130-281,1 1-1,-1-1 0,-1 0 0,1 0 0,-1 0 0,-1-1 0,1 1 0,-1-1 0,0 0 0,0 0 0,-1 0 0,0 0 0,0-1 0,0 0 0,-1 0 0,1 0 0,-1 0 0,-12 6 0,5-8-460,9-3-1828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4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440 8 2673,'0'0'14241,"3"-2"-12795,-2 1-1384,-1 1 0,1-1-1,-1 1 1,0 0 0,1-1-1,-1 1 1,1 0 0,-1-1-1,1 1 1,-1 0 0,1 0-1,0-1 1,-1 1 0,1 0-1,-1 0 1,1 0 0,-1 0-1,1 0 1,0 0 0,-1 0-1,1 0 1,-1 0 0,1 0-1,-1 0 1,1 0 0,0 0-1,0 1 1,-8 13 1807,-28 30 354,-101 84 832,-20 23-2038,141-135-988,1 2 1,1 0-1,1 0 0,0 1 0,2 1 1,0 0-1,-11 33 0,17-42-32,0 1 0,1 0 0,1 0 0,0 0 0,0 1 0,2-1 0,-1 0 0,2 1 0,-1-1 0,2 0 0,-1 0 0,2 0 0,0 0 0,0 0 0,1 0 0,0-1 0,1 0 0,1 0 0,0 0 0,0 0 0,1-1 0,0 0 0,10 10 0,0-3 3,1-1 1,0-1-1,1 0 0,1-2 0,0 0 1,1-2-1,0 0 0,1-1 0,39 13 1,-52-21 44,0 0-1,-1 0 1,1-1 0,13 0 0,7-4-2922,-6-9-7700,-13 4 1250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6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65 784,'0'0'7582,"3"-9"-5877,8-28 213,-10 35-1737,0 1 0,-1 0-1,1 0 1,0 0-1,0 0 1,0 0-1,0 0 1,0 0 0,0 0-1,0 0 1,0 1-1,0-1 1,0 0-1,1 1 1,-1-1 0,0 0-1,0 1 1,1 0-1,-1-1 1,3 1-1,27-1 2412,-20 2-1620,-8-2-773,0 1 0,1 0 0,-1 0 0,1 0 0,-1 0 1,1 1-1,-1-1 0,1 1 0,-1 0 0,0 0 0,0 0 0,1 0 0,-1 1 1,0-1-1,0 1 0,0 0 0,0 0 0,0 0 0,-1 0 0,1 0 0,-1 1 1,1-1-1,-1 1 0,0-1 0,0 1 0,0 0 0,0 0 0,-1 0 0,1 0 0,-1 1 1,0-1-1,2 5 0,3 15 357,-1 0 1,-2 0-1,0 0 0,-1 0 1,-1 1-1,-3 27 1,1-4-66,1-37-133,-1-11 14,2-16-208,3 7-173,0 1 0,0-1 0,1 1 0,0 0 0,1 1 0,-1-1 0,2 1 0,-1 0 0,1 1 0,13-11 0,-6 6-24,0 1 0,2 0 0,-1 1 0,1 0 0,18-7 0,-16 10 37,0 1 0,0 1 0,1 0 0,0 1 0,-1 1 0,2 1 1,29 0-2,-48 3 10,-1-1-1,1 0 1,-1 0-1,0 0 1,1 1-1,-1-1 1,1 0-1,-1 1 0,0-1 1,1 0-1,-1 1 1,0-1-1,1 0 1,-1 1-1,0-1 0,0 1 1,1-1-1,-1 1 1,0-1-1,0 1 1,0-1-1,0 0 1,1 1-1,-1-1 0,0 1 1,0-1-1,0 1 1,0-1-1,0 1 1,0 0-1,-1 22 283,1-16-140,-1 18 45,-1 0 0,-1 0 0,-1-1 0,-8 26 0,10-47-536,2 0 0,-1 0 0,0 0 0,1 0 1,-1 1-1,1-1 0,0 0 0,0 0 0,0 0 0,1 0 0,-1 1 0,1-1 0,-1 0 1,3 5-1,-2-7-62,0 1 0,1-1 1,-1 1-1,1-1 0,-1 0 1,1 1-1,-1-1 0,1 0 1,0 0-1,0 0 0,-1-1 1,1 1-1,0 0 0,0-1 0,0 1 1,0-1-1,0 1 0,0-1 1,0 0-1,0 0 0,0 0 1,0 0-1,2 0 0,22 0-10631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9124,'0'0'13428,"21"20"-11305,-1-1-1558,-8-9-248,0 1-1,0 0 1,-1 1 0,-1 0 0,0 1 0,-1 0-1,0 1 1,-1 0 0,10 25 0,-6-2 167,-1 1 0,-3 0 1,0 1-1,-3 0 1,-1 0-1,-2 1 0,-2-1 1,-5 42-1,3-63-484,0 0 0,-1-1 0,-1 1 0,-1-1 0,0 0 0,-1 0 0,-1 0 0,-10 17 0,12-25 0,0-1 0,-1 0 0,0 0 0,0 0 0,-1-1 0,0 1 0,0-2 0,-1 1 0,1-1 0,-1 0 0,-1-1 0,1 1 0,-1-2 0,0 1 0,0-1 0,-11 2 0,14-3-2808,11-2-3204,-3 0 4345,10 0-6703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8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72 1569,'0'0'8593,"8"-11"-6771,22-32-24,-29 42-1691,-1 1-1,0 0 0,1 0 1,-1-1-1,0 1 0,1 0 1,-1 0-1,0-1 0,0 1 1,1 0-1,-1-1 0,0 1 1,0-1-1,0 1 1,1 0-1,-1-1 0,0 1 1,0-1-1,0 1 0,0 0 1,0-1-1,0 1 0,0-1 1,0 1-1,0 0 0,0-1 1,0 1-1,0-1 0,0 1 1,0 0-1,-1-1 0,1 1 1,0-1-1,0 1 1,0 0-1,0-1 0,-1 1 1,1 0-1,0-1 0,0 1 1,-1 0-1,1 0 0,0-1 1,-1 1-1,1 0 0,0 0 1,-1-1-1,1 1 0,0 0 1,-1 0-1,1 0 0,-1 0 1,1-1-1,0 1 0,-1 0 1,0 0-1,-24 1 26,21-1 400,-5 1-362,0 0-1,1 0 1,-1 1 0,0 0 0,0 0-1,1 1 1,-1 1 0,1-1 0,0 1-1,0 0 1,1 1 0,-1 0-1,1 0 1,0 1 0,0 0 0,1 0-1,-12 14 1,10-10-62,0 0 0,1 1 0,0 0 1,1 0-1,0 0 0,1 1 0,0 0 0,1 0 0,0 1 0,1-1 1,0 1-1,0 14 0,1-10-91,2 0 0,0 0-1,1 0 1,1 0 0,0-1 0,1 1 0,1 0 0,0-1 0,2 0 0,0 0 0,0-1 0,2 1-1,0-1 1,0-1 0,1 0 0,1 0 0,1-1 0,0 0 0,0 0 0,16 12 0,-18-19-203,1 1 1,-1-2-1,1 1 0,0-1 1,0-1-1,1 0 1,-1 0-1,1-1 1,0 0-1,0-1 1,12 1-1,-6-2-1816,-1 0 0,1-2 0,32-4 1,3-9-6094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8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3474,'0'0'15980,"18"-6"-14283,55-21-296,-71 26-1241,0 1 1,0-1 0,0 0-1,1 1 1,-1 0-1,0-1 1,1 1 0,-1 0-1,0 0 1,4 1 0,-6-1-110,1 0 0,0 0 0,0 1 0,-1-1 1,1 0-1,0 1 0,-1-1 0,1 0 1,0 1-1,-1-1 0,1 1 0,-1-1 0,1 1 1,0-1-1,-1 1 0,0 0 0,1-1 1,-1 1-1,1 0 0,-1 0 0,1 2 61,0 1 0,0-1 0,-1 0 0,0 0 0,0 1 0,0-1 0,0 0 0,0 1-1,-1 4 1,0 4 323,-6 131 993,7-142-1460,2-11-179,0 5 161,0 1-1,0-1 1,1 1 0,0 0-1,-1 0 1,2 1 0,-1-1 0,0 0-1,1 1 1,-1 0 0,8-5 0,51-31-290,-50 32 256,9-5 62,0 1 1,0 0 0,1 2-1,0 0 1,28-6 0,-47 25 3431,-3 15-2808,0-23-247,-2 41 322,1-31-528,0 1 0,1-1 0,0 1 0,3 17 0,-2-28-182,-1 0-1,1 0 1,0-1 0,0 1-1,0-1 1,0 1-1,0-1 1,0 1 0,0-1-1,0 1 1,0-1-1,1 0 1,-1 0 0,1 0-1,-1 0 1,1 0 0,-1 0-1,1 0 1,-1 0-1,1 0 1,0-1 0,-1 1-1,1-1 1,3 1 0,44 4-2198,-33-5 977,-5 0-306,1 0 1,-1 0-1,1-1 0,21-5 0,-20 1-1129,-1 0 0,20-12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19.1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7235,'0'0'15744,"22"9"-13656,-5-3-1653,-7-4-241,-1 1 1,1 1 0,-1 0-1,0 0 1,0 0-1,-1 1 1,1 1 0,-1 0-1,0 0 1,-1 0 0,1 1-1,-1 0 1,-1 0-1,11 16 1,7 16 718,-2 2 0,26 66 0,-39-79-654,0-1 0,-1 1 0,-2 1 0,-1-1 0,1 36 0,-4-22-237,-2 0 0,-8 60 0,6-87-23,-1 0 0,-1-1 0,0 1 0,-1-1-1,0 0 1,-1 0 0,0-1 0,-2 1-1,1-1 1,-13 14 0,17-24 5,2-2-6,0-1 0,0 1 0,1-1 0,-1 1 0,0 0 0,0 0 0,1-1 0,-1 1 1,0 0-1,1 0 0,-1 0 0,1 0 0,-1 0 0,1 0 0,0 0 0,-1 0 0,1 0 0,0 0 0,-1 1 0,18-5-4843,11-27-6077,-10 11 152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20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290 237 4674,'0'0'3922,"14"-20"464,43-68-203,-52 81-3488,-1 0-1,0 0 1,0 0-1,0-1 1,-1 0-1,0 0 0,0 0 1,-1 0-1,0 0 1,0 0-1,-1 0 1,0-14-1,-1 21-634,0 1 0,-1-1 1,1 1-1,0-1 0,0 1 0,0 0 0,-1-1 0,1 1 0,0 0 0,-1-1 0,1 1 0,0 0 0,-1-1 1,1 1-1,-1 0 0,1 0 0,0-1 0,-1 1 0,1 0 0,-1 0 0,1 0 0,-1 0 0,1 0 0,0 0 0,-1 0 1,1-1-1,-1 1 0,1 0 0,-1 0 0,1 1 0,-1-1 0,1 0 0,-1 0 0,1 0 0,0 0 0,-1 0 0,0 1 0,-5-1 293,-2 0-216,0 1 0,1 0-1,-1 1 1,0 0 0,1 0 0,-1 1 0,1-1-1,-1 2 1,-6 3 0,-63 42 60,66-41-172,-11 8-1,1 0 1,1 1-1,1 1 0,0 1 0,-24 32 0,35-40-23,1 0 0,0 0 1,1 1-1,0-1 0,1 2 0,0-1 0,1 0 0,0 1 1,1 0-1,0 0 0,1 0 0,0 26 0,2-32-12,1 0-1,0 0 0,1-1 1,0 1-1,0-1 0,0 1 1,1-1-1,-1 0 0,2 1 0,-1-2 1,1 1-1,0 0 0,0-1 1,0 1-1,1-1 0,0-1 1,0 1-1,0-1 0,0 1 1,1-1-1,0-1 0,-1 1 1,10 3-1,1 1-8,2-1-1,-1-1 1,1 0 0,0-1-1,1-1 1,-1 0 0,29 1-1,-25-4 0,0 0-1,0-2 0,0 0 0,28-5 0,-41 3 10,1 1 1,-1-1-1,0-1 0,0 0 1,0 0-1,-1-1 0,1 0 0,-1 0 1,0-1-1,-1 0 0,1 0 1,7-9-1,-5 3 18,-1 1 0,0-2 0,0 1 0,-1-2 0,-1 1 0,0-1 0,-1 0 0,-1 0 0,7-26 1,-7 17 21,-1 0 1,-1-1-1,-2 1 1,0-1 0,-4-37-1,3 52-69,-1 0 1,-1 0-1,0 0 0,0 0 1,-1 1-1,0-1 0,0 1 1,-1-1-1,0 1 0,-1 1 1,0-1-1,0 0 0,0 1 1,-1 0-1,0 1 0,-1-1 0,1 1 1,-1 0-1,0 1 0,-1-1 1,0 2-1,1-1 0,-15-5 1,9 8-1658,11 8-2227,3-4 3361,0-1 0,1 1 0,-1 0 1,0-1-1,1 1 0,-1 0 0,1-1 1,0 0-1,-1 1 0,4 1 1,1 0-1008,1 1 0,0-1 0,0-1 0,13 5 0,51 5-6664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20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916 7 11589,'-173'-6'7735,"150"7"-6764,1 1 0,0 1 0,0 1 0,0 1 0,-36 13 0,16 1-311,1 2 1,0 1-1,2 3 0,1 1 1,1 1-1,2 3 0,0 0 1,2 3-1,-54 68 0,69-76-570,1 1-1,1 1 1,1 0-1,1 1 1,1 1-1,2 0 1,1 1-1,2 0 1,-8 45-1,13-54-130,0-1 0,2 1-1,1 0 1,0-1 0,1 1 0,1 0-1,1-1 1,1 0 0,1 1 0,1-2-1,1 1 1,0-1 0,1 0 0,1 0-1,13 18 1,-9-18-150,2-1 0,0-1-1,1 0 1,1-2 0,0 1 0,1-2 0,0 0 0,1-2-1,1 0 1,0-1 0,30 12 0,-26-14-535,1 0 0,0-2 0,50 7 1,-50-11-514,0-1 1,0-2-1,0 0 1,29-5 0,-40 2-194,0 0 0,0-1-1,0 0 1,14-6 0,50-31-8404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21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10 848,'0'0'18988,"14"-2"-17441,42-5-96,-54 7-1377,-1 0 0,1 0 0,-1 0 0,0 0 0,1 0 0,-1 0 0,1 0 0,-1 1 0,1-1 0,-1 0 0,1 1 0,-1-1 0,0 1 0,1 0 0,-1-1 0,0 1 0,0 0 0,0 0 0,1 0 0,-1 0 0,0 0 0,0 0 0,0 0 0,1 1 0,0 2 31,-1-1 0,1 0 0,-1 1 0,0-1 0,1 1 0,0 6 0,0 0 197,38 160 1798,-40-170-2110,1 0 1,-1 0-1,0 0 0,1 0 1,-1 0-1,0-1 0,1 1 1,-1 0-1,0 0 1,1 0-1,-1 0 0,0-1 1,0 1-1,1 0 1,-1 0-1,0-1 0,0 1 1,1 0-1,-1-1 0,0 1 1,0 0-1,0 0 1,1-1-1,-1 1 0,0 0 1,0-1-1,0 1 1,0-1-1,0 1 0,0 0 1,0-1-1,0 1 1,0 0-1,0-1 0,0 1 1,11-26-47,-8 16-12,5-4-50,0 0-1,1 0 1,0 1 0,1 0-1,0 0 1,1 1 0,1 1-1,0-1 1,0 2 0,24-15-1,-35 23 135,1 1 1,-1 0-1,1 0 0,-1 0 0,1 1 0,0-1 0,0 0 0,-1 1 1,1-1-1,0 1 0,0-1 0,0 1 0,0 0 0,-1 0 1,1 0-1,3 0 0,-4 0 45,0 1 1,0-1 0,0 1-1,0-1 1,0 1-1,0 0 1,0-1-1,0 1 1,0 0 0,-1 0-1,1-1 1,0 1-1,-1 0 1,1 0-1,0 0 1,-1 0-1,1 0 1,-1 0 0,1 0-1,-1 2 1,2 6 380,0 1-1,-1-1 1,0 1 0,-1-1 0,-1 13 0,1-6-317,0-7-54,0 0-39,0 0 0,0 0 1,1 0-1,0 0 1,3 11-1,-3-18-317,0 1 0,0-1 0,0 0 0,0 0 0,0 0 0,0 0 0,1 0 0,-1 0 0,1 0 0,-1 0 0,1-1 0,0 1 0,0-1 0,0 1 0,0-1 0,0 0 0,0 1 0,0-1 0,0 0 0,0 0 0,0 0 0,1-1 0,-1 1 0,0-1 0,4 1 0,25 1-6294,9-2-2567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22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1217,'0'0'20017,"13"0"-18040,8 1-1630,40 7 0,8 2-246,-25-9 256,-44 0-220,0 0 0,0-1-1,0 1 1,0-1 0,0 1 0,0 0-1,0-1 1,0 1 0,0-1 0,0 1-1,0 0 1,-1-1 0,1 1 0,0-1 0,0 1-1,-1-1 1,1 1 0,0-1 0,-1 1-1,1-1 1,-1 1 0,0 0 0,-19 15-11,-35 19 1,-4 5 167,44-32-240,12-7-49,1 1 1,-1-1-1,1 0 0,-1 1 0,1 0 0,0-1 1,0 1-1,-4 3 0,6-2 6,0-2 701,19 3-792,9 5-190,-13-5-189,-1 1-1,19 8 1,-28-10 393,-1-1-1,1 1 0,-1 0 1,0 0-1,0 0 1,0 1-1,-1-1 1,1 1-1,-1 0 1,0 0-1,3 5 0,-5-8 71,-1-1 0,1 1 0,-1 0 0,1 0 0,-1-1 0,0 1 0,1 0-1,-1 0 1,0 0 0,0 0 0,0 0 0,0-1 0,1 1 0,-1 0 0,0 0-1,0 0 1,-1 0 0,1 0 0,0 0 0,0-1 0,0 1 0,-1 0 0,1 0-1,0 0 1,-1-1 0,1 1 0,0 0 0,-1 0 0,1-1 0,-1 1 0,0 0 0,1-1-1,-1 1 1,1 0 0,-1-1 0,0 1 0,0-1 0,1 1 0,-1-1 0,-1 1-1,-32 10 803,30-10-671,-20 3 693,0-1 0,-1-1 1,-32-2-1,35 0 1128,25 2-2317,0 1 1,0-1-1,1 0 1,-1 0 0,0 0-1,1 0 1,5 1-1,-5-1-194,7 3-876,1-1 0,-1 0 0,1-1 0,15 3-1,29 2-5952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3:23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5010,'0'0'9346,"-14"1"-7769,13 2-1232,1 0 1,-1-1 0,0 1 0,1 0 0,0-1 0,-1 1 0,1 0 0,0 0-1,1-1 1,-1 1 0,0 0 0,1-1 0,1 5 0,7 11 516,0 0-1,2-1 1,0 0 0,1-1 0,25 27-1,-8-9 116,6 10 4,-2 1 1,51 92 0,-72-113-835,-1 1 0,-1 1 1,-1-1-1,-1 1 1,-1 1-1,-2-1 0,-1 1 1,1 30-1,-4-35-58,-1 0 1,-1 0-1,-1 1 1,-1-1-1,0 0 1,-2-1-1,-1 1 1,-1-1-1,0 0 1,-12 21-1,-4 0-23,-2-1-1,-1-1 1,-2-2-1,-2 0 1,-1-2-1,-2-2 1,-2 0-1,-56 41 1,85-71-66,-7 8 0,13-9 0,1-2 0,2-1-396,-1 0-1,1 0 1,-1 0-1,1 0 1,-1-1-1,1 1 1,-1-1 0,0 1-1,1-1 1,2-1-1,-3 1-167,-1-1 0,0 1 1,0 0-1,0 0 0,0 0 0,0-1 0,0 1 0,-1 0 0,1-1 0,0 1 0,-1-1 0,1 1 0,-1-1 0,1 1 0,-1-1 0,1-1 0,1-18-12268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4:44.180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0 209 1265,'9'0'16515,"30"-1"-15644,-28-2-542,0 1 1,-1-2-1,0 0 0,0 0 0,0-1 0,12-8 1,-11 7-57,0 0 1,0 1 0,0 0 0,22-6 0,3 6-239,0 1 0,0 2 0,55 4 0,-14 0-10,40-3 13,186-27-1,127-16 22,2 29 18,550 5 198,-968 9 131,0 0 0,0-1 0,-1 0 0,39-13 1283,-37 12-1389,0 1-1,-1 0 0,1 1 0,45 1 2005,-94-6-2291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13.581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171 275 4274,'-11'-2'11072,"-19"-8"-10130,35 8-699,65-1 514,-22 2-413,610-42 1527,-203 11-1658,-305 23-201,436-44-134,-572 51 151,13-2 73,0-1 0,0-2 0,0 0 0,31-28 3365,-59 35-3404,-541 38 1607,504-35-1603,-1195 82-1008,766-60 564,716-31-1866,-118-4 2031,697-38 66,-527 43 160,472-18-1,-469 1-84,179-9 1142,-439 28-748,-32 1-54,-26 1 369,-357 23-208,-8 25-476,124-14 46,-980 139-555,1193-165 473,-115 24 49,134-25-59,0 1 0,0 1-1,1 1 1,-29 16 0,114-22-2529,-23-7 2359,77-18-1,-50 8 165,880-129-485,-565 92 512,-39-6 34,-266 39 449,0-2 0,99-41-1,-169 58-197,-4 2-88,0 0-1,0 1 1,0-2 0,0 1-1,-1 0 1,1 0 0,-1-1 0,1 0-1,-1 1 1,1-1 0,-1 0-1,0 0 1,0 0 0,0 0 0,2-4-1,-4 5-79,-1 1 0,1-1 0,-1 1 0,0-1 0,1 0 0,-1 1 0,0-1 0,1 1 0,-1-1 0,0 1 0,1 0 0,-1-1 0,0 1 0,0 0 0,0-1 0,0 1 0,1 0-1,-1 0 1,0 0 0,0 0 0,0 0 0,0 0 0,1 0 0,-1 0 0,0 0 0,-1 0 0,-38 0-18,27 0 37,-140 8-58,-211 38 0,203-22-23,127-19 38,-645 83-942,-3-27-106,476-56-1039,207-5 2014,45-3-1977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25.17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256 261 1313,'-24'0'701,"-100"-2"760,16 2 2940,1153-21 326,-591 4-3180,105-6-952,-504 19-583,64-13 0,-85 8 11,-20 1 1152,-14 7-1124,1 1 0,-1-1 0,0 1 0,1-1 0,-1 0 0,0 1 0,0-1 0,0 0 0,0 1 0,0-1 0,0 0 0,0 0 0,0 1 1,0-1-1,0-1 0,-15-6 1107,-11 4-1037,0 1 0,0 0 1,0 3-1,-34 2 1,-7-1-41,-551 49 719,415-27-640,-742 40 158,977-78-606,4 1 223,1 2 0,0 1 0,66-10 0,-66 13 47,1203-151 514,-1091 152-484,113-11-58,-256 17 89,-8 0 20,-20 0 95,-42 0 101,-332 34 313,150-8-357,-157-1-317,181-12 1,192-10-258,0 1 0,-33 8-1,-15 17-5221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36.72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125 124 2993,'-4'16'11876,"52"-15"-9888,-39-1-1939,458-27 1744,800-57-2414,-1253 84 1367,-40 7 92,6 4-818,-1-1 0,0-1 0,0-1 0,-1-1 0,-34 7 0,-116 9-143,143-20 102,-1039 80-88,685-70 85,444-19-152,79-18 0,-26 4-158,677-77-432,-263 36 876,-448 52 170,-78 9-192,-24 0 304,-24 2-327,-63 12 0,-5 1-53,-653 8 168,513-21 93,59-1-34,-73 1 256,266-2-524,1-1 0,0 1-1,-1 0 1,1 1 0,-1-1 0,1 0-1,-1 0 1,1 0 0,0 1 0,-1-1 0,1 1-1,0-1 1,-1 1 0,1 0 0,0-1 0,0 1-1,0 0 1,-2 2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48.983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249 292 800,'0'0'713,"-21"0"194,-83-7 5881,136-1-6688,139-10 1337,99-13 573,995-89 1995,-1165 116-3992,181-13 111,-190 8-71,93-22-1,-181 30-46,7-1 83,-1 0-1,1-1 1,13-6 827,-2-1-764,-8 5-165,1 1 0,-1 1 1,1 0-1,0 1 0,20-1 0,77 4-167,-47 1-270,-40 0 248,0 0 0,0 2 1,46 12-1,6 2-749,-76-18 945,1 0 1,0 0 0,0 0-1,0 0 1,-1 0-1,1 1 1,0-1 0,0 0-1,-1 0 1,1 1 0,0-1-1,0 0 1,-1 1 0,1-1-1,0 1 1,-1-1-1,1 1 1,-1-1 0,1 1-1,0 0 1,-1 0 0,0-1 0,0 1 1,0-1-1,0 1 0,0-1 0,-1 1 0,1-1 1,0 1-1,0-1 0,-1 1 0,1-1 1,0 0-1,-1 1 0,1-1 0,0 1 0,-1-1 1,1 0-1,0 1 0,-1-1 0,1 0 0,-1 0 1,1 1-1,-1-1 0,-37 17-148,32-14 147,-347 111-94,-12-29-55,267-63 132,-867 146 66,402-89-1793,512-74 1924,39-4 296,34-3-138,18-2-251,0-3 0,52-14-1,-24 4-63,272-72-6,38-8 37,367-40 37,-399 78 33,-328 56-106,18-5 72,-36 8-79,0 0 0,0 0 0,0 0 0,0 0 0,0 0 0,0 0 0,-1 0 0,1 0 0,0 0 0,0 0 0,0 0 0,0 0 0,0-1 0,0 1 0,0 0 0,0 0 0,0 0 0,0 0 0,0 0 0,0 0 0,0 0 0,-1 0 0,1 0 0,0 0 0,0 0 0,0 0 0,0-1 0,0 1 0,0 0 0,0 0 0,0 0 0,0 0 0,0 0 0,0 0 0,0 0 0,0 0 0,0 0 0,0-1 0,0 1 0,0 0 0,0 0 0,0 0 0,0 0 1,0 0-1,0 0 0,0 0 0,0 0 0,1 0 0,-1 0 0,0-1 0,0 1 0,0 0 0,0 0 0,0 0 0,0 0 0,0 0 0,0 0 0,0 0 0,0 0 0,0 0 0,1 0 0,-16-2 273,-535 10-252,169 2-513,219-9 342,-801-14 519,558 4-378,175 7-16,219 2 19,-22-1-4,32 1 5,0 0-1,0 0 1,0 0 0,0 0-1,0 0 1,0 0 0,0-1-1,0 1 1,0 0 0,0-1-1,0 1 1,0-1-1,0 1 1,1-1 0,-1 1-1,0-1 1,0 0 0,0 1-1,0-1 1,0-1 0,1 2 0,0 0 0,0-1 0,0 1-1,0 0 1,0 0 0,0-1 0,0 1 0,0 0 0,0 0 0,0-1 0,0 1 0,0 0 0,0 0 0,0-1 0,0 1 0,0 0 0,0 0 0,0 0-1,1-1 1,-1 1 0,0 0 0,0 0 0,0 0 0,0-1 0,1 1 0,-1 0 0,0 0 0,0 0 0,0 0 0,1 0 0,-1 0 0,0-1 0,0 1-1,0 0 1,1 0 0,-1 0 0,0 0 0,0 0 0,1 0 0,45-17 71,1 3 1,0 1-1,70-9 1,-117 22-72,87-10-289,1 4 0,114 6 0,-86 1-5,1264 30 161,-1315-28 373,-673-3 3225,546 2-3336,1 3 0,-1 2-1,-70 18 1,88-13-571,0 2 0,2 1 0,0 2 0,0 2 0,-38 25 0,14-2-3149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50.546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61 99 3778,'3'-2'9217,"2"-1"-9092,0 1 0,-1 0 1,1 1-1,0-1 0,0 1 0,0 0 0,0 0 0,0 0 0,0 1 0,0 0 0,0 0 0,10 1 0,9 0 242,1431 7 2864,-1402-10-3128,55-9 0,-22 1 1084,111 7 144,-117 4-1270,-128 11-23,-35-4 17,-125-3 1,106-4-31,-1057 3-772,738-5 589,405 3-1130,44 8-334,15-7 571,80-5 1,-67-1 936,1714 26 354,-1705-19-221,69 3 915,-1057-9 2925,-7 0-3783,916 2-112,-20 0 36,32 0-21,1 0 0,-1 0 0,1 0 0,-1-1 1,1 1-1,0 0 0,-1-1 0,1 1 0,-1-1 1,1 0-1,0 1 0,-1-1 0,1 0 0,0 0 1,0 0-1,0 0 0,-1-1 0,1 2-13,1-1-1,0 1 0,0-1 1,0 1-1,0-1 1,0 1-1,0-1 1,-1 1-1,1-1 1,1 1-1,-1-1 1,0 0-1,0 1 0,0-1 1,0 1-1,0-1 1,0 1-1,1-1 1,-1 1-1,0-1 1,0 1-1,1-1 1,-1 1-1,0 0 0,1-1 1,1-1-139,-2 2 139,0 0-1,1 0 1,-1-1-1,1 1 0,-1 0 1,1 0-1,0-1 1,14-5-234,0 0 0,0 1 0,0 0 0,30-4 0,75-5-258,-77 9 255,456-21-992,1 29 395,-433-2 752,313 11 1077,-638-24 2471,82 1-2169,-1331-14 594,1502 25-1853,-18 0 21,1 0 1,-1 2-1,0 0 0,-31 8 1,31 1-20,23-11-11,0 1 0,-1-1 1,1 0-1,-1 1 1,1-1-1,0 0 0,-1 1 1,1-1-1,0 1 0,0-1 1,-1 1-1,1-1 1,0 1-1,0-1 0,0 1 1,0-1-1,-1 1 1,1-1-1,0 1 0,0-1 1,0 1-1,0-1 1,0 1-1,0 0 0,1 0-19,0 1-1,0-1 0,0 0 0,0 1 0,1-1 1,-1 0-1,0 0 0,0 0 0,1 0 0,-1 0 1,1 0-1,-1 0 0,1 0 0,-1-1 0,1 1 1,-1 0-1,1-1 0,0 1 0,2-1 0,91 18-2855,-33-12-2323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57.838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100 742 0,'-7'-20'10837,"42"13"-10515,1 1 0,-1 1-1,55 1 1,1-1-214,855-114 159,-716 82 73,224-30 1388,-363 61-1694,-58 5-14,0-1 0,-1-2 0,37-9 0,-47 7 12,0-1-1,-1-1 0,22-10 1,-43 18-17,1-1-1,-1 1 1,1-1 0,-1 1 0,1-1-1,-1 1 1,1-1 0,-1 1 0,0-1-1,1 1 1,-1-1 0,0 0-1,1 1 1,-1-1 0,0 0 0,0 1-1,1-1 1,-1 0 0,0 1 0,0-1-1,0 0 1,0 1 0,0-1 0,0 0-1,0 0 1,0 1 0,0-1 0,-1 0-1,1 0 1,-11-25 885,4 8-276,7 16-633,1 1 1,-1-1-1,1 1 0,-1-1 0,1 1 1,0-1-1,0 1 0,-1 0 0,1-1 1,0 1-1,0 0 0,0 0 0,1 0 1,-1-1-1,2 0 0,29-22-288,-3 2 16,-22 15 260,0-1-1,0 0 1,-1 0-1,0 0 1,0-1-1,-1 0 1,0 0-1,-1 0 1,0 0 0,0-1-1,-1 0 1,0 0-1,-1 0 1,0 0-1,0 0 1,-1 0-1,-1-1 1,0-9-1,-1 17 20,0 0 0,0 0 0,0 0-1,0 0 1,-1 0 0,1 0 0,-1 0 0,0 1-1,0-1 1,0 1 0,0-1 0,0 1 0,-1 0-1,1 0 1,0 0 0,-1 0 0,0 0-1,1 1 1,-1-1 0,0 1 0,0 0 0,-5-2-1,-8-3 1,0 1 0,0 1 0,-18-3 0,-36-1 3,-1 3 0,-86 5-1,67 1 1,-364 13 40,341-3-29,1 5 0,-112 30 1,201-40-23,1 1 0,0 1 1,0 1-1,1 1 0,0 1 1,1 1-1,0 1 1,1 0-1,-26 24 0,29-24-24,0 0 0,-1-2 0,-1 1 0,0-2 0,-29 12 0,-98 28-117,103-38 152,0 1 0,-69 35 0,109-47 5,1 0 0,-1 0 0,0 1 0,0-1 0,1 0-1,-1 1 1,1-1 0,-1 1 0,1 0 0,0 0 0,0-1-1,0 1 1,-1 0 0,2 0 0,-1 0 0,0 0 0,0 0 0,1 0-1,-1 0 1,1 0 0,-1 0 0,1 1 0,0-1 0,0 0-1,0 0 1,0 0 0,1 4 0,-1 18-4,-2-21 0,1 1-1,-1-1 1,0 0 0,0 0 0,0 1 0,0-1-1,-1 0 1,1-1 0,-1 1 0,0 0 0,0-1 0,0 1-1,0-1 1,0 0 0,-4 2 0,-20 18-2,8 11 18,17-29-20,0 1 1,-1-1-1,1 1 0,-1-1 0,0 0 1,0 0-1,0 0 0,-6 4 1,-14 10-109,-2-2 0,0 0 0,-28 12 0,-28 18-139,78-45 244,0 1 0,1 0-1,0 0 1,-1 0 0,1 0-1,0 1 1,0-1 0,0 1-1,0-1 1,0 1 0,1 0 0,-2 3-1,2-5 2,1 0 0,0 0 0,0 0 0,-1 0 0,1 0 0,0 0 0,0 0 0,0 0 0,0 1 0,0-1 1,0 0-1,1 0 0,-1 0 0,0 0 0,0 0 0,1 0 0,-1 0 0,0 0 0,1 0 0,-1-1 0,1 1 0,0 0 0,-1 0 0,1 0 0,0 0 0,-1-1 0,1 1 0,0 0 0,0-1 0,0 1 0,-1 0 0,1-1 0,0 1 0,0-1 0,0 0 0,0 1 0,0-1 0,2 1 0,34 7-1,-31-7 4,1 0-1,-1 1 1,1-1-1,-1 1 0,0 0 1,8 5-1,-13-7-2,-1 0-1,1 1 0,-1-1 0,0 0 1,0 1-1,1-1 0,-1 0 1,0 1-1,1-1 0,-1 0 1,0 1-1,0-1 0,0 1 0,0-1 1,1 1-1,-1-1 0,0 0 1,0 1-1,0-1 0,0 1 1,0-1-1,0 1 0,0-1 0,0 1 1,0-1-1,0 0 0,0 1 1,-1 0-1,1-1-8,0 1 0,0-1 0,0 1-1,0-1 1,-1 0 0,1 1 0,0-1 0,0 0 0,0 1 0,0-1 0,0 1-1,0-1 1,0 0 0,1 1 0,-1-1 0,0 0 0,0 1 0,0-1 0,0 0-1,0 1 1,1-1 0,-1 0 0,0 1 0,0-1 0,0 0 0,1 1 0,-1-1-1,0 0 1,0 0 0,1 1 0,-1-1 0,0 0 0,1 0 0,-1 0 0,0 1-1,1-1 1,-1 0 0,0 0 0,1 0 0,-1 0 0,0 0 0,1 0 0,-1 0-1,1 0 1,-1 0 0,0 0 0,1 0 0,-1 0 0,0 0 0,1 0 0,167 2 79,-85-4-71,-34 0-111,-1-2-1,0-2 1,0-3 0,0-1 0,63-24-1,229-105-504,-227 88 758,371-136 45,-426 168-24,105-37 218,-136 45-296,0-1 0,-1-1-1,43-30 1,-62 37-41,1 0-1,-1 0 1,-1-1-1,0 0 1,0 0 0,0-1-1,6-9 1,-10 13 24,0 0 0,0 0 0,0 0 0,0 0 1,-1-1-1,0 1 0,1 0 0,-1-1 0,-1 1 1,1-1-1,-1 1 0,0 0 0,0-1 0,0 1 1,0-1-1,-1 1 0,-1-6 0,1 8-61,0 1 0,0 0 0,0 0 0,0 0 0,0 0 0,0 0 0,0 0 0,-1 0 0,1 0 0,0 0 0,0 0 0,-1 1 0,1-1 0,-1 0 0,1 1 0,0-1 0,-1 1 0,1 0 0,-1-1 0,1 1 0,-1 0-1,0 0 1,1 0 0,-1 0 0,1 0 0,-1 1 0,1-1 0,-1 0 0,1 1 0,-3 0 0,-47 14-1231,-36 10-5049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5:59.70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234 206 1169,'0'0'8796,"-8"-14"-8052,-23-42-133,31 55-578,-1 1 0,1-1 0,0 0 0,-1 1-1,1-1 1,0 0 0,-1 1 0,1-1 0,0 0 0,0 1 0,0-1 0,-1 0 0,1 0 0,0 0 0,0 1-1,0-1 1,0 0 0,0 0 0,1 1 0,-1-1 0,0 0 0,0 0 0,0 1 0,1-1 0,-1 0 0,0 1 0,1-1-1,-1 0 1,0 1 0,1-1 0,-1 0 0,1 1 0,-1-1 0,1 1 0,0-1 0,-1 1 0,2-1 0,23-6 227,-21 6-138,33-6 127,1 2 1,-1 2 0,55 2 0,-34 0-158,474-5 369,363-11-127,-845 15-211,-7 2 363,0-3 1,74-13-1,-114 15-262,0 0 1,0 0-1,1-1 1,-1 1-1,0-1 1,-1 0 0,1 0-1,5-5 1,-6 5-39,1 0-1,0 0 1,-1 0 0,1 0 0,0 0 0,0 1 0,5-2 0,12-2-323,-19 4 59,-3 2 6,-18 1-1,-751 31-23,378-26 0,335-5 88,-459 20-24,468-19 36,0 2 1,-72 16-1,118-20-4,-35 12 5,36-12-6,1 0-1,-1 0 1,1 0-1,-1 0 1,1 0 0,0 0-1,-1 0 1,1 1 0,0-1-1,0 0 1,0 1-1,0-1 1,0 1 0,0-1-1,1 1 1,-1 0 0,0-1-1,0 4 1,1-4-4,0 0 0,0 0 0,-1 0 0,1 1 0,0-1 0,0 0 0,1 0 0,-1 0 0,0 0 0,0 1-1,0-1 1,1 0 0,-1 0 0,1 0 0,-1 0 0,1 0 0,-1 0 0,1 0 0,-1 0 0,1 0 0,0 0 0,0 0 0,0 0 0,-1-1 0,1 1 0,0 0 0,1 0 0,34 15-66,-29-14 59,36 11-175,0-2 1,1-2-1,82 6 1,137-8-1745,-226-7 1601,-36 0 323,0 0 0,0 0 0,0 0 1,0 0-1,-1 0 0,1 0 0,0 0 0,0 0 0,0 0 0,0 0 0,0-1 0,0 1 1,0 0-1,-1 0 0,1-1 0,0 1 0,0-1 0,0 1 0,-1-1 0,1 1 1,0-1-1,-1 0 0,1 1 0,0-1 0,0-1 0,-1 1 7,0 0 1,0 0-1,-1 0 0,1 1 0,0-1 0,-1 0 1,1 0-1,-1 0 0,1 0 0,-1 0 0,1 1 1,-1-1-1,0 0 0,1 0 0,-1 1 1,0-1-1,1 1 0,-1-1 0,0 0 0,0 1 1,0 0-1,0-1 0,1 1 0,-1-1 0,-2 1 1,-8-5 5,-1 0 1,0 1 0,-1 0 0,1 1 0,0 1-1,-22-2 1,-83 1 198,86 3-124,-16 1 159,-82 10 1,106-7-193,1 1 1,-1 1 0,2 1 0,-1 1 0,-33 17 0,51-23-42,0 1 1,-1 0-1,1 0 1,0 0-1,0 0 1,1 1-1,-1-1 1,-4 7-1,7-9-8,0 1 0,0-1 0,1 0 0,-1 1 0,0-1 0,1 1 0,-1-1 0,1 1 0,-1-1 1,1 1-1,0-1 0,-1 1 0,1-1 0,0 1 0,0 0 0,0-1 0,0 1 0,1-1 0,-1 1 0,0-1 0,1 1 0,-1-1 0,1 1 0,-1-1 0,1 1 0,0-1 0,-1 1 0,1-1 0,0 0 0,1 2 0,4 2 5,0 0 1,0-1-1,0 0 1,0 0-1,1 0 0,0-1 1,-1 0-1,1 0 0,0-1 1,0 0-1,1 0 0,13 1 1,-12-2-47,0 1 0,0 0 0,0 1 0,-1 0 0,1 0 1,-1 1-1,0 0 0,10 6 0,-18-10 25,1 1-1,0-1 1,-1 1 0,1-1 0,-1 1-1,1-1 1,-1 1 0,1 0 0,-1-1-1,1 1 1,-1-1 0,1 1 0,-1 0-1,0-1 1,0 1 0,1 0-1,-1 0 1,0-1 0,0 1 0,0 0-1,0 0 1,0-1 0,0 1 0,0 0-1,0 0 1,0-1 0,0 1-1,0 0 1,0 0 0,0-1 0,-1 1-1,1 0 1,0-1 0,-1 1 0,0 1-1,0 0-1,0-1-1,-1 1 0,1-1 1,-1 1-1,1-1 0,-1 0 0,1 0 1,-1 0-1,0 0 0,0 0 1,0 0-1,-2 1 0,-23 5 39,0-1-1,0-2 1,-1-1-1,1 0 1,-37-3 0,25 0 24,-63 9 0,86-2-32,16-7-13,0 0-1,0 0 1,1 0-1,-1 0 1,0 0 0,0 0-1,1 0 1,-1 0 0,0 0-1,0 0 1,1 0 0,-1 0-1,0 0 1,0 0-1,0 0 1,1 0 0,-1 1-1,0-1 1,0 0 0,0 0-1,1 0 1,-1 0-1,0 0 1,0 1 0,0-1-1,1 0 1,-1 0 0,0 0-1,0 1 1,0-1 0,0 0-1,0 0 1,0 0-1,0 1 1,0-1 0,1 0-1,-1 0 1,0 1 0,0-1-1,0 0 1,0 0 0,0 1-1,0-1 1,0 0-1,0 0 1,0 1 0,0-1-1,-1 0 1,1 0 0,0 1-1,0-1 1,0 0 0,0 0-1,0 0 1,0 1-1,0-1 1,-1 0 0,1 0-1,0 0 1,0 1 0,0-1-1,0 0 1,-1 0-1,1 0 1,0 0 0,0 0-1,0 0 1,-1 1 0,43 6-72,0-2 0,1-1 1,72-3-1,-49-2-125,727 1-4611,-775 1 4336,-15-1 287,1 1 0,-1-1 0,0 0 1,1 0-1,-1 0 0,0 0 0,0-1 0,1 1 0,-1-1 0,0 0 0,0 0 0,0 0 0,0 0 0,0-1 0,0 1 0,5-4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01.234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1 292 5699,'0'0'9204,"28"-12"-8679,-14 6-458,7-4 14,0 2 0,1 0 0,0 1 0,0 1 0,1 2 0,-1 0 0,1 1-1,24 0 1,798 25 1000,-122 6-1065,-699-42 1248,-24 13-1172,-1 0 0,1 0 0,-1-1 1,-5-5 553,5 6-554,0 0 0,-1 0 0,1 1 1,0-1-1,0 0 0,0 1 1,-1-1-1,1 1 0,-2-1 0,-23-8 256,0 2-1,0 1 0,0 1 0,-1 2 0,1 0 1,-1 2-1,-30 2 0,-191 30-613,117-11 342,-607 39-1322,731-59 1230,-16 1-182,0 1-1,-37 7 1,88-8-1218,707-31-436,-296 7 1439,-369 21 415,232-13-2,-6-25 297,-231 23 727,0-4 0,91-40 0,-93 33-354,1 4 0,74-18 0,-124 39-674,-8 2 3,-1 1 0,0-2 0,0 1 0,0 0 0,0-1 0,0 0 0,0 0 0,4-3 0,-10 4-1,0 0 0,0 1 0,0-1 1,0 1-1,0-1 0,0 1 1,0 0-1,0-1 0,0 1 1,0 0-1,0 0 0,-1 0 1,1 0-1,0 0 0,0 0 1,0 0-1,0 0 0,-2 1 0,-595 9-857,58-3 408,350-8 492,190 1-92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02.79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800 276 224,'8'-2'7481,"5"-2"-7036,0 0 0,1 1 1,-1 1-1,1 0 0,17 1 0,77 4 1147,-70-1-1037,421 29 3432,305 8-1763,-883-49-1352,-347-15-867,269 16-44,-1279-27 105,1459 38-116,24 1-63,29 2-36,475 3 193,-335-9-40,613-15 55,-521 8-11,-218 7-37,-7 0 37,74-9 0,-112 9-35,0 0 0,0-1 1,0 1-1,-1-1 0,1 0 0,8-5 1,-12 6 4,0 1 1,-1-1-1,1 1 1,0 0-1,-1-1 1,1 0-1,0 1 1,-1-1-1,1 1 1,-1-1-1,1 0 1,-1 1-1,1-1 1,-1 0-1,1 1 1,-1-1 0,0 0-1,1 0 1,-1 0-1,0 1 1,0-1-1,0 0 1,1 0-1,-1 0 1,0 1-1,0-1 1,0 0-1,0 0 1,-1 0-1,1 0 1,0 1-1,0-1 1,0 0-1,-1 0 1,1 0-1,0 1 1,-1-1-1,1 0 1,0 1-1,-1-1 1,1 0 0,-1 1-1,0-1 1,1 0-1,-1 1 1,1-1-1,-1 1 1,0-1-1,-5-3 55,1 0 0,0 1 1,-1-1-1,0 1 0,0 1 0,0-1 0,-9-2 0,-56-13 136,63 16-189,-393-63 189,-7 25-199,336 33 0,-541-16 142,560 24-152,51-1-1,1 0-1,0 0 1,-1 0-1,1 0 0,0 1 1,0-1-1,-1 0 1,1 1-1,0-1 1,0 1-1,0-1 0,-1 1 1,0 1-1,1-1 0,1-1 0,0 0-1,-1 1 1,1-1 0,0 0-1,0 1 1,0-1 0,-1 1-1,1-1 1,0 1 0,0-1-1,0 1 1,0-1 0,0 0-1,0 1 1,0-1 0,0 1-1,0-1 1,0 1 0,0-1-1,0 1 1,0-1 0,0 1-1,0-1 1,1 1 0,0 1-8,0 0 0,1 0 0,-1 0 0,1 0-1,-1 0 1,1 0 0,0 0 0,0-1 0,-1 1 0,1-1 0,1 1 0,1 0 0,21 10-20,1-2-1,0-1 1,1-1 0,-1-1-1,45 5 1,-14-2-18,787 108-997,-441-70 727,-132-15 417,-312-32 536,-421-22 666,155 3-665,-779-4 386,1058 24-1016,22 2-12,17 2-21,27 3-7,-1-1 0,59 5 0,-78-11 32,791 70-830,-421-42 108,-3 1 468,-375-30 438,-15-2-92,-30-4-66,-5 0-5,-423-51 532,317 45-122,-177 9 0,317 2-526,1 0-1,-1 1 1,0 0 0,0 0 0,0 1 0,1-1-1,-1 1 1,0 0 0,1 1 0,0 0 0,-9 5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11.715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1 822 1024,'10'1'8567,"266"29"-4603,157-10-2584,797-18 767,-634-3-1856,720-53 481,-986 34-703,698-38-37,-692 39-13,294-12 66,-598 31-92,996-5-442,-539 34 407,-39-1-47,708-20 115,-727-23 146,12-1-383,-302 17-318,158 22 1,-287-21 509,393 46-233,3-26 304,-305-20-16,121-5 755,-214 2-760,0-1 0,0 0 0,0 0 0,0-1 1,-1 0-1,15-7 0,-21 9-4,-1-1 1,1 1 0,-1-1 0,1 0 0,-1 0 0,0 0 0,1 0 0,-1 0 0,0 0 0,0-1-1,2-4 1,-3 6 10,-1-1 0,1 0 1,0 1-1,-1-1 0,0 0 0,1 1 0,-1-1 0,0 0 0,0 0 0,0 0 0,0 1 0,0-1 0,-1 0 1,1 0-1,0 1 0,-1-1 0,1 0 0,-1 1 0,0-1 0,1 0 0,-3-2 0,0 1-16,0-1 0,0 1 0,0 0-1,-1 0 1,1 0 0,-1 0 0,0 1 0,0 0-1,0-1 1,0 1 0,0 1 0,-1-1-1,1 0 1,-9-1 0,-68-11 105,-122-6-135,-32-3 2,-924-152-1221,-47 18 172,-7 65-74,1151 88 1142,-3033-176 1625,1732 159-1059,1326 21-582,-657 35-291,682-34 214,-22 2-89,0 1 0,-63 17 0,88-19-45,0 1 0,1 1 1,0-1-1,0 1 1,0 1-1,0-1 1,1 1-1,-1 1 1,1-1-1,1 1 1,-1 0-1,1 1 1,0 0-1,0 0 1,1 0-1,-5 9 0,-5 14-1445,2 0 0,1 0-1,1 2 1,2-1-1,1 1 1,-5 44-1,10-30-159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12.272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590 158 592,'0'0'1534,"-21"13"104,1 0-1152,2-1 34,-1 0 0,0-1 0,-1-1-1,0-1 1,-34 10 0,-32 4 2119,-1-5 1,-123 11-1,196-31-2615,14 1-30,0 1-1,-1 0 1,1-1 0,0 1-1,0 0 1,0-1-1,0 1 1,0 0-1,0-1 1,0 1 0,0-1-1,0 1 1,0 0-1,0-1 1,0 1 0,0-1-1,0 1 1,0 0-1,0-1 1,0 1-1,0 0 1,1-1 0,-1 1-1,0 0 1,0-1-1,0 1 1,1 0-1,-1-1 1,0 1 0,0 0-1,1 0 1,-1-1-1,0 1 1,1 0 0,-1 0-1,0-1 1,1 1-1,-1 0 1,0 0-1,1 0 1,-1 0 0,10-6-73,0 0 1,0 1-1,1 0 1,-1 1-1,1 1 1,19-5-1,-11 2 60,380-83 36,19 27 382,-40 17 495,69 8-275,1177 2-43,-99 116-700,-2 80 496,-1059-108 178,-175-18 678,214 21 1509,-4-30 136,-425-25-2459,-22 0 246,84-9 0,-127 7-560,0-1 0,0 0 0,0 0 0,10-6 1,-17 8-69,-1-1 1,1 0 0,0 0 0,-1 0 0,0 0 0,1 0 0,-1 0 0,1 0 0,-1 0 0,0-1 0,0 1 0,2-3 0,-3 3-3,1 0 0,-1 0 1,0 0-1,0 0 0,0 1 1,1-1-1,-1 0 0,0 0 1,0 0-1,-1 0 0,1 0 1,0 0-1,0 0 0,0 0 1,0 1-1,-1-1 0,1 0 1,0 0-1,-1 0 0,1 0 1,-1 1-1,1-1 0,-1 0 1,0 0-1,1 1 0,-2-2 1,-5-3 19,0 1 1,0-1 0,0 1-1,0 1 1,-1-1 0,0 1-1,0 1 1,-13-4 0,17 5-51,-32-8-215,-1 1 1,-1 1 0,-44-1-1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15.441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92 347 1553,'-19'1'1203,"-53"4"-307,139-6 2743,137 14-1045,-53 2-1213,285 15 1445,-329-35-771,129-22 0,-97 8-1574,989-52 885,-798 59-1267,1581-99-617,-1840 105 482,106-11-25,-142 11 72,-1 0 0,63-22 0,-94 28 2,-1-1 0,1 0 1,-1 0-1,1 0 0,-1 0 0,1 0 0,-1-1 0,0 1 0,1-1 0,-1 1 0,0-1 0,0 0 1,0 0-1,0 0 0,0 0 0,-1 0 0,1 0 0,-1-1 0,1 1 0,-1 0 0,2-5 0,-4 6-6,1 1 1,-1-1-1,0 1 0,1-1 0,-1 1 0,1-1 0,-1 1 0,0-1 0,1 1 0,-1-1 0,0 1 0,0 0 0,1 0 0,-1-1 0,0 1 0,0 0 0,1 0 1,-1 0-1,0 0 0,0 0 0,0 0 0,1 0 0,-1 0 0,0 0 0,0 0 0,1 0 0,-1 0 0,-1 1 0,-4-1 2,-77 5-490,-143 24 1,110-10-61,-658 64-1734,-168 27 2162,697-61 320,201-37-114,1 2 0,0 2 0,-53 27 0,93-41-85,-45 27 80,47-28-86,-1 1-1,0-1 0,1 1 1,-1-1-1,1 1 0,0-1 1,-1 1-1,1 0 0,0-1 1,0 1-1,0 0 0,0 0 1,1 0-1,-1 0 0,0 0 0,1 0 1,-1 0-1,1 0 0,0 0 1,0 0-1,0 3 0,0-4-2,0 0 0,0 1 1,1-1-1,-1 0 0,1 0 0,-1 0 0,1 0 0,-1 0 0,1 0 0,0 0 0,-1 0 0,1 0 0,0 0 0,0 0 0,0 0 0,-1 0 0,1-1 0,0 1 0,0 0 0,0-1 0,1 1 0,-1-1 0,0 1 1,0-1-1,0 1 0,0-1 0,2 1 0,21 4-11,0-1-1,0-1 1,0-1 0,1-1 0,35-3 0,-8 1-3,154-6-20,58-21-48,1087-119-182,-158 18 98,-1124 121 147,120-13-39,232-56-1,-398 71 90,52-15 87,-69 19-50,-1-1-1,1 1 0,-1-1 1,0 0-1,0 0 1,0 0-1,0-1 1,0 1-1,5-7 0,-10 10-38,1-1 0,0 0 0,-1 1 1,1-1-1,-1 1 0,1-1 0,-1 0 0,0 1 0,1-1 0,-1 0 0,0 0 0,1 1 0,-1-1 0,0 0 0,0 0 0,0 0 0,0 1 0,1-1 0,-1 0 0,0 0 0,-1 0 0,1 1 0,0-1 0,0 0 0,0 0 0,0 0 0,-1 1 0,1-1 0,0 0 0,-1 1 0,1-1 0,0 0 0,-1 0 0,1 1 0,-1-1 0,1 1 0,-1-1 0,1 0 1,-1 1-1,0-1 0,1 1 0,-1-1 0,0 1 0,1 0 0,-1-1 0,-1 1 0,-4-3 123,0 0 0,0 1 1,0-1-1,-1 2 0,-10-3 0,-56-5 200,-142 1-1,172 8-325,-1315 45-9,724 20-88,14 41 37,590-100 31,-85 23-13,102-25 15,0 0-1,0 1 1,1 1 0,0 0 0,-18 12 0,29-17 0,0 0 0,-1 0 0,1 0 0,0 0 0,0 1 0,-1-1 0,1 0 0,0 0 0,0 1 0,1-1 0,-1 1 0,-1 1 0,2-2 0,0-1 0,0 1-1,0-1 1,0 1 0,0-1-1,0 1 1,0 0 0,0-1-1,0 1 1,0-1 0,0 1-1,0-1 1,0 1 0,1-1 0,-1 1-1,0-1 1,0 1 0,1-1-1,-1 0 1,0 1 0,1-1-1,-1 1 1,0-1 0,1 0-1,-1 1 1,1-1 0,3 3-23,0-1 0,0 0 0,0-1 0,0 1 1,1-1-1,-1 0 0,0 0 0,1 0 0,4 0 1,253 7-616,-186-8 594,707-21-928,-259 3 35,-61 11 212,373-13-1499,-727 15 1914,112-20-1,-213 23 357,0 1 0,0-1-1,1-1 1,-2 1-1,15-7 1,-22 9-23,1-1 0,-1 1 0,1 0 0,-1 0 0,0 0 0,1-1 0,-1 1 0,1 0 0,-1 0 0,0-1 0,1 1 0,-1 0 0,0-1 0,0 1 0,1 0 0,-1-1 0,0 1 0,0-1 0,1 1 0,-1 0 0,0-1 0,0 1 0,0-1 0,0 1 0,0-1 0,0 1 0,1-1 0,-1 1 0,0 0 0,0-1 0,0 1 0,-1-1 0,1 1 0,0-1 0,0 1 0,0-1 0,0 1 0,0 0 0,0-1 0,-1 1 0,1-1 0,0 1 0,0 0 0,-1-1 0,1 1 0,0-1 0,-1 1 0,1 0 0,0 0 0,-1-1 0,1 1 0,0 0 0,-1 0 0,1-1 0,-1 1 0,-6-3 214,1 0 0,-1 0 0,0 1-1,0 0 1,0 0 0,-12-1 0,-111-12 403,0 6 0,-136 8 0,138 1-415,94 0-187,-1083 22 165,1055-18-209,-420 29-441,11 31-980,299-24 289,147-32 425,0 1-1,1 1 1,0 1 0,-26 16-1,-9 20-4318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22.37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1 576 2193,'0'0'5056,"22"-1"-3805,137-11 608,101 0 113,253-23-721,-54-38-4,81-10 1135,801-14 457,11 89-3107,-1007 10 391,779 37 86,-6 45 406,-601-43-500,-40-26-96,-470-15-9,3 1 178,1-1-1,-1-1 1,0 1 0,1-2 0,-1 0 0,11-3 0,-19 5-141,0-1 0,0 0 1,0-1-1,0 1 0,-1 0 0,1 0 1,0-1-1,0 1 0,-1-1 0,1 0 0,-1 1 1,1-1-1,-1 0 0,0 0 0,0 0 0,0 0 1,0 0-1,0 0 0,0 0 0,0 0 1,-1-1-1,1 1 0,-1 0 0,1 0 0,-1-1 1,0 1-1,0 0 0,0 0 0,0-1 0,-1 1 1,0-4-1,1 4-13,0 1 1,-1-1-1,1 0 0,0 0 1,-1 1-1,1-1 1,-1 0-1,0 0 1,0 1-1,0-1 0,1 1 1,-1-1-1,-1 1 1,1-1-1,0 1 0,0 0 1,0 0-1,-1-1 1,1 1-1,-1 0 0,1 0 1,-3-1-1,1 1-15,-1-1-1,0 1 1,1 0-1,-1 1 1,0-1-1,0 1 1,0-1-1,0 1 1,1 0-1,-5 1 1,-6 1-28,0 0 1,0 2-1,0-1 1,-23 11-1,13-3-189,-2-1 0,1-1 0,-1-1 0,-1-2 0,1 0 0,-1-2 0,-49 2 0,18-9-206,0-3 1,-92-21 0,31 5-543,-435-45-2285,-1 30-143,487 33 2914,-1596-25 327,788 88 4237,7 58-23,752-99-3996,0 5 1,-128 43-1,226-61-295,-1 0 0,1-1-1,-1-1 1,0-1 0,-28 0-1,69-15-56,17-4 271,0 1-1,79-19 1,96-9 68,-212 44-72,762-86 219,8 66 157,1701 47-3159,-768 1 1532,-1550-29 2272,-2-7 0,170-31 0,-308 37-900,-3 1 10,-1-1 0,1 0 0,-1-1 0,1 0 0,-1-1-1,0 0 1,0 0 0,13-9 0,-22 13-90,0 0 1,0-1-1,0 0 0,0 1 1,0-1-1,0 0 0,-1 1 0,1-1 1,0 0-1,0 0 0,0 0 0,-1 0 1,1 0-1,-1 0 0,1 0 0,0 0 1,-1 0-1,0 0 0,1 0 0,-1 0 1,0 0-1,1 0 0,-1 0 1,0 0-1,0-1 0,0 1 0,0 0 1,0 0-1,0 0 0,0 0 0,-1 0 1,1 0-1,0-1 0,-1 1 0,1 0 1,0 0-1,-2-1 0,0-1 31,-1 1 0,1-1 1,-1 1-1,0 0 0,1 0 0,-1 0 0,0 0 0,0 1 0,0-1 0,-1 1 0,-3-2 0,-22-5 68,0 0-1,-1 2 0,-57-4 0,-100 5-130,142 4 7,-541 17-352,-513 5-1984,-2-83-1126,-228-25 1727,-7 44 1971,104 46 2745,10 50 3498,1165-49-6146,11-1 98,-86 15 1,112-10-247,20-8-198,1 1-1,-1-1 0,1 1 0,-1-1 1,1 1-1,0-1 0,-1 1 1,1-1-1,-1 0 0,1 1 1,0-1-1,-1 0 0,1 1 1,0-1-1,0 0 0,-1 0 0,1 0 1,0 0-1,0 0 0,-1 0 1,1 0-1,0 0 0,-1 0 1,1 0-1,1 0 0,383 7-1386,-240-8-884,-5 1-2096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40.908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260 59 4066,'2'-6'11210,"-1"3"-11074,-1 0 0,2 1 0,-1-1 0,0 1 0,0 0 0,1-1-1,-1 1 1,1 0 0,0 0 0,0 0 0,-1 0 0,1 0 0,1 0 0,-1 0-1,0 1 1,0-1 0,1 1 0,-1 0 0,1-1 0,-1 1 0,1 0-1,-1 1 1,1-1 0,0 0 0,-1 1 0,1-1 0,5 1 0,53-5 336,103 4-1,-70 2-254,430 24-134,4 0-1137,-456-24 775,73-2-296,-125 0 635,0-2-1,0 0 1,0-1 0,-1-1-1,21-8 1,-71 13 2088,-88 34-2500,-10 2-286,12-14 182,-150 7 1,-123-14 335,67-4 228,235-7 141,9-2 102,1 4 0,-138 28 0,211-33-376,-1 1 0,1 0 1,-1 1-1,1-1 0,0 1 1,0 0-1,0 1 1,0-1-1,-7 7 0,-16 12-929,20-18 938,-1-1 1,1 0-1,-1-1 0,0 0 0,0 0 0,1-1 1,-1 0-1,0 0 0,0-1 0,-12-1 1,4 0 1253,44-2-1164,13-10-59,-22 7-25,0 0 0,35-5-1,319-6-536,-240 15 521,924-3 701,-688 6 8046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1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30 3249,'0'0'15546,"0"3"-10486,0 16-3677,0-16-1302,0 0-1,1 0 0,-1 0 1,0 0-1,1 1 0,0-1 1,0 0-1,0 0 0,0 0 1,0 0-1,1 0 0,-1-1 1,1 1-1,0 0 0,0-1 1,0 1-1,3 3 0,-1-3-52,1 0 0,-1 0 0,0 0 0,1-1 0,-1 1 0,1-1 0,0 0 0,0-1 0,-1 1 0,7 0 0,5 0-92,0 0 0,-1-1 0,1-1-1,0 0 1,0-1 0,17-4 0,-26 4 32,0 0 0,0-1 0,0 0 0,0-1 0,0 0 0,0 0 0,-1 0-1,1-1 1,10-8 0,-15 11 26,1-2-1,-1 1 0,0 0 1,0 0-1,0 0 0,-1-1 0,1 1 1,-1-1-1,1 0 0,-1 1 1,0-1-1,0 0 0,0 0 0,0 0 1,0 0-1,-1 0 0,1 0 1,-1 0-1,0 0 0,0 0 1,0 0-1,0 0 0,0 0 0,-1 1 1,0-1-1,-1-5 0,2 7 9,-1-1-1,0 1 0,0 0 1,0 0-1,0-1 1,0 1-1,0 0 0,0 0 1,0 0-1,-1 0 0,1 0 1,0 0-1,-1 0 1,1 1-1,0-1 0,-1 0 1,1 1-1,-1-1 1,1 1-1,-1-1 0,1 1 1,-1 0-1,-2 0 1,-42-2-12,35 2 2,0 1 16,0 0 0,0 1 0,0 0 0,0 0 1,1 1-1,-1 1 0,1 0 0,-1 0 0,1 1 0,1 0 0,-1 1 0,1 0 0,-17 14 0,19-14-1,0 1 1,0 0-1,1 0 0,0 0 1,0 1-1,0 0 0,1 0 1,1 0-1,-1 0 0,1 1 1,1 0-1,-1 0 0,1 0 1,1 0-1,0 1 0,-1 13 1,2-16-59,1 1 1,0-1-1,1 0 1,0 1-1,0-1 1,1 0-1,-1 0 1,2 1-1,4 11 1,-5-15-1,0-1 1,0 0 0,1 0-1,-1 0 1,0 0-1,1 0 1,0-1-1,0 1 1,0-1 0,0 0-1,0 1 1,0-1-1,0-1 1,1 1 0,-1 0-1,1-1 1,-1 0-1,1 0 1,0 0-1,0 0 1,4 0 0,13 1-1561,0-1 1,0 0-1,1-2 1,-1 0 0,0-2-1,0 0 1,20-7-1,35-13-6632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1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531 1 5330,'0'0'15496,"-130"38"-13752,86-1-271,1 9-336,-3 0-353,0 4-288,-2 0-176,2-8-288,2-6-32,6-5-160,15-10-720,6-4-689,11-9-1568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1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6963,'0'0'14263,"58"10"-14055,-31 15-208,11 0-32,6-2-1025,10 3-880,5-10-3089,4-7-3330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1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1 7331,'0'0'10181,"-107"77"-6291,80-20-1409,0 7-784,4 5-113,4 7-735,7-7-753,5-2-64,5-9-32,2-10-640,0-8-1009,0-13-704,7-12-1361,7-13-1184,9-2-1537,4-25-320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2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15 122 8564,'0'0'8668,"15"-20"-5141,47-59-1139,-60 77-2116,-1 0 1,1-1 0,0 1-1,0 0 1,1 0 0,-1 1 0,0-1-1,1 0 1,4-2 0,-6 4-232,-1 0-1,0 0 1,1 0 0,-1 0 0,0 0 0,1 0 0,-1 0 0,1 0-1,-1 0 1,0 0 0,1 0 0,-1 0 0,1 0 0,-1 0 0,0 0-1,1 0 1,-1 1 0,0-1 0,1 0 0,-1 0 0,0 0 0,1 1 0,-1-1-1,0 0 1,0 0 0,1 1 0,-1-1 0,0 0 0,0 1 0,1-1-1,-1 0 1,0 1 0,0-1 0,0 0 0,0 1 0,1-1 0,-1 1 0,1 4 130,-1 1 0,1-1 0,-1 0 0,0 0 1,0 1-1,-2 5 0,2-5 47,-1 2-99,0 0 1,0 0 0,0-1 0,-1 1 0,-1 0 0,1-1 0,-1 0 0,0 1 0,-1-1 0,0 0 0,0-1 0,-5 8 0,5-9-222,0 0-1,-1 0 1,1 0 0,-1 0-1,0-1 1,0 0 0,0 0 0,0 0-1,-1-1 1,0 1 0,0-1-1,0-1 1,0 1 0,0-1-1,-7 2 1,28-18-11170,17-6 3960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0 155 6211,'0'0'16317,"7"-1"-15170,2-1-885,1 1 1,-1 0-1,1 1 0,0 0 1,-1 0-1,1 1 0,0 1 1,11 2-1,-1 0-238,-1 0 1,1-2 0,0 0-1,21-1 1,-40-1-53,0 0 1,0 0 0,-1 0-1,1 0 1,0-1 0,0 1 0,0 0-1,-1 0 1,1-1 0,0 1-1,-1 0 1,1-1 0,0 1-1,0-1 1,-1 1 0,1-1-1,-1 1 1,1-1 0,0 1 0,-1-1-1,1 0 1,-1 1 0,0-1-1,1 0 1,-1 1 0,1-1-1,-1-1 1,4-27-228,-5 21 241,0 0 0,0 0 1,-1 1-1,0-1 0,-5-11 1,6 15 61,-1-1 1,0 1 0,0 0-1,-1 0 1,1 1 0,-1-1-1,0 0 1,0 1 0,0 0-1,0-1 1,-1 1 0,1 0-1,-1 1 1,0-1-1,0 1 1,0-1 0,0 1-1,0 1 1,0-1 0,0 0-1,-1 1 1,1 0 0,-1 0-1,1 0 1,-1 1 0,1-1-1,-1 1 1,1 0 0,-7 1-1,9 0 15,0-1-1,0 0 1,-1 1-1,1 0 1,0-1-1,0 1 1,0 0-1,0 0 1,1 0-1,-1 0 1,0 1-1,0-1 1,1 0-1,-1 1 1,0-1 0,1 1-1,0-1 1,-2 3-1,0 1 19,1-1-1,-1 1 1,1 0 0,0-1-1,0 1 1,1 0 0,-2 8-1,1 1-53,1-1-1,0 1 1,1 0 0,0-1-1,3 16 1,-2-23-252,0 0 1,1 0-1,0 0 0,0 0 0,1 0 0,-1 0 1,1 0-1,0-1 0,1 1 0,0-1 1,-1 0-1,2 0 0,-1-1 0,0 1 1,1-1-1,0 0 0,0 0 0,0 0 1,1-1-1,-1 0 0,7 3 0,-1-1-1342,1 0 0,0-1 0,0-1 0,1 0 0,-1-1 0,1 0 0,-1 0 0,1-2 0,21 0 0,10-6-4870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2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33 5795,'0'0'19160,"0"-7"-17404,0 5-1646,-1-20 930,-1 20-274,-1 16 189,1-7-835,1 1 0,-1 0 1,2-1-1,-1 1 0,1-1 1,0 1-1,2 14 1,-1-22-133,0 1 0,0 0 0,0 0 0,0-1 0,1 1 0,-1-1 0,0 1 0,0-1 0,0 1 1,0-1-1,1 0 0,-1 1 0,0-1 0,0 0 0,1 0 0,-1 0 0,0 0 0,0 0 0,1 0 1,0-1-1,4 1-67,18 1-623,-1-1 0,45-5 0,-60 4 618,-1-1-1,1 0 1,-1 0-1,0 0 1,0-1-1,0 0 1,0-1-1,0 0 1,-1 0-1,1 0 1,-1-1-1,-1 1 1,8-8-1,-12 11 274,0-1 1,1 0-1,-1 0 1,0 1-1,0-1 1,0 0-1,0 0 0,0 0 1,0 0-1,0 0 1,-1 0-1,1 0 0,-1-1 1,0 1-1,1-4 2146,-1 20-1671,0-6-752,0 0 0,0 1-1,1-1 1,0 1 0,1-1 0,3 11-1,-4-16-129,0 0 1,1 0-1,-1 0 0,1-1 0,0 1 0,0-1 1,0 1-1,0-1 0,0 0 0,0 0 0,1 0 1,-1 0-1,1 0 0,0 0 0,-1-1 0,1 1 1,0-1-1,0 0 0,0 0 0,6 2 0,10 1-2222,1-2-1,-1 1 0,1-2 1,19-1-1,-25 0 574,44 0-6612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3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25 12534,'-18'-3'4746,"4"0"-3744,-12-3 928,1 2 0,-1 1-1,-29-1 1,33 3-559,15 1-932,0-1-1,0 1 1,0 0 0,0 1-1,-12 2 1,17-3-410,1 1 0,0-1 1,-1 1-1,1 0 0,0-1 0,-1 1 1,1 0-1,0 0 0,0 0 0,0 0 1,-1 0-1,1 0 0,0 0 0,1 0 1,-1 1-1,0-1 0,0 0 0,0 0 0,1 1 1,-1-1-1,1 0 0,-1 1 0,1-1 1,-1 1-1,1-1 0,0 1 0,0-1 1,0 1-1,0-1 0,0 1 0,0-1 1,0 2-1,1 2-39,1 1 0,0-1 0,0 0 0,0 0 0,0 0 0,1 0 0,-1-1 0,1 1 0,1-1 0,-1 0 0,1 1 0,-1-2 0,1 1 0,0 0 0,9 5 0,7 10-116,1 2-56,8 7-407,27 35 1,-49-55 371,-1 0 1,0 1-1,-1 0 1,1 0-1,-2 0 1,0 0 0,0 1-1,0 0 1,3 16-1,-7-25 207,0 1 0,0-1 0,0 0-1,0 1 1,0-1 0,0 1 0,0-1 0,0 0 0,0 1-1,0-1 1,-1 1 0,1-1 0,-1 0 0,1 1 0,-1-1-1,0 0 1,1 0 0,-1 0 0,0 1 0,0-1 0,0 0-1,0 0 1,0 0 0,0 0 0,0 0 0,0 0 0,0-1-1,0 1 1,0 0 0,-1-1 0,1 1 0,0 0 0,-1-1-1,1 0 1,-3 1 0,-4 1 105,-1-1 0,0 0 0,1 0 0,-17-2 0,10 1 116,-89 0 1086,105-2-1722,-1 1-1,1 0 1,0-1 0,-1 1 0,1 0 0,0-1-1,0 1 1,0 0 0,0 0 0,0 0-1,0 0 1,2-2 0,24-13-6101,9-3-3889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3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 14727,'0'0'12806,"-107"58"-10854,94-35-1135,5-4-321,2-2-368,4-5-128,0-3-208,2-1-976,0-6-1410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7 12534,'0'0'14422,"-35"-6"-15014,56 39-929,-5 3-1008,-1 1-1921,2 3-3634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3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1 228 8324,'0'0'17843,"0"17"-16307,0-4-1233,-1-4-106,1 1-1,0 0 1,1-1-1,0 1 1,1-1-1,-1 1 1,2-1-1,-1 0 1,9 18-1,-4-12 38,1-1 1,0 1-1,1-2 0,21 25 1,-28-35-235,1-1 1,-1 1 0,1-1 0,-1 1-1,1-1 1,0 0 0,0 0 0,0 0 0,0-1-1,0 1 1,0-1 0,0 1 0,1-1-1,-1 0 1,1 0 0,-1-1 0,0 1-1,1-1 1,-1 0 0,1 0 0,-1 0-1,1 0 1,-1 0 0,1-1 0,-1 1-1,1-1 1,-1 0 0,0 0 0,1-1-1,3-1 1,-1-1-12,-1 0 0,1 0 0,-1-1-1,0 0 1,-1 0 0,1 0 0,5-8 0,27-46 20,-30 47-6,114-212 809,-46 80 54,-70 142-1884,0 10-224,5 24-1778,-3-8 30,12 11-2528,5 1-1632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6:54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63 8084,'0'0'15943,"7"3"-15111,5 3-327,0 0 0,21 16-1,-23-15-330,0 0 0,1-1-1,-1 0 1,1 0-1,1-1 1,-1 0-1,16 3 1,-14-5-156,-1-1 0,1-1 0,0 0 0,16-1 0,-26 0-16,-1 0 0,0 0 0,0 0 0,1-1 0,-1 1 0,0-1 0,0 1 0,1-1 0,-1 0 0,0 0 0,0 0 0,0 0 0,0 0 0,0-1 0,0 1 0,-1 0 0,1-1 0,0 1 0,-1-1 0,1 0 1,-1 0-1,1 1 0,-1-1 0,0 0 0,0 0 0,0 0 0,0-1 0,0 1 0,0 0 0,-1 0 0,1-3 0,0 2 21,0-1 1,-1 1 0,1-1-1,-1 0 1,0 1 0,0-1-1,0 0 1,-1 0 0,1 1-1,-1-1 1,0 1 0,0-1-1,0 1 1,0-1 0,-1 1-1,0 0 1,1-1 0,-1 1-1,0 0 1,-1 0 0,1 0 0,0 1-1,-1-1 1,0 0 0,1 1-1,-1 0 1,0-1 0,0 1-1,-1 1 1,1-1 0,0 0-1,0 1 1,-1-1 0,1 1-1,-1 0 1,0 0 0,1 1-1,-8-2 1,-3 0 150,-1 0-1,1 1 1,-1 0 0,1 1 0,-1 0-1,0 1 1,-18 5 0,28-5-72,0 0 0,0 1 0,0 0 0,0 0 1,0 0-1,1 0 0,-1 1 0,1 0 0,-1 0 0,1 0 0,0 1 1,0-1-1,1 1 0,-1 0 0,1 0 0,-1 0 0,1 1 1,1-1-1,-1 1 0,1-1 0,-1 1 0,1 0 0,-2 8 1,1-2-94,0 0 0,1 1 0,1-1 1,0 0-1,0 1 0,1-1 1,0 1-1,1-1 0,3 17 0,-2-21-9,0 0 0,1-1-1,-1 1 1,1 0-1,0-1 1,1 0-1,-1 1 1,1-1-1,1-1 1,-1 1-1,1-1 1,0 1-1,0-1 1,1-1-1,10 9 1,-3-6-124,0 0 0,0-1 0,1 0 0,0-1-1,0-1 1,0 0 0,0-1 0,26 3 0,4-4-3814,70-3 0,-104 0 2069,0 0 0,0 0 0,17-5 0,24-18-10235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07.23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19 181 608,'-18'0'10072,"395"6"-8987,445-5-595,884-2-3093,-1069-34 2194,-10-1 477,-326 38-54,202-7-1704,-194-25 1789,-83 5 1203,55-8 1345,-187 21-2402,-95 12-242,1 0 0,0 0 0,0 0 0,0 0 0,0 0 0,0 0 0,0-1 0,0 1 0,0 0 0,0 0 0,0 0 0,0 0 0,0 0 0,0-1 0,0 1 0,0 0 0,0 0 0,0 0 0,0 0 0,0 0 0,0-1 0,0 1 0,0 0 0,0 0 0,0 0 0,0 0 0,0 0 0,0 0 0,0-1 0,0 1 0,0 0 0,0 0 0,0 0 0,0 0 0,1 0 0,-1 0 0,0 0 0,0-1 0,0 1 0,0 0 0,0 0 0,0 0 0,1 0 0,-1 0 0,0 0 0,0 0 0,0 0 0,0 0 0,0 0 0,-15-4 10,-5 3-133,-57-2-893,27 7-2686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11.03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3870 134 1777,'-53'-60'15183,"49"59"-14831,2 0-397,-1 1-1,1-1 1,-1 1-1,1 0 1,-1 0-1,0 0 1,1 0 0,-1 0-1,-2 2 1,-5-1 379,-18 0-308,-264 8 1247,-231-28 541,-105-6-1219,424 25-643,-470 5-1422,510 7 1425,-29 0 13,74-11 38,-149-3 36,205-4 262,-87-21 1,97 15-52,0 3 0,-91-5 0,143 14-295,1 1-16,0 0 57,-1 0-1,1 0 1,0 0-1,-1-1 1,1 1-1,-1 0 1,1 0-1,-1-1 1,1 1-1,-1 0 1,1-1-1,-1 1 1,0-1-1,1 1 1,-1-1-1,0 1 1,0-1-1,1 1 1,-1-1-1,0 0 1,0 1-1,-1-1 1,-22 8 62,22-8-60,-30 7 464,1-1 0,-1-2 0,-49 0 536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1.32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0 122 1409,'0'0'9724,"11"0"-8908,376-13 2402,26-12-3339,170-4-2146,-346 31 1980,258-13 291,-230-33 4623,-350 43-4196,-19 1-588,-507 14 99,417-9 37,-117 9 551,295-12-413,1 0 0,-1 1 0,1 0 0,-16 7 0,25-8-72,0 1 0,0-1-1,1 1 1,-1 1 0,1-1-1,-1 1 1,1 0 0,1 0-1,-1 1 1,0-1 0,1 1-1,-5 7 1,34-10 653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4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29 7075,'0'0'15845,"8"-1"-15370,1 1-330,-5 0-83,-1 0 1,0 0 0,0-1 0,0 1-1,0-1 1,1 0 0,-1 0 0,0 0-1,0 0 1,4-2 0,-7 3-39,0 0 0,0 0 0,1 0 0,-1 0 0,0 0 1,0-1-1,0 1 0,1 0 0,-1 0 0,0 0 0,0 0 0,0 0 1,0 0-1,1 0 0,-1-1 0,0 1 0,0 0 0,0 0 0,0 0 0,0 0 1,1-1-1,-1 1 0,0 0 0,0 0 0,0 0 0,0-1 0,0 1 1,0 0-1,0 0 0,0 0 0,0-1 0,0 1 0,0 0 0,0 0 1,0-1-1,0 1 0,0 0 0,0 0 0,0 0 0,0-1 0,0 1 0,0 0 1,0 0-1,0 0 0,-1-1 0,1 1 0,0 0 0,0 0 0,0 0 1,0 0-1,0-1 0,-1 1 0,1 0 0,0 0 0,0 0 0,0 0 1,0 0-1,-1-1 0,-11-4 302,0 3-317,0 1 1,0 1-1,-1 0 1,1 0-1,-18 3 1,26-2-6,0 0 0,0 0 0,0 0 0,0 1 1,0-1-1,0 1 0,0 0 0,1 0 1,-1 0-1,1 1 0,-1-1 0,1 1 1,0 0-1,0 0 0,0 0 0,1 0 1,-1 0-1,1 1 0,-4 5 0,4-1 20,0 0-1,1 0 1,0 0-1,0 1 1,1-1-1,0 0 1,0 0-1,1 1 1,3 14-1,-3-19-44,0 0-1,1 0 0,0-1 1,0 1-1,0 0 1,0-1-1,0 0 1,1 0-1,-1 1 1,1-1-1,0-1 1,0 1-1,0 0 0,0-1 1,1 1-1,-1-1 1,1 0-1,-1 0 1,1-1-1,0 1 1,0-1-1,0 0 1,-1 1-1,1-2 1,0 1-1,0 0 0,1-1 1,-1 0-1,0 0 1,0 0-1,0 0 1,0-1-1,7-2 1,3 0-789,1-1 0,-2-1 1,1 0-1,0-1 0,-1 0 0,0-1 1,-1-1-1,13-9 0,45-39-6561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5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0 8900,'0'0'10474,"-5"20"-8201,4-15-2093,-5 26 807,-2-1 1,-1 0 0,-18 40-1,-110 186 3599,47-81-4009,85-157-830,5-18 235,0 0 0,0 0 1,0 0-1,0 1 1,0-1-1,0 0 0,0 0 1,0 0-1,0 0 1,0 0-1,0 1 0,0-1 1,0 0-1,0 0 1,0 0-1,1 0 0,-1 0 1,0 0-1,0 1 1,0-1-1,0 0 1,0 0-1,0 0 0,0 0 1,1 0-1,-1 0 1,0 0-1,0 0 0,0 0 1,0 0-1,0 0 1,0 0-1,1 0 0,-1 0 1,0 0-1,0 1 1,0-1-1,0 0 0,0-1 1,1 1-1,-1 0 1,0 0-1,0 0 0,0 0 1,0 0-1,0 0 1,1 0-1,-1 0 0,25-16-1097,-20 12 1321,19-14-444,0 0-7,1 0-1,28-14 1,-52 31 306,12 7 1201,-6 7-1238,-1-3-96,0 0 0,0-1 1,9 10-1,-12-15-162,0-1 0,1-1 0,-1 1 0,1 0 0,-1-1 0,1 0 0,0 0 0,0 0 0,0 0 0,0 0 0,0-1 0,5 1 0,5 1-1886,0-2 0,1 0 1,15 0-1,-24-1 1064,43 0-8501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5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3217,'0'0'17438,"5"18"-16440,19 58-641,-22-73-342,0 1 0,0-1 0,1 0 1,-1-1-1,0 1 0,1 0 0,0-1 0,0 1 0,0-1 0,0 0 0,0 0 1,0 0-1,0 0 0,1 0 0,-1-1 0,0 0 0,1 1 0,0-1 0,-1-1 1,1 1-1,0 0 0,-1-1 0,1 0 0,5 0 0,-7 0-11,8 1-9,0-1 1,-1 0-1,1-1 1,0 0 0,-1 0-1,1-1 1,-1 0 0,1-1-1,11-5 1,-17 7-9,-1-1 0,0 0 1,0 1-1,0-1 0,-1 0 0,1-1 0,0 1 1,-1 0-1,1-1 0,-1 1 0,0-1 1,0 0-1,0 0 0,0 0 0,0 0 1,-1 0-1,1 0 0,-1 0 0,0-1 0,0 1 1,0 0-1,0-1 0,-1 1 0,0-1 1,1 1-1,-1-1 0,0 1 0,0-1 1,-2-3-1,2 5 33,-1 0 0,0 0 0,0 0 1,0 1-1,0-1 0,0 0 0,0 1 0,-1-1 1,1 1-1,0 0 0,-1-1 0,1 1 0,-1 0 1,0 0-1,1 0 0,-1 0 0,0 0 0,0 0 1,0 0-1,1 1 0,-1-1 0,0 1 0,0-1 1,0 1-1,-2 0 0,-53-6 655,44 6-569,5-1 140,1 0 0,-1 1 0,1 1 0,-1-1 0,1 1 0,-1 0 0,-7 3 0,13-3-212,0 0 0,-1 1 0,1-1 0,0 0 0,0 1 0,0 0 0,1-1 0,-1 1 0,0 0 0,1 0 0,-1 0 0,1 0 0,-1 0 0,1 0 1,0 0-1,0 1 0,0-1 0,0 0 0,1 1 0,-1-1 0,0 0 0,1 1 0,0-1 0,0 1 0,0 3 0,-2 5-206,2 0-1,-1 0 1,2-1 0,-1 1 0,1 0-1,5 19 1,-4-25-93,-1-1 0,1 0 0,0 0 0,1 0 0,-1 0 0,1 0 0,0 0 0,0 0 0,0-1 0,0 0 1,0 1-1,1-1 0,-1 0 0,1-1 0,0 1 0,0-1 0,0 1 0,6 1 0,2 0-957,-1 0 0,1-1 0,0 0 0,0-1 0,1 0 0,23-1 1,34 0-5436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5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7523,'0'0'14130,"-22"4"-12511,-71 13-77,86-15-1357,-1 1 1,1-1-1,0 1 0,0 0 1,0 1-1,0 0 0,0 0 1,1 0-1,0 1 0,0 0 1,0 0-1,-6 7 0,-1 1 61,2-3-72,-26 27 216,36-36-397,-1 1 1,1 0 0,0 1 0,-1-1-1,1 0 1,0 0 0,0 0-1,0 1 1,1-1 0,-1 1-1,1-1 1,-1 0 0,1 1 0,0-1-1,0 1 1,0-1 0,0 5-1,1-6-9,-1-1-1,1 1 1,-1 0-1,1 0 1,-1 0-1,1-1 1,0 1-1,-1 0 0,1-1 1,0 1-1,0-1 1,0 1-1,-1 0 1,1-1-1,0 0 1,0 1-1,0-1 0,0 0 1,0 1-1,0-1 1,0 0-1,0 0 1,0 0-1,0 0 1,1 0-1,31 1-391,-25-1 254,14 0-208,0-1-1,-1-1 1,38-8-1,-53 9 326,-1 0-1,1-1 0,-1 0 0,0 0 0,1 0 1,-1 0-1,0-1 0,-1 0 0,1 0 0,0 0 0,-1-1 1,0 1-1,0-1 0,0 0 0,0 0 0,0-1 1,-1 1-1,0-1 0,0 0 0,3-5 0,-6 8 111,1 1 0,0-1 0,-1 0 0,1 1 0,-1-1 0,0 0-1,0 0 1,1 1 0,-1-1 0,0 0 0,0 0 0,-1 1 0,1-1 0,0 0-1,-1 0 1,1 1 0,-1-1 0,1 0 0,-1 1 0,0-3 0,0 3-7,0 1 1,0-1 0,0 0 0,0 0-1,0 1 1,0-1 0,0 1 0,0-1-1,0 1 1,0-1 0,0 1-1,-1 0 1,1-1 0,0 1 0,0 0-1,0 0 1,0 0 0,-1 0 0,1 0-1,0 0 1,0 0 0,0 0-1,0 1 1,-1-1 0,1 0 0,0 1-1,0-1 1,0 1 0,0-1 0,-1 1-1,1 0-50,0 0 0,0-1 0,1 1 0,-1 0 0,0 0 0,1 0 0,-1-1 0,1 1 0,-1 0-1,1 0 1,-1 0 0,1 0 0,-1 0 0,1 0 0,0 0 0,0 0 0,-1 0 0,1 0 0,0 0 0,0 2 0,1 28-133,-1-20 6,-1-6-104,1 0 0,0 0-1,0 0 1,1 0 0,-1 0 0,1 0 0,0-1 0,0 1-1,0 0 1,1 0 0,0-1 0,0 1 0,0-1 0,0 0-1,1 1 1,0-1 0,0 0 0,0 0 0,0-1 0,1 1-1,-1-1 1,1 1 0,0-1 0,0-1 0,6 5-1,-2-2-697,0-1-1,1 1 1,-1-1 0,1-1-1,0 0 1,0 0-1,0-1 1,1 0-1,10 1 1,40 1-6280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6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0 9732,'0'0'9114,"-19"15"-5235,2-4-3105,7-5-466,1 1 0,0 0 0,0 0 0,0 1 0,1 0-1,0 0 1,0 1 0,1 0 0,0 0 0,1 1 0,-10 18 0,-122 326 3093,135-345-3505,2 2-8499,12-25 4245,23-39-1566,-30 45 4072,31-48-7006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17:26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10277,'0'0'11416,"23"4"-8970,73 15-896,-90-17-1426,0 0 0,0 0 0,0 1-1,0 0 1,0 0 0,-1 0 0,1 1 0,-1 0 0,0 0 0,0 0-1,0 0 1,-1 1 0,0 0 0,0 0 0,0 0 0,0 1-1,-1-1 1,3 7 0,-4-10-107,-1 0-1,1 1 0,-1-1 1,0 1-1,0-1 1,0 1-1,0 0 1,-1-1-1,1 1 0,-1 0 1,1 0-1,-1-1 1,0 1-1,0 0 0,0 0 1,-1-1-1,1 1 1,-1 0-1,0 3 1,-1-3 17,1 0 0,-1 0 0,0 0 0,0 0 0,-1 0 1,1 0-1,0-1 0,-1 1 0,0-1 0,1 1 1,-1-1-1,-6 3 0,-7 3 95,-1 0-1,1-2 1,-1 0-1,-29 6 1,40-10-120,-96 17-229,33-15-3952,53-6-398,8-12-3369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6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2593,'0'0'19743,"3"0"-19258,1 0-378,1 0 0,-1 0 0,1 1 0,-1-1 0,0 1 0,1 0 0,-1 0 0,0 1 0,0-1 0,0 1 0,0 0 0,0 0 0,0 0 0,0 0 0,-1 1 0,1 0 0,-1-1 0,0 1 0,0 1 0,0-1 0,0 0 0,0 1 0,-1-1 0,1 1 0,-1 0 0,0 0 0,0 0 0,1 6 0,0-3-54,-1-1 1,-1 1-1,1 1 1,-1-1-1,0 0 0,-1 0 1,0 11-1,0-16-43,0-2-231,2-24-2218,-2 11 1909,2 6 471,1 1 0,-1 0-1,1 0 1,1 0 0,-1 1 0,1-1 0,0 1 0,0 0 0,0 0 0,1 0 0,0 1 0,0-1 0,0 1 0,1 0 0,-1 1 0,1-1 0,0 1 0,0 0 0,0 1 0,0-1-1,8-1 1,7-2 282,0 0-1,1 2 1,0 0-1,44 0 1,47 4 2130,-112 0-2285,1 0 0,-1 0 0,1 0 0,-1 1 0,1-1 0,-1 1 0,1-1 0,-1 1 0,1-1 0,-1 1 0,1 0 0,-1 0 0,0 0 0,0 0 1,1 0-1,-1 0 0,0 0 0,0 0 0,0 0 0,0 0 0,0 1 0,0-1 0,-1 0 0,1 1 0,0-1 0,-1 0 0,1 1 0,-1-1 0,1 1 0,-1-1 0,1 3 0,0 6 139,0-1 0,-1 0 0,0 1-1,-1 11 1,0 2-707,6-23-2006,25 0-2416,16 0-2252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9156,'0'0'13801,"16"-12"-12912,-4 4-729,1-2-32,1 0 1,0 1-1,1 0 1,0 1-1,0 1 0,24-8 1,-37 15 639,-11 10 43,6-5-773,0 1 1,1-1-1,-1 0 0,1 1 1,1-1-1,-1 1 0,1 0 1,0 0-1,0 0 0,0-1 1,1 1-1,0 0 0,0 0 1,1 0-1,0 0 0,0 0 0,0-1 1,4 11-1,-4-12-199,1 0 0,-1 0 0,1 0 0,0-1 0,1 1 0,-1-1 0,1 1 1,-1-1-1,1 0 0,0 0 0,0 0 0,0 0 0,1-1 0,-1 1 0,1-1 0,-1 0 0,1 0 0,0 0 0,0-1 0,0 1 0,0-1 0,0 0 0,0 0 0,0 0 0,0 0 0,9-1 0,-10 0-379,0 0 0,-1 0-1,1 0 1,0-1 0,0 1-1,0-1 1,0 0-1,-1 0 1,1 0 0,0 0-1,-1 0 1,1 0 0,0-1-1,-1 1 1,0-1-1,1 0 1,-1 0 0,0 0-1,4-4 1,19-29-8910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7652,'0'0'17736,"17"-66"-19513,42 66-2065,14-3-4978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9588,'0'0'16443,"-10"27"-14539,-4 10-1239,-6 13 449,-15 58-1,2 62 339,2-7-2407,25-142-479,-1 1 1,-1-1-1,0 0 1,-2 0-1,-12 21 0,3-19-5214,4-17-3791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7587,'0'0'11688,"26"1"-8913,183 22-355,-145-15-2530,0-2 1,126-5 0,-188-1 62,1 0 1,-1 0-1,1-1 0,-1 1 1,1-1-1,-1 1 1,0-1-1,1 0 1,-1 0-1,0 0 0,0 0 1,0 0-1,0 0 1,0-1-1,0 1 1,0-1-1,0 1 0,0-1 1,2-3-1,-2 2 6,-1-1-1,1 1 0,-1-1 0,1 1 0,-1-1 1,0 1-1,0-1 0,-1 0 0,1 0 1,-1 0-1,0-6 0,-1 8 74,1 0-1,-1 0 1,1 0 0,-1 0-1,0 0 1,1 0 0,-1 1-1,0-1 1,0 0 0,0 1 0,-1-1-1,1 1 1,0-1 0,-1 1-1,1-1 1,-1 1 0,1 0-1,-1 0 1,0 0 0,1 0-1,-1 0 1,0 0 0,0 0-1,1 0 1,-1 1 0,0-1-1,0 1 1,0 0 0,0-1-1,-2 1 1,-10-2 365,1 0-1,-28 0 1,-79 2 857,118 0-1210,0 0 0,-1 0 0,1 0 0,0 0 0,0 0 0,0 1 0,0-1 0,0 0 0,0 1 0,0 0 0,0-1 0,0 1 0,0 0 0,0 0 0,0 0 0,1 0 0,-1 1 0,0-1 0,1 0 0,-1 1 0,1-1 0,-1 1 0,1-1 0,0 1 0,-1 0 0,1 0 0,0-1 0,-1 4 0,0 1-13,1 1 1,0 0-1,0 0 0,1-1 0,-1 1 0,1 0 0,2 13 1,0-13-148,-1 0-1,1 0 1,1 1 0,-1-1 0,1-1 0,0 1 0,1 0 0,0-1 0,0 0-1,0 1 1,1-2 0,-1 1 0,1 0 0,8 6 0,-5-5-886,1 0 1,-1-1 0,1 0 0,0 0-1,1 0 1,-1-2 0,1 1-1,0-1 1,18 5 0,22-4-7494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1969,'0'0'24408,"4"11"-22617,-1-1-1378,1 1-31,-1-1 1,1 0-1,1 0 1,0-1-1,10 16 0,-14-24-423,0 0-1,0 0 1,0 0-1,0 0 1,1-1-1,-1 1 1,0 0-1,0 0 1,1-1-1,-1 1 1,0-1-1,1 1 1,-1-1-1,0 1 1,1-1-1,-1 0 1,1 0-1,-1 0 1,1 0-1,-1 0 1,1 0-1,-1 0 1,0 0-1,1 0 1,2-2-1,39-16-1823,-27 10 1549,7-3-464,-16 6 684,1 1 0,0 1 0,0-1-1,1 1 1,-1 0 0,1 1 0,16-3 2931,-10 12-2168,-11-3-706,0-1-1,1 0 1,-1 0-1,1-1 1,0 1-1,-1-1 1,1 0-1,0 0 1,0-1-1,0 1 1,1-1-1,-1 0 1,0 0-1,0-1 1,1 0-1,-1 0 1,0 0-1,1 0 1,-1-1-1,0 0 1,10-3-1,8-3-478,0-1-1,0-1 1,28-15-1,-48 23 504,21-11-199,-11 6 368,0 0 0,20-14 0,-34 28 5304,7 6-4587,9 12-2067,-12-24 710,0 1 0,0 0 0,0-1 0,0 0 0,0 1 0,1-1 0,-1 0 0,1-1 0,-1 1 0,1-1 0,5 2 0,1-1-2221,-1-1 1,0 0-1,17 0 0,17-1-8607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15 7027,'0'0'18030,"-19"-3"-14567,-6-1-2653,9 1-270,0 1 0,0 0-1,-20 1 1,35 1-518,1 0-1,-1 1 1,1-1 0,-1 0-1,1 0 1,0 1 0,-1-1-1,1 0 1,-1 0-1,1 1 1,0-1 0,-1 1-1,1-1 1,0 0 0,0 1-1,-1-1 1,1 1-1,0-1 1,0 0 0,0 1-1,-1-1 1,1 1 0,0-1-1,0 1 1,0-1 0,0 1-1,0-1 1,0 1-1,0-1 1,0 1 0,0 0-1,0 22-89,1-14 82,13 121-1033,-14-129 1015,0 0 0,0 0 0,-1 1 0,1-1 0,0 0 0,-1 0 0,1 0 0,-1 0 0,1 0 0,-1 0 0,1 0 0,-1 0 0,0 0 0,0 0 0,1-1 0,-1 1 0,0 0 0,0 0 0,0-1 0,0 1 0,0 0 0,0-1 0,0 1 0,0-1 0,0 1 0,0-1 0,0 0 0,0 1 0,-1-1 0,1 0 0,0 0 1,0 0-1,-1 0 0,-50 1 153,35-2-118,0 1-30,1 0-961,-1 0-1,-19-4 0,30 3-213,0 0-1,0-1 1,0 0 0,0 0-1,-8-4 1,-17-14-8255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2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1 2113,'0'0'18310,"0"5"-18916,-2 2 714,0 0 1,-1-1-1,1 1 0,-1-1 1,0 1-1,-1-1 1,0 0-1,0 0 0,0-1 1,-6 7-1,5-6-26,0-1 0,1 0 0,0 1 0,0 0 0,1 0 1,-1 0-1,1 0 0,1 1 0,-1-1 0,1 1 0,-2 7 0,4-12-72,0-1 0,-1 1-1,1-1 1,0 0 0,0 1 0,0-1 0,0 1-1,0-1 1,0 1 0,0-1 0,1 1-1,-1-1 1,1 0 0,-1 1 0,1 1 0,0-3 1,1 1 1,-1-1-1,0 1 1,0-1 0,1 0-1,-1 1 1,0-1-1,0 0 1,1 0 0,-1 0-1,0 0 1,1 0-1,-1 0 1,2 0 0,4 0-25,50-1-71,-29-1-58,-1 2-1,1 0 1,0 2-1,0 1 1,0 1-1,35 11 1,-61-14 137,0 0 1,0 0-1,0 1 0,0-1 0,-1 0 1,1 1-1,0-1 0,-1 1 1,1 0-1,-1 0 0,1-1 0,-1 1 1,0 0-1,0 0 0,0 0 0,0 0 1,0 0-1,0 1 0,-1-1 1,1 0-1,-1 0 0,1 0 0,-1 4 1,1 7 175,0 1 0,-3 25 0,1-14-59,1-21-80,0-1 1,0 1-1,0-1 0,-1 1 0,1-1 1,-1 1-1,0-1 0,0 0 0,0 1 0,0-1 1,-1 0-1,1 0 0,-1 0 0,-4 5 0,2-4 36,0 0 0,0-1 0,0 0-1,-1 0 1,1 0 0,-1 0 0,0-1-1,0 1 1,-6 1 0,-204 59 1882,205-61-2111,10-2-129,0 0-1,-1 0 0,1 0 0,0 0 0,-1 0 1,1 0-1,-1 0 0,1 0 0,0 0 1,-1 0-1,1 0 0,0 0 0,-1 0 0,1 0 1,0 0-1,-1-1 0,1 1 0,0 0 0,0 0 1,-1 0-1,1-1 0,0 1 0,-1 0 1,1 0-1,0 0 0,0-1 0,0 1 0,-1 0 1,1-1-1,0 1 0,0 0 0,0-1 0,-1 1 1,1 0-1,0-1 0,0 1 0,0 0 0,0-1 1,0 1-1,0 0 0,0-1 0,0 1 1,2-14-6570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3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 1056,'0'0'10715,"28"0"-7020,-4 1-3376,-1-2 0,1 0 0,0-2 0,41-10 0,-7 0-317,-40 9 429,1 0 0,0-1 0,29-13 0,-44 16-147,21-11 2638,-21 10-4057,-16 5-4521,4 0-166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6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51 544,'0'0'7220,"4"-6"-6017,2-3-639,3-6-64,-1-5 8174,-7 24-8608,-1 1 0,1-1 0,-1 1 0,0-1 0,-1 1 0,1-1 0,-1 1 0,-1 4 1,-3 13 295,-2 0 1,0-1 0,-2 0 0,-10 20 0,-51 81 908,41-74-870,9-17-212,14-23-168,0 1 0,0-1 0,1 1 0,0 1 0,1-1-1,-1 1 1,2-1 0,0 1 0,0 0 0,-2 18 0,5-27-7,0 0 1,0 0-1,1 0 0,-1 0 0,0-1 0,1 1 0,-1 0 0,0 0 0,1 0 1,-1-1-1,1 1 0,0 0 0,-1 0 0,1-1 0,0 1 0,-1-1 1,1 1-1,0 0 0,0-1 0,-1 1 0,1-1 0,0 0 0,0 1 0,0-1 1,0 0-1,-1 1 0,1-1 0,1 0 0,32 6 504,-24-5-384,54 3 346,103-5 0,-137 0-458,62-9-1,-60 5 24,43-1 1,-75 6-9,-26 0-8296,8-2 2795,-5-8-1745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7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9845,'0'0'13526,"-62"140"-12374,62-98-431,0-3-145,8-3-304,7 4-208,-5-13-64,5 0-320,-7-8-929,3-5-1184,1-3-2993,3-11-6484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8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3954,'0'0'12851,"8"-7"-10858,-1 0-1472,1-1 1,1 2-1,-1-1 0,1 1 1,0 0-1,1 1 0,0 0 1,-1 1-1,1 0 0,1 0 1,17-3-1,-8 4-480,-1 2-1,1 1 1,0 0-1,28 5 1,-45-4-41,0 0 0,0 0 1,0 0-1,0 1 0,0-1 0,0 1 0,-1 0 1,1 0-1,-1 0 0,1 0 0,-1 0 1,0 1-1,0-1 0,0 1 0,0-1 0,0 1 1,0 0-1,-1 0 0,0-1 0,1 1 1,-1 0-1,0 1 0,0-1 0,-1 0 0,1 0 1,-1 0-1,1 0 0,-1 1 0,0-1 1,0 0-1,0 0 0,-1 0 0,1 1 0,-1-1 1,0 0-1,0 0 0,0 0 0,0 0 1,0 0-1,-1 0 0,1 0 0,-1-1 0,0 1 1,0 0-1,0-1 0,0 1 0,-5 3 1,-58 33 728,47-30-385,1 1 0,-19 14-1,35-23-342,0 0 0,0-1-1,0 1 1,0 0 0,0 0 0,0 0-1,0 0 1,0 0 0,0 0-1,0 0 1,1 0 0,-1 0-1,0 1 1,1-1 0,-1 0-1,1 0 1,-1 1 0,1-1 0,0 0-1,-1 1 1,1-1 0,0 0-1,0 1 1,0-1 0,0 0-1,0 1 1,0-1 0,0 0-1,1 1 1,-1-1 0,0 0 0,1 0-1,-1 1 1,1-1 0,-1 0-1,1 0 1,0 1 0,0-1-1,-1 0 1,1 0 0,0 0-1,0 0 1,0 0 0,0 0-1,0-1 1,0 1 0,0 0 0,0 0-1,1-1 1,-1 1 0,0-1-1,0 1 1,3 0 0,61 20-815,-39-13 171,45 19-1,-65-24 600,1 0-1,-1 1 1,0 0-1,0 0 0,-1 0 1,1 1-1,-1 0 0,0 0 1,0 0-1,0 0 1,6 11-1,-1 20 536,-9-34-376,-1 0 1,0 0-1,0-1 1,0 1 0,1 0-1,-2 0 1,1 0-1,0 0 1,0 0-1,0 0 1,-1-1-1,1 1 1,-1 0 0,0 0-1,0-1 1,1 1-1,-1 0 1,-2 1-1,-3 1 228,-1 0 0,0 0 0,0-1 0,0 0 0,0-1 0,0 0 0,-1 0 0,1 0 0,-1-1 0,1 0 0,-10 0 0,9-1-510,0 0-1,0 1 1,1 0-1,-1 1 0,0-1 1,1 2-1,-1-1 1,1 1-1,0 0 1,0 0-1,-13 9 0,19-11-452,-1 1-1,1-1 1,-1 0-1,1 0 1,-1 0-1,0 0 1,0-1-1,1 1 1,-1 0-1,0-1 1,-3 2-1,-15 0-6571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39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1281,'0'0'11530,"1"-19"-6757,5 15-4323,1 0 1,-1 1-1,1 0 0,0 0 1,-1 0-1,1 1 0,0 0 1,11-1-1,60-5 379,-51 6-680,48 2-2,-70 0-149,-1 0 1,0 1 0,0 0 0,0 0 0,0 0-1,0 0 1,0 0 0,0 1 0,-1 0 0,1 0 0,0 0-1,-1 0 1,1 0 0,3 4 0,-6-4-11,1 0 1,-1 0-1,1 0 1,-1 0-1,0 1 0,0-1 1,0 0-1,0 1 1,0-1-1,0 1 1,-1-1-1,1 1 1,-1-1-1,0 1 0,0-1 1,0 1-1,0-1 1,0 1-1,0-1 1,-1 1-1,-1 4 1,1-2-6,-1-1 1,1 1 0,-1-1 0,0 0 0,-1 0-1,1 1 1,-1-1 0,0-1 0,0 1 0,-5 4 0,-14 11 38,-1-1 0,-39 22 0,2-2 53,59-37-65,-1 0 0,1 0 0,-1 1 0,1-1 1,0 0-1,0 1 0,0-1 0,0 1 0,0 0 0,0-1 0,0 1 0,0 0 0,1-1 1,-1 1-1,1 0 0,-1 0 0,1 0 0,0 0 0,0-1 0,-1 1 0,1 0 1,1 0-1,-1 0 0,0 0 0,0 0 0,1-1 0,-1 1 0,1 0 0,-1 0 0,1 0 1,0-1-1,0 1 0,0 0 0,0-1 0,0 1 0,0-1 0,2 2 0,2 5 218,0-1-1,1-1 1,0 1-1,0-1 1,1 0-1,11 8 1,-12-10-69,1 0 1,1-1 0,-1 0-1,0 0 1,1 0-1,0-1 1,-1 0 0,1 0-1,8 0 1,10-1 533,36-1 0,-48-1-428,-8 0-185,-1 1 0,0-2 0,1 1 0,-1 0 0,9-5 0,-10 4-104,1 1 0,-1-1 0,1 1 0,0 0 0,-1 0 0,8-1 0,-11 2-539,19 13-11693,-1-7 4049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41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48 976,'0'0'6921,"6"-5"-6003,1-1-608,23-15 1333,-29 10 4399,-1 7-1512,-17 360 1679,9-298-3061,7-56-3066,1 0 1,0-1 0,-1 1-1,1-1 1,-1 1-1,0 0 1,1-1 0,-1 1-1,0-1 1,0 0-1,0 1 1,0-1 0,-1 2-1,-5 7-2128,4 0-9379,32-10-5308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4:4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42 3506,'0'-2'1275,"1"-22"4733,-1 23-5874,0 1 1,0-1 0,0 0 0,0 1 0,0-1-1,0 0 1,1 1 0,-1-1 0,0 0 0,0 1 0,1-1-1,-1 1 1,0-1 0,0 0 0,1 1 0,-1-1 0,1 1-1,-1-1 1,1 1 0,-1-1 0,1 1 0,-1 0 0,1-1-1,-1 1 1,1-1 0,-1 1 0,1 0 0,1-1 2410,-22 9-1016,7 1-1104,-1 0 0,2 1 0,-1 1 0,1 0 0,-11 14-1,18-19-307,0 1-1,1-1 1,-1 1-1,2-1 1,-1 1-1,1 1 1,0-1-1,1 0 1,-1 1-1,1-1 1,1 1-1,0 0 1,-1 7-1,2 111 308,1-112-231,1 0 1,0 0-1,1 0 0,0 0 1,1 0-1,11 22 0,-14-33-173,1-1 1,-1 0-1,1 0 0,-1 0 0,1 0 1,0 0-1,0-1 0,0 1 0,0 0 0,1-1 1,-1 0-1,0 1 0,1-1 0,-1 0 0,1 0 1,-1 0-1,1-1 0,-1 1 0,1 0 1,3-1-1,7 2 192,0-2 0,25-1 1,-24 0 75,-6 0-240,0 0 1,-1-1-1,1 0 0,-1-1 0,0 1 1,1-1-1,-2-1 0,1 1 0,0-1 1,0 0-1,-1-1 0,0 0 0,0 0 1,0 0-1,9-11 0,-6 4 24,0 1 1,0-1-1,-1-1 0,0 1 0,-1-1 1,-1-1-1,7-20 0,-8 14 174,-1-1 0,-1 1 0,-1-1 0,-1-38 0,-1 55-186,-1-1 1,0 1-1,-1-1 0,1 1 1,-1 0-1,0-1 0,0 1 1,0 0-1,0 0 0,-1 0 1,1 1-1,-1-1 0,0 1 1,-1-1-1,1 1 0,0 0 0,-1 0 1,-4-2-1,2 0-48,-1 0-1,0 0 1,0 1-1,0 0 1,-1 1 0,0 0-1,1 0 1,-1 0-1,-10-1 1,-15-4-84,27 6 232,1 0-1,-1 1 1,1 0-1,-1 0 1,-6 0 0,11 1 131,0 7-5454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0.9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1 159 976,'0'0'6772,"0"-3"-5476,2-22 5189,7 7-3761,-6 14-2624,0 1-1,1 0 0,0-1 1,0 1-1,0 1 0,0-1 1,0 0-1,6-2 0,13-8 65,1 1-1,1 2 0,0 0 1,0 1-1,0 1 0,1 2 0,1 0 1,-1 2-1,30-1 0,-55 6-158,0-1-1,0 0 1,0 1 0,-1 0-1,1-1 1,0 1-1,-1-1 1,1 1 0,0 0-1,-1-1 1,1 1 0,-1 0-1,1 0 1,-1-1-1,0 1 1,1 0 0,-1 0-1,0 0 1,1 0-1,-1 0 1,0-1 0,0 1-1,0 0 1,0 0 0,0 0-1,0 0 1,0 0-1,0 0 1,0 0 0,0 0-1,-1-1 1,1 1-1,0 0 1,-1 1 0,-9 35 417,-2-18-142,-1 0 0,0-1-1,-2 0 1,0-2 0,-28 25-1,23-23-120,1 0 0,1 1 0,-29 42-1,42-52-36,0 0-1,1 1 1,0-1-1,0 1 0,1 0 1,1 1-1,0-1 1,0 0-1,1 1 0,0-1 1,1 20-1,1-29-24,0 0 0,0-1 0,-1 1 0,1-1 0,0 0 0,0 1 0,0-1 0,0 1 0,0-1 0,0 0-1,0 0 1,-1 0 0,1 1 0,0-1 0,0 0 0,0 0 0,0 0 0,2-1 0,28 1 556,-24 0-371,16-2 61,0 0 0,1-2-1,23-6 1,18-4 261,-41 10-432,23-2 2089,-47 6-1885,0-2-304,0 0-72,0 1-66,0 1 0,0 0 1,0 0-1,-1-1 0,1 1 0,0 0 0,0 0 0,0 0 1,0-1-1,0 1 0,0 0 0,-1 0 0,1 0 0,0-1 1,0 1-1,0 0 0,-1 0 0,1 0 0,0 0 0,0 0 1,0-1-1,-1 1 0,1 0 0,0 0 0,0 0 0,-1 0 1,1 0-1,0 0 0,0 0 0,-1 0 0,1 0 0,0 0 1,0 0-1,0 0 0,-1 0 0,1 0 0,0 0 0,0 0 1,-1 0-1,1 1 0,0-1-72,-1 0 0,1 0 0,0 0 0,-1 0 0,1 0 0,0 0 0,0 0 0,-1 0-1,1 0 1,0 0 0,-1 0 0,1 0 0,0 0 0,0 0 0,-1 0 0,1 0 0,0 0 0,0-1 0,-1 1 0,1 0 0,0 0 0,0 0 0,-1 0 0,1 0 0,0-1 0,0 1 0,0 0 0,-1 0 0,1 0-1,0-1 1,0 1 0,0 0 0,-1-1 0,1-10-5899,0-8-4560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1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26 3618,'0'0'13483,"3"-4"-11333,13-13-335,-12 13 703,-6 19-1144,-2 6-731,-2 0-1,-12 32 1,-9 29 401,23-62-993,1 1 1,0-1-1,1 25 1,21-44-138,90-4-349,68 2-949,-174 2 1367,0-1 1,-1 0 0,1 1 0,0-1 0,0 1 0,-1 0-1,1 0 1,0 0 0,-1 0 0,1 1 0,-1-1-1,0 1 1,1-1 0,-1 1 0,0 0 0,0 0-1,0 0 1,0 0 0,0 0 0,-1 0 0,1 1 0,0-1-1,-1 0 1,0 1 0,0 0 0,0-1 0,0 1-1,1 3 1,1 7 139,-1 0-1,0 0 1,-1 0-1,-1 24 1,0-23 123,-1-10-191,0 0-1,0 0 1,0 0-1,0 0 1,-1 0-1,1 0 1,-1-1-1,0 1 1,0-1-1,0 1 1,-1-1-1,1 0 1,-1 0-1,0 0 1,0 0-1,0 0 1,0 0-1,0-1 1,-1 0-1,1 0 1,-5 3-1,-9 4 35,1-1 0,-1-1 1,-24 8-1,27-10-22,0-1 1,-1 0-1,0-1 1,0-1-1,-18 1 1,32-3-115,0-1-1,0 0 1,0 1 0,0-1-1,0 0 1,0 0-1,0 1 1,0-1 0,0 0-1,0 0 1,1 0 0,-1 0-1,0 0 1,1 0 0,-1 0-1,1-1 1,-1 1-1,1 0 1,-1 0 0,1 0-1,0-1 1,0 1 0,-1 0-1,1 0 1,0 0-1,0-1 1,0 1 0,0 0-1,1-3 1,1-41-4871,-1 40 3861,0 1-1,0 0 1,1 0-1,0 0 1,-1 0-1,1 0 1,0 0 0,1 0-1,-1 1 1,5-6-1,16-21-9056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2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4738,'0'0'12323,"8"-8"-10685,25-25 200,-32 32-1565,0 0 0,-1 0-1,1 1 1,0-1 0,0 0-1,0 1 1,0-1-1,0 1 1,-1-1 0,1 1-1,0-1 1,0 1 0,0 0-1,1-1 1,-1 1 0,0 0-1,0 0 1,1 0-1,-1 0-143,1 0 0,-1 1 0,0-1 0,0 1-1,0 0 1,0-1 0,1 1 0,-1 0-1,0 0 1,0 0 0,0 0 0,0-1 0,-1 1-1,1 1 1,1 0 0,5 6 306,0-5-285,0 1 1,-1-1-1,1-1 0,0 1 1,1-1-1,-1 0 0,0-1 1,13 2-1,65-2 1147,-51-2-439,-34 1-68,-1 4 885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3.3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53 112,'0'0'11728,"9"-9"-8985,2-1-1823,23-23 7553,-34 40-5311,0 1-2821,-1 1-1,0-1 1,0 1 0,-1-1 0,0 0 0,-1 1 0,0-1-1,0 0 1,-5 8 0,-6 8 221,-25 34 0,26-42-487,2 1 0,-1 0 1,2 1-1,-10 23 1,19-40-77,1 1 1,-1-1-1,0 1 1,1-1 0,-1 1-1,1-1 1,0 1-1,-1-1 1,1 1-1,0-1 1,0 1 0,0-1-1,0 1 1,0-1-1,0 1 1,0-1-1,1 1 1,-1-1 0,1 1-1,-1-1 1,1 1-1,-1-1 1,1 1 0,0-1-1,0 0 1,0 1-1,-1-1 1,1 0-1,0 0 1,1 0 0,-1 0-1,0 0 1,2 2-1,3 0 4,1-1 0,-1 0 0,0 0 0,1 0 0,-1-1 0,12 1 0,-16-2 1,51 4 32,80-4 0,-55-1-6,-40 1-40,0-1 1,1-3 0,56-11-1,-95 15-88,0 0-1,0-1 1,0 1-1,0 0 1,-1 0-1,1 0 1,0 0-1,0 0 1,0 0-1,0 0 1,0-1-1,0 1 1,-1 0-1,1 0 0,0 0 1,0 0-1,0-1 1,0 1-1,0 0 1,0 0-1,0 0 1,0-1-1,0 1 1,0 0-1,0 0 1,0 0-1,0 0 1,0-1-1,0 1 1,0 0-1,0 0 0,0 0 1,0-1-1,0 1 1,0 0-1,0 0 1,0 0-1,0 0 1,0-1-1,1 1 1,-1 0-1,0 0 1,0 0-1,0 0 1,0 0-1,0-1 1,1 1-1,-1 0 0,0 0 1,0 0-1,0 0 1,0 0-1,0 0 1,1 0-1,-1 0 1,0 0-1,0 0 1,0-1-1,1 1 1,-1 0-1,0 0 1,0 0-1,0 0 1,1 0-1,-1 1 1,-17-10-7476,14 8 5198,-10-5-5802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3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2753,'0'0'13687,"-94"113"-9798,77-59-95,6 0-1905,7-6-272,4-2-257,0-10-783,0-7-369,0-6-192,7-4-16,3-4-705,5-7-895,8 0-1154,8-8-2032,7 0-3938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3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1 2673,'0'0'20295,"-12"15"-18113,-35 54-18,42-60-1813,1 1 0,1-1 0,-1 1 1,1 0-1,1 0 0,0 0 0,0 0 0,1 0 1,0 0-1,1 0 0,0 1 0,3 16 0,-2 10 107,4 28-8,-3-33-1308,0 0-3341,-2-31 4136,1 7-4154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4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4290,'0'0'9004,"22"-9"-6333,71-30-790,-78 35-1432,0 0 1,0 0-1,1 1 1,0 2 0,-1-1-1,1 2 1,29 2-1,-1-1 263,-41-1-651,0 0 0,0 0 0,0 0 0,-1 0-1,1 0 1,0 1 0,0-1 0,-1 1 0,1 0 0,0 0 0,-1 0-1,1 0 1,0 0 0,2 3 0,-3-2-12,-1 0 0,1 0 0,-1 0 0,0 0 0,0 0 0,0 0 0,0 0-1,0 1 1,-1-1 0,1 0 0,-1 1 0,1-1 0,-1 1 0,0-1 0,0 0 0,-1 6 0,1-4 39,0 0 1,-1 0-1,1 0 1,-1 0-1,0 0 0,0 0 1,-1 0-1,1 0 1,-1 0-1,0-1 1,0 1-1,0-1 0,0 1 1,-1-1-1,-4 5 1,-3 2 245,-1 0 1,-1-1-1,-13 9 1,-9 8 327,32-25-658,1-1 1,0 1-1,0 0 0,0 0 1,0 0-1,1 0 1,-1 0-1,0 0 0,0 0 1,1 0-1,-1 0 1,0 1-1,1-1 0,-1 0 1,1 0-1,0 1 1,-1 0-1,1-1-13,0 0-1,0 0 1,0-1 0,1 1-1,-1 0 1,0 0-1,0-1 1,1 1 0,-1 0-1,1-1 1,-1 1-1,0 0 1,1-1 0,-1 1-1,1 0 1,-1-1-1,1 1 1,0-1 0,-1 1-1,2 0 1,4 2-114,0 0 1,0-1-1,0 1 1,0-1-1,8 1 0,-6-1-10,18 6-721,42 17 0,-60-22 756,0 1-1,0 0 0,0 1 0,-1 0 1,1 0-1,-1 0 0,-1 1 1,1 0-1,5 8 0,-10-13 98,-1 0 0,0 1 0,0-1 0,0 0 0,-1 1 0,1-1 0,0 1 0,0-1 0,-1 1 0,1 0 0,-1-1 0,0 1 0,1-1 0,-1 1 0,0 0 0,0-1 0,0 1 0,0 0 0,0 0 0,0-1 0,-1 1 0,1 0 0,-1 1 0,0 0 59,-1-1 0,0 0-1,1 1 1,-1-1 0,0 0 0,0 0 0,0 0 0,0-1 0,0 1 0,0 0 0,-1-1-1,1 1 1,-3 0 0,-10 4 540,1 0 0,-1-1 0,-30 6 0,43-11-526,-173 32 2347,191-31-13536,25-6 2649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05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328 6 9220,'0'0'15701,"-6"-2"-14173,-1 1-1325,0 0-1,-1 0 0,1 0 0,0 1 0,0 0 0,-1 1 0,1-1 1,0 1-1,0 1 0,0-1 0,0 1 0,0 0 0,0 1 0,0 0 0,1 0 1,-12 7-1,0 2 34,0 2 1,1-1 0,0 2-1,1 0 1,0 1 0,-20 28-1,29-34-148,1 1-1,0 0 1,0 0-1,1 0 1,0 0-1,1 1 1,1 0-1,0 0 1,0 0-1,1 0 1,1 0-1,0 0 1,0 17-1,2-23-99,-1-1-1,1 0 1,0 1 0,0-1-1,0 0 1,1 0 0,0 0-1,0 0 1,0 0 0,0-1 0,1 1-1,0-1 1,0 1 0,0-1-1,1 0 1,7 7 0,-5-6-35,1 0 0,0 0 0,0-1 0,1 0 0,-1 0 0,1-1 0,0 0 0,0 0 0,16 2 0,-8-2-23,0-1 1,0-1-1,0 0 0,0-1 0,0-1 1,0-1-1,-1 0 0,1-1 0,0 0 1,28-12-1,-31 9 34,0 0-1,0-2 1,-1 1 0,0-1-1,-1-1 1,1 0 0,12-15-1,-18 18 41,0-1 0,-1 0 0,0 0 0,0-1 0,-1 1 0,0-1 0,0 0 0,-1 0 0,0-1 0,0 1 0,-1-1 0,0 1 0,1-11 0,-2 8 76,0 0 0,-1 0-1,0 0 1,-1 0 0,0 0-1,-1 0 1,0 0 0,-1 1-1,0-1 1,-5-12 0,4 16-33,1 1 0,-1 0 1,-1 0-1,1 0 0,-1 1 1,0-1-1,0 1 0,0 0 0,-1 1 1,1-1-1,-1 1 0,0 0 1,-1 0-1,1 1 0,-1 0 1,-9-3-1,11 4-61,-1 0 0,0 0 0,0 1 0,0 0 0,0 0 0,0 0 0,0 1 0,0 0 0,0 0 0,0 0 0,-8 2 0,13 1-566,0-1 0,0 1 0,1 0 0,-1-1 0,1 1-1,-1-1 1,1 1 0,0 0 0,0-1 0,0 1 0,2 4 0,-2-3-1493,0 12-6237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18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1985,'0'0'5739,"13"-3"-4592,-5 1-892,50-11 953,-14-7 2347,-29 11-2250,0 1 0,0 1 0,22-8 1,-20 10-830,0 1 1,0 0 0,0 1 0,1 1-1,27 1 1,-43 1-469,0 0 0,0 1-1,0-1 1,0 1 0,0 0 0,0-1 0,0 1 0,0 0-1,0 0 1,-1 0 0,1 0 0,0 1 0,-1-1-1,1 0 1,-1 1 0,1-1 0,-1 1 0,0-1-1,1 1 1,-1 0 0,0 0 0,0-1 0,0 1-1,-1 0 1,1 0 0,0 0 0,-1 0 0,1 0 0,-1 0-1,0 3 1,1-2-5,0 1 0,-1 0 0,1 0 0,-1 0 0,0-1 0,0 1 0,-1 0 0,1 0 0,-1-1 0,1 1 0,-1 0 0,-1-1 0,1 1 0,0-1 0,-1 1 1,-2 3-1,-16 15 25,0-1 1,-44 35-1,-9 8 17,70-61-46,0 1-1,1-1 1,-1 1 0,1-1-1,0 1 1,0 0-1,-3 6 1,5-9 31,0-1 0,-1 1 0,1 0 0,0-1-1,-1 1 1,1 0 0,0 0 0,0 0 0,0-1 0,0 1 0,-1 0 0,1 0 0,1-1-1,-1 1 1,0 0 0,0 0 0,0 0 0,0-1 0,0 1 0,1 0 0,-1 0 0,0-1 0,1 1-1,-1 0 1,0 0 0,1-1 0,-1 1 0,1-1 0,-1 1 0,1 0 0,-1-1 0,1 1-1,0-1 1,-1 1 0,1-1 0,0 1 0,-1-1 0,1 0 0,0 1 0,0-1 0,-1 0-1,1 0 1,0 1 0,1-1 0,35 4 1609,0-2 0,47-3-1,-26 0-917,-32 1-324,-1-1 0,0-1-1,1-2 1,-1 0 0,41-14-1,-60 15 391,-10 4-624,3 0-475,0-1 0,0 0 0,0 0 0,1 1 1,-1-1-1,0 0 0,1 1 0,-1-1 0,0 1 0,1-1 0,-1 1 1,0-1-1,1 1 0,-1 0 0,1-1 0,-1 1 0,1 0 0,-1 0 1,24-3-18407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0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7 1153,'0'0'4687,"28"-6"11118,-29 15-15191,1 1 1,-1 0 0,3 15 0,-1 9-356,-1 9 201,-1 0-1,-2 0 1,-14 63-1,15-97-353,-5 16 316,2 1 0,-4 44 0,9-82-1638,-1 11 971,1-1 0,0 0 1,0 0-1,0 1 0,0-1 0,0 0 0,0 0 1,0 1-1,1-1 0,-1 0 0,1 1 0,-1-1 1,1 0-1,0 1 0,0-1 0,-1 1 1,1-1-1,0 1 0,0-1 0,1 1 0,-1 0 1,1-2-1,22-16-5206,5 1-3038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0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18 129 144,'0'0'6918,"-3"-9"-5435,-1 0-867,2 5-308,0 1 0,1-1-1,0 1 1,0-1-1,0 0 1,0 1 0,1-1-1,-1 0 1,1-5 0,0 7-33,1 0 1,-1 0 0,1 1 0,-1-1 0,1 0 0,0 1 0,0-1-1,0 0 1,0 1 0,0-1 0,0 1 0,0 0 0,0-1 0,0 1 0,1 0-1,-1 0 1,1 0 0,-1 0 0,1 0 0,2-1 0,33-16 1227,-15 12-1220,0 1-1,0 2 1,1 0-1,-1 1 1,1 1-1,-1 1 1,27 4-1,-42-3-254,0 0 0,-1 1 1,1-1-1,0 1 0,-1 1 0,1-1 1,-1 1-1,0 0 0,0 1 1,0-1-1,0 1 0,7 7 0,-11-9-22,1 0 0,-1 0 0,0 1 0,0-1-1,0 0 1,0 1 0,0 0 0,-1-1 0,1 1-1,-1 0 1,0 0 0,0 0 0,0 0 0,0 0-1,0 0 1,0 0 0,-1 0 0,0 0 0,1 0-1,-1 1 1,0-1 0,-1 0 0,1 0 0,-1 0-1,1 0 1,-1 0 0,0 0 0,0 0 0,-2 3 0,1-2 29,0 0 1,-1-1 0,0 1-1,0-1 1,0 0 0,0 0 0,0 0-1,-1 0 1,0 0 0,1-1 0,-7 4-1,-53 22 1025,31-14-387,28-13-622,-12 7 387,16-8-437,0 0 1,0 0-1,1 0 0,-1 0 1,0 0-1,0 0 1,0 0-1,0 0 0,1 0 1,-1 0-1,0 0 1,0 0-1,0 0 1,0 1-1,0-1 0,1 0 1,-1 0-1,0 0 1,0 0-1,0 0 0,0 0 1,0 0-1,0 1 1,0-1-1,1 0 0,-1 0 1,0 0-1,0 0 1,0 0-1,0 1 0,0-1 1,0 0-1,0 0 1,0 0-1,0 0 0,0 1 1,0-1-1,0 0 1,0 0-1,0 0 0,0 0 1,0 1-1,0-1 1,0 0-1,0 0 1,0 0-1,0 0 0,0 0 1,0 1-1,0-1 1,-1 0-1,1 0 0,0 0 1,0 0-1,0 0 1,0 1-1,0-1 0,0 0 1,-1 0-1,18 2 0,5 1-49,0 1 0,0 1 0,-1 0 0,24 11 0,-39-14-18,-1 0-1,0 1 1,1 0-1,-1 0 1,0 0-1,-1 1 1,1 0-1,-1 0 1,0 0-1,1 0 1,-2 1-1,1-1 1,-1 1-1,1 0 1,-1 0-1,-1 1 1,1-1-1,-1 0 1,0 1-1,0 0 1,1 5-1,-2-8 62,-1-1 1,1 1-1,-1 0 0,0-1 1,0 1-1,0-1 1,0 1-1,-1-1 0,1 1 1,-1-1-1,1 1 0,-1-1 1,0 1-1,0-1 0,0 0 1,0 1-1,0-1 1,-1 0-1,1 0 0,-1 0 1,0 0-1,1 0 0,-1 0 1,0 0-1,0-1 0,0 1 1,0-1-1,0 1 1,0-1-1,-1 0 0,1 0 1,-4 2-1,-7 1 142,-1 0 0,1 0 0,-1-1-1,-24 2 1,32-5-57,-143 5 1324,109-5-1149,39 0-463,7 0-645,26 0-1407,2 1-2328,39-5 1,2-10-4361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1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11 5683,'0'0'13072,"0"0"-12966,1 0 0,-1-1 0,0 1 1,0 0-1,0 0 0,0-1 0,0 1 0,0 0 0,1 0 0,-1-1 0,0 1 0,0 0 0,0 0 0,0-1 0,0 1 0,0 0 1,0-1-1,0 1 0,0 0 0,0 0 0,0-1 0,0 1 0,0 0 0,0 0 0,0-1 0,-1 1 0,1 0 0,0 0 0,0-1 1,0 1-1,0 0 0,0 0 0,-1-1 0,1 1 0,0 0 0,0 0 0,0 0 0,-1 0 0,1-1 0,0 1 0,0 0 0,0 0 1,-1 0-1,1 0 0,-1-1 0,-13 2 212,0 1 0,0 0 0,-1 1 0,1 1 0,1 0 0,-1 0 0,1 2 0,-22 10 0,19-7-44,1 0-1,-1 1 0,2 1 1,-1 1-1,1-1 0,-20 24 0,29-28-253,0-1-1,1 1 1,0 1-1,0-1 0,0 0 1,1 1-1,0 0 0,0 0 1,1 0-1,0 0 1,1 0-1,0 0 0,-1 12 1,2-14-15,0-1-1,1 1 1,-1 0 0,1-1-1,0 1 1,1-1 0,-1 1 0,1-1-1,0 0 1,0 1 0,1-1 0,0 0-1,-1 0 1,2-1 0,-1 1 0,1-1-1,-1 1 1,1-1 0,0 0-1,5 3 1,1-1-12,-1 0 0,1-1 0,1 0 0,-1 0 0,0-1 0,1-1 0,0 0 0,0 0 0,20 1-1,-4-2-31,-1-1-1,1-1 0,27-5 1,-47 5 8,1-1 0,-1-1 0,0 0 0,0 0 0,0 0 0,0-1 0,0 1 0,-1-2 0,1 1 0,-1-1 0,0 0 0,0 0 0,0-1 0,-1 0 0,1 0 0,-1 0 0,0-1 0,4-5 0,-3 1 29,0 0 0,-1 0-1,0-1 1,-1 1 0,0-1 0,-1 0-1,0 0 1,0 0 0,-1-1-1,0-20 1,-1 22 35,0 0 0,-1 0 0,-1 0 0,0-1 0,0 1 0,-3-11 0,2 17 35,1 0 0,-1 0 0,0 0 0,-1 0-1,1 0 1,-1 1 0,1-1 0,-1 0 0,0 1 0,0 0 0,-1 0-1,1 0 1,0 0 0,-1 1 0,0-1 0,-5-2 0,4 2 5,0 0 0,-1 0 0,1 0 0,-1 1 0,0 0 0,0 0 0,1 0 1,-1 1-1,0 0 0,-1 0 0,1 0 0,0 1 0,0 0 0,-11 1 0,17 0-294,-1-1 1,1 1-1,-1 0 0,1-1 0,-1 1 0,1-1 0,0 1 0,-1 0 0,1 0 0,0-1 1,-1 1-1,1 0 0,0 0 0,0-1 0,0 1 0,0 0 0,0 0 0,0 0 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4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7 3009,'3'-1'11176,"8"-4"-8390,2 4 3574,-13 9-6199,-1-1 1,-1 0-1,1 0 0,-1 0 1,0 0-1,0 0 1,-1-1-1,0 1 1,0-1-1,-1 1 1,-6 7-1,-9 12 139,-29 30 0,16-20-228,23-25-65,-10 11 17,-23 37 0,38-52-26,0 0 0,0 0-1,1 0 1,0 1 0,0-1 0,1 1 0,0 0 0,0 0 0,1 0 0,-1 11 0,2-17-1,0 0 0,-1 0-1,1-1 1,0 1 0,1 0 0,-1 0 0,0 0 0,0 0-1,1 0 1,-1 0 0,1 0 0,0-1 0,0 1 0,-1 0-1,1 0 1,0-1 0,0 1 0,1-1 0,-1 1 0,0-1 0,0 1-1,1-1 1,-1 0 0,1 1 0,-1-1 0,1 0 0,0 0-1,-1 0 1,1 0 0,0-1 0,0 1 0,-1 0 0,1-1-1,0 1 1,0-1 0,0 0 0,3 1 0,53 8 132,0-1 0,0-4 0,89-3 0,-82-2 147,-26 1 4,-39 0 91,-14-13-16888,5-3 9261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4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3217,'0'0'16136,"-107"148"-13143,99-104-1248,2-2-512,6-5-193,0-3-560,0-5-304,0-2-160,0 1 16,0-10-32,0 1-1520,21-4-1218,10-11-655,11-4-2914,16 0-5154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5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26 368,'0'0'8444,"0"-4"-7398,0-17 1913,-5 21 713,-15 11-1507,-8 16 1313,-40 50 0,56-62-3132,9-11-317,0-1 1,0 1-1,1-1 1,-1 1-1,1 0 1,0 0-1,0 0 1,1 1-1,-1-1 1,1 0-1,0 0 1,0 1-1,0-1 1,1 1-1,-1-1 1,1 1-1,0-1 1,1 7-1,0-10-39,0 0 0,0 0 0,0 0-1,0 0 1,0 0 0,0 0 0,0 0-1,0 0 1,0-1 0,1 1 0,-1 0 0,0-1-1,1 1 1,-1-1 0,0 1 0,1-1 0,-1 0-1,0 1 1,1-1 0,-1 0 0,1 0-1,-1 0 1,3 0 0,2 0-62,40 5-468,-5-1-84,42 10 0,-71-11 578,0 0-1,0 1 1,-1 0-1,0 1 1,0 0-1,0 1 0,-1 0 1,12 9-1,-19-12 74,-1-1-1,1 1 0,-1 0 0,1 0 0,-1 0 1,0 0-1,0 1 0,0-1 0,-1 0 0,1 1 1,-1 0-1,0-1 0,0 1 0,0 0 1,0-1-1,-1 1 0,0 0 0,1 0 0,-1 0 1,-1-1-1,0 7 0,1-8 32,0-1 20,0 1-1,-1 0 0,1-1 0,-1 1 1,1 0-1,-1-1 0,0 1 0,0-1 1,0 1-1,0-1 0,0 1 0,0-1 1,0 0-1,0 0 0,-1 1 0,1-1 1,0 0-1,-1 0 0,1 0 0,-1 0 1,1 0-1,-1-1 0,1 1 0,-1 0 1,-2 0-1,-47 12 1017,44-12-923,-25 5 99,-57 2 0,38-10-6616,50 2 6144,1 0 0,-1-1 0,1 1 0,0 0-1,-1 0 1,1 0 0,-1-1 0,1 1 0,0 0-1,-1 0 1,1-1 0,0 1 0,-1 0 0,1-1-1,0 1 1,0 0 0,-1-1 0,1 1 0,0-1-1,0 1 1,0 0 0,-1-1 0,1 1 0,0-1-1,0 1 1,0-1 0,0 1 0,0 0 0,0-1-1,0 1 1,0-1 0,0 1 0,0-1 0,0 1-1,0 0 1,0-1 0,1 0 0,-1-2-1004,0-15-3996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25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4706,'0'0'18806,"20"5"-16994,66 15-222,-61-15-1015,1-1-1,-1-1 1,34-1 0,-25-1-321,-20-2-188,-11 0-65,1 1 0,0 0 0,-1-1 0,1 2 0,0-1 0,-1 0 0,1 1 0,6 1 0,-10-2-48,0 1 0,0-1 1,0 0-1,0 1 0,0-1 1,0 1-1,-1-1 0,1 0 1,0 1-1,0-1 0,0 0 1,0 1-1,-1-1 0,1 0 1,0 1-1,0-1 0,0 0 1,-1 1-1,1-1 0,0 0 1,-1 1-1,1-1 1,0 0-1,-1 0 0,1 0 1,0 1-1,-1-1 0,1 0 1,-1 0-1,1 0 0,0 0 1,-1 0-1,1 0 0,0 0 1,-1 1-1,0-1 0,-65 12-7351,23-4-1078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39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1281,'0'0'14900,"11"-7"-13870,32-22-123,-31 21 326,0 1 1,1 0-1,19-7 1,-17 9-824,0 1 1,25-5 0,-5 5-927,67 2 1,-66 2 974,-32 0-463,-1 0-1,0 0 0,1 0 1,-1 0-1,0 1 1,0-1-1,1 1 0,-1 0 1,0 0-1,0 0 1,0 0-1,5 3 0,-6-3 1,-1 1-1,0 0 1,1 0-1,-1 0 1,0 0-1,0 0 0,0 0 1,0 0-1,0 0 1,-1 0-1,1 1 1,-1-1-1,1 0 0,-1 0 1,0 1-1,0-1 1,0 0-1,-1 4 0,1 2 18,-1-1 0,0 0 0,-1 0 0,0 1 0,0-1 0,-1 0-1,0-1 1,0 1 0,0 0 0,-1-1 0,0 0 0,0 0-1,0 0 1,-1 0 0,0-1 0,0 1 0,-1-1 0,-10 7 0,-11 7 206,0-1-1,-56 27 1,75-41-170,5-2-43,7-3-6,-1 1 0,0 0 0,1 0 0,-1 0 1,1 0-1,-1 1 0,0-1 0,1 1 1,-1 0-1,0 0 0,6 3 0,-1-1-1,-1 1 0,1 0 0,-1 0-1,0 1 1,0 0 0,-1 0 0,0 0-1,1 1 1,-2 0 0,1 0 0,-1 1 0,0 0-1,0 0 1,-1 0 0,0 0 0,0 1-1,-1-1 1,0 1 0,0 0 0,0 0 0,-1 0-1,-1 0 1,2 14 0,-3-21 10,-1 0 1,1 1 0,0-1-1,-1 0 1,1 1 0,-1-1-1,0 0 1,1 0-1,-1 0 1,0 0 0,0 0-1,1 1 1,-1-1 0,0-1-1,0 1 1,0 0-1,0 0 1,-1 0 0,1 0-1,0-1 1,0 1-1,0-1 1,-1 1 0,-1 0-1,-39 11 473,34-10-326,-17 2 465,0 0 0,-27-1 0,0 1 130,44-3-687,7 0-125,12-1-1356,87 0-7832,-42 0 2827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39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7 720,'0'0'12185,"0"0"-12064,1 0 0,-1 0 0,0 0 0,0 0-1,0 0 1,0-1 0,0 1 0,0 0 0,0 0 0,1 0 0,-1 0 0,0 0 0,0 0 0,0-1 0,0 1 0,0 0 0,0 0 0,0 0 0,0 0 0,0 0 0,0-1 0,0 1 0,0 0 0,0 0 0,0 0 0,0 0 0,0 0 0,0-1 0,0 1 0,0 0 0,0 0 0,0 0 0,0 0 0,0 0 0,0-1 0,0 1 0,-1 0 0,1 0 0,0 0 0,0 0 0,0 0 0,0 0 0,0-1 0,0 1 0,0 0 0,-1 0 0,1 0 0,0 0 0,0 0 0,0 0 0,0 0 0,0 0 0,0 0 0,-1 0 0,1 0 0,0 0 0,0 0 0,0 0 0,0 0 0,-1 0 0,1 0 0,0 0 0,0 0 0,0 0 0,0 0 0,-14 0 311,0 1 1,0 0 0,0 1-1,0 1 1,0 0 0,1 1 0,-1 1-1,1 0 1,0 0 0,1 1 0,0 1-1,-1 0 1,2 1 0,-21 17 0,24-18-302,0 1 0,0 0 1,1 0-1,0 0 0,1 1 1,0 0-1,0 1 1,1-1-1,-8 20 0,8-15-82,2 1-1,-1 0 0,2-1 0,0 1 0,0 0 1,2 25-1,0-35-48,1 0 0,-1 1 0,1-1 0,0 0 0,0 0 0,1 0 0,-1 0 0,1-1 0,0 1 0,0 0 0,1-1 0,0 1 0,-1-1 0,2 0 0,-1 0 0,0 0 0,1 0 0,-1 0 0,1-1 0,0 0 0,0 0 0,1 0 0,-1 0 0,1-1 0,-1 1 0,9 2 0,3 0-8,0-1 0,1 0 1,0-1-1,-1 0 1,1-2-1,33 0 1,-37-2 0,-1-1 0,0 0 0,0-1 0,0 0 0,-1-1 0,1 0 1,-1 0-1,0-2 0,0 1 0,14-11 0,-5 2-14,0-1 0,0-1 0,-2-1-1,19-21 1,-30 31 11,-1 0-1,-1 0 0,1 0 1,-1-1-1,0 1 0,-1-1 0,0 0 1,0-1-1,-1 1 0,0-1 1,0 1-1,-1-1 0,0 0 1,-1 0-1,0 0 0,0 0 1,-1 0-1,-1-12 0,0 17 31,0 0-1,0 0 1,0 0-1,0 0 0,-1 1 1,0-1-1,0 1 1,0-1-1,0 1 1,0 0-1,-1 0 0,0 0 1,1 0-1,-1 0 1,0 1-1,0-1 0,0 1 1,-1 0-1,1-1 1,-1 2-1,1-1 1,-1 0-1,0 1 0,1 0 1,-1-1-1,0 2 1,-4-2-1,-14-2 248,1 1 1,0 1-1,-37 1 0,50 1-172,-3 0 16,1 0 0,0 1 0,-1 0 0,-11 3 0,20-3-186,1-1 0,-1 0 1,1 1-1,-1-1 0,1 1 1,-1-1-1,1 1 0,-1 0 1,1-1-1,-1 1 0,1 0 0,0 0 1,-1 0-1,1 0 0,0 1 1,0-1-1,0 0 0,0 0 1,0 1-1,0-1 0,0 0 0,0 1 1,1-1-1,-1 1 0,0-1 1,1 1-1,-1 0 0,1-1 0,0 1 1,0-1-1,-1 1 0,1 0 1,0-1-1,0 1 0,1 1 1,0-2-446,1 0 1,-1 0-1,1 0 0,-1-1 1,1 1-1,-1-1 1,1 1-1,0-1 1,-1 0-1,1 1 1,-1-1-1,1 0 1,0 0-1,-1 0 1,1 0-1,0-1 1,2 0-1,2 1-3268,9 0-8343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4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0 5346,'0'0'10944,"-15"0"-5966,49 0-2961,60 8-1,-81-5-2035,0-1 0,0 2 1,0-1-1,-1 2 0,1 0 0,-1 0 0,19 12 0,-29-15 7,0-1 0,0 1 0,0-1 0,0 1 0,0 0 0,-1 0 0,1-1-1,-1 1 1,1 1 0,-1-1 0,0 0 0,0 0 0,0 0 0,0 0 0,0 1 0,0-1 0,-1 1 0,1-1 0,-1 0-1,0 1 1,0-1 0,1 1 0,-2-1 0,1 1 0,0-1 0,0 1 0,-1-1 0,1 0 0,-1 1 0,0-1-1,0 0 1,0 1 0,0-1 0,-2 3 0,-4 8 32,-1-1-1,0 0 1,-1 0 0,-14 14-1,20-23-30,-19 22 23,-50 58 110,65-74-89,1 1 0,0 0 0,1 0 0,-1 0 0,2 1 0,0 0 0,-4 14 0,7-23 3,0 0 0,1 0 0,-1 0 0,1 0 0,0-1 0,-1 1 0,1 0 0,0 0 1,0 0-1,0 0 0,1 0 0,-1 0 0,0 0 0,1 0 0,-1 0 0,1-1 0,-1 1 1,1 0-1,0 0 0,0-1 0,0 1 0,0 0 0,0-1 0,0 1 0,1-1 0,-1 1 1,0-1-1,1 0 0,-1 1 0,3 0 0,2 1 165,0-1-1,0-1 1,0 1-1,0-1 1,0 0-1,0 0 1,0-1-1,10 0 1,41 0 401,-1-2 0,104-19 0,-136 15-2782,8-10-12435,-11 2 5950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42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318 18 3185,'0'0'10691,"3"-3"-8183,8-8-278,-8 8-421,-6 4-513,-5 2-1003,1 1 1,-1 0-1,1 0 0,0 1 0,1 0 0,-1 1 0,1-1 1,0 1-1,-8 10 0,-13 11 478,-23 18 398,23-24-747,2 2 1,0 0-1,2 2 0,0 1 1,-23 35-1,45-59-416,0 0 1,0 0-1,0 0 0,0 0 0,0 0 0,0 0 0,0 0 0,1 0 1,-1 1-1,1-1 0,0 0 0,-1 0 0,1 1 0,0-1 0,0 0 0,1 4 1,0-4-6,0-1 1,-1 0 0,1 1 0,0-1-1,0 0 1,0 0 0,0 1-1,0-1 1,0 0 0,0 0 0,1 0-1,-1 0 1,0-1 0,1 1 0,-1 0-1,0 0 1,1-1 0,-1 1-1,1-1 1,-1 1 0,1-1 0,1 1-1,32 4 293,0-1 0,0-1 0,68-5-1,-30 0-43,-38 1-115,0-3 0,55-12 0,-83 15-121,-7 1-544,-1 0 1,1 0-1,-1 0 1,0 0-1,1 0 1,-1 0-1,0 0 1,1 0-1,-1 0 1,1 0-1,-1 0 1,0 0-1,1-1 1,-1 1-1,1 0 1,-1 0-1,0-1 1,1 1-1,-1 0 1,1-1-1,-1 1 1,1-1-1,-1 1 1,1 0-1,0-1 1,-1 1-1,1-1 1,0 1-1,-1-1 1,1 0-1,0 1 1,-1-1-1,1 1 1,0-1-1,0 1 1,0-1-1,-1-1 1,1-17-7181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42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1 9396,'0'0'10538,"-3"22"-7926,-22 169 3431,8-117-4285,-1 14-1784,16-77-1990,2 0 0,-1-1-1,2 16 1,0-25 1582,-1 0 1,0-1-1,0 1 1,0 0-1,1-1 1,-1 1-1,0 0 1,1-1-1,-1 1 1,1-1-1,-1 1 1,1-1-1,-1 1 1,1-1 0,-1 1-1,1-1 1,-1 1-1,1-1 1,-1 0-1,1 1 1,0-1-1,-1 0 1,1 1-1,0-1 1,-1 0-1,1 0 1,0 0-1,0 0 1,0 1-98,21 3-8623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43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45 2577,'0'0'9925,"5"-8"-7964,19-21 58,-18 22 1930,-7 23-2884,-2 1 1,0-1-1,0 1 0,-2-1 1,-8 22-1,-1 5 346,0 9-121,2 1-1,-7 71 0,12 33-6315,7-157 4778,0 1 0,0-1 1,0 0-1,0 1 0,0-1 0,0 0 0,0 1 0,0-1 0,0 0 0,0 1 0,0-1 0,0 0 0,0 1 0,1-1 0,-1 0 0,0 1 0,0-1 0,0 0 0,0 1 0,1-1 1,-1 0-1,0 0 0,0 1 0,1-1 0,-1 0 0,0 0 0,0 0 0,1 1 0,-1-1 0,0 0 0,1 0 0,-1 0 0,0 0 0,1 0 0,-1 1 0,0-1 0,1 0 0,-1 0 1,0 0-1,1 0 0,-1 0 0,0 0 0,1 0 0,-1 0 0,0 0 0,1-1 0,-1 1 0,0 0 0,1 0 0,-1 0 0,3 0-390,19 0-7825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44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5555,'0'0'19390,"18"6"-17862,61 18-359,-65-21-833,0 0-1,0-1 1,0-1-1,24 0 1,-25-1-159,-1 0 0,24 4 0,-36-4-191,0 0 0,1 0 1,-1 0-1,0 0 0,0 0 0,0 0 1,1 1-1,-1-1 0,0 0 0,0 0 1,1 0-1,-1 0 0,0 0 0,0 0 1,0 0-1,0 1 0,1-1 0,-1 0 1,0 0-1,0 0 0,0 0 0,0 1 1,0-1-1,1 0 0,-1 0 0,0 0 1,0 1-1,0-1 0,0 0 0,0 0 1,0 1-1,0-1 0,0 0 0,0 0 0,0 0 1,0 1-1,0-1 0,0 0 0,0 1 1,-6 9-1058,-11 6-1382,-14-2-2010,-7-3-3245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55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0 1921,'0'0'10626,"4"0"-9273,18 0 299,-2 0 6727,-20 7-7584,0-4-705,-1 1 1,1-1-1,-1 1 0,0-1 0,0 1 1,0-1-1,-1 0 0,1 0 0,-1 1 1,0-1-1,-2 3 0,-29 36 477,10-15-435,18-21-118,-7 11 1,1-1 0,0 2 1,-10 22-1,20-39-28,1 0-1,-1 0 1,1 0 0,0 0-1,-1 0 1,1 1 0,0-1 0,0 0-1,0 0 1,0 0 0,0 1 0,0-1-1,0 0 1,0 0 0,0 0-1,1 1 1,-1-1 0,0 0 0,1 0-1,-1 0 1,1 0 0,-1 0 0,1 0-1,0 0 1,-1 0 0,1 0-1,0 0 1,0 0 0,-1 0 0,1 0-1,0-1 1,0 1 0,0 0 0,0-1-1,0 1 1,0 0 0,1-1-1,-1 0 1,1 1 0,6 2 22,0-1 1,1 0-1,-1 0 1,14 0-1,-8 0-13,76 7 229,133-5 1,-147-4 1054,-76-1-1179,0 0-79,0 0-196,-11 0-7836,-18-9-1919,13 1 2478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5:55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2961,'0'0'18475,"0"19"-16343,-1 33 121,-10 61 0,2 7 680,7-69-6247,0-26-2293,0 1-3649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11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1 416,'0'0'7294,"0"3"-5931,0-2-785,0 0-1,0 0 1,1 0-1,-1-1 1,0 1-1,0 0 1,1 0-1,-1-1 1,1 1-1,-1 0 1,0-1-1,1 1 1,-1 0-1,1-1 1,0 1-1,-1-1 1,1 1-1,-1-1 1,1 1-1,1 0 1,19 5 3736,36-6-5600,-32-1 2479,0 0-1139,-1 2 0,1 0 0,-1 2-1,1 1 1,-1 0 0,37 13-1,-46-12-44,-1 1 0,0 1 0,0 0 0,-1 0 0,21 16 0,-33-22-12,1 1 0,-1-1 1,0 1-1,1 0 0,-1-1 0,0 1 1,0 0-1,0 0 0,0 0 0,-1 0 1,1 0-1,0 0 0,-1 0 0,0 0 1,1 1-1,-1-1 0,0 0 0,0 0 1,0 0-1,0 0 0,-1 0 0,1 0 1,0 1-1,-1-1 0,-1 3 0,0 0 7,0 0 0,0 0 1,0 0-1,-1 0 0,1 0 0,-1-1 0,-1 0 0,-6 8 0,-46 35 140,42-37-56,0 0 0,1 1 0,1 1 0,0 0 0,1 1 0,-19 25 1,25-17 548,4-20-571,1 0 0,0-1 1,-1 1-1,1 0 0,0 0 0,0 0 0,0-1 0,0 1 0,-1 0 1,1 0-1,1 0 0,-1-1 0,0 1 0,0 0 0,0 0 0,0 0 1,0-1-1,1 1 0,-1 0 0,0 0 0,1-1 0,-1 1 0,1 1 1,29 1 1288,52-1 1,-40-2-186,-41 0-1618,-3-2-1669,1 1 1437,0 1 0,0-1 0,0 0 1,0 1-1,-1-1 0,1 1 0,0-1 1,0 1-1,0 0 0,0 0 0,-1-1 0,1 1 1,-2 0-1,-1-1-1860,-14-3-7422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26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51 368,'0'0'3455,"0"-3"-3087,0-10-187,0 4 11228,-30 9-9745,-20 1-304,34 1-1049,0-1 0,1-1 0,-1-1 0,0 0 0,1-1 0,-1-1 0,1 0 1,-19-7-1,11 2 25,14 6 121,6 4 1137,6 7-1459,-1-1 0,0 1 0,-1 0 0,0 0 0,0-1-1,-1 1 1,0 0 0,-2 15 0,0 8 172,2-17-192,1-5 12,-1 0 0,0 0 0,0 0 0,-2 0 0,1 0 0,-1 0 0,0-1 0,-1 1 0,-4 10 955,7-21-1056,0 0 1,1 0-1,-1 0 0,1 0 1,0 0-1,-1 0 1,1 0-1,0 0 1,0 0-1,-1 0 1,1 1-1,0-1 0,0 0 1,0 1-1,0-1 1,0 0-1,0 1 1,0-1-1,0 1 0,0 0 1,0-1-1,0 1 1,0 0-1,1-1 1,1 1-1,32-5-134,-25 4 83,-1 1 1,1 0-1,0 0 1,0 1-1,0 0 1,-1 0-1,1 1 1,-1 1-1,1-1 1,13 7-1,201 102-642,-221-110 652,0 1 0,-1-1 0,1 1 0,-1 0 0,1 0 0,-1 0 0,0 0 0,0 0 0,1 0 0,-2 0-1,1 1 1,0-1 0,0 1 0,-1-1 0,1 1 0,-1 0 0,0 0 0,0 0 0,0-1 0,0 1 0,1 6 0,-3-6 49,1 0 1,0 0-1,-1-1 1,1 1-1,-1 0 1,0 0-1,0-1 1,0 1-1,0-1 1,0 1-1,-1-1 1,1 1-1,-1-1 1,1 0-1,-1 1 1,0-1-1,0 0 1,0 0-1,0-1 1,0 1-1,-1 0 1,1-1-1,-4 2 0,-9 6 190,-1-2 0,-1 0 0,1 0 0,-1-2 0,0 0 0,-1-1 0,1-1 0,-1 0 0,1-2-1,-1 0 1,0 0 0,-27-4 0,13-7 205,27 8-272,1 0 1,-1 1-1,0-1 1,0 1-1,0 0 1,1 1-1,-7-1 1,-10 5-17,20-4-182,0 1-1,0-1 1,1 0 0,-1 1-1,0-1 1,0 0 0,1 1-1,-1-1 1,0 1 0,1-1-1,-1 1 1,1 0 0,-1-1-1,1 1 1,-1 0 0,1-1-1,-1 1 1,1 0 0,-1-1-1,1 1 1,0 0 0,-1 0-1,1 0 1,0-1 0,0 3-1,17-11-4576,-12 3 3007,0 1 0,0-1 0,0 0 0,-1 0 0,6-9 0,6-14-8191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27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 14 1105,'0'0'6181,"-5"0"-4367,2-1-1373,0 1 1,0-1-1,0 1 0,0 0 1,0 0-1,0 0 0,0 1 1,0-1-1,0 1 0,0 0 0,0 0 1,0 0-1,0 0 0,0 0 1,0 1-1,-3 1 0,-1 0-189,-1-1 0,1 0 0,-1-1-1,1 1 1,-1-1 0,0-1-1,1 0 1,-1 0 0,0 0 0,-8-3-1,-13 2 2255,29 1-1733,32-2 1628,64 3-363,113-3-879,-193 1-1005,0-1 0,-1 0 0,1-2 1,-1 1-1,24-10 0,-38 11 2639,-8 2-804,-2 3-4661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47.6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218 107 880,'0'0'8239,"5"-4"-6153,11-12-203,-6 1 9856,-19 13-10057,-12 1-2558,21 1 1231,-8 0-347,0 0-1,0 1 1,1 0-1,-1 0 1,1 0 0,-1 1-1,1 0 1,-1 1-1,1 0 1,0 0 0,0 0-1,1 1 1,-1 0-1,1 0 1,-1 1 0,1 0-1,1 0 1,-1 0-1,-7 11 1,5-8-9,1 2 0,0-1 0,1 1 0,0-1 0,1 2 0,0-1 0,0 1 0,-5 21 0,5-12-38,2 1 0,0 0 0,1 42 0,2-61 37,0 0-1,0-1 1,1 1 0,-1 0 0,1-1 0,-1 1 0,1-1 0,0 1 0,0-1 0,-1 1 0,1-1 0,0 1 0,1-1 0,-1 0 0,0 0 0,0 1 0,0-1 0,1 0 0,-1 0 0,0 0 0,1 0-1,-1-1 1,1 1 0,-1 0 0,1-1 0,0 1 0,-1-1 0,1 1 0,0-1 0,-1 0 0,3 1 0,8 1 72,0-1 0,1 0 1,14-1-1,-17 0 3,-1 0-23,1 0 0,-1 0 1,0-1-1,1 0 1,-1-1-1,0 0 0,1-1 1,-1 0-1,-1 0 1,1 0-1,0-2 0,-1 1 1,0-1-1,0 0 1,0 0-1,-1-1 0,10-9 1,-9 8 64,-1-1 0,0 0 0,0 0 0,-1 0 0,0-1 0,0 0 0,-1 0-1,0 0 1,-1-1 0,0 0 0,-1 0 0,3-10 0,-1-6 459,-1-1-1,-2 1 1,-1-41-1,-1-2 860,-2 68-1400,0 1 1,-1-1 0,1 0-1,0 1 1,-1 0 0,1 0-1,-1-1 1,1 1 0,-1 1-1,-2-1 1,1 0-28,-29 2-2790,23-1 103,0 0 0,0-1 0,-15-1 0,-17-8-7966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49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10 1889,'0'0'12467,"2"-3"-10560,7-3 514,-5 11 2233,-4 12-241,-1-4-4518,1-9-489,-4 25 1450,-10 33-1,-1 10-410,-70 339 1924,83-402-2336,1-6-149,1-8-548,1 4 433,-1 0 0,1 0 0,-1-1 0,1 1 0,-1 0 0,1 0 0,0 0 0,0 0 0,-1 0 0,1 1-1,0-1 1,0 0 0,0 0 0,0 0 0,0 1 0,0-1 0,0 0 0,0 1 0,0-1 0,0 1 0,1-1 0,-1 1 0,0 0 0,0 0 0,0-1 0,1 1 0,-1 0-1,2 0 1,41-4-6897,-39 4 5499,26-1-7308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1393,'0'-2'20647,"6"-2"-20618,176-5 296,-45 9-277,-136 0-43,0 0 0,0 0 0,0 0-1,0 0 1,0 0 0,0 0 0,0 1-1,0-1 1,0 0 0,0 1 0,0-1-1,0 0 1,0 1 0,0-1-1,0 1 1,0 0 0,-1-1 0,1 1-1,0 0 1,0-1 0,-1 1 0,1 0-1,0 0 1,-1 0 0,1-1 0,-1 1-1,1 0 1,-1 0 0,1 0 0,-1 0-1,0 0 1,1 0 0,-1 0 0,0 0-1,0 0 1,0 0 0,0 0 0,0 0-1,0 0 1,0 0 0,0 0 0,0 2-1,-1 0 17,1 0-1,-1 0 1,0 1-1,0-1 1,0 0-1,0 0 0,0 0 1,-1-1-1,0 1 1,1 0-1,-1 0 0,-3 3 1,-15 10 137,0-1 0,-1 0 1,-34 17-1,39-23-127,15-7-51,-1-1-1,1 1 1,0-1 0,0 1 0,0 0-1,0 0 1,0 0 0,1 0-1,-1-1 1,0 1 0,1 0-1,-1 0 1,1 0 0,0 0-1,0 0 1,0 0 0,0 1-1,0 2 1,0 0-51,1 1-1,-1 0 1,1 0 0,0-1 0,3 10-1,2-3-11,1 0-1,1 0 1,0-1-1,13 14 1,15 23-87,-35-46 153,0-1-1,0 1 1,1-1-1,-2 1 0,1 0 1,0-1-1,0 1 0,-1 0 1,1 0-1,-1 0 0,1 0 1,-1 0-1,0-1 0,1 1 1,-1 0-1,0 0 0,-1 0 1,1 0-1,0 0 1,0 0-1,-1 0 0,0 2 1,-1-2 39,1 0 1,-1 0 0,1 0 0,-1-1 0,0 1-1,1-1 1,-1 1 0,0-1 0,0 0 0,0 1-1,0-1 1,0 0 0,0 0 0,-1-1 0,-3 2-1,-9 1 320,0 0-1,-1-1 0,1-1 1,-20-1-1,28 0-168,1 0-1,-1 0 0,1 0 0,0-1 1,0 0-1,-1 0 0,1-1 0,0 0 0,0 0 1,-8-4-1,5 0-210,0 1 0,1-2-1,0 1 1,-14-15 0,34 29-8371,22 4 2094,18-1-2553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3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7 2081,'1'-2'12662,"8"-2"-2282,-10 8-10296,1 1 0,-1 0-1,-1 0 1,1-1 0,-1 1-1,1-1 1,-1 1 0,-5 6-1,-25 39 420,24-39-449,-33 60 131,41-70-199,33 3-874,-32-4 880,126 11-478,-117-9 465,1 0 0,0 0 0,0 1 0,-1 1 0,0 0 0,0 0 0,0 1 0,0 0 0,12 9-1,-19-11 12,-1-1-1,0 1 0,0-1 1,0 1-1,0-1 0,0 1 1,0 0-1,-1 0 0,1 0 1,-1 0-1,0 0 0,0 1 1,1 3-1,2 44 158,-5-49-74,-1-1-1,1 1 1,-1-1 0,1 1 0,-1-1 0,0 0 0,0 1-1,0-1 1,1 0 0,-1 0 0,0 0 0,0-1 0,0 1-1,0 0 1,-1-1 0,1 1 0,-3-1 0,0 2 134,-33 10 803,-30 11-260,-131 25 0,199-48-832,-1 0-1,1 0 0,0 0 1,0 0-1,-1-1 0,1 1 1,0 0-1,-1 0 0,1 0 0,0 0 1,0 0-1,-1-1 0,1 1 1,0 0-1,0 0 0,0-1 1,-1 1-1,1 0 0,0 0 1,0-1-1,0 1 0,0 0 1,0 0-1,-1-1 0,1 1 0,0 0 1,0-1-1,0 1 0,0 0 1,0 0-1,0-1 0,0 1 1,0 0-1,0-1 0,0 1 1,0 0-1,0-1 0,0 1 1,0 0-1,1 0 0,-1-1 1,0 1-1,0 0 0,0-1 0,0 1 1,6-17-1408,0 6-486,0-1-1,1 2 1,13-17-1,-2 3-1853,9-14-2367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3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5186,'0'0'15261,"9"-2"-13346,46-5 1377,79-2-1,-44 8-5821,-136 1-5084,22 2-46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70 109 1553,'0'0'11736,"12"-18"-9759,37-56-35,-37 59 3643,-12 15-5563,0 0 0,0-1 0,0 1 0,0 0 1,0 0-1,1 0 0,-1 0 0,0 0 0,0 0 0,0 0 0,0 0 0,0 0 0,0 0 0,0 0 0,1 0 0,-1 0 0,0 0 0,0 0 0,0 0 0,0 0 0,0 0 0,0 0 0,0 0 0,1 0 0,-1 0 0,0 0 0,0 0 0,0 0 0,0 0 0,0 0 0,0 0 0,0 0 0,1 0 0,-1 0 0,0 0 0,0 0 0,0 0 1,0 0-1,0 0 0,0 0 0,0 1 0,0-1 0,0 0 0,0 0 0,0 0 0,1 0 0,-1 0 0,0 0 0,0 0 0,0 0 0,0 1 0,0-1 0,-1 15-880,1-14 1219,-3 42 229,-2 1-1,-2-1 1,-23 80 0,-4 19 293,-3 50 5,8-67-3785,30-136-4869,-2-15 3367,0 0 434,1-19-2345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8 192,'0'5'17589,"-3"19"-16391,0-18-989,-1 0-1,0 0 0,-1-1 1,1 1-1,-1-1 0,0 0 1,-1-1-1,1 1 0,-1-1 0,-11 7 1,-9 2-27,-35 15 1,25-13-116,24-10-157,-1 1-1,1 0 1,0 0 0,0 1-1,0 1 1,1 0-1,1 0 1,-1 1-1,-9 11 1,54-17-364,-26-3 476,1-1 0,0-1 0,-1 0 0,1 0 0,-1 0 1,0-1-1,0 0 0,0-1 0,12-6 0,8-8-193,30-23 1,-42 29-32,-1 1 140,0-1 1,-1 0 0,0-1 0,-1-1 0,-1 0 0,0-1 0,0 0 0,10-21 0,-24 52 3424,4 21-2636,-1-13 25,-1-17-593,1 0 0,0 0-1,0 0 1,1 0 0,0-1-1,0 1 1,1-1 0,-1 1-1,1-1 1,1 0 0,-1 0 0,7 8-1,-2-4-666,0 0-1,1 0 1,1-1 0,-1-1-1,21 15 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9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44 3762,'0'0'9676,"0"-4"-8718,0-17 1833,-15 28-1313,-91 64 669,95-62-2030,0 0 1,1 1-1,-1 0 1,2 1-1,0 0 0,-15 23 1,19-24-82,1-1-1,0 1 1,0 0 0,1 1 0,1-1-1,-1 1 1,0 14 0,1 5-16,3 42-1,-1-69-18,0-1 0,0 1 0,0-1-1,1 1 1,-1 0 0,1-1 0,0 1-1,0-1 1,0 1 0,0-1 0,0 0-1,0 1 1,1-1 0,-1 0 0,1 0-1,-1 0 1,1 0 0,0 0 0,0 0-1,0 0 1,0-1 0,0 1 0,0-1-1,1 1 1,-1-1 0,0 0 0,1 0-1,-1 0 1,4 1 0,5 0 36,1 0 0,0-1 1,0 0-1,-1 0 1,16-2-1,-19 0 5,-2 1-33,1-2 1,-1 1-1,0-1 1,0 0-1,-1 0 1,1 0-1,0-1 1,-1 0-1,1 0 1,-1 0-1,0-1 1,0 0-1,-1 0 1,1 0-1,-1 0 1,1-1-1,-1 0 1,3-6 0,5-5 89,-2-1 1,0 0 0,0 0 0,9-29 0,-12 25 131,-1 0 1,-1 0-1,-1 0 1,-1 0-1,-1-1 0,-1 1 1,-3-39-1,2 57-199,-1 0 1,1 1-1,-1-1 0,0 0 0,0 0 0,0 1 0,0-1 0,0 0 0,-1 1 0,1-1 1,-1 1-1,0 0 0,1-1 0,-1 1 0,0 0 0,0 0 0,-1 0 0,1 0 0,0 1 1,-1-1-1,1 1 0,-5-3 0,1 1-391,-1 1 0,1 0 0,-1 0 0,0 0 0,0 1 0,0-1 0,0 2 0,-9-1 1,32 3-12150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0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9 1201,'0'0'11565,"0"0"-11441,0 0-1,0-1 1,0 1 0,0 0-1,0 0 1,0-1 0,0 1-1,0 0 1,0-1 0,-1 1-1,1 0 1,0-1 0,0 1-1,0 0 1,0-1 0,0 1-1,0 0 1,-1 0 0,1-1-1,0 1 1,0 0 0,0 0-1,-1 0 1,1-1 0,0 1-1,0 0 1,-1 0 0,1 0-1,0-1 1,0 1 0,-1 0-1,1 0 1,0 0 0,-1 0 0,1 0-1,0 0 1,-1 0 0,1 0-1,0 0 1,-1 0 0,1 0-1,-8 4 561,0 1-1,1 0 0,0 0 0,0 1 1,0 0-1,-9 12 0,-35 45 1508,37-45-1666,-17 33-1,27-44-495,1 0 1,0 0-1,0 1 0,1-1 1,0 0-1,0 1 0,1-1 0,-1 15 1,34-20 82,-13-3-98,37-7 0,14-1-384,-45 7 155,36 1-441,-57 1 605,0 0 0,0 1 0,0-1 1,0 1-1,-1 0 0,1 0 0,0 0 1,0 1-1,-1-1 0,1 1 0,5 4 1,-7-5 45,-1 1 0,1 0 1,-1-1-1,0 1 0,0 0 1,0 0-1,0 0 0,0 0 1,0 0-1,0 1 0,-1-1 0,1 0 1,-1 0-1,1 0 0,-1 5 1,0 38 32,-1-24-3,0-18 1,1 0-1,-1 0 1,0 0 0,0 0-1,0 0 1,0 0 0,0 0-1,-1 0 1,0 0-1,1-1 1,-1 1 0,0 0-1,0-1 1,0 0-1,-1 1 1,1-1 0,0 0-1,-1 0 1,0 0-1,1-1 1,-1 1 0,-5 2-1,-7 3 241,-1 0 1,-31 9-1,43-15-245,-38 12 378,-68 11 0,43-19-8320,67-19-5117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0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8436,'0'0'12630,"131"13"-11206,-97-7-351,-7-2-353,-6 0-320,-9-2-144,-7-2-144,-14 0-2737,-10 0-2049,-4 0-5491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2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57 288,'0'0'16618,"7"-16"-12096,-3 12-4300,1 0-1,0 1 1,0-1-1,0 1 1,1 0-1,-1 1 1,1-1 0,-1 1-1,1 0 1,0 0-1,0 1 1,8-2-1,8 1-202,45 0 1,-50 2 74,-15 0-96,0 0 1,0 0-1,0 0 1,0 1 0,0-1-1,0 1 1,1-1-1,-1 1 1,0 0 0,-1 0-1,1 0 1,0 0-1,0 0 1,0 0 0,-1 0-1,1 1 1,0-1-1,-1 1 1,2 1 0,0 1-14,-1-1 1,0 1-1,0 0 1,0 0-1,0-1 1,-1 1-1,0 0 1,0 0-1,1 7 1,0-2-18,-1 0 1,-1 1-1,0-1 1,0 1-1,-1-1 1,0 0-1,-1 0 1,-3 14-1,1-15 29,1-1-1,-1 1 0,0-1 0,0 0 1,-1 0-1,0 0 0,0-1 0,-12 11 0,-4 1-4,-30 21 0,30-24 64,-30 28 0,49-41-34,-1 0 0,1 1 1,0-1-1,1 1 0,-1-1 1,0 1-1,1 0 0,-1 0 1,1 0-1,0-1 0,0 1 1,0 1-1,1-1 0,-1 0 0,1 0 1,-1 0-1,1 4 0,0-5 24,1 0 0,-1-1-1,0 1 1,1 0-1,-1 0 1,1-1-1,0 1 1,-1-1-1,1 1 1,0 0 0,0-1-1,0 1 1,0-1-1,1 0 1,-1 1-1,0-1 1,0 0 0,1 0-1,-1 0 1,1 0-1,-1 0 1,1 0-1,-1 0 1,1 0-1,0-1 1,-1 1 0,1-1-1,0 1 1,0-1-1,2 1 1,39 3 347,1-1 1,65-5-1,-79 1-602,-23 0-204,1 0 0,-1 0 0,1 0 0,-1-1 0,1 0 0,-1-1 0,0 0 0,8-4 0,31-20-7601,-13 6-331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2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7 4834,'0'0'10029,"-2"-7"-2626,-11 16-7042,0 0 0,0 0 0,1 1-1,0 1 1,1 0 0,0 0 0,-15 23-1,19-25-350,1 0-1,0 1 1,1 0-1,0 0 0,1 0 1,0 0-1,0 1 0,1 0 1,1 0-1,-1 0 1,0 21-1,3-32-14,0 1 1,1 0-1,-1 0 1,0-1-1,0 1 1,1 0-1,-1-1 1,0 1-1,1 0 1,-1-1-1,1 1 0,-1-1 1,1 1-1,-1-1 1,1 1-1,-1-1 1,1 1-1,-1-1 1,1 1-1,0-1 1,-1 0-1,1 1 0,0-1 1,-1 0-1,1 1 1,0-1-1,-1 0 1,1 0-1,0 0 1,1 0-1,27 2 43,-22-2-42,276 8 159,-198-7-6683,-94-1 1805,3 0-2168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2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3201,'0'0'22907,"0"111"-21594,-6-78-401,-2 0-560,1 1-272,5-9-80,2-4-240,0-2-384,0-7-1841,2 3-241,19-5-3024,4-3-2306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3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2305,'0'0'12480,"3"-7"-11060,5-7-828,1 0 898,-2 1 2455,-9 21 2059,2 13-4801,1 2-975,-13 274 1901,12-260-3550,0-14-5447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4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71 1873,'0'0'14198,"-2"-3"-11965,2 3-2135,-1-1-1,1 1 0,0-1 0,-1 1 1,1-1-1,-1 0 0,1 1 1,0-1-1,0 0 0,-1 1 0,1-1 1,0 0-1,0 1 0,0-1 1,0 0-1,-1 0 0,1 1 0,0-1 1,1 0-1,-1 0 0,0 1 1,0-1-1,0 0 0,0 1 0,0-1 1,1 0-1,-1 1 0,0-1 0,1 0 1,-1 1-1,0-1 0,1 0 1,2-1 133,0 0 0,0 0 0,-1 1 0,1-1 0,0 1 0,0 0 0,6-2 0,20-5 388,0 2 0,0 0 0,41-2 0,90 4-451,-142 4-131,-18 1-38,1-1 0,0 1-1,-1-1 1,1 1 0,0-1 0,-1 1 0,1 0 0,-1-1 0,1 1 0,-1 0-1,1-1 1,-1 1 0,0 0 0,1 0 0,-1-1 0,0 1 0,0 0-1,0 0 1,1 0 0,-1-1 0,0 1 0,0 0 0,0 0 0,0 0-1,0 0 1,0-1 0,-1 2 0,-2 28 46,0-26-29,1 1 0,-1-1 0,0 0 0,0 1 1,0-1-1,0-1 0,-1 1 0,1 0 0,-9 5 0,-45 30 64,35-25-25,0-2 21,17-9-52,0 0 0,-1 0 0,1 0-1,0 0 1,1 1 0,-1 0 0,-5 6 0,9-10-24,1 1-1,0 0 1,0-1-1,0 1 0,0-1 1,0 1-1,0 0 1,0-1-1,0 1 1,0 0-1,0-1 1,0 1-1,0-1 1,1 1-1,-1-1 0,0 1 1,0 0-1,1-1 1,-1 1-1,0-1 1,1 1-1,-1-1 1,0 1-1,1-1 1,-1 1-1,1-1 0,-1 0 1,1 1-1,-1-1 1,1 0-1,-1 1 1,1-1-1,-1 0 1,1 1-1,-1-1 0,1 0 1,0 0-1,-1 0 1,1 0-1,0 0 1,29 10-26,-28-10 26,11 4-30,0 0 0,-1 1-1,1 0 1,-1 1 0,0 1-1,0 0 1,-1 0 0,0 1-1,0 1 1,11 11 0,-21-19 36,0 0 0,0 1 1,1-1-1,-1 1 0,0 0 0,0-1 1,-1 1-1,1 0 0,0-1 1,-1 1-1,1 0 0,-1 0 0,1 0 1,-1 0-1,0-1 0,0 1 1,1 0-1,-1 0 0,-1 0 0,1 0 1,0 0-1,0 0 0,-1 0 1,1-1-1,-1 1 0,0 0 0,1 0 1,-1-1-1,0 1 0,0 0 1,0-1-1,0 1 0,-1-1 1,1 1-1,0-1 0,0 0 0,-1 1 1,1-1-1,-1 0 0,-1 1 0,-6 4 273,0 0 0,1 0 0,-2-1 0,1-1 0,-19 7 0,-11-1-772,18-7 2530,-1 0 0,-27-1-1,-9-3-5115,30 0-3154,0 1-4268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0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0 289 4994,'0'0'14511,"4"8"-12929,-3-7-1550,-1 2 65,1-1 0,0 0-1,0 1 1,0-1 0,1 0-1,-1 0 1,0 0 0,1 0-1,-1 0 1,1 0 0,0 0-1,0-1 1,0 1 0,0-1-1,0 1 1,0-1 0,0 0-1,0 1 1,0-1 0,1 0-1,-1-1 1,0 1 0,1 0-1,-1-1 1,0 1 0,1-1-1,-1 0 1,1 0 0,-1 0-1,1 0 1,-1 0 0,1 0-1,3-1 1,7-4 103,0 0 0,1-1 0,-2 0 0,1-1 0,-1 0-1,0-1 1,17-15 0,2 0-153,-27 20-33,124-93-405,-114 83 178,0 0 0,-1-1 0,0 0 0,-1 0 0,-1-2 0,13-22 0,-23 38 222,-1-1 0,1 0-1,-1 1 1,1-1 0,-1 0 0,1 0-1,-1 0 1,1 1 0,-1-1-1,0 0 1,1 0 0,-1 0-1,0 0 1,0 0 0,0 0-1,0 0 1,0 0 0,0 0 0,0 1-1,0-1 1,0 0 0,0 0-1,-1 0 1,1 0 0,0 0-1,0 0 1,-1 0 0,1 1-1,-2-2 1,1 1 4,0 1 0,0 0 0,0 0 0,0 0 0,-1 1 0,1-1 0,0 0 0,0 0 0,0 1 0,0-1-1,0 0 1,0 1 0,0 0 0,0-1 0,0 1 0,0-1 0,0 1 0,0 0 0,0 0 0,0-1 0,0 1 0,0 0 0,1 0 0,-2 2 0,-6 6 42,0 1 1,1 1 0,0-1-1,1 1 1,0 1-1,-6 13 1,-24 81 729,29-82-569,-17 51 470,5-7 362,-58 128 0,-50 25-273,90-159-784,32-54-333,-1 1 0,0 0-1,-11 12 1,16-35-5682,9-18 1366,12-15-2481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0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44 6035,'0'0'14574,"-12"-7"-13384,5 3-1023,1-1-33,-1 1 1,0 1 0,0-1-1,0 1 1,0 0 0,0 1-1,0 0 1,-1 0 0,1 0-1,-1 1 1,-10-1-1,3 2 360,0 1 0,-22 3 0,33-3-440,-1 0 0,1 0-1,-1 1 1,1-1 0,-1 1 0,1 0-1,0 0 1,0 1 0,0-1-1,0 1 1,-6 5 0,9-8-62,0 1-1,1 0 1,-1 0 0,0-1 0,0 1 0,0 0-1,1 0 1,-1 0 0,0 0 0,1 0 0,-1 0-1,1 0 1,-1 0 0,1 0 0,0 0-1,-1 0 1,1 0 0,0 0 0,0 1 0,0-1-1,0 0 1,0 0 0,0 0 0,0 0 0,0 0-1,0 1 1,0-1 0,1 0 0,-1 0 0,0 0-1,1 0 1,-1 0 0,1 0 0,-1 0 0,1 0-1,0 0 1,-1 0 0,1 0 0,0 0 0,1 0-1,3 4-121,0-1-1,1-1 1,-1 1-1,1-1 1,10 5-1,-6-4 32,-1 1-66,1 0 1,-1 1 0,0 0 0,0 0-1,-1 1 1,0 0 0,11 12 0,-17-17 148,0 0-1,-1 1 1,1-1 0,0 1 0,-1-1 0,1 1 0,-1 0 0,0-1-1,0 1 1,0 0 0,0 0 0,-1 0 0,1 0 0,-1 0 0,0 0 0,0 0-1,0 0 1,0 0 0,0 0 0,0-1 0,-1 1 0,0 0 0,1 0 0,-1 0-1,0 0 1,0 0 0,-1-1 0,1 1 0,-1-1 0,1 1 0,-1-1-1,-3 4 1,-1 1 118,-1-1-1,0 0 1,0 0 0,-1-1-1,0 0 1,0 0-1,0-1 1,0 0-1,-15 5 1,9-4 225,0-1 0,-1-1 0,1 0 0,-1 0 0,-22 0 0,36-3-562,20-15-7685,-6 6 4846,15-13-4018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0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0 9716,'0'0'11267,"-23"15"-7772,-76 53-1342,89-59-1875,0 0 1,1 0-1,0 1 1,0 1-1,1-1 1,1 1-1,0 0 1,0 1-1,1 0 0,0 0 1,1 0-1,-6 24 1,11-35-273,-9 27-195,2 0 0,0 0 0,2 1 0,2 0 0,-1 42 0,4-69 51,1-1 0,-1 0 0,1 0 0,-1 1 0,1-1 0,0 0 0,-1 0 0,1 0 1,0 0-1,0 0 0,0 0 0,0 0 0,0 0 0,0 0 0,0 0 0,0-1 0,0 1 1,0 0-1,0-1 0,1 1 0,-1-1 0,0 1 0,0-1 0,1 1 0,-1-1 0,0 0 0,1 0 1,-1 0-1,0 0 0,3 0 0,53 1-3784,-43-1 2346,41-1-5427,4-4-3055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0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4130,'0'0'11669,"138"0"-11012,-76 8-657,5 5-3218,8 4-4978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1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 13334,'0'0'5683,"-123"184"79,68-84-2288,5-2-2193,10-4-801,11-10-480,8-15-16,9-13-689,1-18-463,5-15-769,2-13-208,4-30-18168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1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11445,'0'0'5024,"21"-15"-91,69-45-1324,-85 57-3393,0 1 0,1-1 0,-1 1 0,1 0 0,-1 1 0,1-1 0,0 1 0,-1 0-1,1 0 1,0 1 0,0 0 0,11 1 0,2-1 264,-14 0-446,-1 0 1,1 1-1,0-1 0,0 1 0,-1 0 0,1 0 0,0 0 0,-1 0 0,0 1 0,1 0 0,-1 0 1,0 0-1,0 1 0,0-1 0,0 1 0,0 0 0,0 0 0,-1 0 0,0 1 0,1-1 1,-1 1-1,-1 0 0,1 0 0,0 0 0,-1 0 0,0 0 0,0 0 0,0 1 0,-1-1 0,1 1 1,-1-1-1,0 1 0,0 0 0,-1-1 0,1 1 0,-1 9 0,-1-11-67,1 1 1,-1-1-1,1 0 0,-1 1 0,0-1 0,0 0 0,0 0 0,-1 0 1,1 0-1,-1 0 0,0 0 0,0 0 0,0 0 0,0-1 1,0 1-1,-1-1 0,1 1 0,-1-1 0,1 0 0,-1 0 1,0 0-1,0 0 0,0-1 0,0 1 0,0-1 0,-4 2 0,-10 3-290,0-1 0,-1 0-1,-29 3 1,40-7 177,-23 3-973,-40-1-1,28-3-2485,26 0 1010,8 1-3701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1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 5539,'0'0'18179,"-14"5"-16464,-7 2-1274,-133 50 2495,140-51-2782,1 1 0,-1 0 0,1 1 0,1 0 0,-1 1 0,1 0 0,1 1 0,0 1 0,-12 14 0,20-22-151,1 0 1,1 1-1,-1 0 1,0-1-1,1 1 0,0 0 1,0 0-1,0 0 1,0-1-1,1 1 1,-1 0-1,1 0 0,1 8 1,-1-11-8,0 0 0,0-1 1,0 1-1,1 0 0,-1-1 1,0 1-1,1-1 0,-1 1 0,0 0 1,1-1-1,-1 1 0,1-1 1,-1 1-1,1-1 0,-1 1 0,1-1 1,-1 1-1,1-1 0,0 0 1,-1 1-1,1-1 0,-1 0 0,1 0 1,0 1-1,-1-1 0,1 0 1,0 0-1,-1 0 0,1 0 0,0 0 1,0 0-1,0 0 0,31 1-154,-21-2 95,4 1-56,0-1-1,0-1 1,0 0 0,0-1-1,27-9 1,-33 9 47,-1 0-1,0-1 1,0 0-1,0-1 1,0 0 0,-1 0-1,0 0 1,0-1-1,0 0 1,0 0-1,7-10 1,-14 15 120,1 0 0,-1 1 0,1-1 0,-1 0 0,1 1-1,-1-1 1,1 0 0,-1 0 0,1 1 0,-1-1 0,0 0 0,0 0 0,1 0 0,-1 0 0,0 0 0,0 1-1,0-1 1,0 0 0,0 0 0,0 0 0,0 0 0,0 0 0,-1 0 0,1 0 7,-1 0 0,1 1 0,-1-1-1,1 1 1,-1-1 0,0 1 0,1 0 0,-1-1 0,0 1 0,1-1 0,-1 1-1,0 0 1,1 0 0,-1-1 0,0 1 0,0 0 0,1 0 0,-1 0 0,0 0 0,-1 0-1,-2 0 71,-1 0 0,0 0 0,1 1-1,-1 0 1,1 0 0,-1 0-1,-6 2 1,7 0-96,-1 0-1,1-1 1,0 2 0,1-1-1,-1 0 1,0 1 0,1-1-1,0 1 1,0 0-1,0 0 1,0 0 0,1 1-1,0-1 1,-4 9-1,3-4-76,0 0-1,0 1 0,1-1 0,0 1 1,0 0-1,0 15 0,2-22-63,1-1 1,-1 1-1,1-1 0,-1 0 0,1 1 0,0-1 0,0 0 1,0 0-1,0 0 0,0 0 0,1 0 0,-1 0 0,0 0 1,1 0-1,0 0 0,-1 0 0,1-1 0,0 1 1,0-1-1,0 1 0,0-1 0,0 0 0,0 0 0,0 0 1,1 0-1,-1 0 0,0 0 0,0-1 0,1 1 0,2 0 1,11 2-1053,0-1 0,0 0 0,23 0 0,-30-2 509,80 1-6231,13-1-4394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2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82 4418,'0'0'14983,"-23"-13"-10005,-72-39-1646,89 49-3041,0 1 0,-1-1 0,1 1 0,-1 0 0,0 1 0,0 0 0,-9-1 0,13 2-184,0 0-1,0 0 0,0 1 1,0-1-1,0 1 0,0-1 1,0 1-1,0 0 0,0 0 0,0 1 1,0-1-1,-4 3 0,4-1-75,0-1 0,0 1 0,1 0 0,-1 1 0,1-1 0,0 0 0,0 1 0,0-1 0,0 1 0,0-1 0,1 1 0,0 0 0,-1 0 0,1 0 0,1-1 0,-1 1 0,1 0 0,-1 0 0,2 7 0,-1-2-90,1-1 0,1 0 0,0 0 0,0 0 0,0 0-1,1 0 1,1 0 0,-1-1 0,1 0 0,0 1 0,1-1-1,-1-1 1,12 13 0,-6-7-263,-1 2-1,10 17 1,-18-29 286,0 0-1,0 0 1,0 0 0,0 0-1,0 0 1,-1 0 0,1 0-1,-1 0 1,1 0 0,-1 1-1,0-1 1,0 0 0,0 0-1,0 0 1,0 0 0,-1 0 0,0 4-1,0-4 35,0-1-1,0 1 1,0-1-1,0 1 1,0-1-1,0 0 1,0 1 0,-1-1-1,1 0 1,-1 0-1,1 0 1,0 0-1,-1 0 1,0 0-1,1-1 1,-1 1-1,-1 0 1,-9 2 121,1-1 0,0 0 0,-1-1 0,1 0 0,-15-1 0,19 0-52,-76 0 210,82 0-1192,5-6-4634,19-7-329,11 0-3742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2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47 6771,'0'0'12531,"-20"-7"-8171,6 1-3602,-1 0-141,0 0 0,-1 1 0,1 1 1,-1 0-1,0 1 0,0 1 0,-19-1 0,32 3-504,-6 0 261,-1 0 1,0 0-1,0 1 0,1 0 0,-1 1 0,-10 3 1,18-4-352,-1 0 0,1 0 1,0 0-1,0 1 0,0-1 1,0 1-1,0-1 0,0 1 1,0 0-1,0 0 0,0 0 1,1 0-1,-1 0 1,1 0-1,0 0 0,-1 0 1,1 1-1,0-1 0,0 0 1,1 1-1,-1-1 0,0 1 1,1-1-1,-1 1 1,1-1-1,0 1 0,0 0 1,0 3-1,1-3-23,-1 0 1,0 0-1,1 0 1,0 0-1,0 0 1,0 0-1,0 0 0,0 0 1,1 0-1,-1 0 1,1-1-1,0 1 1,2 3-1,35 33-127,-13-15-224,-24-22 338,8 9-238,-1-1 0,-1 1 0,11 16 0,-18-24 203,0-1-1,1 0 1,-2 0-1,1 1 1,0-1 0,0 0-1,-1 1 1,1-1-1,-1 1 1,1-1-1,-1 5 1,-1-6 40,1 1 0,0-1 1,-1 0-1,1 0 0,0 0 0,-1 0 0,0 0 1,1 0-1,-1 0 0,0 0 0,1 0 0,-1 0 0,0 0 1,0-1-1,0 1 0,0 0 0,0 0 0,0-1 1,0 1-1,0-1 0,0 1 0,0-1 0,0 1 0,0-1 1,0 0-1,-2 1 0,-23 4 283,0-1-1,0-2 1,-1 0 0,-50-4-1,17 0-268,14 1-1950,16-1-3208,6-1-296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17.278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3 992,'1'-1'14556,"10"0"-14665,443 3 915,7-4 7341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06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29 155 192,'0'0'7532,"-5"4"-5953,-19 13 8714,31-17-7876,28-2-2034,0-1 0,0-2 1,0-1-1,0-2 0,50-18 0,-22 4-697,-1-3-1,84-47 0,-137 66 406,-13 6 317,-15 10-83,15-7-297,1 1-1,-1 0 1,1 0 0,-1 0-1,1 0 1,0 1-1,1-1 1,-1 1-1,1 0 1,0-1-1,0 1 1,-2 7-1,2-2-22,1 1 0,0-1 0,0 1 0,1 0-1,2 13 1,-2-18-63,1-1 0,1 0 0,-1 1 0,1-1 0,0 0 0,0 0 0,1 0 0,-1-1 0,1 1 0,0-1 0,0 1 0,1-1 0,-1 0 0,1 0 0,0 0 0,0-1 0,0 1 0,1-1 0,-1 0 0,1 0 0,9 4 0,-3-2-986,0 0-1,1-1 1,19 5 0,-18-6-1444,-1-1 0,1-1 1,13 1-1,11-2-6687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07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99 4402,'0'0'9620,"-5"-1"-9323,0-1 120,-8-1-771,8 5 5175,4 0-4634,0 0 0,-1 0 0,1 0 0,-1 0 0,0-1 0,0 1 0,1 0 0,-1-1 0,0 0-1,0 1 1,-1-1 0,1 0 0,0 0 0,0 0 0,0 0 0,-1 0 0,1-1 0,-3 1 0,0 0 14,0 0 0,1 0 0,-1 0 1,0-1-1,0 0 0,0 0 0,0 0 1,-5-1-1,9-3-156,0 1-1,0-1 1,1 0-1,-1 1 1,1-1 0,0 0-1,0 1 1,1-1 0,-1 0-1,2-4 1,-1 5-42,0 1 0,0 0 0,1-1 0,-1 1 0,1 0 0,0 0 0,0 0 0,-1 0 0,1 1 1,0-1-1,1 0 0,-1 1 0,0-1 0,0 1 0,1 0 0,-1 0 0,5-2 0,-1 1 63,1 0-1,-1 1 1,1-1-1,-1 1 1,13 0-1,-18 1-52,0 0 0,-1 1 0,1-1 0,0 0 0,-1 0 0,1 1-1,0-1 1,-1 0 0,1 1 0,-1-1 0,1 1 0,-1-1 0,1 0 0,-1 1 0,1-1 0,-1 1 0,1 0 0,-1-1 0,1 1 0,-1-1-1,0 1 1,1 0 0,-1-1 0,0 1 0,0 0 0,0-1 0,1 1 0,-1 0 0,0-1 0,0 1 0,0 0 0,0 0 0,0 31 620,0-22-175,-1-10-420,1 1 0,0 0 0,0-1 0,-1 1 0,1-1 0,-1 1 0,1 0-1,0-1 1,-1 1 0,1-1 0,-1 1 0,1-1 0,-1 0 0,1 1 0,-1-1 0,0 1 0,1-1 0,-1 0 0,1 0 0,-1 1 0,0-1-1,1 0 1,-1 0 0,0 0 0,1 1 0,-1-1 0,0 0 0,1 0 0,-1 0 0,0 0 0,1 0 0,-1-1 0,0 1 0,1 0 0,-1 0-1,0 0 1,1-1 0,-2 1 0,0-1 34,-1 1-1,1-1 1,0 1-1,0-1 1,0 0-1,0 0 1,0 0-1,0 0 1,0 0 0,0 0-1,0-1 1,-2-1-1,1-2 4,1 0 0,0 1 0,0-1 0,0 0 0,1-1 0,0 1 0,-1 0 0,2 0 0,-1 0 0,1-1 1,0 1-1,1-11 0,-1 4 128,12 16 85,-9-2-257,-1 1-1,0 0 0,0 0 0,0 1 1,0-1-1,0 0 0,0 1 0,-1-1 1,0 1-1,0-1 0,0 1 0,0 0 1,-1 0-1,1 5 0,-2-8 62,-1-1 0,1 1 0,-1-1 0,1 0 1,-1 1-1,0-1 0,1 0 0,-1 0 0,1 0 0,-1 0 0,0 0 0,-1-1 0,-1 1 18,-5 1-40,5-1-68,1 1 0,-1-1 0,1 0 0,-1 0 0,1 0 0,-1-1 0,1 1 0,0-1-1,-1 1 1,1-1 0,0 0 0,-1-1 0,1 1 0,0 0 0,0-1 0,0 0 0,0 0 0,-3-2 0,6 3-33,0 1-1,0-1 1,0 1-1,0 0 1,0-1-1,0 1 1,0 0 0,0-1-1,0 1 1,0-1-1,0 1 1,0 0-1,0-1 1,1 1 0,-1 0-1,0-1 1,0 1-1,0 0 1,1-1-1,-1 1 1,0 0 0,0-1-1,1 1 1,-1 0-1,0 0 1,1-1-1,-1 1 1,0 0 0,1 0-1,-1 0 1,0-1-1,1 1 1,-1 0-1,0 0 1,1 0 0,-1 0-1,1 0 1,-1 0-1,0 0 1,2 0-1,19-6-4391,37-6 0,2 3-2538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09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3650,'0'0'17026,"18"1"-14579,271-4 3873,-232 3-6310,0 2 0,0 3 0,72 15 0,-116-17-1579,-16-2-2911,-23-5-3626,21 4 7913,-27-6-6922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09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0 192,'0'0'20650,"113"44"-18682,-57-40-351,9-4-416,4 2-321,0 1-784,6-3-96,5 0-720,6 0-1457,6 0-2561,-3 0-5299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16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1 174 960,'0'0'7473,"14"0"-5613,4 1-1140,-12-1-356,1 1-1,-1-1 1,1 0 0,0-1 0,-1 1-1,1-1 1,-1-1 0,10-2 0,-3 0 1051,-1 1 2,0-1 0,0 0 0,-1-1-1,1 0 1,15-10 0,-26 15-1309,-1 0 0,0 0 0,1-1 0,-1 1 1,1 0-1,-1 0 0,0 0 0,1-1 0,-1 1 0,0 0 0,0-1 0,1 1 0,-1 0 0,0-1 1,0 1-1,1 0 0,-1-1 0,0 1 0,0 0 0,0-1 0,0 1 0,1 0 0,-1-1 0,0 1 1,0-1-1,0 1 0,0 0 0,0-1 0,0 1 0,0-1 0,0 0 0,-12-2 1730,-20 7-1271,26-1-526,-1 0 1,1 0-1,0 1 0,0-1 0,0 1 1,0 1-1,1-1 0,0 1 1,0 0-1,0 0 0,0 0 0,-4 8 1,-4 6 78,1 0 1,-14 32 0,20-38-61,0 1-1,2 0 1,0 1-1,0-1 1,-2 25-1,2 76 246,4-115-305,0 2 5,0 0 1,0 0 0,0 0-1,1 0 1,-1 0 0,1 0-1,0 0 1,-1 0-1,1 0 1,0 0 0,0 0-1,0 0 1,0-1 0,1 1-1,-1 0 1,0-1-1,1 1 1,-1-1 0,3 2-1,0 0 22,0 0-1,1 0 1,-1-1-1,1 0 1,0 1-1,0-2 0,8 3 1,4 0 37,1-1 1,0-1-1,28 0 0,-31-3-56,0-1-1,-1-1 0,0 0 1,0 0-1,0-2 0,0 0 1,0 0-1,-1-1 0,0-1 0,0 0 1,-1-1-1,0 0 0,0-1 1,-1 0-1,0-1 0,16-19 1,-19 19-2,1-1 0,-1 0 1,-1 0-1,0-1 0,0 0 1,-1 0-1,-1 0 0,5-17 1,-8 20 4,0 0 1,0-1 0,-1 1-1,0-1 1,0 1 0,-1-1 0,-1 0-1,0 1 1,0-1 0,0 1-1,-1-1 1,-5-10 0,3 10 6,-1 0 0,-1 0 1,1 0-1,-2 1 0,1 0 1,-1 0-1,-1 1 0,0 0 0,0 0 1,0 0-1,-1 1 0,-11-6 0,5 3-19,-1 0-1,0 2 0,-1 0 0,0 1 0,0 0 0,-31-7 0,33 12 2,0 0 0,-31 1 0,46 1 0,-1 0 0,1 0 0,0 0 0,-1 0 0,1 1 0,0-1 0,0 0 0,-1 0 0,1 1 0,0-1 0,0 0 0,0 1 0,-1-1 0,1 0 0,0 1 0,0-1 0,0 0 0,0 1 0,0-1 0,0 0 0,-1 1 0,1-1 0,0 0 0,0 1 0,0-1 0,0 0 0,0 1 0,1-1 0,-1 0 0,0 1 0,0-1 0,0 0 0,0 1 0,0-1 0,0 0 0,0 1 0,1-1 0,-1 0 0,0 1 0,0-1 0,0 0 0,1 0 0,-1 1 0,9 15 0,-5-13-207,-1 0 0,1 0 0,0-1-1,0 1 1,0-1 0,6 3 0,30 7-5541,-13-10 220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2593,'0'0'9164,"5"-3"-7421,14-10-9,-18 13-1668,-1 1-1,0-1 1,1 0 0,-1 0 0,0 0 0,1 0 0,-1 0 0,0 1 0,0-1-1,1 0 1,-1 0 0,0 0 0,0 1 0,1-1 0,-1 0 0,0 0 0,0 1-1,1-1 1,-1 0 0,0 1 0,0-1 0,0 0 0,0 0 0,0 1 0,0-1-1,1 0 1,-1 1 0,0-1 0,0 0 0,0 1 0,0-1 0,0 0 0,0 1 0,0-1-1,0 0 1,0 1 0,-1-1 0,1 0 0,0 1 0,0-1 0,0 0 0,0 1-1,0-1 1,-1 1 0,1 1 310,-17 362 6089,6-276-7417,-3 0 0,-30 95 0,42-176 49,-9 28-57,3-21-2385,-1-8-4925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8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2513,'0'0'8786,"-7"9"-7231,-2 1-1135,7-6-301,-1 0 0,0 0 1,0-1-1,-1 1 0,1-1 0,-1 0 1,1 0-1,-1 0 0,0-1 1,0 1-1,-8 2 0,-38 22 899,2 1-1,1 3 1,-66 56-1,88-68-698,12-9-157,-29 25 382,40-33-539,0 0-1,1 0 0,-1 0 1,0 0-1,0 0 1,1 1-1,0-1 0,-1 1 1,1-1-1,0 1 1,0-1-1,0 1 0,0 0 1,1-1-1,-1 4 0,31-8-316,-19-6 313,0 0 0,0 0 0,-1-1-1,0-1 1,0 0 0,-1 0 0,11-17 0,16-15-37,0 5-27,1 2 0,65-47 0,-101 81 124,1-1 1,0 1 0,0-1 0,0 1 0,-1 0 0,1 0 0,1 0 0,-1 0 0,0 1 0,0-1 0,0 0-1,0 1 1,0-1 0,1 1 0,-1 0 0,0 0 0,0 0 0,1 0 0,-1 0 0,0 1 0,0-1 0,0 0-1,1 1 1,-1 0 0,0-1 0,0 1 0,0 0 0,0 0 0,4 3 0,-1 2 262,1 0 1,-1 0 0,0 0-1,0 1 1,-1 0-1,7 13 1,3 4-26,11 12 206,2-1 0,43 43 0,-36-42-782,-24-20-1360,-7-4-5621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0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0 304,'0'0'9492,"15"2"-3793,-16 19-4951,-2-1 0,0 1 0,-9 30-1,6-27-560,1 0 0,-2 28-1,6-32-148,1-9-25,-1-1 0,0 1 0,-4 18 0,4-26-6,0 0 0,0 1-1,-1-2 1,1 1-1,-1 0 1,1 0 0,-1 0-1,0-1 1,0 1-1,0-1 1,-1 1 0,1-1-1,0 0 1,-1 0 0,0 0-1,-5 3 1,-4 2 276,-1-1-1,0-1 1,-1 0 0,0-1 0,1 0 0,-1-1-1,0-1 1,-28 2 0,39-5-198,0 1 0,1-1 0,-1 1 0,0-1 0,1 0 0,-1 0-1,1 0 1,0 0 0,-1 0 0,1-1 0,0 1 0,0-1 0,0 1 0,0-1 0,0 0 0,0 0 0,0 0 0,0 0 0,1 0 0,-1-1-1,1 1 1,0 0 0,0-1 0,0 1 0,-1-4 0,-10-32-1379,10 2-7610,4 20 2671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0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13 112,'0'0'8977,"4"-2"-7517,-2 0-1091,-1 1-249,-1 0-1,1 1 0,0-1 1,0 0-1,0 1 1,0-1-1,0 0 1,0 1-1,0-1 1,0 1-1,1 0 0,-1-1 1,0 1-1,2 0 1,-3 29 3460,-1-26-3327,0 0 0,-1 0 1,1 0-1,-1 0 0,1 0 0,-1 0 0,-3 3 0,3-4 1452,3-4-1674,0 0-1,0 0 1,0 0 0,0 1-1,0-1 1,1 0 0,-1 0-1,1 1 1,-1-1 0,1 0-1,-1 1 1,1 0 0,0-1-1,0 1 1,0 0 0,-1 0-1,1 0 1,3-1 0,41-18 98,-21 14-73,-24 6 131,-3 3 984,-1 1-966,0-1-1,-1 1 1,1-1-1,-1 0 1,1 0-1,-1-1 1,0 1-1,0-1 1,0 0 0,0 0-1,-1 0 1,1 0-1,0-1 1,-1 0-1,1 1 1,-1-2-1,-6 2 1,10-4-90,17 8-15525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2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214 1 2001,'0'0'11133,"0"10"-7821,0 40-1651,1-4-966,1-33-510,-1 1 0,-1-1-1,0 1 1,-1-1 0,0 1 0,-1-1 0,0 1 0,-7 19-1,3-21-45,1 0-1,-1-1 0,-1 1 0,0-1 1,0 0-1,-1-1 0,-1 0 0,0 0 1,0-1-1,-12 9 0,20-17-81,0 0 0,0 0 0,0-1 1,0 1-1,0 0 0,0-1 0,0 1 0,0-1 0,0 1 0,-1-1 1,1 0-1,0 1 0,0-1 0,0 0 0,-1 0 0,1 0 0,0 0 1,0 0-1,-1 0 0,1 0 0,0 0 0,0-1 0,-1 1 0,1 0 0,0-1 1,0 1-1,0-1 0,0 1 0,0-1 0,0 0 0,0 1 0,0-1 1,0 0-1,0 0 0,0 0 0,0 0 0,0 0 0,1 0 0,-1 0 1,0 0-1,1 0 0,-2-1 0,-2-7 146,1 1 1,-1-1-1,1 0 1,-3-17-1,1 5-270,-7-13 16,7 20-178,0 0 1,1-1-1,0 1 1,1-1-1,-2-23 1,6 37-373,0 0 0,0-1 0,0 1 0,0 0 0,0 0 0,0 0 0,0 0 0,0 0 0,0 0 0,0 0 0,1 0 0,-1 0 0,0 1 0,1-1 0,-1 0 0,0 1 0,3-1 0,8-6-4941,6-5-1957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2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9380,'0'0'16408,"11"-4"-15816,-7 4-480,0 0-112,0 0-144,1 0-560,1 0-1137,0 8-2001,0-2-2609,3 1-3970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2.7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9076,'0'0'12998,"-2"14"-11629,-8 45-1045,-13 86 2287,18-96-6951,3-5-5164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2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6115,'0'0'17528,"85"-11"-16712,-60 11-560,-2 0-256,-2 0 0,-2 0-816,2 0-1361,2 0-1505,0 0-3025,8-14-4082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13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9764,'0'0'15976,"-4"105"-14552,-5-76-351,3-2-513,0-2-336,2-2-224,-1-4-48,3-6 48,0 3-688,-2 3-1057,-2 0-1344,-3 4-2402,-1 4-5410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4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1473,'0'0'15743,"15"13"-12851,50 41-320,-61-50-2294,0 0 0,0 0-1,0 0 1,-1 0 0,0 0 0,0 1 0,0 0 0,0-1 0,-1 1 0,0 0 0,0 0 0,0 0-1,-1 1 1,1-1 0,-1 0 0,0 1 0,-1-1 0,0 1 0,1-1 0,-2 1 0,0 6 0,1 3-24,0 51 104,-3 0 1,-14 77-1,13-115-342,3-14-106,0-1 0,-2 1 0,-4 15 0,7-27 44,-1 0 0,0 0 1,1 0-1,-1 0 1,0 0-1,0 0 0,0 0 1,0 0-1,0-1 0,-1 1 1,1 0-1,-1-1 0,1 1 1,-1-1-1,1 0 0,-1 1 1,0-1-1,1 0 1,-1 0-1,0 0 0,0 0 1,0 0-1,0-1 0,0 1 1,0 0-1,-4 0 0,-1-1-92,1 0 0,-1 0 0,0-1 0,0 0 0,0 0 0,1 0 1,-1-1-1,0 0 0,1-1 0,0 1 0,-1-1 0,1 0 0,-10-8 0,8 5 40,0-1 0,0 0 0,0-1 0,1 0 1,1 0-1,-1-1 0,1 0 0,-6-12 0,5 6 55,0 1-1,1-1 1,0-1-1,2 1 1,0-1-1,0 0 1,0-17-1,-1-66-5309,8 64 282,9-5-2832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4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9 11909,'0'0'13959,"-44"-9"-14920,67 30-1792,4-8-2257,15-9-5619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5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0 7780,'0'0'12264,"-19"6"-9546,-13 3-2077,-10 3 109,1 1-1,0 3 1,-47 24-1,87-40-749,0 1 0,0-1-1,0 1 1,0-1 0,0 1-1,0-1 1,0 1-1,0 0 1,0-1 0,0 1-1,0 0 1,1 0-1,-1-1 1,0 1 0,1 0-1,-1 0 1,0 0 0,1 0-1,-1 0 1,1 0-1,0 0 1,-1 0 0,1 0-1,0 0 1,0 1-1,-1-1 1,1 0 0,0 0-1,0 0 1,0 0 0,0 0-1,1 0 1,-1 0-1,0 1 1,0-1 0,1 0-1,-1 0 1,0 0-1,1 0 1,-1 0 0,1 0-1,0 0 1,-1 0 0,1-1-1,0 1 1,-1 0-1,1 0 1,0 0 0,0-1-1,1 2 1,6 4-55,0 0 0,1 0 1,-1-1-1,15 6 0,-14-6 7,21 9-219,34 18-601,-59-29 756,0 0-1,0 1 1,0-1-1,0 1 1,-1 0-1,0 1 0,0-1 1,6 8-1,-9-11 110,0 0 0,-1 1 0,1-1 0,0 0-1,-1 0 1,1 1 0,-1-1 0,1 0 0,-1 1-1,0-1 1,0 0 0,0 1 0,1-1 0,-1 1-1,0-1 1,-1 0 0,1 1 0,0-1 0,0 0-1,0 1 1,-1-1 0,1 0 0,-2 3 0,1-2 35,-1 0 0,1 0 0,-1 0 0,0-1 0,0 1 0,0 0 0,0-1 0,0 1 0,0-1 0,0 1 0,0-1 0,-3 1 0,-8 3 307,0-1 0,0 0-1,-24 3 1,30-6-177,-15 4 151,0-2 0,-32 1 0,61-19-3920,-2 12 2378,1 0 0,-1 1 0,0-1-1,1 1 1,0 0 0,0 0 0,7-1-1,-7 2-98,33-9-7297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5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0 8404,'0'0'17656,"-127"103"-15751,104-38-417,6 1-207,5 1-385,10-2-447,2-6-433,0-7-16,4-10-593,2-11-927,-2-12-1089,-4-11-785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7571,'0'0'3762,"25"-1"315,-1-1-3099,145-3 3900,60 15-1636,-157-6-217,-92-4-2860,0 1 1,1 1 0,-36 7 0,50-8-160,1 0 0,-1 0 0,0 1 1,0 0-1,1-1 0,-1 2 1,1-1-1,-1 1 0,1-1 0,0 1 1,0 0-1,1 1 0,-1-1 1,0 1-1,1-1 0,0 1 0,0 0 1,0 1-1,0-1 0,-3 8 1,5-9-22,0 0 0,0-1 1,0 1-1,1-1 1,-1 1-1,1 0 0,0 0 1,0-1-1,0 1 1,0 0-1,0-1 0,0 1 1,1 0-1,1 5 0,-1-7-9,-1 1 0,1 0 0,0-1 0,1 1 0,-1-1 0,0 1 0,0-1 0,1 0 0,-1 1 0,1-1 0,-1 0 0,1 0 0,-1 0 0,1 0 0,0 0 0,2 1 0,6 0-166,0 1-1,1-1 0,-1-1 0,0 0 0,1 0 0,11-2 0,-15 1 58,0 0-51,1-1 1,-1 0-1,1-1 1,-1 0-1,1 0 1,-1 0-1,0-1 1,0 0-1,0 0 1,0-1-1,11-8 1,-9 5 99,0 0-1,-1 0 1,1-1 0,-2 0-1,1-1 1,-1 0 0,8-13 0,-14 22 148,-1 0 0,0-1 0,1 1 0,-1 0 0,0 0 0,0 0 0,1-1 0,-1 1 0,0 0 0,0-1 0,0 1 0,1 0 0,-1 0 0,0-1 0,0 1 0,0 0 0,0-1 0,0 1 0,0 0 0,1-1 0,-1 1 0,0-1 0,0 1 0,0 0 1,0-1-1,0 1 0,0 0 0,0-1 0,-1 1 0,1 0 0,0-1 0,0 1 0,0 0 0,0-1 0,0 1 0,0 0 0,-1-1 0,1 1 0,0 0 0,0 0 0,0-1 0,-1 1 0,1 0 0,0 0 0,-1-1 0,0 1-48,1 1 0,-1-1 0,1 0 0,-1 0 0,1 1 0,-1-1-1,1 1 1,-1-1 0,1 0 0,-1 1 0,1-1 0,-1 1 0,1-1 0,-1 1 0,1 0 0,0-1 0,-1 1-1,1-1 1,0 1 0,0 0 0,0-1 0,-1 1 0,1-1 0,0 1 0,0 0 0,0 0 0,-1 5-254,0 0 1,0-1 0,0 1 0,1 0 0,0 0-1,0 0 1,1-1 0,0 1 0,0 0 0,0 0 0,0-1-1,3 7 1,-2-9-368,0 0-1,0 0 0,0 0 1,1 0-1,-1 0 0,1-1 1,0 1-1,-1-1 0,1 0 1,0 1-1,0-1 0,1 0 1,-1-1-1,0 1 1,1-1-1,-1 1 0,1-1 1,-1 0-1,8 1 0,32 2-9438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6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130 178 8196,'0'0'15503,"-9"12"-14548,-1 1-703,3-4 24,0 1 1,1-1-1,-10 21 1,16-30-232,-1 1 1,1 0 0,-1 0-1,1-1 1,-1 1-1,1 0 1,-1-1 0,1 1-1,-1 0 1,1-1-1,-1 1 1,0-1-1,0 1 1,1-1 0,-1 0-1,0 1 1,0-1-1,1 1 1,-1-1 0,0 0-1,0 0 1,0 0-1,1 1 1,-1-1-1,0 0 1,0 0 0,0 0-1,0 0 1,0 0-1,1-1 1,-1 1-1,0 0 1,0 0 0,0 0-1,1-1 1,-1 1-1,-1-1 1,-1-1-11,1 1-1,-1 0 1,1-1-1,0 0 1,-1 0 0,1 0-1,0 0 1,0 0 0,-2-4-1,1 2-38,0 0-1,1 0 0,0-1 1,-1 0-1,2 1 0,-1-1 1,1 0-1,-1 0 0,1 0 1,1 0-1,-1 0 0,1 0 1,0 0-1,0 0 0,0 0 1,0 0-1,1 0 0,0 0 1,0 0-1,1 0 1,-1 1-1,1-1 0,0 0 1,0 1-1,1-1 0,-1 1 1,1 0-1,0 0 0,0 0 1,1 0-1,-1 0 0,1 1 1,-1 0-1,9-6 0,7-2-1360,1 1-1,1 0 0,-1 2 1,1 0-1,30-6 0,-29 7-1186,38-9-7282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6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0 14487,'0'0'9524,"-131"71"-5058,91 2-1617,9 7-1408,8 5-1441,10-3 0,5-7 0,1-8 0,7-15 0,0-14 0,0-11 0,0-12-1441,-4-7-1472,-4-8-1201,-9 0-1552,-6-4-5684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6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 8628,'20'-5'4813,"40"-5"-254,114-5 1,28 15-1322,-207 0-1583,-14 0-956,8-1-443,0 1 0,1 0 0,-1 0 0,0 1 0,-11 3-1,20-3-225,0-1 0,0 1-1,0 0 1,0 0-1,0-1 1,0 1-1,0 1 1,0-1-1,0 0 1,1 0-1,-1 1 1,0-1 0,1 1-1,-1-1 1,1 1-1,-1 0 1,1 0-1,0 0 1,0 0-1,0-1 1,0 1-1,0 1 1,0-1 0,1 0-1,-1 0 1,1 0-1,-1 0 1,1 0-1,0 1 1,0 3-1,0-3-25,0-1-1,1 1 0,-1-1 1,1 1-1,0-1 0,0 1 1,0-1-1,0 1 0,0-1 1,1 0-1,-1 0 0,1 0 0,0 0 1,-1 0-1,3 2 0,37 31 1,-7-5-178,-32-29 145,-1 0 1,1 0-1,-1 1 1,0-1-1,0 1 1,0-1-1,0 1 1,0 0 0,0-1-1,0 1 1,0 0-1,-1 0 1,1-1-1,-1 1 1,1 0-1,-1 0 1,0 0-1,0 0 1,0 0-1,0 0 1,0 0-1,0-1 1,-1 3-1,0-2 27,0 0 0,0 0 0,0-1 0,0 1 0,-1-1 0,1 1 0,-1-1 0,1 1 0,-1-1 1,0 0-1,1 0 0,-1 0 0,0 0 0,0 0 0,0 0 0,0 0 0,0 0 0,0-1 0,-2 1 0,-22 5 63,17-4-74,-1 0 1,1 0-1,0 1 0,-14 7 0,21-9-140,9 0-4333,31-3-1882,26-8-3821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7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 1 10501,'0'0'14398,"-24"7"-12317,-78 29-405,94-33-1478,0 0-1,1 0 1,-1 1 0,1 0 0,0 1-1,0 0 1,1 0 0,0 0 0,0 1-1,0 0 1,0 0 0,1 0 0,0 1-1,0 0 1,-6 11 0,9-13-155,0 1 0,0-1 0,1 0 0,0 1 0,0-1-1,0 1 1,0-1 0,1 1 0,1 10 0,-1-9-40,0-7-4,0 1 1,0-1-1,0 1 0,0-1 1,1 1-1,-1-1 0,0 1 1,0-1-1,1 0 0,-1 1 1,0-1-1,1 1 0,-1-1 0,1 0 1,-1 1-1,0-1 0,1 0 1,-1 1-1,1-1 0,-1 0 1,1 0-1,-1 1 0,1-1 1,-1 0-1,1 0 0,-1 0 0,2 0 1,24 4-158,25-9-519,-41 2 425,1-1 0,-1 0 1,-1-1-1,1 0 0,-1 0 0,17-14 0,-22 16 192,0 1 1,0-2-1,0 1 1,-1 0 0,1-1-1,-1 1 1,0-1-1,0 0 1,-1 0-1,1 0 1,-1-1 0,0 1-1,0-1 1,0 1-1,-1-1 1,1 0 0,0-7-1,-2 11 99,0 0 1,0 0-1,-1 0 0,1 1 0,0-1 0,0 0 1,-1 1-1,1-1 0,-1 0 0,1 0 1,-1 1-1,1-1 0,-1 1 0,1-1 0,-1 1 1,0-1-1,1 1 0,-1-1 0,0 1 1,1-1-1,-1 1 0,0 0 0,1-1 0,-1 1 1,0 0-1,0 0 0,0-1 0,1 1 1,-1 0-1,0 0 0,0 0 0,0 0 1,0 0 2,0 0 1,-1 0 0,1 0 0,0 0 0,0 0 0,0 0 0,0 0 0,0 0-1,0 0 1,0 1 0,0-1 0,0 0 0,0 1 0,0-1 0,0 1-1,0-1 1,0 1 0,1 0 0,-1-1 0,0 1 0,0 0 0,0-1 0,1 1-1,-1 0 1,0 1 0,-1 4-38,0 0 1,1-1-1,0 1 0,0 0 0,1 0 0,-1 0 1,1 0-1,0 0 0,1 0 0,1 8 0,0-2-344,1-1 0,0 1 0,1 0 0,6 13 0,-8-21-44,0-1-1,0 1 0,0-1 1,0 1-1,0-1 1,1 0-1,-1 0 0,1 0 1,0-1-1,5 5 1,-5-5-315,0-1 1,0 1 0,1-1-1,-1 1 1,1-1 0,-1 0 0,1-1-1,0 1 1,-1-1 0,1 1-1,6-1 1,26 0-7264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241 0 14134,'0'0'8805,"-21"28"-4422,-68 93-1478,80-108-2614,1 1 1,1 0-1,0 1 0,1 0 0,0 0 1,2 0-1,-5 23 0,2-8-166,-39 173-19,37-154-113,3 0 0,0 58 0,6-107-40,0 1 1,1-1-1,-1 1 1,0-1-1,1 0 1,-1 1-1,1-1 1,-1 0-1,1 1 1,-1-1-1,1 0 0,-1 0 1,1 1-1,-1-1 1,1 0-1,0 0 1,-1 0-1,1 0 1,-1 0-1,1 1 1,-1-1-1,1 0 1,0 0-1,-1-1 0,1 1 1,-1 0-1,1 0 1,-1 0-1,1 0 1,-1 0-1,2-1 1,18-4-3569,-18 2 2968,1 1-1,-1 0 0,0-1 1,0 0-1,1 0 0,-2 0 0,1 1 1,2-6-1,15-33-9052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7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10789,'0'0'2289,"138"0"1841,-46 0-2033,12 0-2097,9 0-160,8 0-3602,3-15-5090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7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 0 7027,'0'0'17208,"-20"5"-15170,-63 16-541,71-18-1324,0 2 0,0 0 1,1 0-1,0 1 0,0 0 0,1 1 1,-1 0-1,1 1 0,1 0 0,0 1 1,0 0-1,0 0 0,-11 17 0,11-14-100,0 1 0,0 0-1,1 1 1,1 0 0,0 0 0,1 0-1,1 1 1,0 0 0,1 0 0,1 0-1,0 1 1,1-1 0,0 1 0,2 17-1,-1-31-71,2 0 0,-1 1 0,0-1 0,0 0-1,1 1 1,0-1 0,-1 0 0,1 1 0,0-1-1,0 0 1,0 0 0,0 0 0,0 0 0,1 0-1,-1 0 1,1 0 0,-1 0 0,1 0 0,0-1-1,0 1 1,0-1 0,-1 1 0,2-1 0,-1 0-1,0 0 1,0 0 0,0 0 0,0 0 0,3 1-1,6 0-6,0 0 0,0 0 0,0-1 0,1-1 0,11 0 0,-12 0-11,1 0-52,1-1-1,0 0 1,0-1 0,-1 0-1,1-1 1,-1-1 0,0 0 0,0 0-1,0-1 1,14-9 0,-19 10 39,0-1 0,0 0 0,-1 0 0,0 0 0,0-1 0,0 0 0,-1 0 0,1 0 0,-2-1 0,1 0 0,-1 0 0,0 0 0,0 0 0,-1-1 0,0 0 0,0 1 0,2-13 0,-3 11 60,-1-1 0,1 0-1,-2 0 1,1 0 0,-1 0 0,-1 0-1,0 1 1,0-1 0,-1 0-1,0 0 1,-1 1 0,0-1 0,0 1-1,-1 0 1,0 0 0,-1 0 0,0 1-1,-1-1 1,1 1 0,-1 0 0,-1 1-1,0-1 1,0 1 0,0 1 0,-1-1-1,-13-8 1,16 12-1,-1 0 0,1 1 0,0-1 0,-1 1-1,0 0 1,-11-3 0,16 5-73,0 0-1,0-1 0,0 1 1,-1 0-1,1 0 1,0 0-1,0 0 1,0 0-1,0 0 1,-1 0-1,1 0 0,0 0 1,0 1-1,0-1 1,0 0-1,0 1 1,0-1-1,0 1 1,0-1-1,0 1 0,0-1 1,0 1-1,0 0 1,0 0-1,0-1 1,0 1-1,0 0 1,1 0-1,-1 0 0,0 0 1,1 0-1,-1 0 1,1 0-1,-1 0 1,1 0-1,-1 0 1,1 0-1,0 0 0,0 1 1,-1 1-1,0 13-2761,0 0-1,4 29 0,6-5-6685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8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0 8260,'0'0'12998,"8"134"-12390,-23-105-400,-12-4-208,2-4-1569,0-6-2897,0-9-5810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2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1 9124,'0'0'11475,"7"6"-9661,19 19-221,-25-25-1542,-1 1 0,1-1 1,-1 1-1,1-1 0,-1 1 1,0-1-1,1 1 1,-1 0-1,0-1 0,1 1 1,-1 0-1,0-1 0,0 1 1,0 0-1,0-1 0,0 1 1,0 0-1,0-1 1,0 1-1,0 0 0,0 0 1,0-1-1,0 1 0,0 0 1,0-1-1,-1 1 0,1 0 1,0-1-1,0 1 1,-1 0-1,-15 12 1136,10-9-738,-58 40 2153,-33 25-1295,85-59-1259,0 1 0,0 0 0,1 1 0,1 0 0,-12 18-1,10-4-395,12-25 319,0 0 0,0-1 1,0 1-1,0-1 0,0 1 0,0-1 1,0 1-1,0 0 0,1-1 0,-1 1 1,0-1-1,0 1 0,1-1 0,-1 1 1,0-1-1,1 1 0,-1-1 0,0 1 0,1-1 1,-1 0-1,1 1 0,-1-1 0,1 1 1,-1-1-1,1 0 0,-1 0 0,1 1 1,-1-1-1,1 0 0,-1 0 0,1 1 0,-1-1 1,1 0-1,0 0 0,-1 0 0,1 0 1,-1 0-1,1 0 0,-1 0 0,1 0 1,0 0-1,-1 0 0,2-1 0,10 1-16,0 0-1,0-1 1,0 0-1,0-1 0,-1 0 1,1-1-1,0-1 1,-1 0-1,0 0 1,0-1-1,18-11 0,-5 1 30,0-2-1,-2 0 0,0-2 0,-1 0 1,0-1-1,28-39 0,-51 69 319,0 0 0,1 0 0,0 1-1,1-1 1,0 0 0,2 14 0,-2-22-308,0 1 0,1 0 1,0 0-1,0-1 0,0 1 0,0-1 0,0 1 0,0-1 1,1 1-1,-1-1 0,1 1 0,0-1 0,-1 0 1,1 0-1,0 0 0,0 0 0,1 0 0,-1-1 1,0 1-1,0-1 0,1 1 0,-1-1 0,1 0 0,0 0 1,-1 0-1,1 0 0,0 0 0,-1-1 0,1 1 1,5 0-1,8 0-455,1 1-1,-1-2 1,32-3 0,-36 2 163,-1-1 1,1-1-1,0 0 1,-1-1-1,0 0 0,12-6 1,65-40-462,-37 20 808,-28 18 62,-14 9 299,-1-2 0,0 1 0,0-1 0,0 0 1,12-11 1517,-33 18 174,10-1-2097,1 1-1,-1 0 1,1 0-1,0-1 1,0 1-1,0 1 1,0-1 0,0 0-1,1 0 1,-1 1-1,1-1 1,-1 1-1,1 0 1,0-1 0,0 1-1,0 0 1,0 0-1,1-1 1,-1 1-1,1 0 1,0 0 0,0 0-1,0 0 1,0 0-1,0-1 1,0 1-1,2 4 1,-2-7-5,0 1 0,1 0 0,0 0 0,-1 0 0,1 0 0,-1 0 0,1-1 0,0 1 0,0 0 0,0 0 0,-1-1 0,1 1 0,0-1 0,0 1 0,0-1 0,0 1 0,0-1 0,0 1 0,0-1 0,0 0 0,0 0 0,0 1 0,0-1 0,1 0 0,29 2 0,-25-2 0,34 1-1354,0-2 0,0-2-1,0-2 1,71-17 0,-85 17 901,-21 4 579,1 0 1,-1 0-1,1-1 0,-1 1 1,1-1-1,-1-1 0,6-2 0,-10 5 55,-1 0 0,1 0 0,0 0-1,0 0 1,-1 1 0,1-1-1,0 0 1,-1 0 0,1 1-1,0-1 1,-1 0 0,1 1-1,0-1 1,-1 1 0,1-1-1,-1 0 1,1 1 0,-1-1 0,1 1-1,-1 0 1,1-1 0,-1 1-1,0-1 1,1 1 0,-1 0-1,0-1 1,1 1 0,-1 0-1,0-1 1,0 2 0,3 2 431,1 1-1051,1 0 1,0 0-1,1-1 1,-1 1-1,1-1 1,0 0-1,0-1 1,0 1-1,0-1 0,1-1 1,-1 1-1,9 1 1,8 2-3416,1-1 1,28 2 0,19-1-10597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0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306 604 12662,'-22'-4'4615,"-40"-5"966,-86-1 1,143 10-5366,1 0 0,0 0 1,-1 0-1,1 1 1,0-1-1,0 1 0,0 0 1,-1 1-1,1-1 0,-6 3 1,8-2-184,1-1-1,-1 1 1,1-1 0,-1 1 0,1-1 0,-1 1-1,1 0 1,0 0 0,0 0 0,0 0 0,0 0 0,0 0-1,0 0 1,1 0 0,-1 0 0,1 0 0,-1 0-1,1 1 1,0-1 0,0 0 0,0 0 0,0 3-1,0 6-12,0-8-16,-1 1 1,1-1-1,1 0 1,-1 1-1,0-1 1,1 0-1,-1 0 1,1 0-1,2 5 1,-2-6-6,0-1 0,0 0 1,1 1-1,-1-1 0,0 0 1,1 0-1,-1 0 0,1 0 0,-1 0 1,1 0-1,-1-1 0,1 1 1,0-1-1,-1 1 0,1-1 0,0 1 1,0-1-1,-1 0 0,1 0 1,0 0-1,0 0 0,2 0 0,11 0-65,-1 0-1,1-2 0,0 1 0,0-2 0,-1 0 0,1-1 0,-1 0 0,0-1 0,0-1 0,-1 0 1,1-1-1,14-10 0,7-6-353,0-2 0,-2-1 0,-1-2 0,-1-1 0,34-42 0,-29 27 68,-2-3-1,-2 0 0,35-69 1,-55 93 367,-1-1 0,-1 1 0,9-36 0,-16 49 659,-1-1 0,-1 0 0,1-16 0,-4 27-517,1 0-1,0 1 1,0-1 0,-1 0 0,1 1-1,0-1 1,0 0 0,0 1 0,-1-1-1,1 1 1,0 0 0,0-1-1,0 1 1,0 0 0,-2 1 0,-10 15-72,0 0 0,1 0 0,1 1-1,0 0 1,2 1 0,0 0 0,-7 23 0,14-36-84,-12 32-1,1 0 0,3 0 0,1 1 0,2 0 0,1 1 0,2 0 0,2-1 0,3 46 0,0-73-278,0 1-1,1-1 1,1 0 0,0 1-1,0-1 1,1 0 0,1-1-1,0 1 1,0-1 0,1 0-1,9 12 1,-9-14-211,1-1 1,0-1 0,0 1-1,1-1 1,0 0-1,0-1 1,1 0 0,0 0-1,0-1 1,0 0-1,0-1 1,1 0 0,0 0-1,12 2 1,9 0-4336,34 2 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0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95 9060,'0'0'14906,"19"12"-13252,63 37-515,-71-43-1072,-1-2 0,1 1 0,1-1 0,-1-1 0,0 0 0,1 0 0,-1-1 0,1-1 0,0 0 0,0-1 0,16-1 0,-5 1-55,-20 0-36,0 0 0,0 0 0,0 0-1,1-1 1,-1 1 0,0-1 0,0 0-1,0 0 1,0 0 0,0 0 0,0-1 0,0 1-1,0-1 1,0 1 0,-1-1 0,1 0-1,0 0 1,-1 0 0,0-1 0,0 1 0,3-4-1,-3 3 2,-1 0-1,1-1 0,-1 1 1,0-1-1,1 1 1,-2-1-1,1 0 0,0 1 1,-1-1-1,1 0 0,-1 1 1,0-1-1,-1 0 1,1 0-1,-1 1 0,1-1 1,-1 0-1,-2-5 1,1 5 51,0-1 0,-1 0 0,0 1 0,1 0 0,-1 0 0,-1-1 0,1 2 0,-1-1 0,1 0 1,-1 1-1,0 0 0,0 0 0,-1 0 0,1 0 0,-1 0 0,1 1 0,-1 0 0,0 0 0,0 1 1,0-1-1,-8-1 0,-4 0 406,0 0 1,0 1-1,0 1 1,0 0-1,-22 3 1,38-2-418,-1 0 0,0 0-1,1 1 1,-1-1 0,0 1 0,1 0-1,-1-1 1,1 1 0,-1 0 0,1 0 0,0 0-1,-1 0 1,1 0 0,0 0 0,0 0 0,-1 0-1,1 1 1,0-1 0,0 1 0,1-1-1,-1 0 1,0 1 0,0-1 0,1 1 0,-1 0-1,0-1 1,1 1 0,0-1 0,-1 1-1,1 0 1,0-1 0,0 1 0,0 0 0,0-1-1,0 1 1,1 3 0,0 1 17,-1 1 0,1 0 0,1-1-1,-1 1 1,1-1 0,1 0 0,-1 0 0,5 8 0,3 2-728,0-1 1,2 0-1,0 0 1,0-1-1,2-1 1,28 23 0,-32-28 97,0-2 0,1 1 0,0-1 0,0 0 0,0-1 0,1-1 0,0 0 0,-1 0 0,2-1 0,-1-1 0,19 2 0,-24-4-75,10 1-1844,1 0 0,-1-2 1,22-2-1,9-13-2821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0.9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3426,'0'0'21553,"0"-6"-19352,-1-6-1817,2 5 2066,10 26-204,-10-15-2215,1 0 1,0-1-1,0 1 0,1-1 0,-1 0 0,1 0 1,-1 0-1,1 0 0,0 0 0,0 0 1,1-1-1,-1 1 0,0-1 0,1 0 0,0 0 1,-1 0-1,5 1 0,0-1-141,0-1 0,1 1 0,-1-1 0,0-1 0,1 0 0,-1 0 1,12-2-1,-16 1 52,0 0 1,0 0 0,0 0-1,0-1 1,0 0-1,0 0 1,0 0 0,0 0-1,-1 0 1,1-1 0,-1 1-1,0-1 1,1 0 0,-1 0-1,-1 0 1,1-1 0,0 1-1,-1-1 1,0 1-1,1-1 1,1-6 0,-3 10 159,-1-1 0,1 1 0,0-1 0,0 1 0,0-1 0,-1 1 0,1 0 1,0-1-1,0 1 0,0 0 0,0 0 0,0 0 0,-1-1 0,1 1 0,0 0 0,0 0 0,0 0 1,0 0-1,0 1 0,0-1 0,1 0 0,21 4-537,35 14-1996,-29-9-2086,47 9 1,-20-10-3690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1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169 808 4834,'0'0'7326,"-22"-12"-1854,-72-38-686,72 38-3175,21 11-1326,-1-1 1,1 1 0,0 0-1,-1 0 1,1 1 0,-1-1-1,0 0 1,1 0 0,-1 1-1,0-1 1,1 1 0,-1-1-1,0 1 1,0 0 0,1 0-1,-1 0 1,-2 0 0,4 10-161,0 73 217,0-83-352,0 1 1,1-1 0,-1 1 0,0-1 0,1 1 0,-1-1-1,0 1 1,1-1 0,-1 1 0,1-1 0,-1 0 0,1 1-1,-1-1 1,1 0 0,-1 1 0,1-1 0,-1 0 0,1 0-1,-1 1 1,1-1 0,-1 0 0,1 0 0,-1 0 0,1 0-1,0 0 1,-1 0 0,1 0 0,-1 0 0,1 0 0,0 0-1,-1 0 1,2 0 0,22-3-259,-18 0 193,0 1 1,0-1-1,0 0 1,0-1-1,-1 1 0,1-1 1,-1 0-1,0-1 1,0 1-1,-1-1 1,5-5-1,11-15-422,17-28 1,-18 24 220,27-35-99,70-136 0,-104 172 454,0 0-1,-1 0 0,-2-1 0,-1 0 1,-2 0-1,0-1 0,-2 0 0,0-36 1,-3 45 235,0-24 600,-1 43-803,0 0 0,-1 0 0,1 0 0,0 1 0,-1-1 1,1 0-1,-1 0 0,1 0 0,-1 1 0,0-1 0,0 0 0,0 1 0,0-1 0,0 1 0,0-1 1,0 1-1,-2-3 0,2 4-48,0-1 0,0 1 0,0 0 0,1-1 0,-1 1 0,0 0 0,0-1 0,0 1 0,0 0 0,0 0 0,0 0 0,0 0 0,0 0 0,1 0 0,-1 0 0,0 0 0,0 0 0,0 0 0,0 1 0,0-1 0,0 0 0,0 1 0,1-1 0,-1 0 0,0 1 0,0-1 0,1 1 0,-1 0 0,0-1 0,0 1 0,1-1 0,-1 1 0,0 1 0,-19 29 203,17-26-196,-18 37-51,2 0-1,2 1 1,2 1-1,2 0 0,2 1 1,2 1-1,1-1 1,3 2-1,2-1 1,5 86-1,-1-121-380,0-1-1,1 1 1,1-1 0,0 0-1,0 0 1,1 0 0,0 0-1,1-1 1,0 1 0,12 16-1,-12-21-51,-1 0-1,1 1 1,0-2 0,0 1-1,1-1 1,-1 1-1,1-2 1,0 1-1,0 0 1,0-1 0,1-1-1,-1 1 1,1-1-1,0 0 1,-1 0 0,1-1-1,11 2 1,27-2-7974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1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16 5346,'0'0'21573,"-20"-3"-19284,-68-8-712,86 10-1522,0 1 0,0 0-1,0 0 1,0 0 0,-1 0 0,1 0 0,0 0 0,0 0 0,0 1 0,0-1 0,0 1 0,-1 0 0,1-1-1,0 1 1,0 0 0,1 0 0,-1 1 0,0-1 0,0 0 0,0 0 0,1 1 0,-1-1 0,1 1 0,-1 0-1,1-1 1,0 1 0,-1 0 0,1 0 0,0 0 0,0 0 0,0 0 0,0 0 0,1 0 0,-1 0-1,1 0 1,-1 4 0,0 0-74,1-1-1,0 0 1,0 0 0,1 1-1,0-1 1,0 0-1,0 0 1,0 0-1,1 0 1,0 0-1,4 9 1,4-1-554,1 0-1,0-1 1,1 0 0,1-1 0,-1 0-1,2-1 1,17 10 0,-31-20 458,-1 0 0,1 0 0,0 1 0,0-1 1,0 0-1,0 0 0,0 0 0,0 0 0,0 0 0,0 0 1,0 0-1,-1 0 0,1 1 0,0-1 0,0 0 0,0 0 1,0 0-1,0 0 0,0 0 0,0 0 0,0 1 0,0-1 1,0 0-1,0 0 0,0 0 0,0 0 0,0 0 0,0 0 1,0 1-1,0-1 0,0 0 0,0 0 0,0 0 0,-13-7-5686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2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224 23 4738,'0'0'17688,"-9"-5"-15903,5 3-1531,-1-1 0,0 1 0,0 0-1,0 0 1,0 0 0,0 1 0,0 0 0,-1 0 0,1 0 0,0 1-1,-1 0 1,1 0 0,-1 0 0,1 1 0,0-1 0,-1 1 0,1 0-1,0 1 1,-9 3 0,5-1-53,1 0 1,0 0-1,0 1 0,0 0 0,0 1 1,1-1-1,0 2 0,-7 7 1,11-11-214,0 0 1,1 1-1,-1-1 1,1 1-1,0 0 1,0 0 0,1-1-1,-1 1 1,1 0-1,0 0 1,0 1-1,0-1 1,0 0 0,1 0-1,0 0 1,-1 0-1,2 1 1,-1-1-1,0 0 1,3 8-1,-3-11-38,1 0 0,0 1-1,0-1 1,0 0 0,0 0-1,0 0 1,0 1 0,0-1-1,0 0 1,1 0-1,-1-1 1,0 1 0,0 0-1,1 0 1,-1-1 0,1 1-1,-1 0 1,1-1 0,-1 1-1,1-1 1,-1 0 0,1 0-1,-1 0 1,3 1-1,47 0-820,-38-2 675,24-3-323,-36 4 618,1 0-1,-1-1 0,0 1 1,0 0-1,0 0 1,0-1-1,1 1 0,-1-1 1,0 1-1,0-1 0,0 0 1,0 1-1,0-1 1,0 0-1,0 0 0,-1 0 1,1 0-1,0 1 1,0-1-1,-1 0 0,1 0 1,0 0-1,-1-1 1,1 1-1,-1 0 0,1 0 1,-1 0-1,1-2 0,-15 50 228,13-43-492,0 0 1,1 1-1,0-1 1,0 0-1,0 1 0,0-1 1,1 0-1,0 1 1,0-1-1,0 0 0,0 0 1,1 0-1,3 7 1,-3-8-224,0 0 1,1-1 0,-1 1 0,1-1 0,-1 0 0,1 0 0,0 0 0,0 0 0,0 0-1,0 0 1,0-1 0,0 0 0,1 0 0,-1 1 0,0-2 0,1 1 0,-1 0 0,4 0 0,30 1-6224,4-1-3411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2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 8852,'0'0'22346,"-10"7"-21033,2-2-1285,-1 2 1,1-1-1,0 1 1,1 0-1,-1 1 1,2 0-1,-1 0 1,-8 14-1,-2 7-28,2 1 0,0 0 0,2 1 0,2 1 0,1 0 0,1 0 0,1 1 0,3 0 0,-4 62 0,8-78 0,4 27 0,-3-43 0,0 1 0,1 0 0,-1-1 0,1 1 0,0-1 0,0 1 0,0-1 0,-1 1 0,1-1 0,1 1 0,-1-1 0,0 0 0,0 0 0,0 0 0,1 0 0,-1 0 0,0 0 0,1 0 0,-1 0 0,1 0 0,-1 0 0,3 0 0,4 1-761,-1 0 0,1 0-1,0-1 1,0 0 0,0-1 0,-1 0 0,10-1 0,-13 1 250,-1 0 1,0 0-1,1-1 1,-1 0-1,0 0 1,0 1-1,0-2 1,1 1-1,-1 0 1,0-1-1,0 1 1,-1-1-1,1 0 1,0 0-1,-1 0 1,1-1-1,-1 1 1,4-5-1,8-23-8255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3:32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 3650,'0'0'19769,"130"-16"-18024,-65 12 79,1-1-255,-1 1-689,-4 0-591,-7 4-289,-4 0-481,-6 0-2416,-10 0-1841,-5 0-1025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2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1553,'0'0'12392,"3"17"-3759,4-12-8119,-1 0-1,0 1 0,-1 0 1,1 0-1,-1 0 0,0 1 0,-1 0 1,7 11-1,-6-5-254,1 0-1,-1 1 1,-1-1 0,3 20 0,-1 9-271,-2 0 1,-2 56 0,-2-80 281,-9 28 89,5-37-47,8-31-258,-1 9-73,2 0-1,-1 0 0,2 1 0,-1 0 0,13-19 0,43-56-542,-54 76 454,-6 10 95,75-94-1112,-66 83 1013,2 0 0,-1 1 0,2 1 1,-1 0-1,22-12 0,-30 20 111,1 0 1,-1 1-1,1-1 1,0 1-1,-1 0 1,1 0-1,0 1 1,0 0-1,0 0 1,7 0-1,0 1 55,-11-1-46,1 0 0,-1 1 1,0-1-1,0 1 0,0-1 0,1 1 0,-1-1 1,0 1-1,0 0 0,0 0 0,0 0 1,0-1-1,0 1 0,0 0 0,0 0 0,0 0 1,-1 1-1,1-1 0,0 0 0,-1 0 0,1 0 1,-1 0-1,1 1 0,-1-1 0,1 0 0,-1 0 1,0 1-1,0-1 0,0 0 0,0 2 0,4 47 375,-5-45-294,1-2-69,1 24 494,-2 1-1,-1-1 1,-6 28 0,-17 70-364,25-124-296,0-1 0,0 0 0,1 0 1,-1 1-1,0-1 0,0 0 0,0 0 1,0 1-1,0-1 0,0 0 0,0 0 1,1 0-1,-1 1 0,0-1 0,0 0 1,0 0-1,0 0 0,1 1 0,-1-1 1,0 0-1,0 0 0,1 0 0,-1 0 1,0 0-1,0 0 0,1 0 0,-1 1 1,0-1-1,0 0 0,1 0 0,-1 0 1,0 0-1,0 0 0,1 0 1,-1 0-1,0 0 0,0 0 0,1 0 1,-1-1-1,0 1 0,1 0 0,12-2-2118,15-6-4173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30.3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11 1409,'-11'-7'20587,"31"4"-17262,45 2-5666,-52 1 3513,263 0-739,-125 0 3435,-156 2-7151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31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20 2449,'0'0'12657,"0"-1"-12467,0 1 0,0 0 0,-1-1 1,1 1-1,0-1 0,0 1 0,-1-1 1,1 1-1,0-1 0,0 1 1,0 0-1,0-1 0,0 1 0,0-1 1,0 1-1,0-1 0,0 1 1,0-1-1,0 1 0,0-1 0,0 1 1,0-1-1,0 1 0,1-1 0,54-5 1373,89 4-1,-80 3-530,-63-1-996,1-1-1,-1 1 1,1 0 0,-1 0-1,1 0 1,-1 0 0,1 0-1,-1 1 1,1-1 0,-1 0-1,1 1 1,-1-1 0,1 1-1,-1-1 1,0 1 0,1 0-1,-1-1 1,0 1-1,0 0 1,1 0 0,-1 0-1,0 0 1,0 0 0,0 0-1,0 1 1,0-1 0,0 0-1,-1 0 1,1 1 0,0-1-1,-1 0 1,1 1 0,-1-1-1,1 1 1,-1-1 0,0 1-1,1-1 1,-1 3 0,0 0 23,-1-1 0,1 0 0,-1 1 0,0-1 0,0 0 0,-1 1 1,1-1-1,0 0 0,-1 0 0,0 0 0,0 0 0,0 0 0,0 0 0,0-1 1,-1 1-1,-3 2 0,-117 87 1411,94-73-1275,0 1 0,1 2 1,1 0-1,1 2 0,-28 33 0,53-56-179,0 0 0,1-1 0,-1 1 0,0 0 0,1-1 0,-1 1-1,0 0 1,1 0 0,-1 0 0,1-1 0,-1 1 0,1 0 0,0 0 0,-1 0 0,1 0 0,0 0 0,-1 0 0,1 0 0,0 0-1,0 0 1,0 0 0,0 0 0,0 0 0,0 0 0,0 0 0,0 0 0,1 0 0,-1 0 0,0 0 0,1 0 0,-1 0 0,0-1 0,1 1-1,-1 0 1,1 0 0,-1 0 0,1 0 0,0-1 0,-1 1 0,1 0 0,0-1 0,0 1 0,-1 0 0,1-1 0,0 1 0,0-1-1,0 1 1,0-1 0,1 1 0,6 2 116,1-1 0,-1 0 1,0 0-1,17 0 0,-12 0-106,59 4 924,107-4 0,-97-3-622,-79 2-328,-2 1 0,-1 0 0,0 0 0,1 9-2548,0-10 1949,-1 0 0,0 0 1,0 0-1,1 0 0,-1-1 1,0 1-1,0 0 0,0 0 1,0 0-1,0 0 0,0 0 1,0 0-1,0 0 0,-1 0 1,1 0-1,0 0 0,-1 0 1,1 0-1,0 0 0,-1 0 0,0 1 1,-15 7-9471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3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21 48,'0'0'5963,"2"-3"-4856,1-1-615,3-4-133,1 3 3168,-4 11 3268,-1 11-5003,-2 25-2901,0-34 1896,1 71 302,1-36-487,-1 1 0,-3-1 1,-9 53-1,10-90-413,0 0 0,-1-1 0,1 0 0,-1 1 1,0-1-1,-5 8 0,7-12-131,-1 0 1,0-1-1,0 1 0,1 0 0,-1 0 1,0 0-1,0-1 0,0 1 0,0 0 1,0-1-1,0 1 0,0 0 1,0-1-1,0 0 0,0 1 0,0-1 1,0 0-1,0 1 0,0-1 0,0 0 1,0 0-1,-1 0 0,1 0 0,0 0 1,0 0-1,0 0 0,0 0 0,0 0 1,0-1-1,0 1 0,-1-1 1,1 1-1,0 0 0,0-1 0,0 0 1,0 1-1,1-1 0,-1 1 0,-2-2 1,-31-23 382,20 14-255,-1 1 1,-1 0-1,-27-12 1,24 9 87,9-4-3405,9 13 1827,1 0-1,-1 0 0,1 1 1,0-1-1,0 0 0,0 0 1,1 0-1,-1 1 0,1-1 1,2-4-1,4-13-6611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4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36 1345,'4'-5'18169,"-3"5"-18106,-1 2 57,0-1 1,0 1-1,0 0 0,0-1 0,0 1 1,-1 0-1,1-1 0,0 1 1,-1-1-1,1 1 0,-1-1 1,1 1-1,-1-1 0,0 1 0,0-1 1,0 1-1,0-1 0,-1 2 1,0-2 21,0 0 1,0 0 0,0 0 0,-1 0 0,1 0-1,0-1 1,0 1 0,-1-1 0,1 0-1,0 1 1,-1-1 0,1 0 0,-3-1 0,4 1-127,0 0 1,1 0-1,-1-1 1,0 1-1,1 0 1,-1-1-1,1 1 1,-1-1 0,1 1-1,-1-1 1,1 1-1,-1-1 1,1 1-1,-1-1 1,1 0-1,0 1 1,-1-1 0,1 1-1,0-1 1,0 0-1,-1 1 1,1-1-1,0 0 1,0 1-1,0-1 1,0 0 0,0 0-1,0 1 1,0-1-1,0-1 1,0-29 123,0 22-20,1 7-97,0 1-1,1 1 0,-1-1 0,0 0 0,0 0 1,1 0-1,-1 1 0,1-1 0,-1 0 1,0 1-1,1-1 0,-1 1 0,1 0 1,-1 0-1,1-1 0,0 1 0,1 0 0,-3 22 995,1-13-602,-1-6-118,1 1 1,-1-1 0,0 1 0,0-1-1,0 1 1,0 0 0,-1-1-1,1 1 1,-1-1 0,-2 6 0,2-8-226,1-1 0,0 0 0,-1 0 0,1 0 0,-1 0 0,1 0 0,-1 1 0,1-1 0,-1 0 0,1 0 0,-1 0 0,1 0 0,-1 0 1,1 0-1,-1 0 0,1-1 0,0 1 0,-1 0 0,1 0 0,-1 0 0,1 0 0,-1-1 0,1 1 0,0 0 0,-1 0 0,1-1 0,-1 1 0,1 0 0,0-1 1,-1 1-1,1 0 0,0-1 0,-1 1 0,1 0 0,0-1 0,0 1 0,0-1 0,-1 1 0,1-1 0,0 1 0,0 0 0,0-1 0,0 0 0,-4-21-289,19 21-15766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 3778,'0'0'13753,"-3"7"-10325,-41 96-1569,-24 64 657,39-38-1924,-1 1-383,29-127-252,0 0 0,0 0 0,0 0 0,0-1 0,0 1 0,-1 0 0,1-1 0,-1 1 0,-2 2 0,-8-1-4335,8-11-2091,2-12 2243,2 18 3342,0-22-4494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3009,'0'0'10645,"-5"5"-9241,-15 12-118,-1-1 0,0-1 1,-1-1-1,-25 11 1,35-20-1219,1 1 0,-1-1 0,1 2 0,0 0 0,1 0-1,-1 1 1,2 0 0,-1 0 0,1 2 0,0-1 0,1 1 0,0 0 0,1 0 0,-9 16 0,80-70 300,-8 0-329,-27 21-30,1 0-1,58-33 0,-87 56 76,1-1 1,-1 0-1,1 0 0,-1 1 1,1-1-1,0 1 0,-1 0 0,1-1 1,0 1-1,-1 0 0,1 0 0,0 0 1,-1 0-1,1 0 0,0 1 1,0-1-1,-1 0 0,1 1 0,-1-1 1,1 1-1,0 0 0,-1-1 0,1 1 1,-1 0-1,1 0 0,-1 0 1,0 0-1,1 0 0,-1 0 0,0 1 1,0-1-1,0 0 0,0 1 1,0-1-1,0 1 0,0-1 0,0 2 1,5 9 194,-1-1 0,0 1 0,-1 0 0,3 15 0,1 1 896,-3-16-810,1 0 0,-1 0-1,13 17 1,-15-25-170,0 0 0,0 0 0,0 0 1,1 0-1,-1-1 0,1 1 0,0-1 1,0 0-1,0 0 0,0 0 0,1-1 1,5 3-1,-8-5-139,-2 2-56,0 0-53,0-2-342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5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180 1 5026,'0'0'11755,"2"14"-10301,10 66 1298,1 92 0,-14-169-2683,0 0-1,0 0 1,0 0 0,0-1-1,0 1 1,-1 0 0,1-1-1,-1 1 1,0-1 0,0 1-1,0-1 1,0 0 0,0 0 0,0 0-1,0 0 1,-1 0 0,1 0-1,-1-1 1,-3 2 0,-53 27 1465,55-28-1423,1-1 1,-1 1-1,0-1 1,0 0-1,0 0 0,0-1 1,0 1-1,0-1 1,0 1-1,0-1 1,0-1-1,0 1 0,0 0 1,0-1-1,0 0 1,-4-1-1,5 0-43,1 1-1,-1-1 1,1 0 0,-1 0-1,1 0 1,0 0-1,0 0 1,0-1-1,0 1 1,0 0 0,0-1-1,1 0 1,-1 1-1,1-1 1,-1 0-1,1 0 1,0 0 0,1 0-1,-1 0 1,0-5-1,0 7-295,1 1-1,0-1 0,0 0 1,0 1-1,0-1 1,0 0-1,0 0 0,0 1 1,0-1-1,0 0 0,1 1 1,-1-1-1,0 0 1,0 1-1,1-1 0,-1 1 1,0-1-1,1 0 0,-1 1 1,0-1-1,1 1 0,-1-1 1,1 1-1,-1-1 1,1 1-1,0-1 0,19-8-6214,0 0-27,4-9-2883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5.7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6723,'0'0'22581,"0"-5"-19366,3 8-7632,-1-1 3421,-1 0 0,1-1 1,-1 1-1,1-1 0,0 1 0,0-1 0,0 1 0,3 1 0,17 6-8779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6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3073,'0'0'21604,"0"8"-20266,-2 71 3451,-6 40-5187,7-98-2060,1-15-2006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6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6147,'0'0'18280,"119"-9"-17784,-83 9-271,1 2-225,1 5-401,0 1-1343,1-2-2098,5-1-2193,4-5-4034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4:5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0 13430,'0'0'17320,"-7"22"-15778,3-9-1341,-45 155 73,41-138-274,-18 46 0,19-39-1786,8 18-5483,2-33-980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0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08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2497,'0'0'8527,"3"-4"-7393,0-1-577,0 0 1,1 1 0,0-1 0,0 0 0,0 1 0,1 0 0,0 0-1,0 1 1,0-1 0,0 1 0,10-5 0,-10 6-562,-1 1-1,1 0 1,-1 0 0,1 0-1,0 1 1,7-1 0,-11 1 71,1 0 0,0 0 0,0 0 0,0 1 0,0-1 0,0 1 0,0-1 1,-1 1-1,1 0 0,0-1 0,0 1 0,-1 0 0,1 0 0,-1 0 0,1 0 0,-1 1 0,1-1 0,2 3 0,-2-1 36,0 1-1,0-1 1,0 0 0,0 1-1,-1 0 1,1-1-1,-1 1 1,2 7-1,-1 8 272,0 0-1,-1-1 0,-1 24 0,-1-20 128,1-34-319,1 0-1,0 0 0,1 0 1,0 0-1,1 1 1,8-22-1,-1 14-282,25-33 1,-11 18 16,-25 44 346,1 0 1,-1 0-1,3 16 0,-1 2 748,-1 60 535,2-88-2433,0 1-1,-1-1 1,1 1-1,0-1 1,0 1 0,0-1-1,0 0 1,0 0 0,0 0-1,3-1 1,-2 1-1047,10 0-5908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09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5555,'0'0'9924,"10"0"-2399,31 0-7454,29-13 1793,-69 13-1709,-11 3-418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10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2049,'0'0'11090,"2"-3"-8160,9-11-1967,-6 10-866,1 1 0,0-1 0,1 1 0,-1 0 0,0 1 0,1-1 0,0 1 0,-1 0 0,1 1 0,0 0 0,0 0 0,0 0 0,11 2 0,-17-1-48,0 1 0,0 0 0,0-1 0,-1 1 0,1 0 0,0 0 0,0 0 0,-1-1 0,1 1 0,0 0 0,-1 0 0,1 0 0,-1 0 0,0 0 0,1 0 0,-1 0 0,0 1 0,1-1 0,-1 0 0,0 0 0,0 0 0,0 1 0,3 27 347,-3-10-217,1-13-155,-1 1-1,1 0 1,-2 0-1,1 0 0,-1-1 1,0 1-1,0 0 0,0 0 1,-1-1-1,0 1 0,-1-1 1,1 0-1,-1 0 0,0 1 1,-1-2-1,-4 7 0,1-4 18,-8 10 138,1 1 1,-22 36-1,36-55-138,0 1 0,-1-1 0,1 0 0,0 1 0,0-1-1,0 1 1,-1-1 0,1 1 0,0-1 0,0 1 0,0-1 0,0 1 0,0-1-1,0 0 1,0 1 0,0-1 0,0 1 0,0-1 0,0 1 0,0-1-1,1 1 1,-1-1 0,0 1 0,0-1 0,0 0 0,1 1 0,-1-1 0,0 1-1,0-1 1,1 1 0,15 5 538,31-7-275,-35 1-71,7-2 173,-14 2-14,-1-1-1,1 1 1,0 0-1,-1 0 1,1 0-1,0 0 1,-1 1-1,6 1 1,-9-2-1289,4 2 5863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0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6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2593,'0'0'19743,"3"0"-19258,1 0-378,1 0 0,-1 0 0,1 1 0,-1-1 0,0 1 0,1 0 0,-1 0 0,0 1 0,0-1 0,0 1 0,0 0 0,0 0 0,0 0 0,0 0 0,-1 1 0,1 0 0,-1-1 0,0 1 0,0 1 0,0-1 0,0 0 0,0 1 0,-1-1 0,1 1 0,-1 0 0,0 0 0,0 0 0,1 6 0,0-3-54,-1-1 1,-1 1-1,1 1 1,-1-1-1,0 0 0,-1 0 1,0 11-1,0-16-43,0-2-231,2-24-2218,-2 11 1909,2 6 471,1 1 0,-1 0-1,1 0 1,1 0 0,-1 1 0,1-1 0,0 1 0,0 0 0,0 0 0,1 0 0,0 1 0,0-1 0,0 1 0,1 0 0,-1 1 0,1-1 0,0 1 0,0 0 0,0 1 0,0-1-1,8-1 1,7-2 282,0 0-1,1 2 1,0 0-1,44 0 1,47 4 2130,-112 0-2285,1 0 0,-1 0 0,1 0 0,-1 1 0,1-1 0,-1 1 0,1-1 0,-1 1 0,1-1 0,-1 1 0,1 0 0,-1 0 0,0 0 0,0 0 1,1 0-1,-1 0 0,0 0 0,0 0 0,0 0 0,0 0 0,0 1 0,0-1 0,-1 0 0,1 1 0,0-1 0,-1 0 0,1 1 0,-1-1 0,1 1 0,-1-1 0,1 3 0,0 6 139,0-1 0,-1 0 0,0 1-1,-1 11 1,0 2-707,6-23-2006,25 0-2416,16 0-2252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9156,'0'0'13801,"16"-12"-12912,-4 4-729,1-2-32,1 0 1,0 1-1,1 0 1,0 1-1,0 1 0,24-8 1,-37 15 639,-11 10 43,6-5-773,0 1 1,1-1-1,-1 0 0,1 1 1,1-1-1,-1 1 0,1 0 1,0 0-1,0 0 0,0-1 1,1 1-1,0 0 0,0 0 1,1 0-1,0 0 0,0 0 0,0-1 1,4 11-1,-4-12-199,1 0 0,-1 0 0,1 0 0,0-1 0,1 1 0,-1-1 0,1 1 1,-1-1-1,1 0 0,0 0 0,0 0 0,0 0 0,1-1 0,-1 1 0,1-1 0,-1 0 0,1 0 0,0 0 0,0-1 0,0 1 0,0-1 0,0 0 0,0 0 0,0 0 0,0 0 0,9-1 0,-10 0-379,0 0 0,-1 0-1,1 0 1,0-1 0,0 1-1,0-1 1,0 0-1,-1 0 1,1 0 0,0 0-1,-1 0 1,1 0 0,0-1-1,-1 1 1,0-1-1,1 0 1,-1 0 0,0 0-1,4-4 1,19-29-8910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7652,'0'0'17736,"17"-66"-19513,42 66-2065,14-3-4978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9588,'0'0'16443,"-10"27"-14539,-4 10-1239,-6 13 449,-15 58-1,2 62 339,2-7-2407,25-142-479,-1 1 1,-1-1-1,0 0 1,-2 0-1,-12 21 0,3-19-5214,4-17-3791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7587,'0'0'11688,"26"1"-8913,183 22-355,-145-15-2530,0-2 1,126-5 0,-188-1 62,1 0 1,-1 0-1,1-1 0,-1 1 1,1-1-1,-1 1 1,0-1-1,1 0 1,-1 0-1,0 0 0,0 0 1,0 0-1,0 0 1,0-1-1,0 1 1,0-1-1,0 1 0,0-1 1,2-3-1,-2 2 6,-1-1-1,1 1 0,-1-1 0,1 1 0,-1-1 1,0 1-1,0-1 0,-1 0 0,1 0 1,-1 0-1,0-6 0,-1 8 74,1 0-1,-1 0 1,1 0 0,-1 0-1,0 0 1,1 0 0,-1 1-1,0-1 1,0 0 0,0 1 0,-1-1-1,1 1 1,0-1 0,-1 1-1,1-1 1,-1 1 0,1 0-1,-1 0 1,0 0 0,1 0-1,-1 0 1,0 0 0,0 0-1,1 0 1,-1 1 0,0-1-1,0 1 1,0 0 0,0-1-1,-2 1 1,-10-2 365,1 0-1,-28 0 1,-79 2 857,118 0-1210,0 0 0,-1 0 0,1 0 0,0 0 0,0 0 0,0 1 0,0-1 0,0 0 0,0 1 0,0 0 0,0-1 0,0 1 0,0 0 0,0 0 0,0 0 0,1 0 0,-1 1 0,0-1 0,1 0 0,-1 1 0,1-1 0,-1 1 0,1-1 0,0 1 0,-1 0 0,1 0 0,0-1 0,-1 4 0,0 1-13,1 1 1,0 0-1,0 0 0,1-1 0,-1 1 0,1 0 0,2 13 1,0-13-148,-1 0-1,1 0 1,1 1 0,-1-1 0,1-1 0,0 1 0,1 0 0,0-1 0,0 0-1,0 1 1,1-2 0,-1 1 0,1 0 0,8 6 0,-5-5-886,1 0 1,-1-1 0,1 0 0,0 0-1,1 0 1,-1-2 0,1 1-1,0-1 1,18 5 0,22-4-7494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1969,'0'0'24408,"4"11"-22617,-1-1-1378,1 1-31,-1-1 1,1 0-1,1 0 1,0-1-1,10 16 0,-14-24-423,0 0-1,0 0 1,0 0-1,0 0 1,1-1-1,-1 1 1,0 0-1,0 0 1,1-1-1,-1 1 1,0-1-1,1 1 1,-1-1-1,0 1 1,1-1-1,-1 0 1,1 0-1,-1 0 1,1 0-1,-1 0 1,1 0-1,-1 0 1,0 0-1,1 0 1,2-2-1,39-16-1823,-27 10 1549,7-3-464,-16 6 684,1 1 0,0 1 0,0-1-1,1 1 1,-1 0 0,1 1 0,16-3 2931,-10 12-2168,-11-3-706,0-1-1,1 0 1,-1 0-1,1-1 1,0 1-1,-1-1 1,1 0-1,0 0 1,0-1-1,0 1 1,1-1-1,-1 0 1,0 0-1,0-1 1,1 0-1,-1 0 1,0 0-1,1 0 1,-1-1-1,0 0 1,10-3-1,8-3-478,0-1-1,0-1 1,28-15-1,-48 23 504,21-11-199,-11 6 368,0 0 0,20-14 0,-34 28 5304,7 6-4587,9 12-2067,-12-24 710,0 1 0,0 0 0,0-1 0,0 0 0,0 1 0,1-1 0,-1 0 0,1-1 0,-1 1 0,1-1 0,5 2 0,1-1-2221,-1-1 1,0 0-1,17 0 0,17-1-8607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15 7027,'0'0'18030,"-19"-3"-14567,-6-1-2653,9 1-270,0 1 0,0 0-1,-20 1 1,35 1-518,1 0-1,-1 1 1,1-1 0,-1 0-1,1 0 1,0 1 0,-1-1-1,1 0 1,-1 0-1,1 1 1,0-1 0,-1 1-1,1-1 1,0 0 0,0 1-1,-1-1 1,1 1-1,0-1 1,0 0 0,0 1-1,-1-1 1,1 1 0,0-1-1,0 1 1,0-1 0,0 1-1,0-1 1,0 1-1,0-1 1,0 1 0,0 0-1,0 22-89,1-14 82,13 121-1033,-14-129 1015,0 0 0,0 0 0,-1 1 0,1-1 0,0 0 0,-1 0 0,1 0 0,-1 0 0,1 0 0,-1 0 0,1 0 0,-1 0 0,0 0 0,0 0 0,1-1 0,-1 1 0,0 0 0,0 0 0,0-1 0,0 1 0,0 0 0,0-1 0,0 1 0,0-1 0,0 1 0,0-1 0,0 0 0,0 1 0,-1-1 0,1 0 0,0 0 1,0 0-1,-1 0 0,-50 1 153,35-2-118,0 1-30,1 0-961,-1 0-1,-19-4 0,30 3-213,0 0-1,0-1 1,0 0 0,0 0-1,-8-4 1,-17-14-8255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2593,'0'0'9164,"5"-3"-7421,14-10-9,-18 13-1668,-1 1-1,0-1 1,1 0 0,-1 0 0,0 0 0,1 0 0,-1 0 0,0 1 0,0-1-1,1 0 1,-1 0 0,0 0 0,0 1 0,1-1 0,-1 0 0,0 0 0,0 1-1,1-1 1,-1 0 0,0 1 0,0-1 0,0 0 0,0 0 0,0 1 0,0-1-1,1 0 1,-1 1 0,0-1 0,0 0 0,0 1 0,0-1 0,0 0 0,0 1 0,0-1-1,0 0 1,0 1 0,-1-1 0,1 0 0,0 1 0,0-1 0,0 0 0,0 1-1,0-1 1,-1 1 0,1 1 310,-17 362 6089,6-276-7417,-3 0 0,-30 95 0,42-176 49,-9 28-57,3-21-2385,-1-8-4925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8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2513,'0'0'8786,"-7"9"-7231,-2 1-1135,7-6-301,-1 0 0,0 0 1,0-1-1,-1 1 0,1-1 0,-1 0 1,1 0-1,-1 0 0,0-1 1,0 1-1,-8 2 0,-38 22 899,2 1-1,1 3 1,-66 56-1,88-68-698,12-9-157,-29 25 382,40-33-539,0 0-1,1 0 0,-1 0 1,0 0-1,0 0 1,1 1-1,0-1 0,-1 1 1,1-1-1,0 1 1,0-1-1,0 1 0,0 0 1,1-1-1,-1 4 0,31-8-316,-19-6 313,0 0 0,0 0 0,-1-1-1,0-1 1,0 0 0,-1 0 0,11-17 0,16-15-37,0 5-27,1 2 0,65-47 0,-101 81 124,1-1 1,0 1 0,0-1 0,0 1 0,-1 0 0,1 0 0,1 0 0,-1 0 0,0 1 0,0-1 0,0 0-1,0 1 1,0-1 0,1 1 0,-1 0 0,0 0 0,0 0 0,1 0 0,-1 0 0,0 1 0,0-1 0,0 0-1,1 1 1,-1 0 0,0-1 0,0 1 0,0 0 0,0 0 0,4 3 0,-1 2 262,1 0 1,-1 0 0,0 0-1,0 1 1,-1 0-1,7 13 1,3 4-26,11 12 206,2-1 0,43 43 0,-36-42-782,-24-20-1360,-7-4-5621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70 109 1553,'0'0'11736,"12"-18"-9759,37-56-35,-37 59 3643,-12 15-5563,0 0 0,0-1 0,0 1 0,0 0 1,0 0-1,1 0 0,-1 0 0,0 0 0,0 0 0,0 0 0,0 0 0,0 0 0,0 0 0,0 0 0,1 0 0,-1 0 0,0 0 0,0 0 0,0 0 0,0 0 0,0 0 0,0 0 0,0 0 0,1 0 0,-1 0 0,0 0 0,0 0 0,0 0 0,0 0 0,0 0 0,0 0 0,0 0 0,1 0 0,-1 0 0,0 0 0,0 0 0,0 0 1,0 0-1,0 0 0,0 0 0,0 1 0,0-1 0,0 0 0,0 0 0,0 0 0,1 0 0,-1 0 0,0 0 0,0 0 0,0 0 0,0 1 0,0-1 0,-1 15-880,1-14 1219,-3 42 229,-2 1-1,-2-1 1,-23 80 0,-4 19 293,-3 50 5,8-67-3785,30-136-4869,-2-15 3367,0 0 434,1-19-2345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8 192,'0'5'17589,"-3"19"-16391,0-18-989,-1 0-1,0 0 0,-1-1 1,1 1-1,-1-1 0,0 0 1,-1-1-1,1 1 0,-1-1 0,-11 7 1,-9 2-27,-35 15 1,25-13-116,24-10-157,-1 1-1,1 0 1,0 0 0,0 1-1,0 1 1,1 0-1,1 0 1,-1 1-1,-9 11 1,54-17-364,-26-3 476,1-1 0,0-1 0,-1 0 0,1 0 0,-1 0 1,0-1-1,0 0 0,0-1 0,12-6 0,8-8-193,30-23 1,-42 29-32,-1 1 140,0-1 1,-1 0 0,0-1 0,-1-1 0,-1 0 0,0-1 0,0 0 0,10-21 0,-24 52 3424,4 21-2636,-1-13 25,-1-17-593,1 0 0,0 0-1,0 0 1,1 0 0,0-1-1,0 1 1,1-1 0,-1 1-1,1-1 1,1 0 0,-1 0 0,7 8-1,-2-4-666,0 0-1,1 0 1,1-1 0,-1-1-1,21 15 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 3778,'0'0'13753,"-3"7"-10325,-41 96-1569,-24 64 657,39-38-1924,-1 1-383,29-127-252,0 0 0,0 0 0,0 0 0,0-1 0,0 1 0,-1 0 0,1-1 0,-1 1 0,-2 2 0,-8-1-4335,8-11-2091,2-12 2243,2 18 3342,0-22-4494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3009,'0'0'10645,"-5"5"-9241,-15 12-118,-1-1 0,0-1 1,-1-1-1,-25 11 1,35-20-1219,1 1 0,-1-1 0,1 2 0,0 0 0,1 0-1,-1 1 1,2 0 0,-1 0 0,1 2 0,0-1 0,1 1 0,0 0 0,1 0 0,-9 16 0,80-70 300,-8 0-329,-27 21-30,1 0-1,58-33 0,-87 56 76,1-1 1,-1 0-1,1 0 0,-1 1 1,1-1-1,0 1 0,-1 0 0,1-1 1,0 1-1,-1 0 0,1 0 0,0 0 1,-1 0-1,1 0 0,0 1 1,0-1-1,-1 0 0,1 1 0,-1-1 1,1 1-1,0 0 0,-1-1 0,1 1 1,-1 0-1,1 0 0,-1 0 1,0 0-1,1 0 0,-1 0 0,0 1 1,0-1-1,0 0 0,0 1 1,0-1-1,0 1 0,0-1 0,0 2 1,5 9 194,-1-1 0,0 1 0,-1 0 0,3 15 0,1 1 896,-3-16-810,1 0 0,-1 0-1,13 17 1,-15-25-170,0 0 0,0 0 0,0 0 1,1 0-1,-1-1 0,1 1 0,0-1 1,0 0-1,0 0 0,0 0 0,1-1 1,5 3-1,-8-5-139,-2 2-56,0 0-53,0-2-342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0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8436,'0'0'12630,"131"13"-11206,-97-7-351,-7-2-353,-6 0-320,-9-2-144,-7-2-144,-14 0-2737,-10 0-2049,-4 0-5491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4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56 5410,'0'0'9725,"2"-6"-8802,-1 4-815,0 0-1,0-1 1,1 1 0,-1 0-1,0 0 1,1 0-1,-1 0 1,1 0 0,0 0-1,0 0 1,0 0 0,0 1-1,0-1 1,2-1-1,2 1 108,-1-1 0,0 1-1,1 0 1,-1 0-1,1 1 1,9-2-1,6 1 14,-1 1 0,1 0 0,26 3 1,-44-1-228,1-1 1,-1 1-1,0 0 1,0 0 0,0 0-1,0 1 1,0-1 0,0 1-1,-1-1 1,1 1 0,0 0-1,-1 0 1,0 0 0,1 0-1,-1 1 1,0-1-1,0 1 1,0-1 0,0 1-1,0 0 1,-1-1 0,0 1-1,1 0 1,-1 0 0,0 0-1,0 0 1,0 4 0,1-1-4,-1 0 0,0 0 1,-1-1-1,1 1 0,-1 0 1,0 0-1,-1 0 0,1 0 1,-1 0-1,0-1 0,-1 1 1,1 0-1,-1-1 1,-3 7-1,-4 3 6,-1-1 1,0 0-1,-1 0 1,0-1-1,-16 14 0,-70 54 44,32-29-26,51-34-47,14-18 33,0 1 1,0-1-1,0 0 1,0 1-1,0-1 1,0 0-1,0 1 1,0-1-1,0 0 1,0 1-1,0-1 1,0 0-1,0 0 1,1 1-1,-1-1 0,0 0 1,0 1-1,0-1 1,1 0-1,-1 0 1,0 1-1,0-1 1,0 0-1,1 0 1,-1 0-1,0 1 1,1-1-1,-1 0 1,0 0-1,1 0 1,-1 0-1,1 1 1,37 2 1027,-30-3-780,7 0 235,10 0 208,0 0-1,1-1 0,-1-2 0,0 0 0,37-11 0,-50 13 625,-12 1-1272,0 0 1,1 1-1,-1-1 0,0 0 1,0 0-1,1 0 0,-1 0 1,0 0-1,0 0 0,0 0 0,1 0 1,-1 0-1,0 0 0,0 0 1,1-1-1,-1 1 0,0 0 1,0 0-1,0 0 0,1 0 1,-1 0-1,0 0 0,0 0 1,0-1-1,1 1 0,-1 0 1,0 0-1,0 0 0,0 0 1,0-1-1,0 1 0,0 0 1,1 0-1,-1 0 0,0 0 1,0-1-1,0 1 0,0 0 1,0 0-1,0-1 0,0 1 0,0 0 1,0 0-1,0 0 0,0-1 1,0 1-1,0 0 0,0 0 1,0-1-1,0 1 0,0 0 1,0 0-1,0 0 0,-1-1 1,1 0-31,11 1-10322,7-2 5291,8-4-3570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22 448,'0'0'15466,"3"-4"-13657,-3 3-1813,10-14 1848,-7 14-472,-4 12-305,-1-5-797,-1 0 0,0 1 0,0-2 0,0 1 0,0 0 0,-1-1 0,0 1 0,-7 6-1,-45 43 558,37-37-599,3-4-122,-1 2-18,0 1-1,-17 21 1,30-33-106,1 0 0,0-1-1,0 1 1,0 0 0,0 0 0,1 1 0,0-1 0,0 1-1,1-1 1,-1 1 0,1-1 0,0 1 0,1 0 0,-1 8-1,1-13-2,1 0 0,-1 0 0,1 0 0,-1 0 0,1 1 0,-1-1-1,1 0 1,0 0 0,0 0 0,0 0 0,-1 0 0,1 0 0,0-1 0,0 1 0,0 0-1,0 0 1,0-1 0,0 1 0,1 0 0,-1-1 0,0 1 0,0-1 0,0 1-1,1-1 1,1 0 0,37 7-146,-38-7 152,227 3-15,-125-5 55,-11-1-20,-81 2 24,-1-1 0,0 0 0,0 0 0,0-1 0,-1-1 0,13-5 0,-18 2-1741,-13-3-8479,4 6 7730,-5-7-4851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5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0 5891,'0'0'13462,"-63"121"-10485,63-81-1536,0 2-513,2-9-720,17-3-208,4 1-16,6-4-720,3-4-977,9-6-1568,1-9-2226,15-8-4193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6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0 0,'2'1'22838,"2"7"-21121,-2 21 849,-4 45 0,-4-30-1113,-14 64 1,10-67-1411,3 1 0,2 0 1,-1 62-1,6-102-43,-2-1 0,-1-1-29,2 0-129,0-17-10970,0 8 7279,-1-1-2117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7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5683,'0'0'8395,"14"-6"-6228,3 0-1608,0 0-1,0 1 1,1 0 0,-1 2-1,1 0 1,19-1 0,-11 4-148,-11-1-235,1 1 1,-1 0-1,1 1 0,17 4 0,-30-5-159,-1 1-1,1-1 0,0 1 1,-1 0-1,1 0 0,0 0 1,-1 1-1,1-1 0,-1 0 1,0 1-1,1 0 0,-1-1 1,0 1-1,0 0 0,0 0 1,0 0-1,0 1 0,-1-1 1,1 0-1,-1 1 0,1-1 1,-1 1-1,0-1 0,0 1 1,0-1-1,0 1 0,-1 0 1,2 5-1,-2-4 3,1 0 0,0 0 0,-1 0 1,0 0-1,0 0 0,0 0 0,-1 0 0,1 0 0,-1 0 0,0 0 1,0 0-1,-1 0 0,1-1 0,-1 1 0,1 0 0,-1-1 1,0 1-1,-1-1 0,1 0 0,-1 1 0,1-1 0,-1 0 0,0-1 1,0 1-1,0 0 0,0-1 0,-1 0 0,1 0 0,-1 0 0,1 0 1,-1 0-1,0-1 0,-5 2 0,9-3-25,0 0 0,0 0 1,0 1-1,0-1 0,0 0 0,0 0 0,0 0 0,0 0 1,-1 0-1,1 1 0,0-1 0,0 0 0,0 0 0,0 0 1,0 0-1,0 0 0,0 1 0,0-1 0,0 0 1,0 0-1,0 0 0,0 0 0,0 1 0,0-1 0,0 0 1,0 0-1,0 0 0,0 0 0,0 1 0,0-1 0,1 0 1,-1 0-1,0 0 0,0 0 0,0 0 0,0 0 1,0 1-1,0-1 0,0 0 0,1 0 0,-1 0 0,0 0 1,0 0-1,0 0 0,0 0 0,0 0 0,0 0 0,1 0 1,-1 1-1,0-1 0,0 0 0,0 0 0,0 0 1,1 0-1,-1 0 0,0 0 0,0 0 0,0 0 0,0 0 1,1 0-1,-1 0 0,0-1 0,0 1 0,13 5-173,31 3-316,-32-6 433,1 0-1,-1 1 1,1 0 0,-1 1-1,0 0 1,20 11 0,-30-13 58,1-1 1,-1 1 0,0 1 0,0-1 0,0 0-1,0 0 1,-1 1 0,1-1 0,0 1 0,-1 0-1,0-1 1,0 1 0,0 0 0,0 0-1,0 0 1,0-1 0,0 6 0,-1-6 54,1 0 1,-1 0-1,0 1 0,0-1 1,0 0-1,0 1 0,-1-1 1,1 0-1,-1 1 0,1-1 1,-1 0-1,0 0 0,0 0 1,0 0-1,0 1 0,0-1 1,0 0-1,0-1 0,-1 1 1,1 0-1,-1 0 0,-2 1 1,-3 2 270,-1 0-1,0-1 1,0 0 0,0-1 0,0 0 0,-1 0-1,1-1 1,-1 0 0,-16 2 0,-9-2 787,-43-2 0,35-1-873,42 0-251,0 1 0,0-1 0,0 1 0,1-1 0,-1 1-1,0-1 1,0 1 0,0 0 0,0-1 0,1 1 0,-1-1 0,0 1 0,0-1 0,1 1 0,-1 0 0,0-1 0,1 1 0,-1 0 0,0-1 0,1 1 0,-1 0 0,1-1 0,-1 1 0,0 0 0,1 0 0,-1 0 0,1-1 0,-1 1-1,1 0 1,-1 0 0,1 0 0,-1 0 0,1 0 0,-1 0 0,1 0 0,136-31-5728,-92 22 2802,43-9-5217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62 1665,'0'0'18035,"-3"-3"-16440,2 1-1519,0 1 1,0 0-1,-1 0 1,1 0-1,-1 0 0,1 0 1,-1 0-1,0 0 1,1 0-1,-1 0 0,0 1 1,1-1-1,-1 1 0,0-1 1,0 1-1,0 0 1,1 0-1,-1 0 0,0 0 1,0 0-1,0 0 0,1 0 1,-1 0-1,0 1 1,0-1-1,0 1 0,1-1 1,-1 1-1,0 0 1,-1 1-1,-12 4 40,1 1 0,-22 15 0,22-13 95,5-3-136,-14 7 171,2 1 0,0 1 0,-21 19 0,37-30-207,1 1 0,-1 0 0,1 0 1,0 0-1,0 1 0,0-1 0,1 1 0,0 0 0,0 0 0,0 0 0,1 1 0,0-1 0,0 1 0,0-1 0,1 1 0,-1 12 0,3-16-39,-1 0 0,0-1-1,1 1 1,-1-1 0,1 1 0,0 0-1,0-1 1,0 0 0,0 1 0,0-1-1,0 1 1,1-1 0,-1 0 0,1 0-1,0 0 1,0 0 0,-1 0 0,1 0-1,0-1 1,1 1 0,-1-1 0,0 1-1,0-1 1,1 0 0,-1 0 0,1 0-1,-1 0 1,1 0 0,-1 0 0,1-1-1,3 1 1,11 2-9,-1-1-1,1-1 1,31-1 0,-33-1 12,-1 0-41,0 0 1,0-1 0,-1 0-1,1-1 1,-1-1 0,0 0-1,0-1 1,0 0 0,-1-1-1,15-9 1,-20 11 24,-1 0 1,0 0-1,0-1 0,0 0 0,-1 0 1,1-1-1,-2 1 0,1-1 0,0 0 1,-1 0-1,0-1 0,-1 1 1,1-1-1,-1 0 0,0 0 0,-1 0 1,0 0-1,0-1 0,0 1 1,0-10-1,-2 6 90,0 0 0,0 0 0,-1 1 0,0-1 0,-1 0 0,-6-20 0,7 27-37,-1-1 0,0 1 0,0-1 1,-1 1-1,1 0 0,-1 0 0,0 0 0,0 0 0,0 0 0,-1 1 1,1-1-1,-1 1 0,0 0 0,0 0 0,0 1 0,0-1 1,0 1-1,-5-2 0,9 3-65,-1 1 0,1 0 0,0 0 0,-1 0 0,1 0 0,0 0 0,0-1 0,-1 1 0,1 0 0,0 0 0,-1 0 0,1 0 0,0 0 0,0 0 0,-1 0 1,1 0-1,0 0 0,-1 0 0,1 0 0,0 0 0,-1 0 0,1 0 0,0 0 0,0 0 0,-1 1 0,1-1 0,0 0 0,0 0 0,-1 0 0,1 0 0,0 0 0,0 1 0,-1-1 0,1 0 0,0 0 0,0 1 0,-1-1 0,1 0 1,0 0-1,0 1 0,0-1 0,0 0 0,0 0 0,0 1 0,-1-1 0,1 0 0,0 1 0,0-1 0,0 0 0,0 0 0,0 1 0,0-1 0,0 0 0,0 1 0,4 16-2260,-1-13 1686,-1-1-1,1 0 1,0 0 0,0 0-1,0-1 1,0 1 0,1-1-1,-1 0 1,0 1 0,1-2-1,0 1 1,0 0 0,-1-1-1,1 1 1,0-1 0,5 1-1,47 7-8222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12 1793,'0'0'15025,"1"-3"-13149,2-5 4627,-8 12-3387,-20 25-2561,-2 1 95,11-14-297,-30 31 489,43-43-876,1-1 1,-1 0-1,1 1 1,0-1-1,0 1 1,0 0 0,1 0-1,-1 0 1,1 0-1,0 0 1,0 0-1,0 8 1,28-10-1250,17-1 622,0 2-1,1 2 1,-2 2 0,46 13 0,-86-20 620,0 1-1,0 0 1,-1 0-1,1 1 1,0-1 0,-1 1-1,1-1 1,-1 1-1,1 0 1,-1 0-1,0 0 1,0 0 0,0 0-1,0 0 1,0 0-1,0 1 1,-1-1 0,1 1-1,-1 0 1,0-1-1,1 4 1,0 2 204,0 0 0,-1 1 0,-1-1 0,1 1 0,-3 16 1,2-20-21,-1-1-30,1 0 1,-1 1-1,-1-1 1,1 0-1,-1 0 1,1 0-1,-1 0 1,0 0-1,-1-1 1,1 1-1,-1 0 1,1-1-1,-1 0 1,0 0-1,0 0 1,-1 0-1,1 0 1,-1 0-1,1-1 1,-1 0-1,0 1 1,0-2-1,0 1 1,-7 2-1,-11 4 356,0-1 0,0-2 0,-31 5 0,45-9-311,-19 4-163,-49 1 0,75-7-400,1-1 0,-1 1 1,1-1-1,-1 1 1,1-1-1,0 1 0,0-1 1,-1 1-1,1-1 0,0 0 1,1 1-1,-1-3 0,0 0-497,0-6-880,0 5 511,0 0 0,0 0 1,0 0-1,0 0 0,1 1 1,2-9-1,16-21-9000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12214,'0'0'9505,"25"-1"-7202,185-7 2149,-118 2-957,-111 3-13206,10-6 1555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4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78 280 3057,'0'0'15616,"7"0"-13434,-2 0-2682,-2 1 997,0-1 0,0 0 0,0 0 0,1 0 0,-1 0 0,0 0 0,0-1 0,0 1-1,0-1 1,0 0 0,0 0 0,0 0 0,0 0 0,0-1 0,0 1 0,2-3 0,25-25-373,0 0 1,3 2 0,44-30-1,-32 30-366,70-32 0,-98 52 95,0 0-1,1 1 0,-1 1 1,1 1-1,0 0 1,1 1-1,31-1 1,-49 4 139,0 0 0,0 0 0,0 0 0,-1 0 0,1 0 0,0 1 0,0-1 1,0 0-1,0 0 0,-1 1 0,1-1 0,0 0 0,0 1 0,-1-1 0,1 0 0,0 1 1,0-1-1,-1 1 0,1-1 0,-1 1 0,1 0 0,0-1 0,-1 1 0,1 0 0,-1-1 1,1 1-1,0 1 0,0 23-74,-2-14 43,0 3 28,0 0 1,-1-1-1,-1 1 0,0-1 1,0 0-1,-2 1 0,-6 13 1,-51 86 32,50-92-20,-39 61 44,-62 75 0,77-113-186,-2-1-1,-2-2 1,-48 38-1,75-69-153,-1 0 1,0-1-1,-29 15 0,37-21 134,-1 0 0,-1-1 1,1 0-1,0 0 0,0 0 1,-1-1-1,1 0 0,-1-1 1,1 1-1,-14-2 0,20 0 133,0 1 0,0 0 0,0 0-1,0-1 1,0 1 0,0-1 0,0 1 0,0 0-1,0-1 1,0 0 0,1 1 0,-1-1 0,0 0-1,0 1 1,1-1 0,-1 0 0,0 0 0,1 1-1,-1-1 1,1 0 0,-1 0 0,1 0 0,-1 0-1,1-1 1,-1-2-7,0 1 0,0-1-1,1 0 1,-1 1 0,1-1-1,0 1 1,1-7 0,0 2 10,0 0 1,1 1 0,0-1-1,0 0 1,1 0 0,6-12-1,-3 12 81,0-1 0,1 1-1,0 0 1,1 1-1,0-1 1,0 1 0,0 1-1,1 0 1,0 0 0,0 1-1,1 0 1,0 0-1,-1 1 1,2 0 0,13-3-1,0 2 369,0 0 0,0 1 0,1 2 0,-1 0-1,42 4 1,-49 0-91,0 1 0,0 1 0,-1 1 0,0 0 0,0 1 0,0 1 0,0 0 0,19 13 0,-8-4-100,36 12 0,-58-26-426,1 0 1,0 0 0,1-1-1,-1 0 1,0-1-1,0 1 1,0-1-1,1 0 1,9-2-1,-9 1-745,0-1-1,0 0 0,0 0 0,-1 0 0,1-1 0,-1 0 0,13-7 0,22-18-8370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5026,'0'0'13609,"19"-2"-11504,56 0-304,-74 2-1745,1 0 0,-1 1 0,0-1 0,0 0 0,0 1-1,0-1 1,0 1 0,0-1 0,1 1 0,-1-1 0,0 1 0,0 0 0,-1-1 0,1 1 0,0 0 0,0 0 0,0 0 0,0 0-1,-1 0 1,1 0 0,0 0 0,-1 0 0,1 0 0,-1 0 0,1 0 0,-1 0 0,0 0 0,1 0 0,-1 0 0,0 1-1,0-1 1,0 0 0,0 0 0,0 0 0,0 1 0,0-1 0,0 0 0,-1 2 0,1 4 201,3 104 1043,-3-110-1314,0-1 0,0 1 0,0-1 0,0 1 1,0-1-1,0 0 0,0 1 0,0-1 0,0 1 1,0-1-1,0 0 0,0 1 0,0-1 0,1 1 1,-1-1-1,0 0 0,0 1 0,0-1 0,1 0 0,-1 1 1,0-1-1,0 0 0,1 1 0,-1-1 0,0 0 1,1 0-1,-1 1 0,0-1 0,1 0 0,-1 0 1,1 1-1,-1-1 0,15-4-568,12-16-218,17-24 115,-13 12 3085,-31 31-2324,1 1 0,-1 0 1,1-1-1,0 1 0,-1 0 0,1-1 1,-1 1-1,1 0 0,-1 0 0,1 0 0,-1 0 1,1 0-1,0-1 0,-1 1 0,1 0 0,-1 0 1,1 0-1,0 1 0,-1-1 0,1 0 1,-1 0-1,1 0 0,0 0 0,-1 0 0,1 1 1,-1-1-1,1 0 0,-1 1 0,1-1 1,-1 0-1,1 1 0,0 0 0,16 15-482,-12-11 565,-1-1-573,0-1 1,1 0-1,0 0 1,-1 0-1,1 0 1,0-1 0,0 1-1,9 1 1,-6-2-1968,1 0 0,0 0 0,0-1 0,14 0 0,16-1-8528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219 558 7347,'0'0'13180,"-20"-12"-11054,-62-35-680,79 45-1347,0 0 0,0 0 0,0 0 0,-1 1 0,1-1 0,0 1 0,0 0 0,-1 0 0,1 0 0,-1 1 0,1-1 0,-1 1 0,1 0 0,-1 0-1,1 0 1,-5 1 0,-5 0-12,11 0-85,1-1 1,-1 0-1,0 1 1,0-1-1,0 1 0,0 0 1,1 0-1,-1 0 1,0 0-1,0 0 1,1 0-1,-1 0 0,1 0 1,-1 1-1,1-1 1,0 0-1,0 1 1,-1-1-1,1 1 0,0 0 1,0-1-1,0 1 1,1 0-1,-1 0 0,0-1 1,1 1-1,-1 0 1,0 3-1,0 1 1,0 1 1,0-1-1,1 0 0,-1 1 0,1-1 0,1 1 1,1 11-1,-1-16-3,-1-1 1,1 1 0,0 0-1,-1-1 1,1 1-1,0-1 1,0 1 0,0-1-1,0 0 1,0 1-1,0-1 1,0 0-1,1 0 1,-1 0 0,0 1-1,1-1 1,-1-1-1,3 2 1,0 0-2,1 0 0,-1 0 1,1 0-1,0-1 0,0 0 0,6 1 1,-1-1-19,0 0 0,0-1 0,0 0 1,0-1-1,0 0 0,10-3 1,-11 1-51,-1 0 0,0-1 0,0 0 0,0 0 0,0-1 0,-1 0 0,12-9 0,45-49-560,-63 61 612,29-30-223,-2-1-1,-2-1 1,0-2 0,-3 0 0,-1-2 0,19-46 0,-36 72 345,0 1-1,-1-1 1,0 0 0,-1 0-1,0-1 1,-1 1 0,-1-1 0,0 1-1,0-1 1,-1 1 0,-4-25-1,3 34 42,-1 0 0,1 0 0,-1 0 0,0 0 0,0 0 0,0 1 0,0-1 0,0 1 0,-1-1 0,1 1 0,-1 0 0,0 0 0,1 0 0,-1 0 0,0 0 0,0 1 0,0-1 0,0 1 0,-1 0 0,1 0 0,0 0 0,0 0 0,-1 1 0,1-1 0,-1 1 0,1 0 0,0 0 0,-1 0 0,1 0 0,0 1 0,-1-1 0,1 1 0,0 0 0,-1 0 0,1 0 0,0 1 0,0-1 0,-4 3 0,2 0-49,1 1 1,0-1 0,0 1-1,0-1 1,1 1-1,0 1 1,0-1 0,0 0-1,0 1 1,1-1-1,0 1 1,-2 8 0,-3 15 193,-5 37 1,9-45-194,-9 85-165,2 168 1,10-254-324,1 0 1,0 0 0,2-1 0,0 1 0,7 21 0,-7-33-177,0 0 0,0 1 0,1-1 0,0 0 0,1-1 0,0 1 0,0-1 0,0 0 0,1 0 0,0 0 0,0-1 0,1 0 0,12 8 0,39 16-7472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10117,'0'0'12998,"-21"111"-8436,2-42-1953,-2 10-1152,6 7-817,1 0-464,3-3-176,3-12-560,0-20-753,-1-20-624,5-16-944,2-15-625,2-11-1200,0-35-3202,0-19-1296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9364,'0'0'4867,"18"-14"327,-7 5-4358,-4 2-416,1 1 0,0-1 0,1 1 0,0 1 0,0 0-1,0 0 1,0 1 0,1 0 0,0 0 0,0 1 0,0 1 0,0-1 0,17 0 0,8 1 434,1 2-1,-1 2 1,36 5 0,-60-5-791,0 0-1,-1 1 1,1 0 0,-1 0-1,1 1 1,-1 1 0,0 0-1,0 0 1,-1 1 0,0 0 0,0 0-1,0 1 1,15 16 0,-22-21-62,0 0 0,-1 0 0,1 0 0,0 1 0,-1-1 0,0 1 0,1-1 0,-1 1 0,0-1 1,0 1-1,0 0 0,-1-1 0,1 1 0,-1 0 0,1 0 0,-1-1 0,0 1 0,0 0 0,0 0 0,-1-1 1,1 1-1,-2 5 0,1-5 2,-1 0 1,0 0-1,0 0 1,0 0 0,0 0-1,0-1 1,0 1-1,-1-1 1,1 0 0,-1 1-1,0-1 1,1-1-1,-1 1 1,0 0 0,0 0-1,0-1 1,0 0-1,-5 2 1,-34 8-56,0-1-1,-75 7 1,-39 8-2843,154-24 2699,-43 13-2084,43-13 1852,0 0 0,0 0 0,0 0 1,0 1-1,0-1 0,0 0 0,0 1 1,1-1-1,-1 1 0,0 0 1,1 0-1,-1-1 0,1 1 0,0 0 1,0 0-1,0 0 0,-2 3 1,2 14-7556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14 6275,'0'0'15121,"-22"-2"-12941,-6-2-1567,6 1-84,0 1 0,1 0 0,-1 2 0,-35 3 0,45-1-217,-1 0 1,0 1-1,1 0 1,-1 2-1,1-1 1,0 1 0,1 1-1,-13 7 1,20-10-274,-1 0 0,1 0 0,-1 0 0,1 1 0,0 0 0,1 0 0,-1 0 0,1 0 0,-1 0 0,1 1 0,1-1 0,-1 1 0,1 0 0,-1 0 0,1 0 0,1 0 0,-1 0 0,1 1 0,0-1 0,0 0 0,0 9 0,1-13-42,-1 1 0,1-1 0,0 1 0,0 0 0,0-1 0,1 1 1,-1-1-1,0 1 0,1-1 0,-1 1 0,1 0 0,-1-1 0,1 0 0,-1 1 1,1-1-1,0 1 0,0-1 0,0 0 0,1 2 0,1-2-24,0 1 0,-1-1 0,1 0 0,0-1 0,0 1 0,0 0 0,0-1 0,0 1 0,0-1 0,4 0 0,15 1-372,0 0 0,37-5 0,-51 3 302,0 0-1,0-1 1,0 0 0,0 0-1,0-1 1,-1 0 0,1 0-1,-1-1 1,0 0-1,10-7 1,-16 10 118,-1 1-1,1 0 1,0-1 0,-1 1-1,1 0 1,-1-1 0,1 1-1,-1 0 1,1-1-1,-1 1 1,0-1 0,1 1-1,-1-1 1,0 1 0,1-1-1,-1 0 1,0 1 0,1-1-1,-1 1 1,0-1 0,0 0-1,0 1 1,0-1-1,0 1 1,0-1 0,0 0-1,0 1 1,0-1 0,0 0-1,0 0 1,-1 0 21,1 1 0,-1-1-1,0 0 1,0 1 0,0-1 0,0 1-1,0-1 1,0 1 0,0 0 0,0-1 0,0 1-1,0 0 1,0 0 0,0-1 0,-2 1 0,-40 0 599,42 1-640,0-1-1,-1 0 0,1 1 0,0-1 0,0 1 1,-1-1-1,1 1 0,0 0 0,0 0 1,0-1-1,0 1 0,0 0 0,0 0 1,0 0-1,0 0 0,1 0 0,-1 0 0,0 0 1,1 0-1,-1 1 0,0-1 0,1 0 1,-1 0-1,1 0 0,0 1 0,-1-1 0,1 0 1,0 3-1,-2 42-536,2-37 220,0-5 27,0 1 0,0 0 0,0 0 0,0-1 1,1 1-1,0 0 0,0-1 0,0 1 0,1 0 1,3 5-1,-3-7-80,0-1 0,0 1 0,0-1 1,0 0-1,1 0 0,-1 0 0,1-1 0,0 1 1,-1 0-1,1-1 0,0 0 0,0 0 0,0 1 1,0-2-1,0 1 0,0 0 0,6 0 0,49 4-7061,14-4-3431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34 9556,'0'0'4602,"-23"-6"881,-74-16-1286,87 20-3582,0 0 0,1 1 0,-1 0 0,-15 1 0,13 1 42,10-2-596,1 1 1,-1 1-1,1-1 1,-1 0-1,1 0 1,0 1-1,-1-1 0,1 0 1,-1 1-1,1 0 1,0-1-1,-1 1 1,1 0-1,0-1 0,0 1 1,-1 0-1,1 0 1,0 0-1,0 0 1,0 0-1,0 1 1,0-1-1,0 2 0,-1 0-27,0 1-1,1-1 0,0 1 0,0-1 0,0 1 0,0-1 1,1 1-1,0 0 0,-1 4 0,2 5-63,0-1-1,0 0 1,1 0-1,6 21 1,-3-20-73,-1 0-1,-1 0 1,0 1 0,0-1-1,-2 1 1,1 0-1,-2 23 1,-1-35 95,1 0-1,-1-1 1,0 1 0,1-1-1,-1 1 1,0-1-1,0 1 1,0-1 0,0 1-1,0-1 1,-1 0 0,1 0-1,0 1 1,0-1 0,-1 0-1,1 0 1,-1 0 0,1-1-1,-1 1 1,0 0-1,1-1 1,-1 1 0,1 0-1,-1-1 1,0 0 0,0 1-1,-2-1 1,-57 4-8,49-4-22,-70 1-1255,51-1-1499,35-10-5574,20-7 472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492 8 10085,'0'0'11303,"-23"-1"-7567,-75-4-962,92 4-2581,1 1-1,-1 0 1,0 0-1,0 0 1,0 1-1,1 0 1,-1 0 0,0 0-1,1 1 1,-1 0-1,1 0 1,0 0-1,-1 1 1,1 0-1,0 0 1,1 0 0,-1 0-1,0 1 1,-3 4-1,5-5-176,1 1 0,0-1-1,1 1 1,-1-1-1,0 1 1,1 0 0,0-1-1,0 1 1,0 0 0,1 0-1,-1 0 1,1 0 0,0 0-1,0 0 1,0-1 0,0 1-1,1 0 1,0 0 0,-1 0-1,2 0 1,-1-1-1,0 1 1,1 0 0,-1-1-1,4 5 1,-1 0-99,1 1 1,-1-1-1,-1 1 0,1 0 1,-1 0-1,-1 0 0,0 1 0,0-1 1,-1 1-1,0-1 0,-1 13 1,-1-19 85,1 0 0,-1-1 1,0 1-1,0-1 0,-1 1 1,1-1-1,0 1 0,-1-1 1,0 0-1,1 0 0,-1 0 1,0 0-1,0 0 0,0 0 1,0 0-1,0-1 1,-1 1-1,1-1 0,-1 1 1,1-1-1,-1 0 0,1 0 1,-1 0-1,1 0 0,-1-1 1,0 1-1,-3 0 0,-12 2 132,0-1-1,0 0 1,-18-2-1,24 0-5,-23 2 194,15-1-150,1-1 1,-31-3-1,49 3-173,1 0 0,0 0 0,0-1 0,-1 1 0,1 0 0,0 0 0,0 0 0,-1-1 0,1 1 0,0 0 0,0 0 0,-1-1 0,1 1 0,0 0 0,0-1 0,0 1 0,0 0 0,0-1 0,0 1 0,-1 0 0,1 0 0,0-1 0,0 1 0,0 0 0,0-1 0,0 1 0,0 0 0,0-1 0,0 1 0,0 0 0,1-1 0,-1 1 0,0 0 0,0-1 0,0 1 0,0 0 0,0-1 0,0 1 0,1 0 0,-1 0 0,0-1 0,0 1 0,0 0 0,1 0 0,-1-1 0,0 1 0,0 0 0,1 0 0,-1 0 0,0-1 0,1 1 0,-1 0 0,1 0 0,4-3-162,0 0 0,0 1 0,0-1 0,0 1 1,1 1-1,-1-1 0,1 1 0,6-1 0,56-5-4716,-23 3-1924,-2-3-8042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7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1361,'-1'6'18543,"1"-5"-18392,18-9-3,1 2 0,0 1 1,0 0-1,0 1 1,0 1-1,0 1 0,26 0 1,-22 2-158,-11-1 11,-1 1 1,1 0-1,0 1 1,0 1-1,21 4 0,-30-5-6,-1 0-1,1 0 1,0 1-1,-1-1 1,1 0-1,-1 1 1,0 0-1,1-1 1,-1 1-1,0 0 0,0 0 1,0 1-1,0-1 1,-1 0-1,1 1 1,-1-1-1,1 1 1,-1-1-1,0 1 0,0-1 1,0 1-1,0 0 1,0 0-1,-1 0 1,1-1-1,-1 1 1,0 0-1,0 0 1,0 4-1,0 0 16,-1 1 0,0-1 0,-1 0 1,0 0-1,0 0 0,0 0 0,-1 0 0,0 0 0,0 0 0,-1-1 1,1 0-1,-2 0 0,1 0 0,-7 7 0,-9 8 53,-1 0-1,-30 21 0,27-22-9,-28 19 442,52-39-471,0 0 1,0 0-1,0 0 1,1 1-1,-1-1 0,0 0 1,0 0-1,0 0 0,0 1 1,0-1-1,0 0 0,1 0 1,-1 0-1,0 0 1,0 0-1,0 1 0,1-1 1,-1 0-1,0 0 0,0 0 1,0 0-1,1 0 0,-1 0 1,0 0-1,0 0 1,0 0-1,1 0 0,-1 0 1,0 0-1,0 0 0,1 0 1,-1 0-1,0 0 0,0 0 1,0 0-1,1 0 1,-1 0-1,0 0 0,0 0 1,0 0-1,1-1 0,-1 1 1,0 0-1,0 0 0,0 0 1,0 0-1,1-1 1,15-1 413,49-16 266,0 3 0,112-10 0,-172 24-833,75-9-3958,-30-5-6738,-25 3 1177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8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0 5410,'0'0'14292,"-7"7"-12440,-19 18-102,2 2 0,-39 53 1,-35 77-159,87-130-1378,11-26-211,0-1 0,0 1 0,0 0 0,1-1 0,-1 1 0,0-1 0,0 1 0,1-1-1,-1 1 1,0 0 0,1-1 0,-1 1 0,1-1 0,-1 0 0,0 1 0,1-1 0,-1 1 0,1-1 0,-1 0 0,1 1-1,-1-1 1,1 0 0,0 1 0,-1-1 0,1 0 0,-1 0 0,1 0 0,0 1 0,-1-1 0,1 0 0,-1 0-1,1 0 1,0 0 0,-1 0 0,1 0 0,0 0 0,-1-1 0,1 1 0,0 0 0,67 1 676,-27 1-377,0-2 0,81-11 0,-96 6 191,-26 5-544,2 0 1796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8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1 768,'0'0'15968,"-3"4"-13933,-5 17 478,1 1 0,1 0 0,-6 43 0,-4 9-1061,14-64-1694,0 0 0,1 0-1,-1 16 1,2-15-4154,0 1-4029,0-9 5493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9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59 464,'0'0'8700,"4"-9"-6726,15-29 126,-11 27 2129,-8 19-118,-1 7-3231,-1 0 0,-1 0 0,0 0 1,-1 0-1,-8 17 0,6-14-271,0 1 1,1 0-1,-2 20 0,3-3-818,1 0 1,2 0-1,5 41 0,-4-74-287,1 1 0,0 0 0,0 0 0,0-1 0,1 1 0,-1 0 0,1-1 0,4 7 0,-5-8-282,1 0-1,-1-1 1,1 1 0,0 0 0,-1 0 0,1-1 0,0 1 0,0-1 0,3 2-1,15 3-11018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0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1921,'1'1'22000,"13"-3"-22206,24-8 218,1 0 1,1 3-1,-1 1 1,1 2-1,66 2 1,-105 2-12,0 1 1,0-1 0,0 0-1,0 0 1,0 0-1,-1 1 1,1-1 0,0 0-1,0 1 1,0-1 0,0 1-1,0-1 1,0 1 0,-1 0-1,1-1 1,0 1 0,-1 0-1,1-1 1,0 1 0,-1 0-1,1 0 1,-1 0 0,2 1-1,-1 1 25,1 1-1,-1-1 0,0 1 1,0-1-1,0 1 0,-1-1 1,1 5-1,-1-2 33,1-1-1,-1 0 0,-1 1 1,1-1-1,-1 0 0,0 1 1,0-1-1,0 0 1,-5 10-1,1-8 14,-2 0-1,1-1 1,-1 1 0,0-1-1,0-1 1,-1 1 0,0-1-1,0-1 1,0 0 0,0 0-1,-1 0 1,-14 3 0,-6 5-78,23-9 5,7-3-7,-1 1 1,0-1 0,0 0-1,0 0 1,0 1 0,0-1-1,0 0 1,0 0 0,0 1-1,0-1 1,0 0 0,1 0-1,-1 0 1,0 1 0,0-1 0,0 0-1,0 0 1,1 0 0,-1 0-1,0 1 1,0-1 0,0 0-1,1 0 1,-1 0 0,0 0-1,0 0 1,1 0 0,-1 0-1,0 0 1,0 0 0,1 0-1,-1 0 1,0 0 0,0 0-1,1 0 1,-1 0 0,0 0-1,0 0 1,1 0 0,-1 0-1,1 0 1,14 2-65,67 13-700,-75-13 648,-1 0 0,0 0 0,1 1-1,-1-1 1,0 1 0,-1 1 0,1-1 0,0 1 0,-1 0 0,7 6 0,-10-8 111,-1 0 0,1 0 0,-1 0 0,1 0 0,-1 0 0,0 0 0,0 0 0,0 0 0,0 1 0,0-1 0,0 0 0,-1 1 0,1-1 0,-1 0 0,0 1 0,1-1 0,-1 1 1,0-1-1,0 1 0,-1-1 0,1 0 0,0 1 0,-1-1 0,0 1 0,0 2 0,-1-2 98,0 1 0,0-1 0,0 0 0,0 0 1,0 0-1,-1 0 0,1 0 0,-1 0 0,0-1 0,1 1 0,-2-1 1,1 1-1,0-1 0,-5 2 0,-9 3 304,1 0 0,-1-2 0,0 0 1,-1-1-1,1-1 0,-1 0 0,-24 0 0,55-4-2529,-1-1-1,0 0 1,0 0 0,0-1-1,21-8 1,12-8-8501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1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120 146 5539,'0'0'13147,"-4"6"-11669,-28 45 1426,13-22-1333,-19 39 1,33-58-1487,1 1 1,0 0-1,1-1 1,0 1-1,0 1 1,1-1-1,1 0 1,-1 13-1,2-22-91,0 0 0,1 1 0,-1-1-1,0 1 1,1-1 0,-1 0 0,1 1 0,0-1-1,0 0 1,0 0 0,0 1 0,0-1 0,0 0-1,1 0 1,-1 0 0,1 0 0,-1 0-1,1-1 1,2 3 0,0-1-24,0-1 0,0 1 0,1-1 1,-1 0-1,0 0 0,1 0 0,0-1 0,-1 0 0,7 2 0,9-1-186,0 0 0,1-1 1,32-4-1,-48 3 155,4-1-14,0 0 0,-1 0 1,1-1-1,-1 0 0,0 0 0,1-1 0,-1-1 0,0 1 0,-1-1 1,1 0-1,-1-1 0,12-9 0,-10 6 33,0-1 0,-1 0 0,0 0 0,0-1 0,-1 0 1,0 0-1,-1 0 0,7-16 0,-5 7 73,-1-1 1,-1 1-1,0-1 1,-2-1 0,0 1-1,-2-1 1,0 0-1,-1 1 1,-1-1-1,-4-28 1,4 45 8,-1 0 1,0 0-1,0 0 1,-1 0-1,1 0 0,-1 0 1,0 1-1,0-1 0,0 1 1,0-1-1,0 1 1,-1 0-1,0 0 0,0 0 1,0 0-1,0 1 1,0-1-1,0 1 0,-1-1 1,1 1-1,-1 0 1,1 1-1,-1-1 0,0 1 1,0-1-1,0 1 0,0 0 1,0 1-1,0-1 1,0 1-1,0-1 0,0 1 1,0 0-1,0 1 1,-7 1-1,10-2-64,0 0 0,0 1 0,0-1 0,1 1 0,-1 0 0,0-1 0,0 1 0,1 0 0,-1-1 0,1 1 0,-1 0-1,1 0 1,-1-1 0,1 1 0,-1 0 0,1 0 0,-1 0 0,1 0 0,0 0 0,0 0 0,0 0 0,-1 0 0,1 0 0,0-1 0,0 1 0,0 0 0,0 0 0,0 0 0,1 0 0,-1 0 0,0 1 0,1 1-222,-1 1 1,1-1 0,0 0-1,-1 0 1,2 0 0,-1 0-1,0 0 1,3 5 0,-1-5-261,0 0 0,0 0 0,0-1 1,1 1-1,-1-1 0,1 0 1,0 1-1,5 1 0,43 13-6716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2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2 9604,'0'0'16659,"-7"-1"-14888,1 1-1617,0-1 0,-1 2 0,1-1-1,0 1 1,0-1 0,1 2 0,-1-1-1,0 1 1,0 0 0,0 0 0,1 0 0,-1 1-1,1 0 1,0 0 0,0 0 0,0 1-1,-5 3 1,7-3-140,-1-1-1,0 1 1,1 0 0,0-1-1,0 1 1,0 1 0,1-1-1,-1 0 1,1 1-1,0-1 1,0 1 0,0 0-1,1 0 1,0-1 0,0 1-1,0 0 1,0 0-1,1 0 1,0 0 0,0 0-1,0 0 1,2 9 0,-1-10-48,0 0-1,1 0 1,0 0 0,-1-1 0,1 1 0,0-1 0,1 1 0,-1-1 0,1 0 0,-1 0 0,1 0 0,0 0 0,0-1 0,0 1 0,5 2-1,7 5-354,1-1 0,19 8 0,-7-3-260,-4-3 1,-17-8 461,1 1-1,-1-1 1,0 1-1,0 1 1,0-1-1,9 10 1,-15-14 198,0 1 1,-1 0 0,1 0 0,-1-1-1,0 1 1,1 0 0,-1 0-1,1 0 1,-1 0 0,0-1 0,0 1-1,1 0 1,-1 0 0,0 0-1,0 0 1,0 0 0,0 0 0,0 0-1,0 0 1,-1-1 0,1 1 0,0 0-1,0 0 1,-1 0 0,1 0-1,0 0 1,-1-1 0,1 1 0,-1 0-1,1 0 1,-1 0 0,1-1 0,-1 1-1,1 0 1,-1-1 0,0 1-1,1-1 1,-1 1 0,-1 0 0,-34 20 1223,28-17-952,-18 9 481,12-7-522,0 1 1,0 1 0,1 0-1,0 1 1,-14 12 0,27-21-315,0 0 0,0 0-1,0 0 1,0 0 0,0 1 0,0-1 0,-1 0 0,1 0 0,0 0 0,0 0-1,0 0 1,0 0 0,-1 0 0,1 0 0,0 0 0,0 0 0,0 0 0,0 0-1,0 0 1,-1 0 0,1 0 0,0 0 0,0 0 0,0 0 0,0 0 0,-1 0-1,1 0 1,0 0 0,0 0 0,0 0 0,0 0 0,0-1 0,-1 1 0,1 0-1,0 0 1,0 0 0,0 0 0,0 0 0,0 0 0,0 0 0,0-1 0,0 1 0,-1 0-1,1 0 1,0 0 0,0 0 0,0 0 0,0-1 0,0 1 0,0 0 0,0 0-1,0 0 1,0 0 0,0-1 0,0 1 0,0 0 0,0 0 0,-2-21-4995,2-13-4086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2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6163,'0'0'22986,"155"-12"-20857,-88 12-848,-3 0-1073,-5 0-208,-9 0 0,-12-7-112,-13 1-1617,-17 2-1280,-8-9-2642,-8-3-2945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1377,'0'0'7203,"1"-4"-6360,0 3-745,-1 0 11,0 0 0,0 0 0,0-1 0,1 1 0,-1 0 0,0 0-1,1 0 1,0 0 0,-1 0 0,1 0 0,-1 0 0,1 0 0,0 0 0,0 0 0,-1 0 0,1 0 0,0 0 0,0 1-1,0-1 1,0 0 0,0 1 0,0-1 0,0 1 0,5-2 7301,11-13-1853,-17 227-37,0 56-7486,11-268-7079,5-3 207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6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3474,'1'1'20090,"-1"0"-20006,0-1 0,0 1 0,0 0 0,0-1 0,0 1 0,0 0 0,0-1 0,0 1 0,0 0 0,0-1 0,0 1 0,-1 0 0,1-1 0,0 1 0,0-1 0,-1 1 0,1 0 0,0-1 0,-1 1 0,1-1 0,-1 1 0,-17 23 2347,-42 41 1,45-51-2173,1 1 0,0 1 1,0 1-1,2-1 0,-21 38 1,31-51-263,1 1-1,-1-1 1,1 1 0,0 0 0,0-1 0,1 1 0,-1 0 0,1 0 0,-1 0 0,2 6 0,-1-9-1,0 1-1,0-1 1,1 1 0,-1-1-1,1 1 1,-1-1 0,1 0-1,0 1 1,0-1 0,-1 0-1,1 1 1,0-1 0,0 0-1,0 0 1,0 0 0,0 0-1,1 0 1,-1 0 0,0 0-1,0 0 1,1 0 0,-1-1 0,0 1-1,1-1 1,-1 1 0,1-1-1,1 1 1,35 6-19,1-1 0,0-3 0,1-1 0,54-4 1,-65 1-43,-14 0-14,-1-1-1,1-1 1,20-5-1,7-3 25,-40 11-838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7700,'0'0'16487,"-69"113"-14454,48-61 128,0-2-384,6-4-705,7-4-607,2-9-369,6-8-96,0-4-193,0-4-1231,0-6-1810,-13-11-10436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7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3298,'0'0'10802,"3"-5"-9175,-1 1-1384,0 1 0,1 0 0,0 0-1,-1 0 1,1 0 0,0 1 0,0-1-1,0 1 1,1 0 0,-1-1 0,1 2 0,-1-1-1,1 0 1,-1 1 0,1-1 0,0 1-1,0 0 1,0 0 0,0 1 0,6-1 0,24-3 847,54 2 0,-79 2-1032,-6 0-49,0 0 1,0 0-1,-1 1 1,1-1-1,0 1 0,-1 0 1,1 0-1,0 0 1,-1 0-1,1 0 0,-1 0 1,0 1-1,1-1 1,-1 1-1,0 0 1,0 0-1,0-1 0,0 1 1,0 1-1,0-1 1,-1 0-1,1 0 0,-1 1 1,1-1-1,-1 1 1,0-1-1,0 1 1,1 3-1,0 2 47,0 0 0,0 0 1,-1 0-1,0 0 0,-1 1 0,0-1 0,0 0 1,-3 15-1,2-19-1,0-1 1,0 1-1,-1 0 1,1 0-1,-1-1 1,0 1-1,0-1 1,-1 1-1,1-1 1,-1 0 0,1 0-1,-7 5 1,-43 31 696,31-25-431,-4 2 160,19-13-229,0 1 0,0-1-1,1 1 1,-1 0 0,1 1 0,-7 7 0,12-12-237,0 0-1,0 1 0,0-1 1,-1 1-1,1-1 1,0 0-1,0 1 1,0-1-1,0 1 1,0-1-1,0 1 1,0-1-1,0 0 0,0 1 1,0-1-1,0 1 1,0-1-1,1 0 1,-1 1-1,0-1 1,0 1-1,0-1 1,1 0-1,-1 1 0,0-1 1,0 0-1,1 1 1,-1-1-1,0 0 1,0 1-1,1-1 1,-1 0-1,1 0 0,-1 1 1,0-1-1,1 0 1,-1 0-1,0 0 1,1 1-1,-1-1 1,1 0-1,-1 0 1,0 0-1,1 0 0,23 7 421,-20-6-303,44 9 350,1-2 1,1-2-1,-1-2 1,66-4-1,-112 0-483,17 0-357,0-1 0,1-1 0,25-6 0,-31 4-1043,-1 0 0,25-11 1,12-13-4083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8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8708,'0'0'8249,"23"0"-6880,172 0 957,-175 0-2060,-13-1-182,0 0-1,-1 1 0,1 0 1,0 0-1,0 1 0,-1 0 1,1 0-1,0 0 0,-1 1 1,1 0-1,-1 0 0,0 1 0,7 4 1,-12-7-59,0 1 0,0 0 1,0 0-1,0 0 0,-1 0 0,1 0 1,0-1-1,-1 1 0,1 1 0,-1-1 1,1 0-1,-1 0 0,1 0 0,-1 0 1,0 0-1,1 0 0,-1 0 0,0 1 1,0-1-1,0 0 0,0 0 0,0 0 1,0 0-1,0 1 0,-1-1 0,1 0 1,0 0-1,-1 0 0,1 0 0,0 0 1,-1 0-1,0 0 0,1 0 0,-1 0 1,1 0-1,-1 0 0,-1 2 0,-2 1 117,-1 1-1,1-1 0,-1 1 0,1-1 0,-10 5 0,-39 22 615,-16 12-29,67-42-720,1 0 0,0 0-1,-1 0 1,1 0 0,0 0 0,0 0-1,-1 0 1,1 0 0,0 1 0,0-1-1,1 0 1,-1 1 0,0-1 0,0 1-1,1-1 1,-1 2 0,1-2-12,0 0 0,0-1 0,0 1 0,0 0 0,0-1 0,0 1 0,1-1 0,-1 1 0,0 0 0,0-1 1,1 1-1,-1-1 0,1 1 0,-1-1 0,0 1 0,1-1 0,-1 1 0,1-1 0,-1 1 0,1-1 0,-1 1 0,1-1 0,0 0 0,-1 1 0,2-1 1,5 3-47,1 0 0,-1-1 0,1-1 0,15 3 0,-21-4 58,1 0-10,15 2-163,0 1-1,-1 0 1,0 1 0,1 1 0,27 12-1,-44-17 157,1 1 0,-1 0 0,1 0 0,-1 0 0,1-1 0,-1 1-1,0 0 1,1 1 0,-1-1 0,0 0 0,0 0 0,0 0 0,0 1 0,0-1-1,0 1 1,0-1 0,-1 1 0,1-1 0,0 1 0,-1-1 0,1 1 0,-1-1-1,0 1 1,1 0 0,-1-1 0,0 1 0,0 0 0,0-1 0,0 1-1,0 0 1,-1-1 0,1 1 0,0-1 0,-1 1 0,1 0 0,-1-1 0,0 1-1,1-1 1,-1 1 0,-1 1 0,-3 4 214,1-1 0,-1 0 0,0 0 0,-1 0 0,1 0 0,-1-1 0,-7 5 0,-1 0 262,1 1-352,-1 0 0,-1-1 0,1-1-1,-31 13 1,50-42-12504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20 2225,'0'0'18246,"-15"6"-15621,0-1-1948,6-2-317,1 0 0,-1 0 0,1 1 0,0 0 0,0 0 0,0 1 0,1 0 0,0 1 0,-12 10 0,10-7 77,0 1 0,0 0 1,1 1-1,1 0 0,0 0 1,-8 16-1,12-20-394,0 0 0,1 1 1,0-1-1,0 1 0,0-1 0,1 1 0,0 0 1,1-1-1,0 1 0,0 0 0,0-1 0,2 10 1,-1-15-52,0 1 1,0-1 0,0 0-1,0 0 1,0 0-1,0 0 1,0 0 0,0 0-1,1-1 1,-1 1 0,1 0-1,-1-1 1,1 1 0,0-1-1,0 1 1,0-1 0,-1 0-1,1 0 1,0 0 0,1 0-1,-1 0 1,0 0 0,0 0-1,0-1 1,0 1 0,1-1-1,1 0 1,9 2-164,0-1 0,-1-1-1,21-1 1,-29 0 104,4 1-68,1-2-1,-1 1 1,0-1 0,0 0 0,0-1-1,0 0 1,0 0 0,0-1 0,-1 0-1,0 0 1,0-1 0,0 0 0,0 0 0,-1 0-1,1-1 1,-2 0 0,1 0 0,9-14-1,-9 10 101,0 0 0,0-1 0,-1 1 0,-1-1 0,1 0 0,-2 0 0,0 0 0,0-1 0,-1 1 0,0-1 0,-1 1 0,-1-1 0,0-14 0,-1 22 62,1 0-1,-1 0 1,0 0 0,-1 0 0,1 0 0,-1 0 0,0 0-1,1 0 1,-2 0 0,1 1 0,-5-6 0,-1 1-3997,-1 3-4326,27 11-1952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3954,'0'0'19049,"-12"3"-17059,-16 4-210,-43 17 0,62-20-1504,0-1 0,1 1 0,-1 1 0,1 0 0,0 0-1,0 1 1,0 0 0,1 0 0,0 1 0,-8 9 0,14-15-265,0 0 0,0 1 1,0-1-1,0 1 0,0 0 1,0-1-1,1 1 0,-1 0 0,0-1 1,1 1-1,-1 0 0,1 0 1,0-1-1,0 1 0,0 0 0,0 0 1,0 0-1,0-1 0,0 1 1,0 0-1,1 0 0,-1 0 0,1-1 1,-1 1-1,1 0 0,0-1 1,0 1-1,-1-1 0,1 1 0,0 0 1,1-1-1,-1 0 0,0 1 1,0-1-1,0 0 0,1 0 0,-1 1 1,1-1-1,1 1 0,7 4-89,0-1 0,0 0 0,0 0 0,22 6 0,-25-8 14,37 9-687,25 9-835,-63-19 1339,0 1-1,-1-1 1,0 1 0,0 0 0,1 0 0,-2 1-1,1 0 1,8 8 0,-11-11 251,-1 1-1,1 0 1,-1-1-1,0 1 1,0 0-1,1 0 1,-1 0 0,-1 0-1,1 0 1,0 0-1,0 0 1,-1 0-1,1 0 1,-1 0 0,0 0-1,1 1 1,-1-1-1,0 0 1,0 0-1,-1 0 1,1 4 0,-2-3 103,1 0 0,0-1 0,-1 1 0,0 0 0,1-1 0,-1 1 0,0-1 0,0 1 0,0-1 0,-1 0 0,1 0 1,-1 0-1,-2 2 0,-9 4 383,-1-1 0,1 0 0,-1 0 0,-22 5 1,-22 11 491,42-15-1180,1-1 1,-1-1-1,0-1 1,-25 4-1,42-9-23,0 0-1,-1 0 0,1 0 1,0 0-1,-1 0 1,1 0-1,0 0 0,-1 0 1,1 0-1,0 0 1,-1 0-1,1-1 1,0 1-1,0 0 0,-1 0 1,1 0-1,0-1 1,0 1-1,-1 0 0,1 0 1,0-1-1,0 1 1,0 0-1,-1 0 0,1-1 1,0 1-1,0 0 1,0-1-1,0 1 0,0 0 1,0-1-1,0 1 1,0 0-1,-1-1 0,1 1 1,0 0-1,1-1 1,-1-16-2258,0 13 394,2-29-7877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7555,'0'0'12342,"126"-27"-7220,-76 22-1696,4 3-1905,-4 0-849,-8 2-480,-10 0-192,-14 0 0,-11 0-528,-30 4-6755,-2 3-849,4-7-6067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2513,'0'0'15333,"5"-1"-11708,188-1 882,-100 3-4190,-81-1-315,-1-1 0,1 2 0,0 0 0,-1 0 0,1 1 0,-1 0 0,0 1 0,15 5 0,-25-7-2,0-1-1,0 0 0,-1 0 0,1 1 1,0-1-1,0 1 0,0-1 0,0 1 1,0-1-1,-1 1 0,1-1 0,0 1 1,0 0-1,-1 0 0,1-1 0,-1 1 1,1 0-1,0 0 0,-1 0 0,1-1 1,-1 1-1,0 0 0,1 0 0,-1 0 1,0 0-1,0 0 0,1 0 0,-1 0 1,0 0-1,0 0 0,0 0 0,0 0 1,0 0-1,0 0 0,-1 0 0,1 0 1,0 0-1,0 0 0,-1 0 0,1-1 1,0 1-1,-1 0 0,0 1 0,-1 1 18,-1 0 0,1-1 1,-1 1-1,1 0 0,-1-1 0,0 0 0,0 0 0,0 0 0,0 0 0,-5 1 0,-33 14 469,-66 15-1,28-10 468,78-21-937,-1-1 0,0 1 1,1-1-1,-1 1 0,0 0 0,1-1 1,-1 1-1,1 0 0,-1 0 1,1 0-1,0 0 0,-1 0 0,1 1 1,0-1-1,0 0 0,0 0 1,0 1-1,0-1 0,0 1 0,0-1 1,-1 4-1,2-4-25,0 1 0,0-1 0,0 1 0,1-1 1,-1 0-1,0 1 0,1-1 0,-1 0 0,1 1 0,-1-1 0,1 0 0,0 0 0,0 1 1,-1-1-1,1 0 0,0 0 0,0 0 0,0 0 0,0 0 0,0 0 0,0 0 0,1-1 0,-1 1 1,0 0-1,0 0 0,0-1 0,2 1 0,28 14-436,42 15-1,-51-23 44,0 2-1,0 0 1,0 2-1,-2 0 1,25 18 0,-41-26 326,-1 0 1,1 1-1,-1 0 1,0-1-1,5 8 1,-7-10 72,-1 0 1,1-1 0,-1 1-1,1 0 1,-1 0-1,1 0 1,-1 0 0,0 0-1,1 0 1,-1-1-1,0 1 1,0 0 0,1 0-1,-1 0 1,0 0-1,0 0 1,0 0-1,0 0 1,-1 0 0,1 0-1,0 0 1,0 0-1,0 0 1,-1 0 0,1 0-1,-1 0 1,1 0-1,0-1 1,-1 1 0,0 0-1,1 0 1,-1 0-1,1-1 1,-1 1-1,0 0 1,1-1 0,-3 2-1,-3 1 158,-1 0 0,0 0 0,0 0-1,0-1 1,0 0 0,0-1 0,-12 2 0,-60 2 1657,33-3-1069,-19 5-687,51-3-2490,43-4-1460,22-4-2968,13-14-4463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3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1 464,'0'0'12184,"-4"0"-9540,4 0-2367,-1 0-1,0 0 1,1 0-1,-1 0 1,0 0-1,1 0 0,-1 0 1,0 0-1,1 0 1,-1 0-1,0 0 1,1 1-1,-1-1 1,0 0-1,1 0 1,-1 1-1,1-1 0,-1 0 1,1 1-1,-1-1 1,0 1-1,1-1 1,-1 0-1,1 1 1,0-1-1,-1 1 0,1 0 1,-1-1-1,1 1 1,0-1-1,-1 1 1,1-1-1,0 1 1,0 0-1,0-1 0,-1 1 1,1 0-1,0-1 1,0 1-1,0 0 1,0 0-1,-6 19 402,-34 64 2279,-31 76-2177,71-160-786,-1 1 0,1-1 0,0 1 0,0-1 0,-1 1 0,1-1 0,0 1 0,0 0 0,0-1 0,0 1 0,0 0 0,0-1 0,0 1 0,0-1 0,0 1 0,0 0 0,0-1-1,0 1 1,0-1 0,0 1 0,1 0 0,-1-1 0,0 1 0,0-1 0,1 1 0,-1-1 0,0 1 0,1-1 0,-1 1 0,1-1 0,-1 1 0,0-1 0,1 0 0,-1 1 0,1-1 0,-1 0 0,1 1 0,-1-1-1,1 0 1,0 1 0,-1-1 0,1 0 0,-1 0 0,2 0 0,32 1-12,-22-2 15,439 1 160,-467-6-1018,10 6-16,-13-2-5067,11-8-3691,3-5 396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5426,'0'0'18681,"-113"125"-14903,88-83-1489,8 0-752,7-5-689,5-5-640,5-7-208,0-4 0,0-5-640,13-3-1169,6-7-2161,0-6-2257,10 0-8099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4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289 154 3426,'0'0'14574,"-18"-4"-11874,5 1-2179,7 1-300,-1 0 0,1 0 0,-1 1 0,0 0 1,0 1-1,1-1 0,-1 1 0,0 0 0,0 1 0,1 0 0,-1 0 0,0 0 0,1 1 0,-1 0 1,1 0-1,0 0 0,-8 5 0,2 0 227,0 1 0,1 1 0,0 0 0,0 1 1,1-1-1,0 2 0,-15 19 0,22-24-381,-1 0-1,0 0 1,1 0-1,0 0 1,1 1 0,0-1-1,0 1 1,0 0-1,0 0 1,1 0-1,0-1 1,1 1 0,0 0-1,0 0 1,0 0-1,1 0 1,0 0 0,2 7-1,-2-10-74,1 0-1,0 0 1,0 0 0,0-1-1,0 1 1,1 0 0,0-1-1,-1 0 1,1 0 0,0 0-1,1 0 1,-1 0 0,0 0-1,1-1 1,0 0-1,-1 0 1,1 0 0,0 0-1,0 0 1,0-1 0,0 1-1,1-1 1,-1 0 0,4 0-1,7 1-168,-1 0-1,0-1 1,1-1-1,-1 0 1,0-1-1,16-2 1,-23 2 55,0-1 1,0 0-1,0 0 0,-1-1 1,1 0-1,-1 0 1,0 0-1,0-1 1,0 1-1,0-2 0,0 1 1,7-8-1,-5 3-33,0-1 0,0 0 0,-1 0 0,0-1 0,-1 1 0,8-19 0,-3 0-43,-2-1-1,0 1 1,-2-2-1,6-57 1,-9-19-816,7 115-3372,9 13-202,12 3-2442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5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 8228,'0'0'9372,"-11"6"-7905,11 2-464,0-8-818,0 1 0,-1-1 0,1 1 1,0-1-1,0 1 0,0-1 0,0 1 1,0-1-1,0 1 0,0-1 0,0 1 0,0-1 1,0 1-1,0-1 0,0 1 0,0-1 1,0 1-1,0-1 0,1 1 0,-1-1 0,0 1 1,0-1-1,0 1 0,1-1 0,-1 1 1,0-1-1,1 0 0,-1 1 0,0-1 0,1 0 1,-1 1-1,1-1 0,-1 0 0,1 1 0,-1-1 1,0 0-1,1 0 0,-1 0 0,1 1 1,-1-1-1,1 0 0,-1 0 0,1 0 0,-1 0 1,1 0-1,-1 0 0,1 0 0,-1 0 1,2 0 1359,-2 2-1046,-1 2-442,1 0 1,-1-1-1,0 1 0,0-1 0,0 0 0,0 1 0,0-1 0,-1 0 1,0 0-1,0 1 0,0-1 0,-4 4 0,-35 36 694,28-29-668,-17 14-83,16-16 0,2 0 0,0 0 0,0 1 0,-9 15 0,20-27 0,1-1 0,0 0 0,-1 1 0,1-1 0,0 1 0,0-1 0,0 1 0,0-1 0,-1 1 0,1-1 0,0 1 0,0-1 0,0 1 0,0-1 0,0 1 0,0-1 0,0 1 0,0-1 0,0 1 0,1-1 0,-1 1 0,0-1 0,0 1 0,0-1 0,0 1 0,1-1 0,-1 1 0,0-1 0,1 0 0,-1 1 0,0-1 0,1 1 0,-1-1 0,0 0 0,1 1 0,-1-1 0,1 0 0,-1 0 0,0 1 0,1-1 0,-1 0 0,1 0 0,-1 0 0,1 1 0,-1-1 0,1 0 0,-1 0 0,1 0 0,-1 0 0,1 0 0,-1 0 0,1 0 0,-1 0 0,1 0 0,0 0 0,40 0 0,-28-1 0,65-1-377,-23 1-215,56 5 0,-110-4 599,0 0-1,0 0 0,-1 0 1,1 0-1,0 0 0,0 0 1,0 0-1,0 0 0,-1 0 1,1 1-1,0-1 0,0 0 1,0 1-1,-1-1 1,1 1-1,0-1 0,-1 1 1,1-1-1,0 1 0,-1-1 1,1 1-1,0 0 0,-1-1 1,1 1-1,-1 0 0,0 0 1,1-1-1,-1 1 0,1 0 1,-1 0-1,0-1 0,0 1 1,1 0-1,-1 0 1,0 0-1,0 0 0,0-1 1,0 1-1,0 0 0,0 0 1,0 0-1,0 0 0,-1 0 1,1-1-1,0 2 0,-1 1 83,-1 0 0,1 0-1,0 0 1,-1 0 0,0 0-1,1 0 1,-1-1 0,0 1-1,0-1 1,-4 4 0,-22 19 57,-40 48 1,33-34-147,31-36-101,0 0 0,0 0 1,0-1-1,0 1 0,-1-1 0,1 1 0,-1-2 1,1 1-1,-1 0 0,0-1 0,0 0 1,0 0-1,1 0 0,-1-1 0,0 1 0,0-1 1,-10-1-1,14 1-145,-1 0 1,1 0 0,-1-1-1,1 1 1,-1 0-1,1-1 1,0 1-1,-1 0 1,1-1 0,-1 0-1,1 1 1,0-1-1,0 0 1,-1 0 0,1 0-1,0 0 1,0 0-1,0 0 1,0 0-1,0 0 1,0 0 0,0 0-1,0 0 1,0-2-1,-1-2-928,0 0 0,0 1 0,0-1 0,1 0 0,-2-10 0,0-30-7395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10389,'0'0'15383,"130"-4"-12614,-86 14-736,8 3-576,-4-5-721,-4 1-736,-9-5 0,-12-4-240,-8 0-993,-48-8-14326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6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0 384,'0'0'3682,"15"9"-3586,-7-7 0,0 0-96,-4-2-352,5 4-833,-7-4-976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1409,'65'17'26748,"-54"-17"-25492,91-6-353,-63 2-910,46 2 0,-84 2 0,1-1 0,-1 1 0,0 0 0,1 0 0,-1 0 0,0 1 0,1-1 0,-1 0 0,0 1 0,1-1 0,-1 0 0,0 1 0,0-1 0,1 1 0,-1 0 1,0-1-1,0 1 0,0 0 0,0 0 0,0 0 0,0 0 0,0 0 0,0 0 0,0 0 0,0 0 0,-1 0 0,1 0 0,0 1 0,-1-1 0,1 0 0,-1 0 0,1 1 0,-1-1 0,0 0 0,0 1 0,1-1 0,-1 0 0,0 1 0,0-1 0,0 0 0,0 1 1,0-1-1,-1 0 0,1 1 0,0-1 0,-1 0 0,1 1 0,-1-1 0,1 0 0,-2 2 0,0 3-6,-1 1 1,-1 0 0,1-1-1,-1 0 1,0 0-1,0 0 1,-1 0-1,-6 5 1,-51 41-79,40-35 3,1 0-1,1 1 1,1 1-1,-24 30 0,42-48 70,0 1 1,0-1-1,0 0 0,1 0 0,-1 0 0,0 0 0,1 1 0,-1-1 0,1 0 0,-1 0 0,1 1 0,0-1 0,0 0 0,-1 1 1,1-1-1,0 0 0,0 1 0,0-1 0,1 3 0,-1-3 11,1 0 0,0 0 0,-1 0 0,1 0 0,0 0 0,-1 0 0,1-1 0,0 1 0,0 0 0,0 0 0,0-1 0,0 1 0,0-1 0,0 1 0,0-1 0,0 1 0,0-1 0,2 1 0,7 1 20,1 0 0,-1-1 1,0-1-1,14 0 0,-8 0 31,36 1-281,66-7-1,-82 1-2457,40-10-1,-19-1-3724,-4-1-4320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7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 8180,'0'0'21802,"-56"102"-21018,41-64-480,0 0-288,3 1-16,4-1-368,-1 2-1185,3 2-2112,-7-1-1810,9-1-5218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2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228 172 5555,'0'0'12584,"-2"-2"-11397,2 1-1108,-1 0 0,1 0-1,-1 1 1,0-1 0,1 0 0,-1 1-1,0-1 1,1 0 0,-1 1 0,0-1-1,0 1 1,0-1 0,1 1 0,-1 0-1,0-1 1,0 1 0,0 0 0,0-1-1,0 1 1,0 0 0,0 0 0,0 0-1,-1 0 1,-29 8 744,15 0-514,-30 20 0,39-23-81,-2 1-181,1 1 0,0-1 0,0 1 0,1 1 0,0 0 0,0 0-1,1 0 1,0 0 0,1 1 0,0 0 0,0 1 0,0-1 0,2 1 0,-1 0 0,1 0-1,0 0 1,1 0 0,0 0 0,1 0 0,0 1 0,1-1 0,0 1 0,0-1 0,1 0-1,4 16 1,-4-21-46,0 1-1,1-1 0,-1 0 0,1 0 1,0-1-1,1 1 0,-1 0 1,1-1-1,0 1 0,0-1 0,0 0 1,1 0-1,-1 0 0,1-1 1,0 1-1,0-1 0,1 0 0,-1 0 1,0 0-1,1-1 0,0 1 0,0-1 1,0 0-1,-1-1 0,2 1 1,-1-1-1,0 0 0,0 0 0,9 0 1,-3-1 9,-1 0 1,0 0 0,0-1-1,1 0 1,-1-1 0,0 0-1,0 0 1,-1-1 0,1-1-1,0 1 1,-1-2 0,0 1-1,0-1 1,12-9-1,-8 2 9,0 0-1,-1-1 0,-1 0 1,0-1-1,-1 0 0,0-1 1,-1 0-1,-1 0 0,0-1 1,-1 0-1,7-25 0,-11 31 1,0 0-1,0-1 1,-1 1-1,-1-1 1,0 0-1,0 1 1,-1-1-1,0 0 1,-1 1-1,0-1 1,-1 0-1,0 1 1,-1 0-1,0-1 1,0 1-1,-1 0 1,-1 1-1,0-1 1,-10-15-1,7 15 58,0 1 0,-1-1 1,0 1-1,-1 1 0,-15-11 0,19 15-41,-1 0 0,1 1-1,0 0 1,-1 0-1,1 0 1,-1 1 0,0 0-1,0 0 1,0 1-1,0 0 1,-9 0-1,16 1-94,-1 0 0,0 1-1,1-1 1,-1 0-1,1 0 1,-1 1 0,1-1-1,-1 0 1,1 1-1,0-1 1,-1 1-1,1-1 1,-1 1 0,1-1-1,0 1 1,-1-1-1,1 1 1,0-1 0,0 1-1,-1-1 1,1 1-1,0 0 1,0-1 0,0 1-1,0-1 1,0 1-1,0 0 1,0-1-1,0 1 1,0-1 0,0 1-1,0 0 1,0 0-1,3 24-2751,-3-25 2657,0 3-415,1 1-1,0-1 0,0 0 0,0 0 0,0 0 0,0 0 0,1-1 0,-1 1 0,3 3 0,29 25-7182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2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8 1217,'0'0'18445,"3"-3"-16241,1-2 2781,-8 8-2085,-21 15-1383,-33 34-1797,46-40 330,1 2 1,-17 25-1,25-34-70,1 0 1,-1 0-1,1 0 0,0 0 1,0 1-1,1-1 0,0 0 1,-1 1-1,2-1 0,-1 1 1,1-1-1,0 12 0,1-16 16,-1 0 0,0 1 0,1-1-1,0 0 1,-1 0 0,1 0 0,0 0-1,-1 0 1,1 0 0,0 0-1,0 0 1,0 0 0,0 0 0,0 0-1,0 0 1,0 0 0,0-1 0,0 1-1,3 0 1,27 11 14,-23-9-7,20 5 48,0 0 0,1-3 0,50 5-1,90-6 48,-138-4-94,-3-3 40,-27 3-28,0-1 0,-1 1 0,1 0-1,0 0 1,0 0 0,0-1 0,0 1-1,-1 0 1,1-1 0,0 1-1,0-1 1,-1 1 0,1-1 0,0 1-1,-1-1 1,1 1 0,0-1 0,-1 0-1,1 1 1,-1-1 0,1 0-1,-1 0 1,1 1 0,-1-1 0,0 0-1,1-1 1,-1 1 86,0-22-27611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0 4978,'0'0'19673,"-106"59"-18728,95-28-321,5-2-80,2 3-432,2-5-112,2-2-544,0 2-801,0 0-1984,0-2-2642,4-2-3809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13 3458,'0'0'11733,"5"-2"-9575,1-1-1207,6-3 183,-1 4 5220,-20 2-3737,-6 1-2381,1-1 1,0 2-1,0 0 0,-21 6 1,28-6-256,1 0 0,-1 0 1,1 1-1,0 0 0,0 0 1,0 1-1,0 0 0,1 0 1,-1 0-1,1 0 0,-9 10 1,13-12-86,-1 0 0,1 0 1,-1-1-1,1 1 0,0 0 0,0 0 1,0 0-1,0 1 0,0-1 0,0 0 1,1 0-1,-1 0 0,1 1 0,-1-1 1,1 0-1,0 0 0,0 1 0,0-1 1,0 0-1,1 1 0,-1-1 0,0 0 1,1 0-1,0 1 0,-1-1 0,1 0 1,0 0-1,0 0 0,0 0 0,1 0 1,-1 0-1,0 0 0,1 0 0,-1-1 1,1 1-1,0 0 0,2 1 0,6 5-201,1 0-1,0-1 0,1 0 0,-1-1 0,15 5 0,-18-7 401,121 58-634,-128-62 547,-1 0 0,1 0 1,-1 0-1,1 1 0,-1-1 0,0 0 0,1 0 0,-1 1 0,1-1 0,-1 0 0,0 1 0,1-1 1,-1 0-1,1 1 0,-1-1 0,0 0 0,0 1 0,1-1 0,-1 1 0,0-1 0,0 1 0,1-1 0,-1 0 1,0 1-1,0-1 0,0 1 0,0-1 0,0 1 0,0-1 0,0 1 0,0-1 0,0 1 0,0-1 1,0 1-1,0-1 0,0 1 0,0-1 0,0 1 0,0-1 0,-1 1 0,1-1 0,0 1 0,0-1 0,0 1 1,-1-1-1,1 0 0,0 1 0,-1-1 0,1 0 0,0 1 0,-1-1 0,1 0 0,-1 1 0,0-1 0,-29 18 1650,23-15-1298,-10 7 1063,-30 24 0,7-1-2653,39-31 799,-1-1-1,1-1 0,-1 1 1,1 0-1,-1 0 0,1 0 1,-1-1-1,0 1 0,1-1 0,-1 1 1,-2-1-1,3 0 0,0 1 0,0-1-1,0 0 1,0 0 0,0 0 0,0-1-1,0 1 1,0 0 0,0 0 0,0 0 0,1-1-1,-1 1 1,0 0 0,0-1 0,0 1-1,0-1 1,0 1 0,1-1 0,-1 0 0,0 1-1,1-1 1,-1 0 0,0 1 0,0-2-1,-8-25-9392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13398,'0'0'11637,"117"-36"-10292,-60 36-336,1 0-401,-3 0-112,-16 0-464,-13 0-32,-16 4-160,-10-2-1121,-6 0-6066,-24-2 16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6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9 64,'0'0'13331,"-9"1"-11783,-35 0 618,18-1 3685,229-10-4680,-201 10-1155,0 0-1,-1 0 1,1 0 0,0 0 0,0 0-1,0 0 1,0 1 0,0-1-1,0 1 1,-1-1 0,1 1-1,0 0 1,0 0 0,-1 0-1,1 0 1,0 0 0,-1 0 0,1 0-1,-1 0 1,0 1 0,1-1-1,-1 1 1,0-1 0,0 1-1,0-1 1,0 1 0,0 0 0,0-1-1,0 1 1,0 0 0,-1 0-1,1-1 1,-1 1 0,0 0-1,1 0 1,-1 0 0,0 4 0,0-1 41,0-1 1,-1 1 0,0 0 0,0 0 0,0 0-1,0 0 1,-1 0 0,0-1 0,0 1 0,0-1 0,0 1-1,-1-1 1,-4 6 0,-15 13 82,-1-2 0,0 0 0,-37 23 0,46-33-129,13-10-13,0-1 0,1 0 0,-1 1-1,0-1 1,1 0 0,-1 1 0,1-1 0,-1 1 0,1 0 0,-1-1 0,1 1-1,-1-1 1,1 1 0,-1 0 0,1-1 0,0 1 0,-1 0 0,1-1 0,0 1-1,0 0 1,0-1 0,-1 1 0,1 0 0,0 0 0,0-1 0,0 1 0,0 0 0,0 0-1,1 0-5,0 1 0,-1-1-1,1 0 1,0-1 0,0 1 0,-1 0-1,1 0 1,0 0 0,0 0-1,0-1 1,0 1 0,0 0-1,0-1 1,0 1 0,2 0 0,45 12-160,-47-13 172,40 6-363,-1-3 0,77-2 0,-53-2-2037,15-3-3575,3-15-3596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6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2593,'0'0'20794,"0"6"-20074,0 11-480,-2 8 48,-6 8 209,-5-2-289,5 5-208,-1-3-16,1-1-689,6-1-943,2-4-2114,0-8-4242,0 0-2177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19 5282,'0'0'15954,"0"0"-15933,0 0-1,0 0 0,-1 0 0,1 0 0,0 0 1,0-1-1,0 1 0,0 0 0,0 0 0,-1 0 1,1-1-1,0 1 0,0 0 0,0 0 0,0 0 1,0-1-1,0 1 0,0 0 0,0 0 0,0-1 0,0 1 1,0 0-1,0 0 0,0 0 0,0-1 0,0 1 1,0 0-1,0 0 0,0-1 0,0 1 0,0 0 1,0 0-1,0 0 0,0-1 0,1 1 0,-1 0 1,0 0-1,0 0 0,0-1 0,0 1 0,0 0 1,1 0-1,-1 0 0,0 0 0,0 0 0,0-1 1,1 1-1,-1 0 0,0 0 0,0 0 0,0 0 1,1 0-1,-1 0 0,0 0 0,0 0 0,1 0 0,-1 0 1,0 0-1,0 0 0,0 0 0,1 0 0,-1 0 1,0 0-1,1 0 0,11-3 7,1 0 0,0 2 0,0-1 0,0 1 0,1 1 0,16 2 0,3-1 64,-2-2-12,-13 0-55,1 0 0,-1 2 0,22 3 1,-36-4-9,-1 1 0,1-1 0,-1 1 0,1 0 0,-1 1 0,0-1 0,1 0 0,-1 1 0,0 0 0,0 0 0,0 0 0,0 0 0,0 0 0,0 1 0,-1-1 0,1 1 0,-1 0 0,0-1 0,1 1 0,-1 0 0,2 7 0,-3-9 18,0 1-1,0 0 0,0 1 0,0-1 1,-1 0-1,1 0 0,-1 0 0,0 0 1,0 0-1,0 1 0,0-1 0,0 0 1,0 0-1,0 0 0,-1 0 0,1 0 1,-1 1-1,1-1 0,-1 0 0,0 0 1,0 0-1,0 0 0,0-1 0,0 1 0,-1 0 1,1 0-1,-2 1 0,-3 2 163,0 0 0,-1-1 0,0 1 0,1-2-1,-1 1 1,-9 3 0,-25 14 386,41-20-612,-1-1 0,1 0-1,0 1 1,-1-1-1,1 0 1,0 1-1,0-1 1,-1 1 0,1-1-1,0 1 1,0-1-1,0 0 1,0 1 0,0-1-1,-1 1 1,1-1-1,0 1 1,0-1-1,0 1 1,0-1 0,0 1-1,0-1 1,1 0-1,-1 1 1,0-1 0,0 1-1,0-1 1,0 1-1,0-1 1,1 1 0,-1-1-1,0 0 1,0 1-1,1-1 1,-1 0-1,0 1 1,1-1 0,-1 0-1,0 1 1,1-1-1,-1 0 1,0 1 0,1-1-1,-1 0 1,1 0-1,0 1 1,21 11-953,-21-11 992,118 66-437,-103-56 433,0 1 1,-1 0-1,0 1 1,23 28-1,-36-40 16,0 1 0,-1 0-1,1 0 1,-1 0-1,0 0 1,0 0-1,0 0 1,1 0-1,-2 0 1,1 0-1,0 0 1,0 1 0,-1-1-1,1 0 1,-1 1-1,0-1 1,0 0-1,0 1 1,0-1-1,-1 5 1,0-5 81,0 0 0,0 0 0,0 0 0,0 0 0,-1 0 0,1 0 1,-1 0-1,0-1 0,1 1 0,-1 0 0,0-1 0,0 1 0,0-1 0,0 0 0,0 0 0,-4 2 1,-7 2 468,-1-1 1,1-1 0,0 0-1,-1 0 1,-22 0 0,-98-1 2389,63-3-2206,70 1-1035,15 4-2425,14 7-22,-16-6-113,-1-1-1,24 6 1,-1-6-6058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2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2209,'4'-2'13973,"13"-7"-12478,-7 4-786,0 1 1,1 0-1,-1 0 0,1 1 0,0 0 0,0 1 0,20-2 0,83 3-895,-65 2 441,-48-1-257,1 0 1,-1 0 0,0 0-1,1 0 1,-1 0-1,1 0 1,-1 0 0,0 1-1,1-1 1,-1 0-1,0 1 1,0-1 0,1 1-1,-1 0 1,0-1-1,0 1 1,0 0 0,1 0-1,-1 0 1,0-1-1,0 1 1,0 0 0,-1 1-1,1-1 1,1 1-1,-1 0 16,-1 1-1,1-1 0,-1 0 1,1 0-1,-1 1 0,0-1 1,0 0-1,0 0 0,0 1 1,-1-1-1,1 0 0,-1 0 1,0 5-1,-3 3 135,0-1 0,0 1 0,-1-1 0,0 0 0,-9 12 0,-58 60 716,19-23-419,53-57-445,-1-1 0,1 0 0,-1 1 0,1-1 0,-1 1 0,1-1 0,0 0 0,-1 1 0,1-1 0,0 1 0,0-1 0,-1 1 0,1 0 0,0-1 0,0 1 0,0-1 0,0 1 0,-1-1 0,1 1 0,0-1 0,0 1 0,0 0 0,0-1 0,0 1 0,0-1 0,1 1 0,-1-1 0,0 1 0,0 0 0,0-1 0,1 1 0,-1-1 0,0 1 0,2 0-1,-1 0 1,0 0 0,1 0 0,-1 0 0,0-1 0,1 1 0,-1 0 0,1-1 0,-1 1 0,1-1 0,-1 0 0,3 1 0,60 1 102,-52-3-24,126 3 232,41-1-677,-61-4-5469,-83-1-1346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2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0 320,'0'0'23579,"-21"31"-21738,2-1-144,0 1-545,3-4-384,3 7-511,3-3-257,3-2-48,3 5-385,4-7-1071,0 0-1442,0-8-1776,0-11-3666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3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5715,'0'0'13024,"21"-3"-12778,-1-2-143,4 0 80,0 1-1,1 1 0,33 0 0,-16 2 77,-24 0-116,-1 0 0,0 1 0,0 1 0,20 4 0,-36-5-126,0 0 1,-1 1 0,1-1-1,0 0 1,-1 0-1,1 1 1,0-1-1,-1 0 1,1 1 0,0-1-1,-1 0 1,1 1-1,-1-1 1,1 1 0,-1-1-1,1 1 1,-1 0-1,1-1 1,-1 1-1,0-1 1,1 1 0,-1 0-1,0-1 1,0 1-1,1 0 1,-1-1-1,0 1 1,0 0 0,0-1-1,0 1 1,0 0-1,0 0 1,0-1-1,0 1 1,0 0 0,0-1-1,0 1 1,0 0-1,0 0 1,-1-1 0,1 1-1,-1 0 1,0 2 109,0 0 1,0 0 0,-1-1-1,0 1 1,1 0 0,-1-1-1,0 0 1,-4 5 0,-10 5 900,-32 19 1,36-24-749,-1 1 0,1 0 0,1 0 0,-1 2 0,-15 16 0,26-25-304,0 0-1,0 0 0,0 0 0,0 0 0,0 1 0,1-1 0,-1 0 0,1 0 0,-1 1 0,1-1 0,-1 0 0,1 1 1,-1-1-1,1 1 0,0-1 0,0 1 0,0-1 0,0 0 0,0 1 0,0-1 0,0 1 0,0-1 0,1 0 0,-1 1 1,1-1-1,-1 1 0,1-1 0,-1 0 0,1 0 0,0 1 0,-1-1 0,1 0 0,0 0 0,0 0 0,0 0 0,0 0 1,0 0-1,0 0 0,0 0 0,1 0 0,-1 0 0,2 0 0,7 6-289,1-2 0,0 1-1,0-1 1,14 4 0,-4-1-88,-14-5 230,0 1-1,-1-1 0,1 1 0,-1 1 0,0-1 1,10 10-1,-14-12 162,0 0 1,-1 1 0,1-1-1,0 1 1,-1 0 0,1-1-1,-1 1 1,0 0 0,0 0-1,0 0 1,0-1 0,0 1-1,-1 0 1,1 0-1,-1 0 1,0 0 0,0 0-1,0 1 1,-1 3 0,0-4 108,0-1 0,0 1 0,0-1 1,-1 1-1,1-1 0,0 0 0,-1 0 1,0 0-1,1 0 0,-1 0 0,0 0 1,0 0-1,0-1 0,-1 1 0,1 0 1,0-1-1,0 0 0,-5 2 0,-51 19 1835,47-18-1597,-33 8 812,32-10-1000,0 1-1,0 0 1,1 1 0,-22 10-1,70-33-19129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4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209 138 3009,'0'0'16432,"-12"-7"-15280,-43-23-359,52 29-720,0 1 1,0-1 0,0 0 0,-1 1-1,1-1 1,0 1 0,-1 0-1,1 0 1,0 1 0,0-1-1,-1 1 1,1-1 0,0 1-1,0 0 1,0 0 0,0 0-1,0 1 1,0-1 0,0 1-1,0-1 1,0 1 0,1 0 0,-1 0-1,1 1 1,-1-1 0,1 0-1,0 1 1,0-1 0,-3 6-1,-1 1 81,0 0-1,0 1 0,1 0 0,0 0 0,1 0 1,0 0-1,-3 13 0,5-12-133,-1 0 0,2 1 0,-1-1-1,1 1 1,1-1 0,0 1 0,2 13 0,-1-22-26,0 0 0,-1 0 0,1 0 0,0 0 0,0 0 0,0 0 0,1-1 0,-1 1 0,1 0 0,0 0 0,-1-1 0,1 1 0,0-1 0,1 0 0,-1 0 0,0 1 0,1-1 0,-1-1 0,1 1 0,-1 0 0,1-1 0,0 1 0,0-1 0,0 0 0,0 0 0,0 0 0,0 0 0,0 0 0,5 0 0,1 0 18,-1-1 0,1 0 0,-1 0 0,1-1 0,-1 0 0,1-1 0,-1 1 0,0-2 1,1 1-1,-1-1 0,0 0 0,-1-1 0,1 0 0,-1 0 0,8-5 0,-4 0 15,1-1 0,-1 0 0,-1 0 0,0-1-1,0 0 1,-1-1 0,14-24 0,-17 25 11,-1 0 1,0 0-1,-1-1 0,0 1 1,-1-1-1,0 0 1,1-15-1,-1-10 236,-2-38-1,-1 47-225,0 26-819,23 13-13556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5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8 8180,'0'0'16218,"4"-2"-13950,4-1-1273,-4 1 590,-7 4 51,-15 15 249,-34 33-1885,17-18 0,2 1 0,-29 40 0,61-72 0,-1 0 0,1 0 0,0 1 0,0-1 0,0 0 0,0 1 0,1-1 0,-1 1 0,0-1 0,0 1 0,1-1 0,-1 1 0,1-1 0,0 1 0,-1 0 0,1-1 0,0 1 0,0 0 0,0-1 0,0 1 0,0 0 0,0-1 0,1 1 0,-1 0 0,0-1 0,1 1 0,0-1 0,-1 1 0,1-1 0,0 1 0,0-1 0,-1 1 0,1-1 0,0 0 0,0 1 0,1-1 0,-1 0 0,0 0 0,0 0 0,1 0 0,-1 0 0,0 0 0,1 0 0,-1 0 0,1-1 0,1 2 0,9 2 0,0 1 0,1-1 0,-1-1 0,23 3 0,-29-5 0,60 6 0,131-2 0,-127-6 0,-64 1 0,0 0 0,-1-1 0,1 0 0,0 0 0,0 0 0,-1-1 0,1 0 0,8-3 0,-8 2 0,-2 2-283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5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0 11637,'0'0'21130,"-117"128"-21130,107-82 0,5-2 0,5-2 0,0-5 0,7-5-2273,18-12-1873,6-5-1953,15-15-4225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6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1 3762,'-3'0'25586,"-1"3"-26297,-51 78 1321,-11 14-230,43-60-361,22-33-30,1-1-1,-1 1 1,0 0-1,0 0 0,1 0 1,-1 0-1,1 0 1,0 0-1,0 0 0,-1 0 1,1 0-1,1 0 1,-1 1-1,0-1 0,0 0 1,1 0-1,0 3 0,1-4-7,0 0-1,1 0 0,-1 0 0,0 0 0,0 0 1,0-1-1,0 1 0,1-1 0,-1 1 0,0-1 1,0 0-1,1 0 0,-1 0 0,0 0 0,5-1 0,-1 0-9,30 0 1,-15 0-312,0 1 0,0 0 0,28 5 0,-45-4 376,0-1 0,0 1 0,0 0 0,0 0 0,0 1 0,0-1 0,0 1 0,0 0 1,-1 0-1,1 0 0,-1 1 0,1-1 0,-1 1 0,0 0 0,0 0 0,0 0 0,0 0 1,-1 0-1,1 0 0,-1 1 0,0 0 0,3 5 0,0 10 150,0-1 1,-1 1-1,-1 0 0,-1-1 1,0 28-1,-2-44-172,0 0-1,-1-1 1,0 1 0,1-1 0,-1 1-1,0-1 1,0 0 0,0 1-1,0-1 1,0 0 0,0 0 0,0 1-1,-1-1 1,1 0 0,0 0-1,-1 0 1,1 0 0,0-1 0,-1 1-1,1 0 1,-1-1 0,1 1-1,-1-1 1,0 1 0,1-1 0,-1 0-1,0 1 1,-1-1 0,-50 5 371,52-5-378,-286 5 588,286-5-753,7-10-6894,11-1 5404,-12 8 426,53-37-9441,-27 14 3668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7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 1985,'0'0'17304,"-5"-4"-13669,5 4-3578,0 0 0,0 0 0,0 0-1,0 0 1,0 0 0,0 0 0,1 0 0,-1 0 0,0 0 0,0 0 0,0 0 0,0 0-1,0 0 1,0 0 0,0 0 0,0 0 0,0 0 0,1 0 0,-1 0 0,0 0 0,0 0 0,0 0-1,0 0 1,0 0 0,0-1 0,0 1 0,0 0 0,0 0 0,0 0 0,0 0 0,0 0-1,1 0 1,-1 0 0,0 0 0,0 0 0,0-1 0,0 1 0,0 0 0,0 0 0,0 0 0,0 0-1,0 0 1,0 0 0,0 0 0,0 0 0,0-1 0,0 1 0,0 0 0,0 0 0,0 0-1,0 0 1,0 0 0,-1 0 0,1 0 0,0 0 0,0 0 0,0-1 0,0 1 0,0 0 0,0 0-1,0 0 1,0 0 0,0 0 0,0 0 0,0 0 0,81-1 789,-9-1-388,110 13-1,-171-8 570,-9 5-8306,-2-5 4569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22.12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88 2849,'24'0'14359,"355"6"-14281,218-6-169,-491-9 103,-1-6 0,131-34 1,-181 40 481,0 2 0,1 3 0,107 5 1,-57 1 5934,-44-2-3345,83 11-3105,-91-6 41,75-2-1,-101-3 494,-36 0-702,-43 1-1221,-100-6-8358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19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4338,'0'0'15877,"18"-1"-14720,57-6 172,82-17 0,-96 11-1065,2 1-212,-1-3-1,78-29 1,-126 35 142,-23 6 400,-25 6-198,26-1-385,1 0-1,0 0 1,1 1-1,-1 0 1,0 0-1,1 1 1,0 0-1,0 0 1,0 1-1,-7 6 1,9-7-9,1 0 1,-1-1 0,1 1-1,0 0 1,0 0-1,1 1 1,-1-1 0,1 1-1,0-1 1,0 1 0,1 0-1,-1-1 1,1 1-1,0 0 1,0 0 0,0 6-1,1-8-63,0-1-1,0 1 0,0-1 1,0 1-1,0-1 0,0 1 1,1-1-1,-1 0 0,1 1 1,-1-1-1,1 1 1,0-1-1,0 0 0,3 5 1,-2-6-241,0 0 1,1 0 0,-1 0-1,1 0 1,-1 0-1,1 0 1,-1-1 0,1 1-1,-1-1 1,1 1 0,0-1-1,-1 0 1,1 0-1,3-1 1,24-1-4504,1-9-3038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19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11 11477,'0'0'17080,"-17"-10"-16952,21 20-128,4-2-96,1 1-1136,-3-3-1394,9 0-1392,-3-1-3361,7-1-4178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19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9012,'0'0'17000,"147"4"-16184,-91-4-464,0 0-159,1 0-193,-13 0-241,-17 0-639,-14 2-417,-13 0-543,-3 4-882,-26 5-943,-11 1-2210,-8 1-1793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1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6611,'0'0'15351,"138"10"-14407,-79-10-671,8 0-273,8 0-849,4 0-2624,3 0-3667,0-8-4129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0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1 8852,'0'0'16263,"-10"21"-13816,-85 163 2526,25-69-4722,35-62-260,-40 88-1,53-96 10,11-24 0,2 0 0,0 0 0,-10 38 0,20-62-18,0 0-1,0 0 1,0 0-1,1 0 1,-1 0-1,1 1 1,-1-1 0,3-2-1,20-22-4763,-4 5-3519,-9 5 2917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0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6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2593,'0'0'19743,"3"0"-19258,1 0-378,1 0 0,-1 0 0,1 1 0,-1-1 0,0 1 0,1 0 0,-1 0 0,0 1 0,0-1 0,0 1 0,0 0 0,0 0 0,0 0 0,0 0 0,-1 1 0,1 0 0,-1-1 0,0 1 0,0 1 0,0-1 0,0 0 0,0 1 0,-1-1 0,1 1 0,-1 0 0,0 0 0,0 0 0,1 6 0,0-3-54,-1-1 1,-1 1-1,1 1 1,-1-1-1,0 0 0,-1 0 1,0 11-1,0-16-43,0-2-231,2-24-2218,-2 11 1909,2 6 471,1 1 0,-1 0-1,1 0 1,1 0 0,-1 1 0,1-1 0,0 1 0,0 0 0,0 0 0,1 0 0,0 1 0,0-1 0,0 1 0,1 0 0,-1 1 0,1-1 0,0 1 0,0 0 0,0 1 0,0-1-1,8-1 1,7-2 282,0 0-1,1 2 1,0 0-1,44 0 1,47 4 2130,-112 0-2285,1 0 0,-1 0 0,1 0 0,-1 1 0,1-1 0,-1 1 0,1-1 0,-1 1 0,1-1 0,-1 1 0,1 0 0,-1 0 0,0 0 0,0 0 1,1 0-1,-1 0 0,0 0 0,0 0 0,0 0 0,0 0 0,0 1 0,0-1 0,-1 0 0,1 1 0,0-1 0,-1 0 0,1 1 0,-1-1 0,1 1 0,-1-1 0,1 3 0,0 6 139,0-1 0,-1 0 0,0 1-1,-1 11 1,0 2-707,6-23-2006,25 0-2416,16 0-2252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9156,'0'0'13801,"16"-12"-12912,-4 4-729,1-2-32,1 0 1,0 1-1,1 0 1,0 1-1,0 1 0,24-8 1,-37 15 639,-11 10 43,6-5-773,0 1 1,1-1-1,-1 0 0,1 1 1,1-1-1,-1 1 0,1 0 1,0 0-1,0 0 0,0-1 1,1 1-1,0 0 0,0 0 1,1 0-1,0 0 0,0 0 0,0-1 1,4 11-1,-4-12-199,1 0 0,-1 0 0,1 0 0,0-1 0,1 1 0,-1-1 0,1 1 1,-1-1-1,1 0 0,0 0 0,0 0 0,0 0 0,1-1 0,-1 1 0,1-1 0,-1 0 0,1 0 0,0 0 0,0-1 0,0 1 0,0-1 0,0 0 0,0 0 0,0 0 0,0 0 0,9-1 0,-10 0-379,0 0 0,-1 0-1,1 0 1,0-1 0,0 1-1,0-1 1,0 0-1,-1 0 1,1 0 0,0 0-1,-1 0 1,1 0 0,0-1-1,-1 1 1,0-1-1,1 0 1,-1 0 0,0 0-1,4-4 1,19-29-8910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7652,'0'0'17736,"17"-66"-19513,42 66-2065,14-3-4978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9588,'0'0'16443,"-10"27"-14539,-4 10-1239,-6 13 449,-15 58-1,2 62 339,2-7-2407,25-142-479,-1 1 1,-1-1-1,0 0 1,-2 0-1,-12 21 0,3-19-5214,4-17-3791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7587,'0'0'11688,"26"1"-8913,183 22-355,-145-15-2530,0-2 1,126-5 0,-188-1 62,1 0 1,-1 0-1,1-1 0,-1 1 1,1-1-1,-1 1 1,0-1-1,1 0 1,-1 0-1,0 0 0,0 0 1,0 0-1,0 0 1,0-1-1,0 1 1,0-1-1,0 1 0,0-1 1,2-3-1,-2 2 6,-1-1-1,1 1 0,-1-1 0,1 1 0,-1-1 1,0 1-1,0-1 0,-1 0 0,1 0 1,-1 0-1,0-6 0,-1 8 74,1 0-1,-1 0 1,1 0 0,-1 0-1,0 0 1,1 0 0,-1 1-1,0-1 1,0 0 0,0 1 0,-1-1-1,1 1 1,0-1 0,-1 1-1,1-1 1,-1 1 0,1 0-1,-1 0 1,0 0 0,1 0-1,-1 0 1,0 0 0,0 0-1,1 0 1,-1 1 0,0-1-1,0 1 1,0 0 0,0-1-1,-2 1 1,-10-2 365,1 0-1,-28 0 1,-79 2 857,118 0-1210,0 0 0,-1 0 0,1 0 0,0 0 0,0 0 0,0 1 0,0-1 0,0 0 0,0 1 0,0 0 0,0-1 0,0 1 0,0 0 0,0 0 0,0 0 0,1 0 0,-1 1 0,0-1 0,1 0 0,-1 1 0,1-1 0,-1 1 0,1-1 0,0 1 0,-1 0 0,1 0 0,0-1 0,-1 4 0,0 1-13,1 1 1,0 0-1,0 0 0,1-1 0,-1 1 0,1 0 0,2 13 1,0-13-148,-1 0-1,1 0 1,1 1 0,-1-1 0,1-1 0,0 1 0,1 0 0,0-1 0,0 0-1,0 1 1,1-2 0,-1 1 0,1 0 0,8 6 0,-5-5-886,1 0 1,-1-1 0,1 0 0,0 0-1,1 0 1,-1-2 0,1 1-1,0-1 1,18 5 0,22-4-7494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1969,'0'0'24408,"4"11"-22617,-1-1-1378,1 1-31,-1-1 1,1 0-1,1 0 1,0-1-1,10 16 0,-14-24-423,0 0-1,0 0 1,0 0-1,0 0 1,1-1-1,-1 1 1,0 0-1,0 0 1,1-1-1,-1 1 1,0-1-1,1 1 1,-1-1-1,0 1 1,1-1-1,-1 0 1,1 0-1,-1 0 1,1 0-1,-1 0 1,1 0-1,-1 0 1,0 0-1,1 0 1,2-2-1,39-16-1823,-27 10 1549,7-3-464,-16 6 684,1 1 0,0 1 0,0-1-1,1 1 1,-1 0 0,1 1 0,16-3 2931,-10 12-2168,-11-3-706,0-1-1,1 0 1,-1 0-1,1-1 1,0 1-1,-1-1 1,1 0-1,0 0 1,0-1-1,0 1 1,1-1-1,-1 0 1,0 0-1,0-1 1,1 0-1,-1 0 1,0 0-1,1 0 1,-1-1-1,0 0 1,10-3-1,8-3-478,0-1-1,0-1 1,28-15-1,-48 23 504,21-11-199,-11 6 368,0 0 0,20-14 0,-34 28 5304,7 6-4587,9 12-2067,-12-24 710,0 1 0,0 0 0,0-1 0,0 0 0,0 1 0,1-1 0,-1 0 0,1-1 0,-1 1 0,1-1 0,5 2 0,1-1-2221,-1-1 1,0 0-1,17 0 0,17-1-8607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15 7027,'0'0'18030,"-19"-3"-14567,-6-1-2653,9 1-270,0 1 0,0 0-1,-20 1 1,35 1-518,1 0-1,-1 1 1,1-1 0,-1 0-1,1 0 1,0 1 0,-1-1-1,1 0 1,-1 0-1,1 1 1,0-1 0,-1 1-1,1-1 1,0 0 0,0 1-1,-1-1 1,1 1-1,0-1 1,0 0 0,0 1-1,-1-1 1,1 1 0,0-1-1,0 1 1,0-1 0,0 1-1,0-1 1,0 1-1,0-1 1,0 1 0,0 0-1,0 22-89,1-14 82,13 121-1033,-14-129 1015,0 0 0,0 0 0,-1 1 0,1-1 0,0 0 0,-1 0 0,1 0 0,-1 0 0,1 0 0,-1 0 0,1 0 0,-1 0 0,0 0 0,0 0 0,1-1 0,-1 1 0,0 0 0,0 0 0,0-1 0,0 1 0,0 0 0,0-1 0,0 1 0,0-1 0,0 1 0,0-1 0,0 0 0,0 1 0,-1-1 0,1 0 0,0 0 1,0 0-1,-1 0 0,-50 1 153,35-2-118,0 1-30,1 0-961,-1 0-1,-19-4 0,30 3-213,0 0-1,0-1 1,0 0 0,0 0-1,-8-4 1,-17-14-8255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2593,'0'0'9164,"5"-3"-7421,14-10-9,-18 13-1668,-1 1-1,0-1 1,1 0 0,-1 0 0,0 0 0,1 0 0,-1 0 0,0 1 0,0-1-1,1 0 1,-1 0 0,0 0 0,0 1 0,1-1 0,-1 0 0,0 0 0,0 1-1,1-1 1,-1 0 0,0 1 0,0-1 0,0 0 0,0 0 0,0 1 0,0-1-1,1 0 1,-1 1 0,0-1 0,0 0 0,0 1 0,0-1 0,0 0 0,0 1 0,0-1-1,0 0 1,0 1 0,-1-1 0,1 0 0,0 1 0,0-1 0,0 0 0,0 1-1,0-1 1,-1 1 0,1 1 310,-17 362 6089,6-276-7417,-3 0 0,-30 95 0,42-176 49,-9 28-57,3-21-2385,-1-8-4925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8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2513,'0'0'8786,"-7"9"-7231,-2 1-1135,7-6-301,-1 0 0,0 0 1,0-1-1,-1 1 0,1-1 0,-1 0 1,1 0-1,-1 0 0,0-1 1,0 1-1,-8 2 0,-38 22 899,2 1-1,1 3 1,-66 56-1,88-68-698,12-9-157,-29 25 382,40-33-539,0 0-1,1 0 0,-1 0 1,0 0-1,0 0 1,1 1-1,0-1 0,-1 1 1,1-1-1,0 1 1,0-1-1,0 1 0,0 0 1,1-1-1,-1 4 0,31-8-316,-19-6 313,0 0 0,0 0 0,-1-1-1,0-1 1,0 0 0,-1 0 0,11-17 0,16-15-37,0 5-27,1 2 0,65-47 0,-101 81 124,1-1 1,0 1 0,0-1 0,0 1 0,-1 0 0,1 0 0,1 0 0,-1 0 0,0 1 0,0-1 0,0 0-1,0 1 1,0-1 0,1 1 0,-1 0 0,0 0 0,0 0 0,1 0 0,-1 0 0,0 1 0,0-1 0,0 0-1,1 1 1,-1 0 0,0-1 0,0 1 0,0 0 0,0 0 0,4 3 0,-1 2 262,1 0 1,-1 0 0,0 0-1,0 1 1,-1 0-1,7 13 1,3 4-26,11 12 206,2-1 0,43 43 0,-36-42-782,-24-20-1360,-7-4-5621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70 109 1553,'0'0'11736,"12"-18"-9759,37-56-35,-37 59 3643,-12 15-5563,0 0 0,0-1 0,0 1 0,0 0 1,0 0-1,1 0 0,-1 0 0,0 0 0,0 0 0,0 0 0,0 0 0,0 0 0,0 0 0,0 0 0,1 0 0,-1 0 0,0 0 0,0 0 0,0 0 0,0 0 0,0 0 0,0 0 0,0 0 0,1 0 0,-1 0 0,0 0 0,0 0 0,0 0 0,0 0 0,0 0 0,0 0 0,0 0 0,1 0 0,-1 0 0,0 0 0,0 0 0,0 0 1,0 0-1,0 0 0,0 0 0,0 1 0,0-1 0,0 0 0,0 0 0,0 0 0,1 0 0,-1 0 0,0 0 0,0 0 0,0 0 0,0 1 0,0-1 0,-1 15-880,1-14 1219,-3 42 229,-2 1-1,-2-1 1,-23 80 0,-4 19 293,-3 50 5,8-67-3785,30-136-4869,-2-15 3367,0 0 434,1-19-2345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8 192,'0'5'17589,"-3"19"-16391,0-18-989,-1 0-1,0 0 0,-1-1 1,1 1-1,-1-1 0,0 0 1,-1-1-1,1 1 0,-1-1 0,-11 7 1,-9 2-27,-35 15 1,25-13-116,24-10-157,-1 1-1,1 0 1,0 0 0,0 1-1,0 1 1,1 0-1,1 0 1,-1 1-1,-9 11 1,54-17-364,-26-3 476,1-1 0,0-1 0,-1 0 0,1 0 0,-1 0 1,0-1-1,0 0 0,0-1 0,12-6 0,8-8-193,30-23 1,-42 29-32,-1 1 140,0-1 1,-1 0 0,0-1 0,-1-1 0,-1 0 0,0-1 0,0 0 0,10-21 0,-24 52 3424,4 21-2636,-1-13 25,-1-17-593,1 0 0,0 0-1,0 0 1,1 0 0,0-1-1,0 1 1,1-1 0,-1 1-1,1-1 1,1 0 0,-1 0 0,7 8-1,-2-4-666,0 0-1,1 0 1,1-1 0,-1-1-1,21 15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 3778,'0'0'13753,"-3"7"-10325,-41 96-1569,-24 64 657,39-38-1924,-1 1-383,29-127-252,0 0 0,0 0 0,0 0 0,0-1 0,0 1 0,-1 0 0,1-1 0,-1 1 0,-2 2 0,-8-1-4335,8-11-2091,2-12 2243,2 18 3342,0-22-4494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3009,'0'0'10645,"-5"5"-9241,-15 12-118,-1-1 0,0-1 1,-1-1-1,-25 11 1,35-20-1219,1 1 0,-1-1 0,1 2 0,0 0 0,1 0-1,-1 1 1,2 0 0,-1 0 0,1 2 0,0-1 0,1 1 0,0 0 0,1 0 0,-9 16 0,80-70 300,-8 0-329,-27 21-30,1 0-1,58-33 0,-87 56 76,1-1 1,-1 0-1,1 0 0,-1 1 1,1-1-1,0 1 0,-1 0 0,1-1 1,0 1-1,-1 0 0,1 0 0,0 0 1,-1 0-1,1 0 0,0 1 1,0-1-1,-1 0 0,1 1 0,-1-1 1,1 1-1,0 0 0,-1-1 0,1 1 1,-1 0-1,1 0 0,-1 0 1,0 0-1,1 0 0,-1 0 0,0 1 1,0-1-1,0 0 0,0 1 1,0-1-1,0 1 0,0-1 0,0 2 1,5 9 194,-1-1 0,0 1 0,-1 0 0,3 15 0,1 1 896,-3-16-810,1 0 0,-1 0-1,13 17 1,-15-25-170,0 0 0,0 0 0,0 0 1,1 0-1,-1-1 0,1 1 0,0-1 1,0 0-1,0 0 0,0 0 0,1-1 1,5 3-1,-8-5-139,-2 2-56,0 0-53,0-2-342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10117,'0'0'12998,"-21"111"-8436,2-42-1953,-2 10-1152,6 7-817,1 0-464,3-3-176,3-12-560,0-20-753,-1-20-624,5-16-944,2-15-625,2-11-1200,0-35-3202,0-19-1296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9364,'0'0'4867,"18"-14"327,-7 5-4358,-4 2-416,1 1 0,0-1 0,1 1 0,0 1 0,0 0-1,0 0 1,0 1 0,1 0 0,0 0 0,0 1 0,0 1 0,0-1 0,17 0 0,8 1 434,1 2-1,-1 2 1,36 5 0,-60-5-791,0 0-1,-1 1 1,1 0 0,-1 0-1,1 1 1,-1 1 0,0 0-1,0 0 1,-1 1 0,0 0 0,0 0-1,0 1 1,15 16 0,-22-21-62,0 0 0,-1 0 0,1 0 0,0 1 0,-1-1 0,0 1 0,1-1 0,-1 1 0,0-1 1,0 1-1,0 0 0,-1-1 0,1 1 0,-1 0 0,1 0 0,-1-1 0,0 1 0,0 0 0,0 0 0,-1-1 1,1 1-1,-2 5 0,1-5 2,-1 0 1,0 0-1,0 0 1,0 0 0,0 0-1,0-1 1,0 1-1,-1-1 1,1 0 0,-1 1-1,0-1 1,1-1-1,-1 1 1,0 0 0,0 0-1,0-1 1,0 0-1,-5 2 1,-34 8-56,0-1-1,-75 7 1,-39 8-2843,154-24 2699,-43 13-2084,43-13 1852,0 0 0,0 0 0,0 0 1,0 1-1,0-1 0,0 0 0,0 1 1,1-1-1,-1 1 0,0 0 1,1 0-1,-1-1 0,1 1 0,0 0 1,0 0-1,0 0 0,-2 3 1,2 14-7556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14 6275,'0'0'15121,"-22"-2"-12941,-6-2-1567,6 1-84,0 1 0,1 0 0,-1 2 0,-35 3 0,45-1-217,-1 0 1,0 1-1,1 0 1,-1 2-1,1-1 1,0 1 0,1 1-1,-13 7 1,20-10-274,-1 0 0,1 0 0,-1 0 0,1 1 0,0 0 0,1 0 0,-1 0 0,1 0 0,-1 0 0,1 1 0,1-1 0,-1 1 0,1 0 0,-1 0 0,1 0 0,1 0 0,-1 0 0,1 1 0,0-1 0,0 0 0,0 9 0,1-13-42,-1 1 0,1-1 0,0 1 0,0 0 0,0-1 0,1 1 1,-1-1-1,0 1 0,1-1 0,-1 1 0,1 0 0,-1-1 0,1 0 0,-1 1 1,1-1-1,0 1 0,0-1 0,0 0 0,1 2 0,1-2-24,0 1 0,-1-1 0,1 0 0,0-1 0,0 1 0,0 0 0,0-1 0,0 1 0,0-1 0,4 0 0,15 1-372,0 0 0,37-5 0,-51 3 302,0 0-1,0-1 1,0 0 0,0 0-1,0-1 1,-1 0 0,1 0-1,-1-1 1,0 0-1,10-7 1,-16 10 118,-1 1-1,1 0 1,0-1 0,-1 1-1,1 0 1,-1-1 0,1 1-1,-1 0 1,1-1-1,-1 1 1,0-1 0,1 1-1,-1-1 1,0 1 0,1-1-1,-1 0 1,0 1 0,1-1-1,-1 1 1,0-1 0,0 0-1,0 1 1,0-1-1,0 1 1,0-1 0,0 0-1,0 1 1,0-1 0,0 0-1,0 0 1,-1 0 21,1 1 0,-1-1-1,0 0 1,0 1 0,0-1 0,0 1-1,0-1 1,0 1 0,0 0 0,0-1 0,0 1-1,0 0 1,0 0 0,0-1 0,-2 1 0,-40 0 599,42 1-640,0-1-1,-1 0 0,1 1 0,0-1 0,0 1 1,-1-1-1,1 1 0,0 0 0,0 0 1,0-1-1,0 1 0,0 0 0,0 0 1,0 0-1,0 0 0,1 0 0,-1 0 0,0 0 1,1 0-1,-1 1 0,0-1 0,1 0 1,-1 0-1,1 0 0,0 1 0,-1-1 0,1 0 1,0 3-1,-2 42-536,2-37 220,0-5 27,0 1 0,0 0 0,0 0 0,0-1 1,1 1-1,0 0 0,0-1 0,0 1 0,1 0 1,3 5-1,-3-7-80,0-1 0,0 1 0,0-1 1,0 0-1,1 0 0,-1 0 0,1-1 0,0 1 1,-1 0-1,1-1 0,0 0 0,0 0 0,0 1 1,0-2-1,0 1 0,0 0 0,6 0 0,49 4-7061,14-4-3431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34 9556,'0'0'4602,"-23"-6"881,-74-16-1286,87 20-3582,0 0 0,1 1 0,-1 0 0,-15 1 0,13 1 42,10-2-596,1 1 1,-1 1-1,1-1 1,-1 0-1,1 0 1,0 1-1,-1-1 0,1 0 1,-1 1-1,1 0 1,0-1-1,-1 1 1,1 0-1,0-1 0,0 1 1,-1 0-1,1 0 1,0 0-1,0 0 1,0 0-1,0 1 1,0-1-1,0 2 0,-1 0-27,0 1-1,1-1 0,0 1 0,0-1 0,0 1 0,0-1 1,1 1-1,0 0 0,-1 4 0,2 5-63,0-1-1,0 0 1,1 0-1,6 21 1,-3-20-73,-1 0-1,-1 0 1,0 1 0,0-1-1,-2 1 1,1 0-1,-2 23 1,-1-35 95,1 0-1,-1-1 1,0 1 0,1-1-1,-1 1 1,0-1-1,0 1 1,0-1 0,0 1-1,0-1 1,-1 0 0,1 0-1,0 1 1,0-1 0,-1 0-1,1 0 1,-1 0 0,1-1-1,-1 1 1,0 0-1,1-1 1,-1 1 0,1 0-1,-1-1 1,0 0 0,0 1-1,-2-1 1,-57 4-8,49-4-22,-70 1-1255,51-1-1499,35-10-5574,20-7 472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492 8 10085,'0'0'11303,"-23"-1"-7567,-75-4-962,92 4-2581,1 1-1,-1 0 1,0 0-1,0 0 1,0 1-1,1 0 1,-1 0 0,0 0-1,1 1 1,-1 0-1,1 0 1,0 0-1,-1 1 1,1 0-1,0 0 1,1 0 0,-1 0-1,0 1 1,-3 4-1,5-5-176,1 1 0,0-1-1,1 1 1,-1-1-1,0 1 1,1 0 0,0-1-1,0 1 1,0 0 0,1 0-1,-1 0 1,1 0 0,0 0-1,0 0 1,0-1 0,0 1-1,1 0 1,0 0 0,-1 0-1,2 0 1,-1-1-1,0 1 1,1 0 0,-1-1-1,4 5 1,-1 0-99,1 1 1,-1-1-1,-1 1 0,1 0 1,-1 0-1,-1 0 0,0 1 0,0-1 1,-1 1-1,0-1 0,-1 13 1,-1-19 85,1 0 0,-1-1 1,0 1-1,0-1 0,-1 1 1,1-1-1,0 1 0,-1-1 1,0 0-1,1 0 0,-1 0 1,0 0-1,0 0 0,0 0 1,0 0-1,0-1 1,-1 1-1,1-1 0,-1 1 1,1-1-1,-1 0 0,1 0 1,-1 0-1,1 0 0,-1-1 1,0 1-1,-3 0 0,-12 2 132,0-1-1,0 0 1,-18-2-1,24 0-5,-23 2 194,15-1-150,1-1 1,-31-3-1,49 3-173,1 0 0,0 0 0,0-1 0,-1 1 0,1 0 0,0 0 0,0 0 0,-1-1 0,1 1 0,0 0 0,0 0 0,-1-1 0,1 1 0,0 0 0,0-1 0,0 1 0,0 0 0,0-1 0,0 1 0,-1 0 0,1 0 0,0-1 0,0 1 0,0 0 0,0-1 0,0 1 0,0 0 0,0-1 0,0 1 0,0 0 0,1-1 0,-1 1 0,0 0 0,0-1 0,0 1 0,0 0 0,0-1 0,0 1 0,1 0 0,-1 0 0,0-1 0,0 1 0,0 0 0,1 0 0,-1-1 0,0 1 0,0 0 0,1 0 0,-1 0 0,0-1 0,1 1 0,-1 0 0,1 0 0,4-3-162,0 0 0,0 1 0,0-1 0,0 1 1,1 1-1,-1-1 0,1 1 0,6-1 0,56-5-4716,-23 3-1924,-2-3-8042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6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0 384,'0'0'3682,"15"9"-3586,-7-7 0,0 0-96,-4-2-352,5 4-833,-7-4-976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13398,'0'0'11637,"117"-36"-10292,-60 36-336,1 0-401,-3 0-112,-16 0-464,-13 0-32,-16 4-160,-10-2-1121,-6 0-6066,-24-2 16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50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79 1681,'0'0'11378,"-10"-5"-9582,-30-16-179,39 21-1560,1 0 1,0 0-1,-1-1 1,1 1-1,0 0 1,0 0-1,-1-1 1,1 1-1,0 0 1,-1-1-1,1 1 1,0 0-1,0-1 1,0 1-1,-1 0 1,1-1-1,0 1 1,0 0-1,0-1 1,0 1-1,0 0 1,0-1-1,0 1 1,0-1-1,0 1 1,0 0-1,0-1 1,0 1 0,0-1-1,0 1 1,0 0-1,0-1 1,0 1-1,0-1 1,0 1-1,1 0 1,-1-1-1,0 1 1,0 0-1,1-1 1,-1 1-1,0 0 1,0-1-1,1 1 1,-1 0-1,0 0 1,1-1-1,-1 1 1,0 0-1,1 0 1,-1 0-1,0 0 1,1-1-1,-1 1 1,20-10 1432,-19 9-1365,13-4 495,1 0 1,0 1-1,0 1 0,0 0 1,27 0-1,-11 2-223,57 5 0,-64 0-334,-1 1-1,0 1 0,0 1 0,-1 1 0,0 0 0,0 2 0,-1 1 0,0 0 0,-1 2 0,32 25 0,-48-34-66,-1-1 0,0 0 0,0 1 0,0 0 0,0 0-1,-1 0 1,0 0 0,1 0 0,-1 0 0,2 10-1,-3-12 4,0 1 0,-1 0 0,0-1-1,1 1 1,-1 0 0,0 0-1,0 0 1,0-1 0,-1 1-1,1 0 1,-1 0 0,0-1 0,1 1-1,-1 0 1,0-1 0,-1 1-1,1-1 1,0 1 0,-3 3-1,-1 0 17,-1-1 0,1 0 0,-1 1 0,0-2-1,0 1 1,0-1 0,-11 6 0,-54 22 50,12-7-54,55-23-32,-22 13 60,26-15-46,-1 1 0,1-1 0,0 0 0,-1 0-1,1 1 1,-1-1 0,1 0 0,0 1 0,-1-1-1,1 0 1,0 1 0,0-1 0,-1 1 0,1-1-1,0 1 1,0-1 0,0 1 0,-1-1 0,1 0 0,0 1-1,0-1 1,0 1 0,0-1 0,0 1 0,0-1-1,0 1 1,0-1 0,0 1 0,0-1 0,0 1-1,0-1 1,1 1 0,-1-1 0,0 1 0,0-1-1,0 1 1,1-1 0,-1 0 0,0 1 0,0-1-1,1 1 1,-1-1 0,0 0 0,1 1 0,-1-1-1,1 0 1,-1 1 0,0-1 0,2 0 0,13 9-227,2 0 0,-1-2 0,33 11 0,2 0 46,-16-5 173,-1 2-1,0 2 1,-1 1-1,0 1 0,-2 2 1,34 29-1,-60-45 11,0 0 0,-1 0 0,0 0-1,0 1 1,0 0 0,0 0 0,-1 0 0,5 12-1,-7-15 13,0-1 0,0 1-1,0-1 1,-1 1-1,1-1 1,-1 1-1,0-1 1,0 1 0,0-1-1,0 1 1,0 0-1,-1-1 1,1 1-1,-1-1 1,0 1 0,1-1-1,-1 0 1,0 1-1,0-1 1,-1 0-1,1 1 1,0-1 0,-1 0-1,1 0 1,-1 0-1,-3 2 1,-2 1 138,0 0 0,0 0 0,-1-1 0,0-1 0,0 1 1,0-1-1,0 0 0,0-1 0,-1 0 0,-8 1 0,-17 2 905,-39 0-1,57-5-738,-31 2 472,-48-4 1,93 1-926,0 1 1,0 0-1,0-1 0,0 0 0,0 1 1,0-1-1,0 0 0,1 0 0,-1 0 1,0 0-1,0 0 0,1-1 1,-1 1-1,1-1 0,-1 1 0,1-1 1,-1 1-1,1-1 0,0 0 0,0 1 1,0-1-1,0 0 0,0 0 1,0 0-1,1 0 0,-1 0 0,0-3 1,0-2-1880,-1 0 1,1 0 0,1 0 0,0 0 0,0 0 0,1-12-1,6-15-10571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50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54 139 2481,'0'0'17184,"0"10"-13137,0 41-130,0 27-2215,0-77-1700,0 0 0,0 0 1,-1 0-1,1 0 0,0 0 1,0 0-1,-1-1 0,1 1 0,-1 0 1,1 0-1,-1 0 0,1 0 1,-1-1-1,1 1 0,-1 0 1,0-1-1,1 1 0,-1 0 0,0-1 1,0 1-1,1-1 0,-1 1 1,0-1-1,0 1 0,0-1 1,0 0-1,0 1 0,0-1 0,1 0 1,-1 0-1,0 0 0,0 1 1,0-1-1,0 0 0,0 0 1,0-1-1,0 1 0,0 0 0,0 0 1,0 0-1,0-1 0,0 1 1,0 0-1,1-1 0,-1 1 1,0-1-1,0 1 0,0-1 0,1 1 1,-1-1-1,0 1 0,0-1 1,1 0-1,-1 0 0,1 1 1,-1-1-1,0-1 0,-2-4-21,1-1 0,0 1 1,0-1-1,1 1 0,0-1 0,0 0 0,0 1 0,1-13 1,1 6 9,0 0 1,0 1 0,6-25-1,-5 30 9,1 0-1,0 0 0,0 0 1,1 0-1,0 0 0,0 1 1,0 0-1,1 0 1,0 0-1,0 0 0,0 1 1,1 0-1,0 0 0,0 0 1,0 1-1,1 0 0,-1 0 1,1 0-1,0 1 0,11-4 1,-3 2-828,0 1 0,1 1 0,22-3 0,50 2-9730,-50 4 1679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51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168 614 2689,'0'0'19158,"-9"-11"-17493,-28-36-355,35 45-1267,0 0 0,0 0 0,0 0 0,0 0 0,0 0 0,0 1 0,-1-1 0,1 1 0,0 0 0,-1-1 0,1 1 0,-1 0 0,1 1 0,-1-1 0,0 0 0,1 1 0,-1-1-1,0 1 1,0 0 0,1 0 0,-1 0 0,0 0 0,1 0 0,-1 1 0,0-1 0,1 1 0,-1 0 0,0 0 0,1 0 0,-1 0 0,1 0 0,-1 0 0,1 1 0,0-1 0,0 1 0,0 0 0,-1 0 0,2-1 0,-1 1 0,0 0 0,0 1 0,1-1 0,-1 0 0,1 0 0,-1 1 0,0 2 0,-1 6-31,0-1 1,0 1-1,1 0 1,1 0-1,0 0 1,0-1-1,2 15 1,-1-15-4,0-9-10,0 1-1,0 0 1,1-1-1,-1 1 1,1-1-1,-1 1 1,1-1 0,0 1-1,-1-1 1,1 1-1,0-1 1,0 0 0,0 1-1,0-1 1,0 0-1,1 0 1,-1 1-1,0-1 1,0 0 0,1-1-1,-1 1 1,1 0-1,-1 0 1,1 0-1,-1-1 1,1 1 0,-1-1-1,1 1 1,-1-1-1,1 0 1,0 0 0,-1 1-1,1-1 1,2-1-1,1 2-53,1-1 0,-1 0 1,0-1-1,1 1 0,-1-1 0,0 0 0,0 0 0,0-1 0,0 0 0,10-4 0,-1-4-132,1 0 1,-2-2-1,1 1 0,-1-1 0,14-19 0,55-76-548,-75 97 660,12-18-62,-1 0-1,-2-2 1,-1 0 0,-2-1-1,-1 0 1,-1-1 0,-1 0-1,-2 0 1,-2-1 0,-1-1 0,-1 1-1,-2-62 1,-1 88 252,-2-10 1741,1 16-1802,0 1 1,0 0-1,0-1 1,0 1-1,0 0 1,0 0-1,-1-1 1,1 1-1,0 0 1,0 0-1,0 0 1,0-1-1,0 1 1,-1 0-1,1 0 1,0 0-1,0-1 1,0 1-1,-1 0 1,1 0 0,0 0-1,0 0 1,0 0-1,-1-1 1,1 1-1,0 0 1,0 0-1,-1 0 1,1 0-1,0 0 1,-1 0-1,1 0 1,0 0-1,0 0 1,-1 0-1,1 0 1,0 0-1,0 0 1,-1 0-1,1 0 1,0 0-1,0 1 1,-1-1 0,1 0-1,0 0 1,0 0-1,0 0 1,-1 1-1,-1 0 50,1 1 0,-1-1 0,1 1 0,-1-1 0,1 1 0,0 0 0,-1 0 0,1 0 0,0 0 0,0 0-1,0 0 1,1 0 0,-1 0 0,0 0 0,1 0 0,0 1 0,-1-1 0,1 0 0,0 2 0,-2 6 280,-13 93 1189,-4 105 0,0 9-1638,14-139 143,5-44-4643,-1-34 4167,1 1 0,0 0 0,0 0 0,0-1 1,0 1-1,1 0 0,-1-1 0,0 1 0,0 0 0,0-1 1,1 1-1,-1 0 0,0-1 0,0 1 0,1-1 1,-1 1-1,1 0 0,-1-1 0,0 1 0,1-1 1,-1 1-1,1-1 0,-1 1 0,1-1 0,0 0 1,0 1-1,16 6-10258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59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1553,'0'0'15940,"18"1"-13675,283 28 2351,-286-27-4540,7 0-3,-1 2-1,38 11 0,-57-14-71,0 0 0,0 0 0,0 0 0,-1 1 0,1-1 0,-1 1 0,1-1 0,-1 1 0,0-1 0,1 1 0,-1 0 0,0-1 0,0 1 0,0 0 0,0 0 0,0 0 0,-1 0 0,1 0 0,-1 0 0,1 0 0,-1 0 0,0 0 0,0 0 0,1 0 0,-2 1-1,1-1 1,0 3 0,-1 4 13,0-1-1,0 1 0,-1-1 0,0 1 1,-5 10-1,-1-3 9,0 0 0,-2-1 0,0 0 0,-17 20 0,-2 3 39,28-37-62,0 0 1,1 0 0,-1 1 0,0-1-1,0 0 1,1 1 0,-1-1 0,0 1-1,1-1 1,0 0 0,-1 1-1,1-1 1,0 3 0,0-4-3,0 1-1,0-1 1,0 1 0,0-1 0,0 1 0,1-1-1,-1 1 1,0-1 0,0 1 0,1-1-1,-1 1 1,0-1 0,1 0 0,-1 1 0,0-1-1,1 1 1,-1-1 0,1 0 0,-1 1-1,1-1 1,-1 0 0,0 0 0,1 1 0,0-1-1,4 1-21,0 0 0,0 0 0,0 0-1,0-1 1,0 0 0,6 0 0,0 0 16,134-8-1372,1-16-4628,-53-1-1175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59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13094,'0'0'17352,"-23"79"-16344,10-33-575,3 2-369,4 1-64,-1-8-96,7-3-1025,0-11-1168,0-10-2241,19-15-3778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0.5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1393,'0'0'13142,"5"-4"-11312,15-11 451,0 6 5256,9 6-7089,-19 3 387,21-1-485,10-1-150,42 4 0,-72-2-212,-1 1-1,0 1 0,0 0 1,0 0-1,0 1 1,0 1-1,-1-1 0,1 1 1,13 9-1,-22-12-7,1 0 1,-1 0-1,1 0 0,-1 0 1,0 0-1,0 0 0,1 0 1,-1 0-1,0 0 0,0 1 1,0-1-1,-1 1 0,1-1 1,0 1-1,0-1 0,-1 1 0,1-1 1,-1 1-1,1-1 0,-1 1 1,0 0-1,1-1 0,-1 1 1,0 0-1,0-1 0,0 1 1,-1-1-1,1 1 0,0 0 1,0-1-1,-1 1 0,0 2 0,-1-1 13,0 0 0,1 0 0,-1 0 0,0-1-1,-1 1 1,1-1 0,0 1 0,-1-1 0,1 0-1,-1 0 1,0 0 0,0 0 0,1 0 0,-6 1 0,-21 9 70,20-10-57,1 2 0,-1-1 0,1 1-1,-1 0 1,-7 6 0,15-9-21,1-1-1,-1 1 1,0-1-1,1 1 1,-1-1-1,1 1 1,-1-1 0,1 1-1,-1-1 1,1 1-1,-1-1 1,1 1-1,-1 0 1,1-1-1,0 1 1,0 0-1,-1 0 1,1-1-1,0 1 1,0 0 0,0-1-1,-1 1 1,1 0-1,0 0 1,0-1-1,0 1 1,1 0-1,-1 0 1,0-1-1,0 1 1,0 0-1,0 0 1,1-1-1,-1 1 1,0 0 0,1-1-1,-1 1 1,0 0-1,1-1 1,-1 1-1,1-1 1,-1 1-1,1 0 1,-1-1-1,1 0 1,0 1-1,-1-1 1,1 1 0,0-1-1,-1 0 1,2 1-1,38 18-624,-38-19 630,11 5-192,-1 0 0,0 0 0,0 1 0,0 1 0,0 0 0,19 16 0,-27-20 178,-1 0 1,0 0-1,0 0 1,0 1-1,-1-1 1,1 1-1,-1 0 1,0-1-1,0 1 1,0 0-1,0 0 1,-1 0 0,1 1-1,-1-1 1,0 0-1,-1 0 1,1 1-1,-1-1 1,0 0-1,0 1 1,0-1-1,0 1 1,-1-1-1,0 0 1,-1 7-1,0-8 169,1 1 0,-1 0-1,0-1 1,0 0-1,0 1 1,0-1 0,-1 0-1,1 0 1,-1 0-1,0 0 1,0 0 0,0-1-1,0 0 1,0 1 0,-1-1-1,1 0 1,-1 0-1,1-1 1,-1 1 0,0-1-1,0 0 1,0 0 0,-6 1-1,-9 1 803,-1-1-1,0-1 0,-30-1 1,22-1-344,2 1-740,19 0-1795,19 0-1564,14 0-880,6 0-1071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1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2657,'0'0'13212,"-2"7"-12079,-8 35-205,2 0-1,1 0 0,-1 79 0,8-118-924,0 0 0,1 1 0,0-1 0,-1 0 0,1 0 0,0 0 0,0 0 0,1 0 0,-1-1 0,0 1 0,1 0 0,0 0 0,0-1 1,0 1-1,0-1 0,0 0 0,0 1 0,1-1 0,-1 0 0,1-1 0,-1 1 0,1 0 0,0-1 0,0 1 0,-1-1 0,1 0 0,0 0 0,0 0 0,0 0 0,1 0 0,3 0 0,0 0 20,-1 0-1,1-1 0,-1 1 0,1-1 0,0 0 0,-1-1 0,1 0 0,-1 0 1,1 0-1,-1-1 0,1 0 0,-1 0 0,0 0 0,8-5 0,-7 1 74,0 0 1,0 0-1,-1 0 0,0-1 0,0 0 0,-1 0 0,0 0 0,0-1 0,0 0 0,-1 0 1,-1 0-1,1 0 0,-1-1 0,2-10 0,-1 5 228,-1 0 1,-1 0-1,0-1 1,-1 1-1,-1-1 1,0 1-1,-1-1 1,-2-14-1,-9 5 1316,7 16-3459,38 5-20046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2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1 2497,'0'0'17461,"-6"11"-15756,-9 18-926,-2 0 0,0-2 0,-37 44 0,-55 35-365,107-104-408,1-1 0,-1 0-1,1 1 1,-1 0 0,1-1 0,0 1 0,0 0 0,0 0-1,0-1 1,0 1 0,0 0 0,1 0 0,-1 0 0,1 0-1,-1 0 1,1 0 0,0 0 0,0 1 0,0-1 0,0 0 0,0 3-1,1-3-2,0 0-1,0 0 0,0 0 0,0-1 0,0 1 0,0 0 0,1-1 1,-1 1-1,1-1 0,-1 1 0,1-1 0,-1 0 0,1 0 1,0 0-1,-1 0 0,1 0 0,0 0 0,0 0 0,0-1 1,0 1-1,3 0 0,28 5 513,1-1 1,-1-2-1,0-2 0,53-3 0,-12 0 196,-13 2-402,-60 0-330,-1 0 0,0 0 0,1 0 0,-1 0 0,0-1 0,1 1 0,-1 0 0,0 0 0,1 0 0,-1-1 0,0 1-1,0 0 1,1 0 0,-1 0 0,0-1 0,0 1 0,0 0 0,1-1 0,-1 1 0,0 0 0,0-1 0,0 1 0,0 0 0,0-1 0,1 1 0,-1 0-1,0-1 1,0 1 0,0 0 0,0-1 0,0 1 0,0 0 0,0-1 0,0 1 0,0 0 0,-1-1 0,1-6-4572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2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 8932,'0'0'15879,"-59"138"-15030,57-99-641,2 5-208,0-4-368,2-7-1441,21-1-528,11-11-2081,12-11-4402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2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1 12070,'0'0'13278,"-7"8"-12619,-21 30-329,27-36-322,0-1 0,0 1 0,0 0 0,1-1 0,-1 1 0,1 0 0,-1-1 0,1 1 0,0 0 0,-1-1 0,1 1 0,0 0 0,0 0 0,0-1 0,1 1-1,-1 0 1,0 0 0,1-1 0,-1 1 0,1 0 0,-1-1 0,1 1 0,0 0 0,0-1 0,1 3 0,2 1-7,0-1 0,0 1 0,0-1-1,1 0 1,6 5 0,-3-3 3,2 3-71,1 0 0,-1 1 0,-1 0 0,15 20-1,-21-25 54,1 1-1,-1 0 1,0 0 0,-1 0-1,1 1 1,-1-1-1,-1 1 1,1-1-1,-1 1 1,0 0-1,0 11 1,-2-15 22,1 0 0,-1 0 0,0 0 0,0-1 0,0 1 0,0 0 0,0 0 0,-1 0 0,1-1 0,-1 1 0,0-1 0,0 1 0,0-1 1,0 0-1,0 1 0,0-1 0,0 0 0,-1-1 0,1 1 0,-1 0 0,-5 2 0,-8 4 51,0 0 0,-28 8 0,29-11-80,14-4-59,1-1-1,-1 0 1,1 1-1,-1-1 0,1 0 1,-1 0-1,0 1 1,1-1-1,-1 0 0,1 0 1,-1 0-1,0 0 0,1 0 1,-1 0-1,1 0 1,-1 0-1,0 0 0,1 0 1,-1 0-1,0 0 1,1 0-1,-1-1 0,1 1 1,-1 0-1,0 0 0,1-1 1,-1 1-1,1 0 1,-1-1-1,1 1 0,-1-1 1,1 1-1,-1 0 1,1-1-1,0 1 0,-1-1 1,1 1-1,0-1 1,-1 0-1,1 1 0,0-1 1,-1 0-1,1-31-6651,1 16 3148,-1-18-4817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02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5859,'0'0'20665,"123"21"-20457,-70-10-208,1-1-192,2-3-1601,-1-3-2160,-9-4-4131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1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0 124 320,'0'0'7492,"3"-5"-6428,-1 1-802,0 1 273,0 0 0,0 0 0,-1 0 0,1 0 0,-1-1 0,0 1 0,0 0 0,1-6 0,-1 4-262,0 1 1,0-1-1,1 1 0,-1-1 1,1 1-1,0 0 0,0 0 1,1 0-1,-1 0 0,1 0 1,4-4-1,10-17 1588,-17 238 4910,0 0-6339,17-213-2630,31 0-3733,-21 0-968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2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1585,'0'0'7182,"0"-3"-5293,0 2-1577,0 0 1,0-1 0,0 1 0,0-1-1,0 1 1,0 0 0,1-1 0,-1 1-1,0 0 1,1-1 0,-1 1 0,1 0-1,-1-1 1,1 1 0,0 0 0,0 0 0,-1 0-1,1 0 1,0 0 0,0 0 0,2-2-1,0 2 15,0 0-1,0-1 0,0 1 0,0 1 0,0-1 0,0 0 1,0 1-1,0 0 0,0-1 0,6 2 0,0-1-37,5-1 49,1 1 1,-1 1-1,1 1 1,16 3-1,-25-3-318,-1 0-1,0 0 0,0 0 0,-1 0 0,1 1 0,0 0 0,-1 0 0,0 0 0,0 0 0,0 1 0,0 0 0,0 0 0,-1 0 1,1 0-1,2 5 0,-3-4-7,1 0 0,-1 0 0,-1 1-1,1-1 1,-1 1 0,0-1 0,0 1 0,-1 0 0,1 0 0,-1 0 0,0 0 0,-1 0 0,0 0 0,0 0 0,0 0 0,-1 0 0,1 0 0,-3 6 0,1-5 36,-1 1 0,0-1 0,-1 0 0,0 0 0,0 0 0,0 0 0,-1-1 0,0 0 0,0 0 0,0 0 0,-1 0 0,0-1 0,-7 5 0,-16 10 440,-39 21 0,20-14 249,48-27-736,0 0 0,0 0 1,0 0-1,0 0 1,0 0-1,1 0 1,-1 0-1,0 0 1,0 0-1,0 0 0,0 0 1,0 0-1,0 0 1,0 0-1,0 0 1,1 0-1,-1 0 1,0 0-1,0 0 0,0 0 1,0 0-1,0 0 1,0 0-1,0 0 1,0 0-1,0 0 0,1 0 1,-1 0-1,0 0 1,0 0-1,0 0 1,0 0-1,0 1 1,0-1-1,0 0 0,0 0 1,0 0-1,0 0 1,0 0-1,0 0 1,0 0-1,0 0 0,0 0 1,0 1-1,0-1 1,0 0-1,0 0 1,0 0-1,0 0 1,0 0-1,0 0 0,0 0 1,0 0-1,0 1 1,0-1-1,0 0 1,0 0-1,0 0 1,0 0-1,0 0 0,0 0 1,0 0-1,0 0 1,0 0-1,12 1 12,256-1 1643,-151 0-5347,-103-1-642,1-8-2686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3.8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 3666,'0'0'16111,"19"-5"-14553,-1-2-1190,-3 2-137,-1 1 1,1 0-1,-1 0 0,1 2 1,0 0-1,16 0 1,12 1 397,-8-1-381,1 2-1,36 4 0,-68-3-253,-1 0 0,1-1 0,-1 1 0,0 1 0,1-1 0,-1 0 0,0 1 0,0 0-1,0-1 1,0 1 0,0 1 0,0-1 0,-1 0 0,1 1 0,-1-1 0,1 1 0,-1 0 0,2 3 0,-3-4 1,0 0-1,0 0 1,0 0 0,-1 0 0,1 0-1,-1 0 1,1 0 0,-1 0 0,0 0-1,0 0 1,0 0 0,0 0 0,0 0-1,0 0 1,-1 0 0,1 0 0,-1 0-1,1 0 1,-1 0 0,0-1 0,1 1-1,-1 0 1,0 0 0,0 0 0,-1-1-1,1 1 1,0-1 0,-1 1 0,1-1-1,0 1 1,-1-1 0,0 0 0,-2 2 0,-36 21 50,33-20-22,0-1 0,0 1 0,0 0 0,0 1 1,1 0-1,0 0 0,0 0 0,-9 11 0,15-15-23,-1-1 1,1 1-1,0-1 0,-1 1 1,1 0-1,0-1 1,0 1-1,-1 0 0,1-1 1,0 1-1,0 0 0,0-1 1,0 1-1,0 0 1,0 0-1,0-1 0,0 1 1,0 0-1,0-1 1,1 1-1,-1 0 0,0-1 1,0 1-1,1 0 0,-1-1 1,0 1-1,1 0 1,-1-1-1,1 1 0,-1-1 1,1 1-1,-1-1 0,1 1 1,-1-1-1,1 1 1,-1-1-1,1 0 0,-1 1 1,1-1-1,0 0 0,-1 1 1,1-1-1,0 0 1,-1 0-1,1 0 0,0 0 1,0 1-1,0-1 1,45 9-12,-33-8 11,1 2 6,3-1-49,0 1 0,0 1-1,25 10 1,-39-13 34,0 0 0,0 1 1,0-1-1,0 1 0,0-1 0,0 1 0,0 0 0,-1 0 0,1 0 0,-1 1 0,1-1 0,-1 1 0,0-1 0,0 1 1,0 0-1,0 0 0,-1 0 0,1 0 0,-1 0 0,1 0 0,-1 0 0,0 0 0,0 0 0,0 7 0,-1-7 21,1 0-1,-1 1 1,-1-1-1,1 0 1,0 0-1,-1 0 1,1 0-1,-1 0 1,0 0-1,0 0 1,0 0-1,-1 0 1,1 0-1,-1 0 1,0-1-1,-1 4 1,-1-3 63,0 1 1,-1 0 0,1-1 0,-1 0 0,0 0 0,1 0-1,-1-1 1,-9 4 0,-6 1 351,0-1 1,-1-1-1,0-1 0,1-1 0,-1 0 1,-34-1-1,54-2-702,3 0 17,0 1-1,-1-1 1,1 0 0,0 0-1,0 0 1,0 0-1,0 0 1,0 0 0,0-1-1,0 1 1,-1-1-1,3 0 1,0 0-417,38-12-5026,9-5-4186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4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282 120 6499,'0'0'16837,"-8"-8"-15234,5 5-1455,-1-1-1,0 1 0,0 0 0,0 0 1,0 1-1,0-1 0,0 1 1,-1 0-1,1 0 0,-1 1 0,0-1 1,1 1-1,-1 0 0,0 0 0,0 0 1,0 1-1,0 0 0,0 0 0,0 0 1,1 0-1,-1 1 0,0 0 1,0 0-1,-7 2 0,1 2 50,-1-1 0,1 1 0,0 1-1,1 0 1,-1 1 0,1 0 0,0 0 0,1 1 0,-10 10-1,16-15-175,-1 1-1,0 0 1,1 0-1,0 0 0,0 1 1,0-1-1,0 1 0,1-1 1,0 1-1,0 0 0,0 0 1,1 0-1,-1 0 1,1 0-1,0 1 0,1-1 1,-1 0-1,1 0 0,0 1 1,0-1-1,1 0 0,0 0 1,2 9-1,-2-11-31,1 1 1,1-1-1,-1 0 0,0 0 0,1 0 0,-1 0 1,1 0-1,0-1 0,0 1 0,0-1 1,0 0-1,0 0 0,1 0 0,-1 0 0,1 0 1,-1-1-1,1 0 0,0 0 0,-1 0 0,1 0 1,0 0-1,0-1 0,4 1 0,14 1-189,0-1 0,37-3-1,-54 2 162,5-2-24,-1 1 0,0-1 0,1-1 0,-1 1 0,-1-2 0,1 1 0,0-1 0,-1 0 0,0-1 0,0 0 0,0-1 0,0 1 0,-1-1 0,0-1 0,0 1 0,-1-1 0,10-14 0,-10 14 59,-1-1 0,0 0 0,-1 0 0,1-1 0,-2 1 0,1-1-1,-1 0 1,0 0 0,-1 0 0,0 0 0,-1 0 0,0 0 0,0-1 0,-1 1 0,0 0 0,0-1 0,-1 1 0,-2-10 0,1 15 18,1 1 1,-1-1-1,0 1 1,0-1-1,0 1 1,-1 0-1,1 0 0,-1 0 1,1 0-1,-1 0 1,0 1-1,0-1 1,0 1-1,-1 0 1,1 0-1,0 0 0,-1 0 1,1 0-1,-1 1 1,0 0-1,0 0 1,1 0-1,-1 0 1,0 0-1,0 1 0,0-1 1,0 1-1,-7 1 1,10 0-138,1 0 1,-1 0-1,1-1 0,-1 1 1,1 0-1,0 0 0,-1 0 1,1 0-1,0 0 1,0 0-1,0 0 0,0 0 1,0 0-1,0 0 0,0 0 1,0 0-1,0 0 1,0 0-1,0 0 0,1 0 1,-1-1-1,0 1 1,1 0-1,-1 0 0,1 1 1,2 2-498,0 0 1,-1 0-1,1-1 1,1 1-1,-1-1 1,0 0 0,1 0-1,0 0 1,-1 0-1,1-1 1,0 1-1,1-1 1,-1 0-1,0 0 1,7 1-1,45 13-10225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4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203 0 1345,'0'0'24782,"-10"3"-23059,0 1-1340,0 0 0,0 1-1,0 0 1,1 1 0,0 0-1,0 0 1,0 1 0,1 0 0,0 0-1,-11 13 1,15-15-319,-11 13 195,-24 36 1,36-49-250,-1 1 1,1-1-1,1 1 0,-1 0 1,1 0-1,1 0 0,-1 1 1,1-1-1,0 0 0,0 1 1,0 10-1,2-15-10,0 0 0,0 0 0,0 0 0,0 0 0,0-1 0,0 1 0,0 0 0,0 0 0,1-1 0,-1 1 0,1-1 0,0 1 0,-1-1 0,1 0 0,0 0 0,0 0 0,-1 0 0,1 0 0,0 0 0,0 0 0,0 0 0,0-1 0,0 1 0,1-1 0,1 1 0,59 9 0,-62-10 0,34 4 0,0-3 0,0 0 0,54-7 0,-56-1-483,-22 4-102,1 1-1,-1 0 0,18 0 1,4 2-3457,-12 0-1465,-8 0-1488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5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0 14343,'0'0'15014,"-71"128"-13877,71-91-817,0-3-304,17-1-16,4-1-1200,6-5-1554,7-6-2112,5-11-4242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5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140 0 15399,'0'0'11085,"-18"5"-8113,-53 19-1641,69-23-1309,0 0-1,0 0 0,0 0 1,1 1-1,-1-1 0,1 1 1,-1-1-1,1 1 0,0 0 0,0-1 1,-1 1-1,1 0 0,0 0 1,0 0-1,1 0 0,-1 0 1,0 0-1,1 0 0,-1 0 1,1 0-1,0 0 0,0 1 0,0-1 1,0 0-1,0 0 0,0 0 1,0 0-1,1 0 0,-1 0 1,1 1-1,0 1 0,0 3-9,0-3-21,0 1-1,1-1 0,-1 0 1,1 0-1,0 0 1,0 0-1,0 0 0,1 0 1,-1 0-1,1-1 1,3 5-1,41 36-805,-26-25 232,-5-5 110,4 5-368,23 26 0,-39-41 784,-1 0-1,1 0 1,-1 1 0,0-1-1,0 1 1,-1 0-1,0 0 1,0 0 0,0 0-1,0 0 1,-1 0-1,1 1 1,-1 5 0,-1-10 58,0 0 1,0-1 0,0 1 0,0 0 0,-1-1-1,1 1 1,0 0 0,0-1 0,-1 1-1,1 0 1,-1-1 0,1 1 0,0-1 0,-1 1-1,1-1 1,-1 1 0,1-1 0,-1 1-1,0-1 1,1 1 0,-1-1 0,1 0-1,-1 1 1,0-1 0,1 0 0,-1 0 0,0 1-1,0-1 1,-24 4 248,19-3-122,-6 0 103,-156 15 293,167-16-714,1 0 0,-1 0 0,1 0 0,-1 0 0,1 0 0,0 0 0,-1 0 1,1 0-1,-1 0 0,1 0 0,-1 0 0,1 0 0,0-1 0,-1 1 0,1 0 0,-1 0 0,1 0 0,0 0 0,-1-1 0,1 1 0,-1 0 0,1 0 0,0-1 0,-1 1 0,1 0 0,0-1 0,0 1 0,-1 0 0,1-1 0,0 1 0,0-1 0,0 1 0,-1 0 0,1-1 0,0 1 0,0-1 0,0 1 1,0 0-1,0-1 0,0 1 0,0-1 0,0 1 0,0-1 0,-1-20-9049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5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 3073,'0'0'17993,"142"-16"-13383,-85 16-929,-1-3-1920,1 1-1345,-9-2-416,-13 0-240,-12 2-1024,-14-2-2754,-9-5-1937,-7-9 1217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8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3922,'0'0'16557,"5"18"-14671,34 139 1934,-26-61-3902,-13-95-242,1 0 0,-1 0 1,1 0-1,0-1 1,-1 1-1,1 0 1,0 0-1,0-1 0,-1 1 1,1-1-1,0 1 1,0 0-1,0-1 1,0 0-1,-1 1 0,1-1 1,0 1-1,0-1 1,0 0-1,0 0 1,0 0-1,0 1 0,0-1 1,0 0-1,0 0 1,0 0-1,0-1 1,0 1-1,0 0 0,2-1 1,1 1-1639,25 0-8130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8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76 5378,'0'0'14957,"9"-10"-13607,-5 5-1199,-1 0-52,1 1-1,0-1 1,0 1-1,0 0 0,0 0 1,1 1-1,-1-1 1,1 1-1,0 0 0,0 1 1,0-1-1,1 1 1,-1 0-1,1 0 0,5-1 1,29-2 610,69 2 0,-86 3-468,-22 0-235,0 0 0,0 0-1,0 0 1,0 1 0,0-1 0,0 0-1,-1 0 1,1 0 0,0 1-1,0-1 1,0 0 0,0 1 0,-1-1-1,1 1 1,0-1 0,0 1 0,-1-1-1,1 1 1,-1 0 0,1-1-1,0 1 1,-1 0 0,1 0 0,-1-1-1,1 1 1,-1 0 0,0 0-1,1-1 1,-1 1 0,0 0 0,0 0-1,1 0 1,-1 0 0,0 0 0,0 0-1,0-1 1,0 1 0,0 0-1,0 0 1,0 0 0,0 0 0,-1 1-1,0 2 40,1 0 0,-1 0 0,-1-1-1,1 1 1,0 0 0,-1-1 0,0 1-1,0-1 1,-4 7 0,-4 1 233,-1-1 0,0 0 0,-1-1 0,0 0 1,-15 9-1,14-10 23,1 0-1,-1 1 1,2 0 0,-1 1 0,-13 16-1,25-26-293,-1 1 1,0-1-1,0 1 0,1-1 0,-1 1 0,1 0 0,-1-1 0,0 1 0,1 0 0,0 0 1,-1 0-1,1-1 0,-1 1 0,1 0 0,0 0 0,0 0 0,-1 0 0,1 0 0,0-1 0,0 1 1,0 0-1,0 0 0,0 0 0,0 0 0,0 0 0,0 0 0,0 0 0,1 0 0,-1-1 0,0 1 1,1 0-1,-1 0 0,0 0 0,1 0 0,-1-1 0,1 1 0,-1 0 0,1-1 0,0 1 0,-1 0 1,1-1-1,0 1 0,-1 0 0,1-1 0,0 1 0,0-1 0,-1 0 0,1 1 0,2 0 0,3 1-22,1 0 0,-1-1 0,1 0-1,-1 0 1,9 0 0,-13 0 16,187 3-2888,-62-6-2474,-90 2 3065,69-4-7170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3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51 9989,'0'0'13134,"21"-8"-11670,70-24-586,-83 29-772,1 1 0,0 0 0,0 1-1,0-1 1,0 2 0,0-1 0,0 1 0,13 2 0,0-1-56,-18 0-42,43 3 37,-46-4-45,1 0 1,-1 0 0,0 0-1,0 1 1,1-1 0,-1 0-1,0 1 1,0-1 0,1 1-1,-1-1 1,0 1 0,0-1-1,0 1 1,0 0-1,0 0 1,0 0 0,0-1-1,0 1 1,0 0 0,0 0-1,-1 0 1,1 0 0,0 1-1,-1-1 1,1 0 0,0 0-1,-1 0 1,0 0 0,1 2-1,-1-1 6,-1 0 0,0 0 0,0 0 0,0-1 0,0 1 1,0 0-1,0 0 0,0-1 0,-1 1 0,1-1 0,0 1 0,-1-1 0,1 1 0,-1-1 0,0 0 0,1 0 0,-1 0 0,0 0 0,-2 1 0,-45 21 338,37-18-185,8-3-38,-1 0-1,1 1 1,0-1 0,0 1-1,0 0 1,0 0-1,0 1 1,-4 4-1,7-7-113,0 0 0,0 1 0,1-1 0,-1 0 0,0 1 0,0-1 0,1 0-1,-1 1 1,1-1 0,-1 1 0,1-1 0,-1 1 0,1-1 0,0 1 0,0-1 0,0 1 0,0 0-1,0-1 1,0 1 0,0-1 0,1 1 0,-1-1 0,0 1 0,1-1 0,0 1 0,-1-1 0,1 0 0,0 1-1,-1-1 1,1 0 0,0 1 0,2 1 0,7 6-96,0 0 1,1-1-1,0 0 1,0-1-1,1 0 1,22 9-1,14 9-1049,-36-18 783,46 31-1149,-54-35 1389,1 0 0,-1 1 1,0 0-1,0 0 0,-1 0 0,1 0 0,-1 1 1,0 0-1,4 7 0,-6-10 126,0-1-1,0 0 1,-1 1 0,1-1-1,-1 1 1,1-1-1,-1 1 1,0 0 0,1-1-1,-1 1 1,0-1 0,0 1-1,0-1 1,0 1-1,-1 0 1,1-1 0,0 1-1,-1-1 1,1 1-1,-1-1 1,1 1 0,-1-1-1,0 1 1,1-1 0,-1 0-1,0 1 1,0-1-1,0 0 1,0 0 0,0 1-1,-1-1 1,1 0-1,0 0 1,0 0 0,-1-1-1,1 1 1,-1 0 0,-1 1-1,-7 1 286,0 0 0,0 0 0,0-1 0,0-1 0,-12 2 0,-5 0 481,3 1-161,18-4-567,1 1 0,-1-1 0,0 1 0,1 1 0,-1-1 0,1 1 0,-1 0 0,1 0 0,0 1 0,-8 4 0,35-5-9290,13-2-228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0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 38 2625,'0'0'5669,"-20"-1"-1168,-66-3 355,83 4-4613,0-1 0,0 2 1,0-1-1,-1 0 0,1 0 0,0 1 1,0 0-1,0 0 0,0 0 1,1 0-1,-1 0 0,0 0 0,0 1 1,0-1-1,1 1 0,-1 0 1,1 0-1,0 0 0,-1 0 0,1 0 1,0 0-1,0 1 0,0-1 1,1 1-1,-1 0 0,0-1 1,1 1-1,0 0 0,0 0 0,0 0 1,-2 5-1,2 2 56,-1-1 1,2 1-1,-1 0 1,1 0-1,1-1 1,0 1-1,3 17 0,-1-19-260,-1-1 0,1 1 1,1-1-1,-1 0 0,1 0 0,0 0 0,1-1 0,-1 1 0,1-1 0,1 0 0,-1-1 0,1 1 0,0-1 0,0 0 0,1 0 0,-1-1 0,13 6 0,-6-3-109,1-1-1,-1 0 0,1-1 0,1 0 1,-1-1-1,1-1 0,-1-1 1,25 2-1,-30-3-126,-1-1 0,1 0 0,0 0 0,-1-1-1,1-1 1,11-2 0,-18 3 149,1 0 0,-1-1 1,1 1-1,-1-1 0,1 0 0,-1 1 0,0-1 0,0 0 0,0 0 0,0-1 1,0 1-1,0 0 0,-1-1 0,1 1 0,-1-1 0,1 1 0,-1-1 0,0 0 0,0 0 1,0 1-1,-1-1 0,1-3 0,2-6 38,-1-1 0,0 0-1,-1 1 1,0-1 0,-2 0 0,1 0 0,-1 0-1,-1 1 1,-5-20 0,0 10 6,0 1 0,-2 0 0,0 0-1,-19-28 1,55 46-6839,10 3-131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0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0 9508,'0'0'18502,"-18"9"-16640,-60 29-530,66-31-1184,1 0 0,-1 0 0,1 1 1,1 1-1,-1 0 0,-16 19 0,22-22-107,1-1-1,0 1 1,0 0-1,1 0 1,0 1-1,0-1 0,0 0 1,1 1-1,0 0 1,0 0-1,0-1 1,0 14-1,2-17-52,-1-1 0,2 0 0,-1 1 0,0-1 0,0 1 0,1-1 0,-1 1 0,1-1 0,0 0 0,0 0 0,0 1 0,0-1 0,0 0 0,0 0 0,1 0 0,-1 0 0,4 4 0,-2-4-34,0 1-1,1-1 1,-1 1 0,1-1-1,-1 0 1,1-1 0,0 1-1,0-1 1,-1 1 0,6 0 0,10 1-220,0-1 0,1 0 0,34-2 0,-32 0 145,50 1-317,-40 1-80,0-1 0,0-2 0,0-1 0,38-8 0,-64 9 305,-1 0 1,1-1-1,-1 0 1,0 0-1,1-1 1,6-4 0,-10 6-45,-1 0 0,0 0 0,0 0 1,0 0-1,0 0 0,0 0 1,0-1-1,0 1 0,-1 0 1,1 0-1,0-1 0,1-2 1,-2 3-279,0-1 1,0 1 0,0-1 0,0 1 0,0-1 0,0 1 0,0-1 0,0 1 0,0-1 0,-1 1 0,1-1 0,0 1 0,-1 0 0,0-1 0,0-1 0,-15-17-10276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0.6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8404,'0'0'24091,"-23"124"-23819,23-81-272,9 8 0,1-3 0,3-4-816,5-1-2258,7-9-1904,11-17-3362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1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6 9652,'0'0'6836,"-17"-1"-2693,-1-1-3225,-19-1 3488,-68 4 0,103-1-4358,-1 0 0,1 0 1,0 1-1,0 0 1,0-1-1,0 1 0,0 0 1,0 0-1,0 0 1,0 0-1,0 0 1,0 0-1,0 1 0,1-1 1,-1 1-1,1-1 1,-1 1-1,1-1 1,-1 1-1,1 0 0,0 0 1,0 0-1,0 0 1,0 0-1,0 0 0,0 0 1,1 0-1,-1 0 1,1 0-1,-1 0 1,1 1-1,0-1 0,0 0 1,0 0-1,0 3 1,0 0-60,1 1 1,-1-1 0,1 0 0,0 1 0,1-1 0,-1 0-1,1 0 1,0 0 0,0 0 0,1 0 0,-1 0 0,1-1-1,5 7 1,18 15-882,40 31-1,-46-41-94,1 1-1,-2 1 0,0 0 1,25 35-1,-42-51 923,0 1 0,-1-1 0,1 0-1,-1 1 1,0-1 0,0 1 0,0 0-1,0-1 1,0 1 0,-1 0 0,1 0 0,-1-1-1,0 1 1,1 0 0,-1 0 0,-1-1-1,1 1 1,0 0 0,-2 4 0,1-5 117,0 0 0,0 1 1,0-1-1,-1 0 0,1 0 1,-1 0-1,1 0 0,-1-1 1,0 1-1,0 0 0,0-1 1,0 1-1,0-1 0,0 0 1,0 0-1,-1 1 0,1-2 1,0 1-1,-1 0 0,-2 0 1,-129 33 3967,105-30-5594,13-5-2169,6-6-4543,2-16-4715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1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15911,'0'0'7988,"113"17"-3282,-71 0-1889,4-1-1472,0 1-1345,-2-7 0,-7 1 0,-3-7 0,-9-4 0,-8 0 0,-11 0 0,-6-2-1169,-27-6-2880,-23-5-2226,-13 5-5587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4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81 960,'0'0'18318,"-10"-2"-17011,7 0-1212,0 1 0,0 0 0,0 1 0,-1-1 0,1 1 0,0-1 0,0 1 0,-1 0 0,1 0 0,0 0-1,0 0 1,-1 1 0,1 0 0,0-1 0,0 1 0,0 0 0,0 0 0,0 1 0,0-1 0,0 1 0,0-1 0,0 1-1,1 0 1,-1 0 0,-4 5 0,-7 7 411,1 1-1,0 0 1,1 1-1,-15 27 1,22-33-417,0 0 1,0 0-1,1 1 1,1-1-1,0 1 1,0 0 0,1 0-1,0 0 1,0 17-1,2-25-86,0 0-1,0 1 1,1-1-1,-1 0 0,1 0 1,0 0-1,0 0 1,0 0-1,0 0 1,0-1-1,0 1 1,1 0-1,0 0 1,-1-1-1,1 1 1,0-1-1,5 5 1,-3-4 0,0 0 1,1 0-1,0 0 1,-1 0 0,1-1-1,0 0 1,0 0 0,1 0-1,7 1 1,9 0-26,-1 0 1,1-2-1,44-2 1,-59 0-19,-1 1 0,1-2 1,0 1-1,0-1 0,-1 0 1,1 0-1,-1-1 0,0 0 1,1 0-1,-1 0 0,-1-1 1,1 0-1,0 0 1,-1 0-1,0-1 0,0 0 1,0 0-1,-1 0 0,0-1 1,0 1-1,0-1 0,0 0 1,-1 0-1,0-1 0,3-8 1,-1 0-41,0-1 1,-1 0-1,-1 0 1,0 0 0,-1 0-1,-1-1 1,0 1 0,-1 0-1,-4-28 1,3 37 79,-1 1 0,0-1 0,0 1 0,0 0 0,-1 0 0,0-1 0,0 2 0,-1-1 0,1 0 0,-1 1 0,-6-7 0,7 9 5,0 0-1,0 0 1,0 0-1,0 0 1,-1 1-1,1 0 1,-1-1-1,0 1 1,0 0-1,1 1 1,-1-1-1,0 1 0,-1 0 1,1 0-1,0 0 1,0 0-1,0 1 1,-8-1-1,11 1-43,1 1-1,-1-1 0,0 0 1,1 1-1,-1-1 0,0 0 1,1 1-1,-1-1 1,1 0-1,-1 1 0,1-1 1,-1 1-1,1-1 0,-1 1 1,1 0-1,-1-1 0,1 1 1,0-1-1,-1 1 1,1 0-1,0-1 0,0 1 1,-1 0-1,1-1 0,0 1 1,0 0-1,0-1 0,0 1 1,0 0-1,0-1 0,0 1 1,0 0-1,0-1 1,0 1-1,0 0 0,1 0 1,-1-1-1,0 1 0,0-1 1,1 1-1,-1 0 0,0-1 1,1 2-1,1 1-375,-1 1-1,0-1 1,1 1 0,0-1-1,0 0 1,0 1 0,0-1-1,3 3 1,2-1-854,0 0 1,-1 0 0,2-1 0,12 7-1,46 15-8421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4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34 176,'0'0'11152,"-3"-2"-8273,0 0-2420,-8-8 3174,7-2 5211,28 8-7953,21 1-786,79 5 0,-106-1-115,0 2 1,0 0-1,-1 1 1,0 0-1,1 1 1,-2 2-1,24 10 1,-37-15 1,-1-1 1,0 0-1,0 1 1,0 0-1,0-1 1,0 1-1,0 0 1,0 0-1,-1 0 1,1 0-1,-1 1 1,1-1 0,-1 0-1,0 0 1,0 1-1,0-1 1,0 1-1,1 4 1,-2-5 7,0 0-1,0 0 1,0 0 0,0 0 0,0-1 0,-1 1-1,1 0 1,0 0 0,-1 0 0,1 0 0,-1-1 0,0 1-1,1 0 1,-1-1 0,0 1 0,0-1 0,0 1-1,-1-1 1,1 1 0,0-1 0,0 1 0,-1-1 0,1 0-1,-1 0 1,1 0 0,-3 1 0,-9 4 74,0 0-1,0-1 1,0-1 0,0 0 0,-28 3-1,-30 10 597,70-17-667,0 0 0,1 0-1,-1 0 1,0 0 0,1 0 0,-1 0-1,1 0 1,-1 1 0,0-1 0,1 0-1,-1 0 1,1 1 0,-1-1-1,1 0 1,-1 1 0,0-1 0,1 0-1,0 1 1,-1-1 0,1 1-1,-1-1 1,1 1 0,-1-1 0,1 1-1,0-1 1,-1 1 0,1-1-1,0 1 1,0 0 0,0-1 0,-1 1-1,1-1 1,0 1 0,0 0-1,0-1 1,0 1 0,0 0 0,0-1-1,0 1 1,0-1 0,0 1-1,0 0 1,0-1 0,1 1 0,-1 0-1,0-1 1,0 1 0,1-1-1,-1 1 1,0-1 0,1 1 0,-1-1-1,0 1 1,1-1 0,-1 1-1,1-1 1,-1 1 0,1-1 0,-1 0-1,2 1 1,32 20-115,11-3-99,-27-12-143,0 1-1,-1 1 1,0 0-1,0 1 1,0 1-1,-1 1 1,16 14-1,-31-24 320,1 0 0,-1 0 0,0 0 0,1 1 0,-1-1 1,0 0-1,0 1 0,0-1 0,0 1 0,0-1 0,0 1 0,-1 0 0,1-1 0,0 1 0,-1 0 1,1-1-1,-1 1 0,0 0 0,0 0 0,0 0 0,1-1 0,-2 1 0,1 0 0,0 0 0,0 0 1,0-1-1,-2 4 0,1-3 51,-1 1 1,0-1-1,1 0 0,-1 0 1,0 0-1,0 0 0,0-1 1,-1 1-1,1-1 0,0 1 1,-1-1-1,1 0 1,0 0-1,-1 0 0,0 0 1,-4 1-1,-38 7 1122,0-2 0,0-2 0,-91-2 0,118-3-1344,94-3-7782,-13-9 323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5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4674,'0'0'19799,"-7"9"-17414,-13 17-1152,-27 23 0,29-32-741,1 1 0,0 1 0,1 0 0,2 2-1,0-1 1,-13 27 0,25-44-492,1 0 0,0 0 0,0 0 0,0 0 0,0 1 0,1-1 0,-1 0 0,1 1 0,0-1 0,0 1 0,0-1 0,0 0 0,0 1 0,1-1 0,1 5 0,-1-5 0,0-1 0,1 1 0,-1-1 0,1 0 0,0 1 0,-1-1 0,1 0 0,0 0 0,0 0 0,1 0 0,-1-1 0,0 1 0,0 0 0,6 2 0,5 1 0,1-1 0,0 1 0,1-2 0,-1 0 0,26 1 0,-26-2 0,339 13 0,-338-19-188,-14-3-331,-2 6 410,0 0 0,0 0-1,0 0 1,0 0 0,0 0 0,-1 0-1,1 1 1,0-1 0,0 0 0,-1 1 0,1-1-1,0 1 1,-1-1 0,1 1 0,-3-1 0,-29 1-5909,21 0 750,1 0-3274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5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0 5426,'0'0'17561,"-136"52"-13272,109-14-1247,13 4-849,7 0-1937,7-1-256,0-3 0,11-7 0,18-3 0,11-10-2001,10-5-2433,9-13-1521,5 0-10628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6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10837,'0'0'15084,"-20"1"-12864,-64 4-705,82-5-1479,-1 1-1,1-1 0,-1 0 0,1 1 1,0 0-1,-1-1 0,1 1 0,0 0 1,0 0-1,-1 0 0,1 0 0,0 1 1,0-1-1,0 1 0,0-1 0,1 1 1,-1 0-1,0-1 0,1 1 1,-1 0-1,1 0 0,-1 0 0,1 0 1,0 1-1,0-1 0,0 0 0,0 0 1,0 1-1,1-1 0,-1 1 0,1-1 1,-1 0-1,1 1 0,0-1 1,0 5-1,1-1-55,-1 0 0,1 0-1,1 0 1,-1 0 0,1 0 0,0 0 0,0 0 0,0 0 0,1-1 0,5 9 0,22 25-516,-10-14-384,31 53-1,-46-69 865,-1-1 0,0 1 1,0 0-1,-1 0 0,-1 0 0,1 0 0,-1 0 0,-1 1 1,0-1-1,0 19 0,-2-25 148,0-1 0,1 1-1,-1-1 1,-1 0 0,1 1 0,0-1-1,0 0 1,-1 0 0,0 0 0,1 0-1,-1 0 1,0 0 0,0-1 0,0 1 0,0 0-1,0-1 1,0 0 0,0 1 0,0-1-1,-1 0 1,1 0 0,-1 0 0,1-1-1,-1 1 1,1 0 0,-5 0 0,-7 1 371,0 1 1,0-2 0,-21 1 0,19-2-398,10 1-295,0-1-1,-1 0 1,1 0 0,0-1-1,0 0 1,-10-2 0,14 2-134,0 0 0,0 0 0,1 0 1,-1 0-1,1 0 0,-1 0 0,1-1 1,-1 1-1,1 0 0,0-1 0,-1 1 1,1-1-1,0 0 0,0 1 0,0-1 1,0 0-1,0 0 0,1 1 0,-1-1 1,1 0-1,-1 0 0,1 0 0,-1 0 1,1 0-1,0 0 0,0-2 0,-1-30-9577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6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14455,'0'0'12517,"138"-6"-9987,-99 6-1282,-1 9-928,-9-1-320,-6 0-240,-8 1-1585,-11-5-1920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7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7027,'0'0'16680,"-10"138"-15031,10-92-161,0-5-847,6-3-497,7-7-144,-1-6-337,1-6-1631,-1-4-1426,-1-11-2369,-1-4-5202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47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7443,'0'0'16632,"11"-6"-15431,-2 1-1011,1 1 1,0-1-1,0 2 1,0-1-1,0 1 0,1 1 1,-1 0-1,1 0 1,13 1-1,-10 1-86,-2-1-49,-1 1 0,1 1 0,-1-1 0,1 2 0,16 4 0,-26-5-57,1-1-1,-1 1 1,1 1-1,-1-1 1,0 0-1,1 0 1,-1 1-1,0 0 0,0-1 1,0 1-1,0 0 1,0 0-1,-1 0 1,1 0-1,0 0 1,-1 0-1,0 1 1,1-1-1,-1 0 0,0 1 1,0-1-1,0 1 1,-1 0-1,1-1 1,-1 1-1,1-1 1,-1 1-1,0 0 0,0 3 1,-1-1-3,0-1-1,0 0 1,0 0-1,0 1 1,-1-1 0,0 0-1,0-1 1,0 1 0,0 0-1,0 0 1,-1-1-1,0 1 1,0-1 0,0 0-1,0 0 1,0 0 0,0 0-1,-1-1 1,-5 4-1,-12 7 35,-1 0-1,-26 10 1,34-17-26,-2 1 24,11-5 67,0 0 0,1 0 0,-1 0 0,1 0 0,-1 1 0,1 0 0,0 0 0,-6 6 0,10-9-88,0 0 1,0 0 0,0 0-1,0 0 1,0 1 0,0-1-1,0 0 1,0 0-1,0 0 1,0 1 0,0-1-1,0 0 1,0 0 0,0 0-1,0 1 1,0-1 0,0 0-1,0 0 1,0 0-1,0 0 1,0 1 0,0-1-1,1 0 1,-1 0 0,0 0-1,0 0 1,0 0 0,0 1-1,0-1 1,1 0 0,-1 0-1,0 0 1,0 0-1,0 0 1,0 0 0,1 0-1,-1 0 1,0 0 0,0 0-1,0 0 1,1 1 0,-1-1-1,0 0 1,0 0-1,0 0 1,1-1 0,-1 1-1,0 0 1,15 3 68,236 1 1398,-113-4-1980,-20 1-1797,1-2-3772,-43-3-767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2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93 1649,'-1'-4'15958,"0"-3"-12720,-3-14-2817,4 19-430,-1 1-1,1-1 1,0 0 0,1 1 0,-1-1 0,0 1 0,0-1 0,1 1 0,-1-1-1,1 1 1,-1-1 0,1 1 0,-1-1 0,1 1 0,0 0 0,1-2 0,1 1 12,0 0 0,-1 0 1,1 0-1,0 1 1,0-1-1,0 1 0,7-2 1,11-3 109,0 2-1,0 0 1,0 1 0,1 2 0,38 1 0,-53 0-35,-2 0-2,0 0 0,-1 1 0,1 0 0,-1 0 1,1 1-1,-1-1 0,1 1 0,-1 0 0,0 0 1,7 4-1,38 32 392,-27-20-411,-19-16-56,-1 0 0,1 0 1,-1 0-1,0 0 0,0 0 0,0 0 1,0 0-1,0 1 0,0-1 0,-1 1 0,1-1 1,-1 1-1,1 0 0,-1 0 0,0 0 1,0-1-1,-1 1 0,1 0 0,-1 0 1,1 0-1,-1 0 0,0 0 0,0 0 0,0 0 1,0 0-1,-1 4 0,-1-2 4,0 1 0,0-1 0,-1-1 0,1 1 0,-1 0 1,0 0-1,0-1 0,-1 0 0,1 0 0,-1 0 0,0 0 0,0 0 0,-6 4 0,-15 8 34,19-13-35,0 0-1,0 1 1,0 0 0,1 0 0,-1 1 0,1 0 0,-5 6-1,10-10-15,-1-1 0,1 1 0,-1 0 0,1 0-1,0 1 1,-1-1 0,1 0 0,0 0 0,0 0-1,0 0 1,0 0 0,0 0 0,0 0-1,0 0 1,0 0 0,1 0 0,-1 0 0,0 0-1,0 0 1,1 0 0,-1 0 0,1 0 0,-1 0-1,2 2 1,19 22 48,-13-16-60,13 15 11,30 47 1,-46-62 18,0-1 1,-1 1-1,0 0 1,0 0-1,-1 0 0,0 0 1,0 0-1,-1 1 0,-1 0 1,1 11-1,-2-19 21,0 0 0,0 0 0,-1 0 1,1 0-1,-1 0 0,1-1 0,-1 1 0,0 0 0,0 0 0,0-1 0,0 1 0,0 0 0,0-1 0,0 1 0,-1-1 0,1 0 0,-1 1 0,1-1 0,-1 0 0,1 0 1,-1 0-1,1 0 0,-1 0 0,0 0 0,0 0 0,0-1 0,1 1 0,-1-1 0,0 1 0,-2 0 0,-8 1 485,-1 0-1,1-1 1,-20 0-1,24 0-197,-17-1 313,-104 0 659,128 0-1365,1 0 0,-1 0 0,0-1 0,1 1 0,-1 0 0,1 0 0,-1 0 1,1 0-1,-1-1 0,0 1 0,1 0 0,-1 0 0,1-1 0,-1 1 0,1 0 0,-1-1 0,1 1 0,0-1 0,-1 1 0,1 0 0,0-1 1,-1 1-1,1-1 0,0 1 0,-1-1 0,1 1 0,0-1 0,0 0 0,-1 1 0,1-1 0,0 1 0,0-2 0,0 1-163,0 0-1,0 0 0,0 0 1,1-1-1,-1 1 1,0 0-1,1 0 0,-1 0 1,1 0-1,-1 0 1,1 0-1,-1 0 0,1 0 1,0 0-1,-1 0 0,1 1 1,0-1-1,0 0 1,-1 0-1,3 0 0,32-18-5471,18-1-1786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3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10 5282,'0'0'15437,"3"-10"-9098,-4 15-6290,0-1 1,-1 1 0,1-1-1,-1 0 1,0 0 0,0 0-1,-1 0 1,1 0 0,-1 0-1,-4 4 1,-38 39 489,29-32-408,-9 9 71,10-11-45,2 0 0,-14 17-1,24-26-160,0 0-1,0 0 1,0 0-1,1 1 1,0-1-1,0 1 0,0-1 1,1 1-1,-1 0 1,1 0-1,0-1 1,0 1-1,0 6 1,1-10-5,1-1-1,-1 1 1,0 0 0,0 0 0,0 0 0,1 0 0,-1-1 0,0 1 0,1 0 0,-1 0 0,1-1 0,-1 1 0,1 0 0,-1-1 0,1 1 0,-1 0 0,1-1 0,0 1 0,-1-1 0,1 1 0,0-1-1,0 1 1,-1-1 0,1 0 0,0 1 0,0-1 0,0 1 0,29 5-8,-24-5 15,69 7 246,0-4-1,81-4 0,-45-2-116,-110 2-535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3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 1 3586,'0'0'22266,"-119"125"-20409,100-85-1041,5 2-352,5-7-368,5-3-96,4-3 0,0-6-1232,0 0-1265,25-2-1409,11-9-2065,10-7-5730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4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523 24 2305,'0'0'14508,"0"-3"-11183,-3-12-2878,-3 13-407,1 1 0,-1 0 0,0 0-1,0 0 1,0 1 0,0 0 0,0 0-1,-8 2 1,-11 0 35,2-3 60,15 0-89,-1 0-1,1 1 0,0 0 1,-1 1-1,-15 3 1,24-1 202,-1 0-1,0 1 1,0-1 0,1 0 0,0 0 0,0 1 0,0-1-1,0 0 1,1 5 0,-1-1 110,0-3-268,1 7 177,-1 0 0,0-1 0,-1 1 0,0-1 0,-1 1 0,0-1 0,-1 1 0,0-1 1,0 0-1,-8 14 0,11-24 448,3 1-742,-1 0 1,1-1-1,0 0 0,-1 1 1,1-1-1,0 0 0,-1-1 1,1 1-1,2-1 0,9 0 3,2 1-53,0 1 1,0 0-1,0 1 0,0 1 0,0 1 1,0 0-1,16 7 0,-28-9 67,1 0 0,0 0-1,-1 0 1,1 1-1,-1 0 1,0 0 0,0 0-1,0 0 1,0 1 0,0-1-1,-1 1 1,0 0-1,0 0 1,0 1 0,0-1-1,-1 0 1,1 1 0,-1 0-1,0 0 1,0-1 0,-1 1-1,0 0 1,0 0-1,0 0 1,0 0 0,-1 8-1,1-11 60,-1 1-1,0-1 1,0 1-1,0 0 1,-1-1-1,1 1 1,-1-1 0,1 1-1,-1-1 1,0 1-1,0-1 1,0 1-1,-2 3 1,0-4 46,0 0 1,1 1 0,-1-1-1,0 0 1,0-1 0,0 1-1,-1-1 1,1 1-1,0-1 1,-4 1 0,-88 27 1806,53-17-1027,-53 22 0,91-32-909,-1-1 0,1 0 0,0 0 0,-1 0 0,1 0-1,-1-1 1,1 0 0,-1 0 0,1 0 0,-1 0 0,1-1 0,-1 1 0,-5-3 0,-8-2-553,2-2 0,-20-8 1,-5-3-1870,21 12-394,1 0 0,-23-2 0,-4 1-6010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6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0 2913,'0'0'13484,"2"6"-12462,2 3-668,-1 0 1,-1 1 0,0-1-1,0 1 1,-1 0-1,0-1 1,-1 1 0,0 0-1,0 0 1,-3 14 0,-4 14 203,-16 51 1,3-11-647,19-74 46,-3 30-981,4-33 787,0 0 1,0-1-1,0 1 1,0 0 0,0 0-1,1 0 1,-1 0 0,0-1-1,0 1 1,1 0 0,-1 0-1,1-1 1,-1 1 0,1 0-1,-1-1 1,1 1-1,-1 0 1,1-1 0,0 1-1,-1-1 1,1 1 0,0-1-1,-1 1 1,1-1 0,0 1-1,0-1 1,-1 0-1,1 1 1,0-1 0,0 0-1,0 0 1,0 0 0,-1 0-1,2 1 1,30-1-6760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6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3666,'0'0'11712,"3"-2"-9853,3-2-1361,0 1 0,0 0 0,0 0-1,1 1 1,-1 0 0,0 0 0,1 0-1,0 1 1,7-1 0,7 1 53,38 1 0,-57 0-548,0 0-1,0 0 1,0 0 0,0 1-1,0-1 1,-1 1-1,1-1 1,0 1-1,0-1 1,0 1-1,-1 0 1,1 0 0,0 0-1,-1 0 1,1 0-1,0 0 1,-1 1-1,0-1 1,1 0-1,-1 1 1,0-1 0,0 1-1,1-1 1,-1 1-1,-1 0 1,1 0-1,0-1 1,0 1-1,0 0 1,-1 0 0,1 0-1,-1 0 1,0 0-1,0-1 1,1 1-1,-1 0 1,0 0-1,-1 0 1,1 3 0,-1 1 1,0-1 1,0 1-1,0 0 1,-1-1 0,0 0-1,0 1 1,0-1 0,-1 0-1,0 0 1,0 0 0,0 0-1,-6 6 1,-22 18 44,-60 42 0,79-62-32,11-8-18,0-1 0,0 1 0,0 0 1,-1 0-1,1 0 0,0 0 0,0 0 1,0 0-1,0 1 0,1-1 0,-1 0 0,0 0 1,0 1-1,0 1 0,1-3-3,0 0 0,0 1 1,0-1-1,0 1 0,0-1 0,0 1 0,0-1 0,1 1 1,-1-1-1,0 0 0,0 1 0,0-1 0,1 1 0,-1-1 1,0 0-1,0 1 0,1-1 0,-1 0 0,0 1 0,1-1 0,-1 0 1,0 1-1,1-1 0,-1 0 0,0 0 0,1 0 0,-1 1 1,1-1-1,0 0 0,5 2-28,0 0 0,1-1-1,-1 0 1,13 1 0,-9-1 88,53 7-33,121 12-1107,-59-15-3597,-46-5-2082,4 0-4095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0:57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90 3522,'0'0'12763,"0"-8"-5443,-5 9-7231,0 0-1,0 0 1,-1 0-1,1 1 0,0-1 1,0 1-1,1 1 1,-1-1-1,0 1 0,1 0 1,-1 0-1,1 0 0,0 0 1,0 1-1,-5 6 1,0-2-22,1 2 1,1-1-1,0 1 1,0 0-1,-9 21 1,12-21-66,0 0 1,1 0-1,1 1 1,-3 16-1,4-23-8,1-1 0,-1 0 0,1 0 0,0 0 0,0 0 0,0 1 1,1-1-1,-1 0 0,1 0 0,0 0 0,0 0 0,0 0 0,0 0 0,0 0 0,0 0 0,1 0 0,0-1 0,-1 1 0,5 4 0,-1-4-2,0 1-1,0-1 0,0-1 0,1 1 1,-1-1-1,1 0 0,-1 0 1,1-1-1,0 1 0,8 0 0,64 0 21,-59-2-16,-3 0 1,-1-2-1,1 0 1,0-1-1,0-1 1,-1 0-1,0-1 1,0 0-1,0-1 1,-1-1-1,20-12 1,-24 13 15,0-1 0,-1 0 0,0 0 0,0-1 0,0 0 0,-1 0 0,0-1 0,-1 0 0,0-1 0,0 1 0,-1-2 0,-1 1 0,0 0 0,8-22 0,-12 28 77,0 0 1,0 1-1,0-1 1,0 0-1,-1 0 1,0 0-1,0 0 1,0 0-1,0 0 1,0 0-1,-1 0 1,0 0-1,0 1 1,-2-8-1,1 7-24,-1 0 1,0 1-1,0-1 0,0 0 0,0 1 0,-1 0 0,1 0 0,-1 0 0,0 0 0,0 0 0,-6-2 0,-59-31-407,37 24-2987,26 12-1305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0.9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1072,'0'0'8268,"13"-10"-6342,3-4-1305,46-29 8171,-61 53-7485,-5 13-1120,-6 23 403,0-5 241,2 0-1,-4 58 0,8-46-3436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1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 2865,'0'0'11699,"6"-13"-10200,22-37-349,-26 47-1043,1 0-1,0 0 1,0 1-1,1-1 1,-1 1-1,0 0 1,1 0-1,-1 0 1,1 0-1,0 1 0,0-1 1,0 1-1,0 0 1,-1 0-1,1 0 1,1 1-1,-1 0 1,6 0-1,2-2 123,18 0 182,34 1 0,-37 1-275,-25 0-134,-1 0-1,0 0 1,0 0 0,1 0 0,-1 0 0,0 0-1,1 1 1,-1-1 0,0 0 0,0 1 0,1-1 0,-1 1-1,0-1 1,0 1 0,0-1 0,0 1 0,0 0-1,0-1 1,0 1 0,0 0 0,0 0 0,0 0 0,0 0-1,0 0 1,0 2 0,0-1-1,0 0 1,-1 0-1,0 0 1,1 0-1,-1 0 1,0 0-1,0 0 0,0 0 1,0 0-1,-1 0 1,1 0-1,0 0 0,-1 0 1,-1 2-1,-1 5 4,0-2-1,-1 1 0,0 0 0,0-1 1,-1 1-1,-8 9 0,-16 10 25,18-18-24,0 1 1,0 1-1,-12 16 0,21-24 0,0-1-1,1 1 1,-1-1-1,1 1 1,-1 0-1,1 0 1,0-1 0,0 1-1,0 0 1,1 0-1,-1 0 1,1 0-1,-1 0 1,1 0-1,0 1 1,0-1-1,0 0 1,1 0-1,-1 0 1,1 0-1,1 5 1,-1-7 3,0 0 0,0 1 0,0-1 0,0 0 1,0 0-1,0 0 0,0 0 0,0 0 0,0 0 0,1-1 0,-1 1 1,0 0-1,1-1 0,-1 1 0,1 0 0,-1-1 0,0 0 0,3 1 1,32 4 164,-26-4-104,67 5-541,-1-3 0,81-8 0,-92-4-3045,-6-10-3222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2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63 2497,'0'0'12312,"4"-3"-9817,0 0-1827,-3 2-451,1 0 0,-1 0 0,1 0 0,-1 0 0,1 0 0,-1-1 0,0 1 0,0 0 0,0-1 0,0 1 0,0-1 0,0 1 0,1-3 0,-2 3-132,0 1 0,0 0 0,0-1 0,0 1 0,0 0 0,0 0 0,0-1 1,0 1-1,0 0 0,0 0 0,0-1 0,0 1 0,0 0 0,0 0 0,0 0 1,-1-1-1,1 1 0,0 0 0,0 0 0,0-1 0,0 1 0,-1 0 0,1 0 0,0 0 1,0 0-1,0 0 0,-1-1 0,1 1 0,0 0 0,0 0 0,-1 0 0,1 0 1,0 0-1,0 0 0,-1 0 0,1 0 0,0 0 0,-18-3 519,-17 5-833,30 0 229,0-1-1,0 1 0,0 0 1,0 1-1,1-1 0,-1 1 1,1 0-1,0 0 1,0 0-1,0 1 0,0-1 1,0 1-1,1 0 0,-1 0 1,1 1-1,0-1 0,1 1 1,-1-1-1,1 1 1,-3 7-1,0 2-6,0-1 1,1 1-1,1 0 1,0 0 0,1 1-1,-1 18 1,2-16-4,0-6-48,1 1 0,0-1 0,4 22-1,-3-30 36,-1 1 0,1-1 0,0 0 0,1 0 0,-1 0 0,1 0-1,-1 0 1,1 0 0,0 0 0,0 0 0,0 0 0,0-1-1,1 1 1,-1-1 0,1 0 0,0 0 0,4 3 0,4 0 2,1 0 1,-1-1 0,1-1-1,0 0 1,0-1 0,0 0-1,0-1 1,1 0 0,-1-1-1,19-1 1,-3 0 17,-17 1-1,1 0 1,0-1-1,0 0 0,-1-1 1,1 0-1,18-7 0,-23 6-5,0 0 0,-1-1-1,0 1 1,0-1 0,0-1-1,0 1 1,-1-1 0,0 0-1,0 0 1,0 0 0,0-1-1,5-8 1,-3 0 50,1 1-1,-2-2 0,0 1 1,-1-1-1,0 0 0,-1 0 1,-1 0-1,0-1 1,-1 1-1,-1-1 0,0 1 1,-1-1-1,-4-29 1,3 40 33,0 1 1,-1-1 0,1 1 0,-1-1-1,0 1 1,0 0 0,-1 0-1,-2-5 1,4 8-77,0-1-1,0 1 0,0 0 1,0-1-1,0 1 1,-1 0-1,1 0 1,0 0-1,-1 0 0,1 0 1,0 0-1,-1 0 1,1 0-1,-1 0 1,1 1-1,-1-1 1,0 0-1,1 1 0,-1 0 1,0-1-1,1 1 1,-1 0-1,0 0 1,-2 0-1,2 6-1198,2 1 374,0-2-342,-1 0 0,1 0 0,1 0 0,-1 0 0,3 10 1,11 13-9067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3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6675,'0'0'12104,"22"-8"-11138,76-22-216,-78 25-562,-1 1-1,1 0 1,0 2 0,0 0 0,38 2 0,-21 0-40,-38 17 17,-2-12-92,0 1 1,-1-1-1,1-1 0,-1 1 0,0 0 0,-7 6 0,8-9-48,0 1 1,0 0-1,0 0 0,0 0 1,1 0-1,-1 0 1,1 1-1,0-1 0,0 1 1,0-1-1,0 1 1,1 0-1,-1 0 0,1 0 1,0 0-1,0 0 0,0 6 1,1-9-30,1 1 1,-1-1-1,1 1 1,-1-1 0,1 1-1,-1-1 1,1 0-1,0 1 1,0-1-1,0 0 1,0 0-1,0 1 1,0-1-1,0 0 1,0 0 0,0 0-1,0 0 1,1 0-1,-1-1 1,0 1-1,1 0 1,1 0-1,40 16-8,-24-10 16,-16-6-3,63 30 7,-60-29-8,-1 1 0,0 1 1,0-1-1,0 1 0,-1-1 0,1 1 0,-1 1 0,0-1 0,6 10 0,-9-13 16,0 0-1,0 1 0,0-1 0,-1 0 1,1 1-1,-1-1 0,1 1 1,-1-1-1,0 1 0,1-1 0,-1 1 1,0 0-1,0-1 0,0 1 0,0-1 1,0 1-1,0-1 0,-1 1 0,1-1 1,0 1-1,-1-1 0,1 1 0,-2 2 1,0-2 52,0 0 1,0 1 0,0-1-1,0 0 1,-1-1 0,1 1-1,0 0 1,-1-1 0,1 1-1,-1-1 1,-5 2 0,-6 2 274,-1-1 0,0 0 0,-26 2 0,39-6-334,-64 7 1112,42-7-2691,76-26-16320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4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9 2145,'0'0'11675,"0"-3"-10021,0 3-1552,0 0 1,0 0 0,0-1 0,0 1-1,0 0 1,0 0 0,0-1-1,0 1 1,-1 0 0,1 0-1,0 0 1,0-1 0,0 1-1,0 0 1,0 0 0,0-1-1,0 1 1,0 0 0,-1 0 0,1 0-1,0 0 1,0-1 0,0 1-1,0 0 1,-1 0 0,1 0-1,0 0 1,0 0 0,0 0-1,-1-1 1,1 1 0,0 0-1,0 0 1,0 0 0,-1 0 0,1 0-1,0 0 1,0 0 0,-1 0-1,1 0 1,0 0 0,0 0-1,-1 0 1,1 0 0,0 0-1,0 0 1,0 0 0,-1 0-1,1 1 1,0-1 0,0 0 0,0 0-1,-1 0 1,-20 14 2063,-31 32-1622,37-32 464,-22 17-265,17-14-592,0 0 0,1 1 0,1 2 1,-18 24-1,35-43-153,0 0 1,1 0-1,-1 0 0,0 0 0,1 0 1,-1 0-1,1 0 0,-1 1 1,1-1-1,0 0 0,0 0 1,-1 1-1,1-1 0,0 2 0,0-3-1,0 1 0,1-1 0,-1 1 0,0-1 0,0 1 0,0-1 0,1 1 0,-1-1 0,0 1 0,1-1 0,-1 0 0,0 1 0,1-1 0,-1 1 0,1-1 0,-1 0 0,0 1 0,1-1 0,-1 0 0,1 0 0,-1 1 0,1-1 0,0 0-1,4 1-11,0 0-1,0 0 0,0-1 0,0 0 0,9-1 0,-1 1 55,336 0 1818,-342 0-1798,-4 0-31,0 1 0,0-1 1,1 0-1,-1 0 0,0-1 1,0 1-1,0-1 0,0 1 1,0-1-1,0 0 0,0 0 1,0 0-1,0-1 0,0 1 0,0-1 1,0 1-1,3-4 0,-4 4 746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4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 10837,'0'0'14647,"-54"136"-13815,54-101-368,0 3-448,0-7-16,0-1-1008,0-5-769,10-2-1633,18-7-2672,13-3-577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4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21 9780,'0'0'16984,"-7"-5"-16357,7 5-623,-2-2 11,1 0 0,-1 1 0,0 0 0,1-1 0,-1 1 0,0 0 0,0 0 0,0 0 0,0 0 0,0 0-1,-4 0 1,6 1-13,-1 0-1,0 0 0,1 0 1,-1 0-1,1 0 1,-1 0-1,0 1 0,1-1 1,-1 0-1,1 0 0,-1 1 1,1-1-1,-1 0 0,1 1 1,-1-1-1,1 1 1,-1-1-1,1 0 0,-1 1 1,1 0-1,-10 22 11,8-13-26,0 1-1,1 0 1,0 0 0,1-1-1,1 1 1,-1 0-1,2 0 1,-1-1-1,1 1 1,1-1-1,0 1 1,1-1 0,0 0-1,0 0 1,1 0-1,6 10 1,-3-7-20,-4-6-7,1 0-1,-1 1 1,-1 0 0,1 0 0,-2 0 0,1 0 0,-1 1 0,0-1-1,1 16 1,-3-23 44,-1 0-1,1 0 1,-1 0-1,1 0 1,-1 0-1,0 0 1,1 0-1,-1 0 1,0-1-1,0 1 1,0 0-1,0 0 0,0-1 1,0 1-1,0-1 1,0 1-1,0-1 1,0 1-1,0-1 1,0 1-1,0-1 1,0 0-1,0 0 1,-1 0-1,1 1 1,0-1-1,0 0 1,0 0-1,-2-1 1,-1 2 2,-15 1-129,-23 3 24,14-4-2973,23-7-3770,5-15 1936,0 15 2605,0-28-7353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04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7123,'0'0'16104,"106"-13"-14023,-60 13-1009,-4 2-624,0 5-384,-6 3-64,-9-4-448,-4 5-1057,-11-7-1312,-3-2-1713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1:24.84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0 105 2417,'6'1'9015,"54"4"-7204,-1-2-1,108-8 1,-100 1-1718,1235-26 2407,-1150 28-2418,688-20 116,-798 20-76,-27 2 131,-1 0 0,1-1-1,-1-1 1,0 0 0,1-1 0,53-16 2493,-53 17-2247,59 3-437,-33 1 266,-12-2-130,-16 1 114,-1 0 0,1-1-1,0-1 1,-1 0 0,1-1 0,-1-1 0,25-7-1,-31 9-100,1-1-1,0 2 0,0-1 0,14 1 1,-16 0-519,-27-3-793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3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1 260 5587,'0'0'10343,"19"-17"-8067,63-52-684,-76 64-1314,1 0-1,0 1 1,0 0-1,0 1 0,0-1 1,0 1-1,1 1 1,13-4-1,1 0 492,373-117 2929,-379 116-3610,-34 5 293,3 3-370,0 0 0,0 0 1,1 1-1,-1 1 0,1 1 0,-1 0 0,1 1 0,0 0 0,1 1 1,0 1-1,-14 8 0,20-11-20,0 1 0,1 0 1,0 0-1,-1 1 0,1 0 0,1 0 1,0 0-1,-1 1 0,2 0 0,-1 0 1,1 0-1,0 0 0,1 1 0,0 0 1,0-1-1,0 1 0,1 0 0,0 1 1,1-1-1,0 0 0,0 12 0,1-9-6,-1 2-82,2 0 1,3 25-1,-4-34 11,2 0-1,-1 0 1,0 0-1,1 1 1,0-2-1,0 1 0,0 0 1,0 0-1,0-1 1,1 1-1,0-1 1,5 6-1,0-3-265,-1 0-1,1-1 1,0 0-1,1-1 1,-1 1-1,1-2 1,0 1-1,0-1 0,0 0 1,0-1-1,18 2 1,3-1-3186,0-2 0,45-3 0,10-7-6560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3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13782,'0'0'14119,"29"63"-15736,25-28-1536,7-3-2370,8-5-5314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3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3330,'0'0'18520,"111"29"-16695,-57-29-577,2 0-735,1 0-273,-5 0-192,-8 0-48,-15 0-336,-12 0-449,-13 0-591,-10 0-5347,-23 0-1809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3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6851,'0'0'14391,"134"0"-14071,-84 0-320,0 0-432,8 0-2546,3-2-4177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24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8676,'0'0'10650,"23"-2"-10076,-8 1-474,177-7 944,-87 8 125,-105 0-1153,1 1 0,-1-1 1,0 0-1,1 1 0,-1-1 0,0 0 1,1 1-1,-1-1 0,0 0 0,0 1 1,1-1-1,-1 1 0,0-1 0,0 0 1,0 1-1,0-1 0,1 1 1,-1-1-1,0 1 0,0-1 0,0 1 1,0-1-1,0 1 0,0-1 0,0 0 1,0 1-1,0-1 0,-1 1 0,1-1 1,0 1-1,0-1 0,-1 1 0,-4 18 414,-8-1-280,-1-2 1,0 1-1,-1-2 1,0 0-1,-25 18 1,12-10-110,-26 21 12,28-24-41,1 2-1,0 0 0,-25 32 1,49-53 7,0 0 1,-1 1 0,1-1-1,0 1 1,0 0 0,0-1-1,0 1 1,0 0 0,1 0-1,-1 0 1,0-1-1,1 1 1,-1 0 0,1 0-1,0 0 1,0 0 0,0 0-1,0 4 1,0-5 39,1 1 1,0-1-1,-1 0 1,1 1-1,0-1 0,0 0 1,0 0-1,0 1 1,0-1-1,0 0 1,0 0-1,1 0 0,-1 0 1,0-1-1,0 1 1,1 0-1,-1 0 0,0-1 1,2 1-1,10 3 431,0-1 0,0 0-1,-1-1 1,23 1-1,-13-1-294,334 16 4135,-333-21-4301,-23 3-37,1 0 1,0-1 0,-1 1 0,1 0-1,0 0 1,-1 0 0,1-1 0,-1 1-1,1 0 1,-1-1 0,1 1 0,-1-1 0,1 1-1,-1 0 1,1-1 0,-1 1 0,1-1-1,-1 0 1,0 1 0,1-1 0,-1 1 0,0-1-1,1 1 1,-1-1 0,0 0 0,0 1-1,0-1 1,1-1 0,-10 1-11062,-12-4 704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4.7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221 0 2593,'0'0'19380,"0"10"-18471,-1 11-533,-2 0 0,0-1-1,-1 0 1,-2 1-1,0-1 1,0-1 0,-2 0-1,-13 25 1,-22 56-4,4 2 1,-41 170 0,86-306-18592,5-4 12162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5.0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0 153 5394,'0'0'8244,"123"-55"-5843,-64 47-992,10 0 544,6-1-817,5 1-655,-5 0-353,-8-1-128,-7-1-32,-7-3-385,-14 3-959,-9 1-593,-22 3-848,-27 6-4355,-35 0 2178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5.2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2497,'0'0'10693,"149"13"-7844,-103-11-832,4 0-656,-6 0-753,2-2-240,-4 0-368,8 2-560,-4-2-1873,4 0-3362,2 0-3489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5.4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1 8628,'0'0'13446,"-27"110"-11285,25-84-1313,-6-3-207,6-7-401,0-3-240,-3-5-48,1-2-624,-2-1-705,-4-5-1136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5.6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 11397,'0'0'14167,"-12"67"-14167,12-40-593,0 9-1552,0-1-656,0-4-5251,8 1-752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6.3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25 153 6307,'0'0'17221,"0"17"-15593,1 2-1198,0 6 457,-1-1 0,-1 1 0,-4 30-1,-12-7 240,15-60-248,2 3-774,-2-53 240,2 58-332,0 0 1,1 0-1,-1 1 0,1-1 1,0 0-1,0 0 0,0 1 1,1-1-1,-1 0 0,1 1 1,0-1-1,4-5 0,31-26 264,-28 28-239,-1-1 0,1 0 1,-2 0-1,1 0 0,9-16 0,-1-4-12,-6 11-77,0 0 0,0 1 0,2 0 0,15-16 0,-27 31 26,1 1 27,-1 0 1,0 0 0,0-1 0,0 1 0,1 0-1,-1 0 1,0-1 0,0 1 0,1 0 0,-1 0 0,0-1-1,1 1 1,-1 0 0,0 0 0,0 0 0,1 0-1,-1 0 1,0 0 0,1-1 0,-1 1 0,0 0-1,1 0 1,-1 0 0,1 0 0,-1 0 0,0 0-1,1 0 1,-1 0 0,0 1 0,1-1 0,-1 0 0,0 0-1,1 0 1,-1 0 0,0 0 0,0 0 0,1 1-1,-1-1 1,0 0 0,1 0 0,-1 1 0,0-1-1,0 0 1,1 0 0,-1 1 0,0-1 0,0 0-1,0 0 1,0 1 0,1-1 0,-1 0 0,0 1 0,0-1-1,0 0 1,0 1 0,0-1 0,0 0 0,0 1-1,0-1 1,0 0 0,0 1 0,0-1 0,0 1-1,2 23 110,-2-24-116,0 5 9,0-1 1,0 1-1,0-1 1,1 0-1,-1 1 0,1-1 1,0 0-1,1 0 0,-1 0 1,4 8-1,-28-11-13303,12-1 4671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7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 1217,'0'0'11821,"4"-1"-9575,1 0-1360,-1 1-1,1 0 0,0 0 1,0 0-1,0 0 0,6 1 1,31 9 1751,9 2-1328,-50-12-1301,13 2 151,0 0-1,0 1 0,20 7 0,-31-9-147,0 0 0,-1 0 0,1 0-1,0 1 1,-1-1 0,1 0-1,-1 1 1,1 0 0,-1 0 0,0 0-1,0 0 1,0 0 0,0 0-1,0 0 1,0 1 0,-1-1 0,1 1-1,-1-1 1,1 1 0,-1 0 0,0 0-1,0-1 1,0 1 0,0 3-1,0 2 113,-1-1-1,0 1 1,0 0-1,-1-1 0,0 1 1,-1-1-1,1 1 1,-1-1-1,0 0 0,-1 0 1,0 0-1,0 0 1,-1 0-1,0-1 1,0 1-1,-7 8 0,10-13-108,-4 3 46,0 1 0,1 1 0,0-1 0,0 0 0,1 1 0,0 0-1,0 0 1,0 0 0,1 0 0,0 0 0,0 1 0,0 7 0,2-14-302,1 0 0,-1-1 0,0 1 0,1 0 0,-1 0 0,1 0 0,-1 0 0,1-1 0,-1 1 0,1 0 0,0 0 0,-1-1 0,1 1 0,0-1 1,-1 1-1,1 0 0,0-1 0,0 1 0,0-1 0,0 0 0,0 1 0,-1-1 0,1 0 0,0 1 0,0-1 0,0 0 0,0 0 0,0 0 0,0 0 0,2 0 0,36 1-8040,-30-2 5491,19 1-4180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7.7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3458,'0'0'22394,"-23"146"-20153,19-110-656,2-7-673,0-6-496,2-6-256,0-7-160,-2-3-48,-3-5-704,5 0-673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7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0 12534,'0'0'14358,"-27"13"-14358,27 7-512,0 3-1521,16 3-400,18-3-2673,6-5-4643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8.6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303 517 11621,'0'0'4504,"-23"3"84,-8-1-2822,10 0-256,0 0 0,1 1 0,-34 10 1,51-12-1350,1 0 0,-1 0 1,0 0-1,0 0 0,0 1 1,1-1-1,-1 1 0,0 0 1,1-1-1,0 1 0,-1 0 1,-2 4-1,4-5-179,0 0-1,1 1 1,-1-1 0,0 1-1,1-1 1,-1 0 0,1 1 0,-1-1-1,1 1 1,-1 0 0,1-1-1,0 1 1,0-1 0,0 1 0,0-1-1,0 1 1,0 0 0,1-1-1,-1 1 1,0-1 0,1 1 0,-1-1-1,1 1 1,0-1 0,-1 0-1,3 3 1,2 3-317,1 0 0,-1 0 0,2-1 0,-1 1 0,1-2 0,8 7 0,-6-5-319,0 0 0,0 1 0,-1 0-1,8 10 1,-13-14 417,-1 0 1,1 1-1,0-1 0,-1 1 1,0 0-1,0 0 0,-1 0 0,1 0 1,-1 0-1,0 0 0,0 1 0,-1-1 1,0 0-1,0 9 0,-1-10 187,1 0-1,-1-1 1,0 1 0,0 0 0,0-1-1,-1 1 1,1-1 0,-1 1-1,0-1 1,0 0 0,0 1-1,0-1 1,-1 0 0,1-1 0,-1 1-1,1 0 1,-1-1 0,0 1-1,0-1 1,-5 3 0,-6 1 523,0 0-1,-1 0 1,0-2 0,1 0 0,-2 0-1,1-2 1,0 0 0,0 0 0,-26-2-1,41 0-458,0 0-1,0 0 0,0 0 0,0 0 1,0 0-1,-1 0 0,1 0 0,0 0 1,0 0-1,0-1 0,0 1 0,0 0 1,0 0-1,0 0 0,0 0 0,0 0 1,-1 0-1,1-1 0,0 1 0,0 0 1,0 0-1,0 0 0,0 0 0,0 0 1,0-1-1,0 1 0,0 0 0,0 0 1,0 0-1,0 0 0,0 0 0,0-1 1,0 1-1,0 0 0,0 0 0,0 0 1,0 0-1,0 0 0,0-1 0,1 1 1,-1 0-1,0 0 0,0 0 1,0 0-1,0 0 0,0 0 0,0 0 1,0-1-1,0 1 0,1 0 0,-1 0 1,0 0-1,0 0 0,0 0 0,0 0 1,0 0-1,1 0 0,-1 0 0,0 0 1,0 0-1,0 0 0,0 0 0,11-9-111,0 0-1,0 1 1,0 0-1,1 1 1,0 0-1,19-7 0,-3 0-345,69-33-1506,31-16-2326,183-118-1,-60-6-1055,-194 141 4624,-3-3 0,59-68-1,-111 114 791,37-47 772,-26 23 1672,-8-1 3401,-5 27-5718,-1 1 0,1-1 0,0 0 0,-1 0 0,1 1 0,0-1 0,-1 1 0,1-1 0,-1 0 0,1 1 0,-1-1 0,0 1 0,1-1 0,-1 1 0,1 0 0,-1-1 0,0 1 0,1-1 0,-1 1 0,0 0 0,0 0 0,1-1 0,-1 1 0,0 0 0,1 0 1,-1 0-1,0 0 0,0 0 0,1 0 0,-1 0 0,0 0 0,0 0 0,1 0 0,-2 1 0,-31 3 1100,19 0-919,0 1 1,1 1 0,-1-1-1,1 2 1,-16 10 0,-60 47 1262,72-51-1352,-24 19 234,2 2 0,1 2 0,-47 57 1,65-68-343,1 0 0,2 2 0,0 0 0,2 0 0,1 2 0,-19 56 0,28-65-160,1 1-1,0-1 1,2 1-1,0 34 1,2-50-37,0 1 0,0-1 0,1 0 0,-1 1 0,1-1 0,0 0 0,1 0 0,2 7 0,-3-10-5,0 0 0,1 0 0,-1 0 0,1-1 0,-1 1 0,1 0 0,-1-1 0,1 1 0,0-1 1,0 0-1,0 1 0,0-1 0,0 0 0,0 0 0,0 0 0,0-1 0,0 1 0,0 0 0,1-1 1,-1 0-1,4 1 0,9 0-25,1 0 1,-1-1-1,1 0 0,-1-1 1,1-1-1,-1-1 1,0 0-1,21-8 1,-12 3-50,1-2 0,-2-1 1,0-1-1,26-18 1,-24 10 25,-18 8 275,-7 12-192,0 0 0,-1-1 0,1 1 1,0 0-1,0-1 0,0 1 0,0 0 0,-1 0 0,1-1 0,0 1 0,0 0 1,-1 0-1,1-1 0,0 1 0,0 0 0,-1 0 0,1 0 0,0-1 0,-1 1 1,1 0-1,0 0 0,-1 0 0,1 0 0,0 0 0,-1 0 0,1 0 0,0 0 1,-1 0-1,1 0 0,0 0 0,-1 0 0,1 0 0,0 0 0,-1 0 0,0 0 1,-5 0 14,-1 0 1,1 0-1,-1 1 1,1 0-1,0 0 1,-8 3 0,12-4-43,0 1 0,0 0 1,0 0-1,0 0 1,0 1-1,1-1 1,-1 0-1,0 1 0,1-1 1,-1 1-1,1 0 1,-1-1-1,1 1 1,0 0-1,0 0 1,0 0-1,0 0 0,0 0 1,0 0-1,0 0 1,1 0-1,-1 0 1,0 4-1,0 2-2,0 1 1,0-1-1,1 1 1,0-1-1,0 1 0,1 0 1,0-1-1,0 0 1,6 17-1,-5-20-279,0-1-1,0 1 1,1 0-1,-1-1 1,1 1 0,1-1-1,-1 0 1,0 0 0,1-1-1,0 1 1,0 0-1,0-1 1,0 0 0,1 0-1,-1-1 1,1 1-1,7 2 1,37 8-5721,8-5-3454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8.8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0 11797,'0'0'16104,"-109"115"-15288,99-92-816,4-2-1312,1 0-2466,5-9-4514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9.6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7379,'0'0'20026,"105"94"-18154,-72-71-943,-1 0-209,-7-4-592,0-5-128,-8-3-64,-7-5-624,-2-4-753,3-2-5282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19.8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594 0 9652,'0'0'18217,"-159"157"-15272,86-80-992,-2 5-1953,-1 10 0,10-4 0,11-9 0,15-10 0,9-17-848,16-16-673,11-9-832,4-12-1057,27-15-1408,24 0-2129,13-19-3106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0.5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251 208 5010,'0'0'20327,"-19"2"-17761,6 0-2139,1-1-99,1 0 0,0 1-1,0 0 1,0 1-1,1 0 1,-1 0 0,1 1-1,-1 1 1,-17 10-1,18-8-129,0 0-1,1 1 0,-1 0 0,1 0 0,-8 11 1,14-15-200,0 0 0,0 1 1,0 0-1,0-1 1,1 1-1,0 0 0,0 0 1,1 1-1,-1-1 0,1 0 1,0 0-1,0 1 1,0 9-1,1-14 2,0 1 0,1-1 0,-1 0 0,0 1 0,0-1 0,1 1 0,-1-1 0,0 0 0,1 0 0,-1 1 0,1-1 0,0 0 0,-1 0 0,1 1 0,0-1-1,0 0 1,0 0 0,0 0 0,0 0 0,0 0 0,0-1 0,2 3 0,0-2 0,0 1 1,0-1-1,1 0 0,-1 0 0,0 0 0,0-1 1,1 1-1,-1-1 0,5 1 0,1-1-2,0-1 1,-1 0-1,1 0 0,-1-1 0,1 1 0,-1-2 0,11-3 1,-4-4-246,1 1-1,-2-2 1,1 0 0,-2-1 0,1 0 0,-2-1 0,1-1-1,-2 0 1,0 0 0,-1-1 0,0 0 0,-1-1 0,11-28-1,-17 36 201,0 0 0,-1 0 0,0 0 0,-1 0-1,1 0 1,-2-1 0,1 1 0,-1 0-1,-2-13 1,2 16 35,-1 1 0,0 0 0,0 0-1,-1 0 1,1 0 0,-1 0 0,0 0-1,0 0 1,0 0 0,-1 0 0,1 1 0,-1-1-1,0 1 1,0 0 0,0 0 0,0 0 0,-1 0-1,-6-4 1,-1 2 23,-1 0 0,0 0 1,0 1-1,0 1 0,0 0 0,-1 0 0,1 2 0,-1-1 0,0 2 1,-21 0-1,30 0-4,-1 1-1,1-1 1,-1 1 0,1 0 0,-1 0-1,1 0 1,0 1 0,0-1 0,-1 1-1,1 0 1,0 0 0,0 1 0,1-1-1,-1 1 1,-6 5 0,8-6-20,0 1 0,0 0 0,0-1 0,1 1 0,-1 0 0,1 0-1,-1-1 1,1 1 0,0 0 0,0 1 0,0-1 0,1 0 0,-1 0 0,1 0 0,-1 0 0,1 1 0,0-1 0,0 0 0,1 0 0,-1 0 0,1 1 0,-1-1-1,3 4 1,-2-4-31,1 1 0,-1-1-1,1 0 1,0 0 0,0 0-1,1 0 1,-1 0-1,1 0 1,-1-1 0,1 1-1,0-1 1,0 0 0,0 0-1,0 0 1,4 2 0,55 22-429,-51-22 385,41 12-261,1-2-1,0-3 0,1-1 0,0-4 0,0-1 0,56-3 0,-107-2 421,0 0-1,0 0 0,0 0 1,0 0-1,0-1 0,1 1 1,-1-1-1,0 0 0,0 0 1,-1 0-1,1 0 0,0 0 1,0-1-1,0 1 0,-1-1 1,1 0-1,-1 0 0,1 0 1,-1 0-1,0 0 0,0 0 1,0 0-1,0-1 0,0 1 1,0-1-1,-1 0 0,1 1 1,-1-1-1,0 0 0,0 0 1,0 0-1,0 0 0,0 0 0,-1 0 1,1-4 1533,-4 7-1506,1 1 0,-1 0-1,1-1 1,-1 1 0,1 0-1,-1 1 1,1-1 0,0 0-1,-1 1 1,1-1 0,0 1-1,0 0 1,0 0 0,0 0-1,-2 3 1,-23 33 623,25-34-707,0 0-1,1-1 1,-1 1-1,1 0 1,0 0 0,0 0-1,0 0 1,0 0 0,1 0-1,0 0 1,-1 0-1,2 0 1,-1 0 0,1 6-1,0-8-18,0 0-1,0 0 0,0 0 0,0 0 0,0 0 1,0 0-1,0 0 0,1-1 0,-1 1 1,1-1-1,-1 1 0,1-1 0,0 1 0,0-1 1,-1 0-1,1 0 0,0 0 0,0 0 1,0 0-1,0 0 0,0 0 0,0-1 0,1 1 1,-1-1-1,0 0 0,0 1 0,3-1 1,18 1-108,-1 0 0,0-1 0,0-1 1,0-1-1,25-6 0,-34 5 40,-1 0 0,1-1-1,0-1 1,-1 0 0,0-1 0,0 0 0,-1-1-1,0 0 1,20-17 0,-29 22 164,1 0 1,-1 0-1,0-1 1,1 1 0,-1-1-1,-1 1 1,1-1-1,0 1 1,-1-1-1,1 0 1,-1 0-1,0 0 1,0 0-1,0 0 1,0 0-1,0 0 1,-1 0-1,1-1 1,-1-2 623,-1 14-338,-1 3-585,1 0 0,0-1 0,0 1 0,1 0 1,1-1-1,0 1 0,4 21 0,-3-28-274,-1 0 0,1 0 0,0 1 1,0-1-1,0 0 0,1 0 0,-1-1 0,1 1 0,0-1 0,0 1 0,1-1 0,-1 0 0,0 0 1,1 0-1,0-1 0,0 1 0,0-1 0,0 0 0,0 0 0,0 0 0,7 1 0,37 9-5160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1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6627,'0'0'19849,"11"18"-17373,30 56-424,-38-69-1926,-1 0 1,0 0 0,-1 0-1,1 0 1,-1 0 0,0 0-1,0 0 1,0 1 0,-1-1 0,0 0-1,0 1 1,0-1 0,-2 6-1,0 7-136,-6 27 10,29-66 0,-5 6-200,0 0-1,2 1 0,0 1 1,0 0-1,1 1 1,1 2-1,0 0 1,0 1-1,1 0 1,0 2-1,1 1 1,41-7-1,-63 12 251,1 1 0,0 0 0,0 0 0,0 0 0,0 0 0,-1 0 0,1 0 0,0 0 0,0 0 0,0 0 0,0 0 0,0 0 0,-1 0 0,1 1 0,0-1 0,0 0 0,0 1 0,-1-1 0,1 0-1,0 1 1,-1-1 0,1 1 0,0-1 0,-1 1 0,2 0 0,-2 1 29,0-1 1,0 0-1,1 1 0,-1-1 0,0 1 0,0-1 0,0 1 1,-1-1-1,1 1 0,0-1 0,-1 1 0,1-1 1,-1 0-1,0 3 0,-7 18 39,5-16-118,0 0 1,1 1-1,0-1 0,1 1 0,-1 0 0,1-1 1,0 9-1,2-14 0,0-1 0,1 1 0,-1-1 0,1 1 0,-1-1 0,0 0 0,1 1 0,-1-1 0,1 0 0,-1 0 0,1 0 0,-1 0 0,1 0 0,1-1 0,0 1 0,26 0 0,1-2 0,-1-1 0,0-1 0,0-2 0,-1-1 0,1-1 0,-1-1 0,-1-2 0,40-20 0,-45 16 0,-26 16 0,4-1 0,-1 0 0,1 0 0,-1 0 0,0 1 0,1-1 0,-1 0 0,1 0 0,-1 0 0,1 1 0,-1-1 0,1 0 0,-1 0 0,1 1 0,-1-1 0,1 0 0,-1 1 0,1-1 0,0 1 0,-1-1 0,1 0 0,-1 1 0,0 3-2,-1-1 0,1 0-1,0 1 1,0-1 0,0 1 0,1-1 0,-1 1 0,1-1-1,0 1 1,0 0 0,0-1 0,0 1 0,1-1 0,-1 1-1,1-1 1,0 1 0,0-1 0,0 1 0,1-1-1,-1 0 1,1 0 0,0 0 0,0 0 0,0 0 0,0 0-1,5 5 1,-5-6-363,0 0-1,1 0 1,-1 0-1,1 0 1,0 0-1,-1-1 1,1 1-1,0-1 1,0 1-1,0-1 1,6 1-1,22 1-5663,6-3-2898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1.4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0 9556,'0'0'23211,"-56"107"-23211,56-86 0,0-4 0,0-3-496,0-3-2738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1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0 6931,'0'0'19129,"-104"44"-19993,104-13-1393,0 3-2466,8 1-4161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2.2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285 840 11493,'0'0'18451,"-15"6"-17840,4-2-490,2-1-56,1 0 0,0 1 0,0-1 0,0 1 1,0 1-1,1 0 0,-1 0 0,1 0 1,1 1-1,-12 12 0,-20 29-89,3 2 0,-30 55 0,60-96-61,2 0 0,-1 1 0,1-1 1,1 1-1,-1-1 0,2 1 0,-1 0 0,1 0 0,0 16 1,1-24-221,3-1 4,1-1 285,0 0 0,0-1 0,1 0 0,-1 0-1,0 0 1,0 0 0,-1-1 0,1 0 0,-1 0 0,1 0 0,-1 0 0,0 0-1,4-6 1,9-6 5,167-141-361,65-62-729,-187 153 136,-3-3 1,92-141-1,60-174 2488,-202 368-1117,-6 12-236,0-2 1,1 1 0,-1 0-1,-1 0 1,1-1 0,-1 1-1,0-1 1,1-6 0,-25 13 1037,9 3-1104,0 1 0,1 1 0,-1 0 0,1 1 0,1 0 0,0 1 0,0 0 0,-17 18-1,-7 11 342,-39 51 0,35-37-318,3 2-1,3 1 0,-43 92 1,62-113-214,1 2 1,2 0 0,1 0 0,2 1 0,1 1-1,3-1 1,-3 58 0,8-92 68,0 1-38,0 0 1,0 0 0,0 0-1,0 1 1,1-1 0,0-1-1,0 1 1,1 5 0,-1-8 39,0 0 0,0 0 0,0 1 0,0-1 0,0 0 1,1 0-1,-1 0 0,0-1 0,0 1 0,1 0 0,-1 0 1,1-1-1,-1 1 0,1-1 0,-1 1 0,1-1 1,-1 1-1,1-1 0,-1 0 0,1 0 0,-1 0 0,1 0 1,2 0-1,8 0 8,0-1 0,1-1 0,-1 0 0,0 0 0,0-1 0,-1 0 0,1-1 0,-1-1 1,0 0-1,15-9 0,-4 1 8,-2-1-1,1-1 1,-2 0 0,20-22 0,-36 35 54,0 0 0,-1-1 0,0 1 0,0-1 0,1 1 0,-2-1 0,1 0 0,0 1 0,0-1 0,-1 0 0,0 0-1,1-1 1,-1 1 0,0 0 0,-1 0 0,2-5 0,-2 7-22,-1 1 0,1-1 0,0 1 0,0-1 0,0 1 0,-1 0-1,1-1 1,0 1 0,0-1 0,-1 1 0,1 0 0,0-1 0,-1 1-1,1 0 1,0-1 0,-1 1 0,1 0 0,-1 0 0,1-1 0,0 1-1,-1 0 1,1 0 0,-1 0 0,1 0 0,-1-1 0,1 1 0,-1 0-1,1 0 1,-1 0 0,1 0 0,-1 0 0,1 0 0,-1 0 0,1 0-1,0 0 1,-1 1 0,1-1 0,-1 0 0,1 0 0,-1 0 0,0 1-1,-1-1-37,0 1-1,1-1 0,-1 1 0,0 0 1,0-1-1,1 1 0,-1 0 0,1 0 0,-1 0 1,1 0-1,-3 3 0,1 1 7,0 0 0,0 0 0,1 0 0,0 1 0,0-1 0,0 1 0,1-1 0,0 1 0,0 0 0,-1 11 0,3 66 0,1-55 0,-3-26-85,1 0-1,0 0 1,1 0 0,-1 0 0,0 0-1,0 0 1,1 1 0,0-1-1,-1 0 1,1 0 0,0 0-1,0 0 1,0-1 0,0 1 0,0 0-1,0 0 1,1-1 0,-1 1-1,1 0 1,-1-1 0,1 1-1,-1-1 1,3 2 0,1-2-492,-1 1 0,1-1 0,-1 1 0,1-1 0,0 0 0,0-1 0,-1 1 0,1-1 0,9-1 0,-7 1-437,0-1-1,1 0 1,-1 0-1,0-1 1,0 0-1,0 0 1,0-1-1,-1 0 1,1 0-1,-1 0 1,10-7 0,39-30-9378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2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257 1 13670,'0'0'16808,"-79"146"-14519,71-81-2289,4 6 0,-3-6 0,1-7 0,-4-5 0,-5-9 0,-2-11 0,-2-12 0,-4-7-128,0-7-3330,0-7-2320,0 0-4355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2.6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88 15031,'0'0'6627,"117"-4"-3330,-71 2-1488,4-2-1809,5-9-1616,1-12-3395,13-14-12933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3.7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245 1 2865,'0'0'13038,"-11"19"-8948,10-16-3912,-19 30 1335,3 1 1,0 0 0,-12 41-1,16-28 25,2 0 0,-7 71 0,5 98 447,10-151-2042,-4-8 57,8-65 0,0 4 0,-1 0 0,1 0 0,0 0 0,0 0 0,1 1 0,-1-1 0,1 0 0,0 1 0,-1-1 0,4-3 0,1 0-102,0 0-1,1 0 1,0 1-1,0 0 1,1 0-1,0 0 1,0 1-1,0 0 1,0 1-1,1 0 1,0 0-1,0 1 1,0 0-1,0 1 1,0 0-1,1 0 1,-1 1 0,0 0-1,1 0 1,-1 1-1,13 2 1,-20-2 89,0 0-1,0 0 1,0 1 0,0-1 0,0 0 0,0 1 0,0-1 0,0 1 0,0 0 0,0 0 0,-1 0 0,1 0 0,0 0-1,0 0 1,-1 0 0,1 1 0,-1-1 0,1 0 0,-1 1 0,0-1 0,1 1 0,-1 0 0,0-1 0,0 1-1,0 0 1,0 2 0,1 3 0,0 0-1,-1 0 1,0 0-1,0 0 1,-1 0-1,0 8 0,0-12 14,0-1 0,-1 1 0,1 0 0,-1-1 0,1 1 0,-1-1 0,0 1-1,0-1 1,0 1 0,-1-1 0,1 0 0,0 1 0,-1-1 0,0 0 0,-2 3 0,-1-1 22,0 1 0,0-1 1,0 0-1,-1 0 0,-11 6 0,-2-1 198,-1-1-1,-39 10 0,44-14-109,-1 0 0,0-2 0,0 1 0,0-2 0,0 0 0,0-1 0,-21-3 1,35 2-111,-1 1 0,1-1 0,-1 0 0,1 0 0,-1 0 1,1 0-1,0-1 0,-1 1 0,1-1 0,0 1 1,0-1-1,-3-3 0,4 4-3,0 0 1,0 0-1,1 0 1,-1 0-1,0 0 1,0-1-1,1 1 1,-1 0-1,1 0 0,-1-1 1,1 1-1,-1 0 1,1-1-1,0 1 1,-1 0-1,1-1 1,0 1-1,0 0 0,0-1 1,0 1-1,1-1 1,-1 1-1,0 0 1,0-1-1,2-1 0,-1 2 1,0-1-1,1 1 0,-1 0 0,0 0 0,1 0 0,-1 0 0,1 0 0,0 0 0,-1 1 0,1-1 0,0 0 0,-1 1 0,1-1 0,0 1 0,0 0 0,0 0 0,-1-1 0,1 1 0,0 0 0,0 1 0,2-1 0,4 0-1,127 0 25,-78 1-129,112-10-1,-153 6-4,0 0 0,0 0-1,0-2 1,0 0 0,-1-1 0,1 0-1,-1-1 1,-1-1 0,0 0-1,0-1 1,16-14 0,-28 21 109,0 0-1,1 0 1,-2 0 0,1 0 0,0 0 0,0 0-1,-1 0 1,1-1 0,-1 1 0,0-1 0,1 1-1,-1-1 1,1-3 0,-3 6 48,1-1 0,-1 0 1,1 1-1,-1-1 0,1 1 0,0-1 0,-1 1 0,0-1 0,1 1 1,-1-1-1,1 1 0,-1 0 0,0-1 0,1 1 0,-1 0 0,0 0 1,1-1-1,-1 1 0,0 0 0,1 0 0,-1 0 0,0 0 0,1 0 1,-1 0-1,0 0 0,1 0 0,-1 0 0,-1 0 0,-31 0 482,25 0-360,-4 0-47,-1 1 1,1 0 0,0 1 0,-1 0 0,1 1 0,-21 7 0,29-9-122,1 1 1,-1-1 0,1 1 0,-1 0 0,1 0 0,0 0 0,0 0 0,0 1-1,0-1 1,0 1 0,1 0 0,-1 0 0,1 0 0,0 0 0,0 0-1,0 0 1,0 1 0,0-1 0,1 1 0,-1-1 0,1 1 0,0 0 0,0-1-1,1 1 1,-1 0 0,0 6 0,2-6-56,0 0 1,0 0-1,0 0 0,0 0 0,0 0 1,1 0-1,0-1 0,0 1 0,0 0 1,0-1-1,0 1 0,1-1 0,-1 0 1,1 0-1,0 0 0,0 0 1,0-1-1,6 5 0,9 5-1080,1 0 1,24 12-1,-39-22 871,66 28-5660,17-4-4316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4.3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164 272 7379,'0'0'18123,"-4"7"-16202,1-4-1686,-6 17 833,9-20-1035,0 1 0,0 0 0,0 0 0,0-1 0,0 1 0,1 0 0,-1-1 0,0 1 0,0 0 0,1-1 0,-1 1 0,1 0 0,-1-1 0,0 1 0,1-1 0,-1 1 0,1-1 0,0 1 0,-1-1 0,1 1 0,-1-1 0,1 1 0,0-1 0,-1 0 0,1 1 0,0-1 0,-1 0 0,1 0 0,0 1 0,0-1 0,-1 0 0,1 0 0,1 0 0,25 5 180,1-1-1,0-1 0,54-2 1,-55-1-214,-25 0-25,0 0 0,0 0 0,0 0 0,0-1 0,0 1 0,0 0-1,-1-1 1,1 1 0,0-1 0,0 0 0,0 0 0,-1 1 0,1-1 0,0 0 0,-1-1 0,1 1 0,-1 0 0,1 0 0,-1-1 0,0 1 0,1-1 0,1-2 0,-3 3-1,1 0 1,-1-1-1,0 1 0,1 0 0,-1-1 1,0 1-1,0 0 0,0-1 0,0 1 1,0 0-1,0-1 0,0 1 1,-1 0-1,1 0 0,0-1 0,-1 1 1,1 0-1,-1 0 0,1-1 0,-1 1 1,0 0-1,1 0 0,-1 0 1,0 0-1,0 0 0,0 0 0,0 0 1,0 0-1,0 0 0,0 0 1,0 1-1,0-1 0,-2 0 0,-5-4 24,-1 0 0,0 1 0,0 0 0,0 1 0,-1 0 0,1 0 0,-1 1-1,0 1 1,-17-2 0,3 2 107,0 1 0,-45 6-1,59-4-35,1 0 0,-1 0 0,1 1 0,0 0 0,0 0-1,0 1 1,0 0 0,1 1 0,-15 10 0,18-12-26,1 1-1,0 0 1,1-1 0,-1 1 0,1 1 0,-1-1 0,1 0 0,1 1-1,-1 0 1,1-1 0,-1 1 0,1 0 0,1 0 0,-1 0 0,1 1-1,0-1 1,0 0 0,0 1 0,1 6 0,0-7-14,0 0 1,0 0 0,1 0-1,0 0 1,0 0-1,0 0 1,1-1 0,-1 1-1,1 0 1,0-1-1,1 1 1,-1-1-1,1 0 1,0 0 0,0 0-1,0 0 1,0-1-1,1 1 1,-1-1 0,1 1-1,0-1 1,0-1-1,0 1 1,1 0-1,-1-1 1,1 0 0,-1 0-1,1 0 1,5 1-1,-2-1-16,0-1 0,1 1 0,-1-1 0,1 0 0,-1-1 0,0 0-1,1 0 1,-1-1 0,1 0 0,-1-1 0,0 0 0,1 0 0,-1-1-1,0 0 1,-1 0 0,15-8 0,151-91-1297,210-89 1,-340 171 1160,-8 6 77,0-2-1,-1-1 1,-1-2-1,0-2 1,29-24 0,-59 43 55,-1 0 10,0 1-1,0-1 0,-1 0 0,1 1 1,0-1-1,-1 0 0,1 0 1,-1 0-1,0 0 0,0-1 0,1-1 1,-2 4-18,1 0 1,-1-1-1,0 1 1,0 0-1,0 0 1,0 0-1,0 0 1,0 0-1,0 0 1,0-1-1,0 1 1,0 0-1,0 0 1,0 0-1,0 0 1,0 0-1,0 0 1,0-1 0,0 1-1,0 0 1,0 0-1,0 0 1,-1 0-1,1 0 1,0 0-1,0-1 1,0 1-1,0 0 1,0 0-1,0 0 1,0 0-1,0 0 1,0 0-1,0 0 1,-1 0-1,1 0 1,0 0-1,0 0 1,0-1-1,0 1 1,0 0-1,0 0 1,-1 0-1,1 0 1,0 0-1,0 0 1,0 0-1,0 0 1,0 0-1,0 0 1,-1 0-1,-7 0-498,-1 0-1,0 0 0,1 1 0,-1 0 0,0 0 0,1 1 0,0 0 0,-1 1 0,1 0 1,0 0-1,-8 5 0,-16 5-2772,-17 4-3975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4.5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9893,'0'0'20441,"117"153"-18120,-69-107-2209,-2-4-112,-4-2 0,-3-7 0,-3-4 0,-1-10-64,-1-13-1825,-3-6-512,7 0-1665,2 0-1825,1-16-4449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4.9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299 9 6115,'0'0'22696,"-23"-1"-20485,-76-5-738,91 5-1457,1 1 1,-1 0-1,1 0 1,-1 1-1,1 0 1,-1 0-1,1 0 0,0 1 1,0 0-1,0 1 1,0 0-1,0 0 1,0 0-1,1 1 1,-1 0-1,1 0 0,-11 10 1,13-9-18,-1 1-1,2-1 1,-1 1 0,0 0-1,1 0 1,0 0 0,1 0-1,-1 1 1,1-1 0,1 1-1,-1 0 1,1-1 0,0 1-1,0 0 1,1 0 0,0 0-1,1 8 1,-1-13 1,0 1-1,1-1 1,-1 0-1,1 0 1,-1 0 0,1 1-1,0-1 1,0 0-1,0 0 1,0 0 0,0 0-1,0 0 1,0 0-1,1-1 1,-1 1-1,1 0 1,-1-1 0,1 1-1,4 2 1,-2-2 2,0 0 0,0 0 0,0 0 0,0-1 0,1 1 0,-1-1 0,1 0 0,-1 0 0,8 0 0,1-1-23,1 0-1,-1-1 1,0-1-1,0 0 0,1-1 1,15-5-1,-13 3-226,-1-2-1,-1 0 0,17-10 1,-26 14 331,0 0 0,0-1 0,0 1 0,0-1 0,-1 0 0,1-1 0,-1 1 1,0-1-1,0 0 0,-1 0 0,5-9 0,-13 19 65,-3 10-160,4 2-508,1 0-1,-3 28 1,6-29-4143,2 0-3917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5.5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30 13062,'0'0'18091,"2"9"-16701,4 14-1334,-1 1 0,-1-1 0,2 39 0,-6-61-56,0-1 0,0 0 0,0 0 0,0 1 0,0-1 0,0 0 0,0 0 0,0 0 0,0 1 0,0-1 0,0 0 0,0 0 0,1 0 0,-1 0 0,0 1 0,0-1 0,0 0 0,0 0 0,0 0 0,1 0 0,-1 1 0,0-1 0,0 0 0,0 0 0,1 0 0,-1 0 0,0 0 0,0 0 0,0 0 0,1 0 0,-1 0 0,0 0 0,0 0 0,0 0 0,1 0 0,-1 0 0,0 0 0,0 0 0,1 0 0,-1 0 0,0 0 0,0 0 0,0 0 0,1 0 0,-1 0 0,0 0 0,0 0 0,0 0 0,1-1 0,-1 1 0,0 0 0,0 0 0,0 0 0,0 0 0,1 0 0,-1-1 0,0 1 0,0 0 0,0 0 0,75-61-1499,-37 38 558,44-18 0,2 4 2513,-84 36-1517,1 1 1,-1 0-1,1 0 0,-1 0 0,1 0 0,-1 0 0,1 0 1,-1 0-1,1 0 0,-1 0 0,1 0 0,-1 0 1,1 1-1,-1-1 0,1 0 0,-1 0 0,1 0 1,-1 1-1,1-1 0,-1 0 0,1 1 0,-1-1 0,0 0 1,1 1-1,-1-1 0,0 0 0,1 1 0,-1-1 1,0 1-1,1-1 0,-1 1 0,0-1 0,0 0 0,1 1 1,8 24-237,-2-8 239,-5-15-58,0 0 0,0 0 0,0 0 0,0 0 0,0 0 0,1-1 0,-1 1 0,0-1 0,1 0 0,-1 0 0,1 1 0,0-2 0,-1 1 0,1 0 0,0 0 0,-1-1 0,1 0 0,0 1 0,0-1 0,0 0 0,-1 0 0,1-1 0,0 1 0,0-1 0,4 0 0,8-3 0,1 0 0,-1-1 0,16-8 0,-29 12 0,50-17 0,-37 14 0,0-1 0,-1 0 0,0-1 0,17-10 0,-30 50 0,-1-22-247,2 26 673,-1-36-632,-1-1 0,1 1 1,-1 0-1,1-1 0,0 0 1,0 1-1,-1-1 0,1 1 1,0-1-1,0 0 0,1 0 1,-1 1-1,0-1 0,0 0 1,1 0-1,-1 0 0,0 0 1,1-1-1,-1 1 0,1 0 1,1 0-1,26 4-7157,9-4-2826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5.6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0 14247,'0'0'18520,"-50"105"-18520,44-89 0,-2 1 0,-1-11 0,-1-1-1825,4-43-21930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5.8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1 17000,'0'0'15767,"-23"66"-15831,7-26-1761,-1 10-2481,13-2-2049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6.4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5026,'0'0'15181,"3"0"-13309,7-1-986,20 1 1921,-30 0-2701,1 1 1,0-1 0,0 0 0,-1 0 0,1 1-1,0-1 1,0 0 0,-1 1 0,1-1 0,0 0-1,-1 1 1,1-1 0,-1 1 0,1-1 0,0 1-1,-1 0 1,1-1 0,-1 1 0,0 0 0,1-1-1,-1 1 1,1 0 0,-1-1 0,0 1 0,1 0-1,-1 0 1,0-1 0,0 1 0,0 0 0,0 0-1,0-1 1,0 3 0,0 184 2409,1-186-2537,-1-1 0,0 0 0,1 1 0,-1-1 0,1 0 0,-1 1 0,1-1 0,-1 0 0,1 0 0,-1 0 0,1 1 0,-1-1 0,1 0 0,-1 0 0,1 0 0,-1 0 0,1 0 0,-1 0 0,1 0 0,-1 0 0,1 0 0,0 0 0,-1 0 0,1 0 0,0-1 0,3 1-84,9 0-226,0-1 0,-1-1-1,1 0 1,0-1 0,23-8 0,62-33-782,-43 18 1257,-51 36 4263,7 29-4274,-4-10-111,-2-5 249,5 11-2562,1-23-2018,8-5-3304,5-7-3496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6.7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0 109 10229,'0'0'12021,"20"1"-9070,131 10 875,-147-10-3722,4 0 21,1 0 0,0 0 0,-1-1 0,1 0 0,13-2-1,-21 2-125,0-1-1,-1 0 1,1 1 0,0-1-1,-1 0 1,1 1-1,0-1 1,-1 0-1,1 0 1,-1 1 0,1-1-1,-1 0 1,0 0-1,1 0 1,-1 0-1,0 0 1,1 0-1,-1 1 1,0-1 0,0 0-1,0 0 1,0 0-1,0-2 1,0-29-88,-1 23 42,1 6 42,0 1 0,0 0 0,0 0 0,0-1 0,0 1 0,-1 0 0,1-1 0,-1 1 0,0 0 0,1 0 0,-1 0 0,0 0 0,0 0 0,-1 0 0,1 0 0,0 0 0,-1 0 0,1 0 0,-1 1 0,1-1 0,-1 1 0,0-1 0,-3-1 1,1 1 9,0 0 0,-1 1 1,1-1-1,-1 1 1,1 0-1,-1 0 1,0 1-1,1-1 1,-1 1-1,-8 1 1,10-1-3,0 1-1,0 0 1,0 0-1,0 0 1,0 0 0,0 1-1,1-1 1,-1 1 0,1-1-1,-1 1 1,1 0-1,-1 0 1,1 0 0,0 0-1,0 1 1,0-1-1,0 0 1,1 1 0,-1 0-1,1-1 1,-1 1 0,1 0-1,0 0 1,0-1-1,0 1 1,0 0 0,0 4-1,-2 7-335,0 1-1,0-1 0,2 1 0,0 19 1,0-31-20,2 1 0,-1 0 0,0 0-1,1-1 1,-1 1 0,1-1 0,0 1 0,0 0 0,0-1 0,1 0 0,-1 1 0,4 3 0,-3-4-305,0 0-1,1 0 1,-1-1-1,1 1 0,0-1 1,0 0-1,0 0 0,4 3 1,25 10-7821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7.2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253 701 7924,'0'0'11794,"-22"-10"-6823,-67-30-983,84 37-3680,-1 1 1,1 0-1,0 1 0,-1-1 0,1 1 0,-1 0 1,1 0-1,-1 1 0,1 0 0,-1 0 0,-9 1 1,12-1-269,0 1 0,0 0 1,1 0-1,-1 0 0,0 1 1,1-1-1,-1 0 0,1 1 1,-1 0-1,1-1 0,0 1 1,-1 0-1,1 0 0,0 1 1,1-1-1,-4 4 0,2 1-67,-1 1 0,1-1-1,0 1 1,1 0-1,0 0 1,0 0-1,1 1 1,0-1 0,0 0-1,1 0 1,1 17-1,-1-24 8,0 0-1,1 0 1,-1 0-1,0 0 1,1-1 0,-1 1-1,0 0 1,1 0-1,-1 0 1,1 0-1,-1-1 1,1 1-1,0 0 1,-1-1-1,1 1 1,0 0-1,-1-1 1,1 1 0,0-1-1,0 1 1,-1-1-1,1 1 1,0-1-1,0 0 1,0 1-1,0-1 1,0 0-1,0 0 1,1 1-1,33 0-526,-27-1 409,4-1-93,0 0 0,0-1 1,0-1-1,0 0 0,-1 0 0,1-1 0,-1-1 0,0 0 1,0 0-1,-1-1 0,0-1 0,16-12 0,10-10-323,60-66 1,-59 53 460,-1-2 1,-2-1-1,36-66 1,62-153-107,-125 248 465,15-37-177,-17 16 4257,-12 38-3076,-2 5-1266,0-1 1,0 1-1,1 0 1,0 1-1,0 0 0,0 0 1,1 1-1,0 0 1,-9 15-1,-50 89-11,52-86 10,-50 96-3,-58 154 0,115-258 0,1 0 0,1 0 0,1 0 0,1 0 0,0 1 0,0 23 0,3-41-1,0 0 1,0 0-1,0-1 1,0 1-1,1 0 1,-1 0-1,0-1 0,0 1 1,1 0-1,-1 0 1,0-1-1,1 1 0,-1 0 1,1-1-1,-1 1 1,1 0-1,-1-1 1,1 1-1,-1-1 0,1 1 1,-1-1-1,1 1 1,0-1-1,-1 0 1,1 1-1,0-1 0,-1 0 1,1 1-1,0-1 1,0 0-1,-1 0 0,3 1 1,29-1-1023,-19-1-160,50 1-7896,-31-2 678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7.7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223 0 6163,'0'0'16741,"-5"8"-14009,-25 33 711,-38 71 1,44-67-3383,3 0 0,2 2 0,-24 85 0,39-112-265,1-1 0,-2 22 1,5-34-752,0 0 1,0 0 0,1 0 0,-1 0 0,3 9 0,7-3-4371,4-6-3071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8:28.0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11925,'0'0'19033,"0"9"-17453,0 42-1465,0-56-631,0 8-663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0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943 139 5074,'0'0'12369,"8"13"-10833,25 40-319,-33-52-1125,1 1 1,0-1-1,-1 0 1,1 0-1,0 0 0,0 0 1,0 0-1,-1 0 1,1 0-1,0 0 0,1 0 1,-1 0-1,0-1 1,0 1-1,0 0 1,0-1-1,1 1 0,-1-1 1,0 1-1,0-1 1,1 1-1,-1-1 0,0 0 1,1 0-1,-1 0 1,0 0-1,1 0 0,-1 0 1,2 0-1,0-1 1,-1 0 0,1 0-1,-1 0 1,0-1 0,0 1 0,1-1-1,-1 1 1,0-1 0,2-3-1,-3 4-29,16-15 97,0 0 1,17-25 0,-30 36-158,0-1 0,0 0 0,-1 0 0,0 0 0,0 0 1,0-1-1,-1 1 0,0-1 0,0 0 0,-1 1 0,0-1 0,1-10 1,-2 15-3,0 1 0,0-1 1,-1 1-1,1-1 1,0 1-1,-1-1 1,1 1-1,-1-1 1,1 1-1,-1 0 1,0-1-1,0 1 0,1 0 1,-1-1-1,0 1 1,0 0-1,0 0 1,0 0-1,-1 0 1,1 0-1,0 0 0,0 0 1,-1 0-1,1 1 1,0-1-1,-1 0 1,1 1-1,0-1 1,-1 1-1,-2-1 1,-5-1-4,0 1 0,-1 0 1,1 0-1,-10 1 1,8 0 1,-19 0 12,1 2 0,0 1 0,0 1 0,0 1 0,1 2 0,0 1 1,0 1-1,0 1 0,2 1 0,-1 2 0,1 1 0,1 1 0,1 1 0,-43 36 0,44-31 97,0 1 0,2 1 0,1 1-1,1 0 1,0 2 0,2 0 0,-19 41-1,20-31 53,2 0-1,1 1 1,2 1-1,1 0 1,-6 58-1,-3 138 596,13-132-638,-26 145 1,28-230-353,0 1 1,-2-1-1,0 0 1,-1-1-1,0 1 1,-1-2-1,-1 1 1,-21 26-1,24-34-376,-1-1-1,0 0 0,-1 0 0,0 0 1,0-1-1,0 0 0,-11 5 0,11-7-576,1-1 0,-1 0 0,1 0-1,-1-1 1,0 0 0,0-1 0,0 1 0,0-2-1,-15 1 1,-13-3-5221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0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7171,'0'0'11285,"175"-52"-8675,-89 50-1042,8 2-607,4 0-641,-2 0-208,-2 0-112,-8 4-368,-6 2-1505,-9-4-1841,-5-2-2561,-1 0-3329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1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7491,'0'0'4320,"-20"10"-1001,-67 32 389,78-38-3230,0 1-1,0 1 1,0 0 0,1 0-1,0 0 1,1 1-1,-1 0 1,1 1 0,-9 11-1,13-14-408,1 0 0,-1 0-1,1 0 1,0 0 0,0 0-1,0 0 1,1 0 0,0 1 0,0-1-1,0 1 1,1-1 0,0 0-1,0 1 1,0-1 0,1 1-1,1 8 1,-1-10-59,1-1-1,-1 1 1,1-1 0,-1 1 0,1-1-1,0 1 1,0-1 0,1 0-1,-1 0 1,1 0 0,0 0-1,-1 0 1,1-1 0,0 1 0,0-1-1,1 0 1,-1 0 0,0 0-1,1 0 1,0-1 0,-1 0 0,1 1-1,0-1 1,4 1 0,8 1 24,1 0 0,-1-1 0,1 0 0,18-2 1,-23 0-44,-1 0 1,1-1 0,-1 0 0,0-1 0,0 0 0,19-7 0,-26 7-10,0 1 0,-1-1 1,1 0-1,-1 0 0,0 0 0,0 0 1,0-1-1,0 1 0,0-1 0,0 0 1,-1 0-1,1 0 0,-1 0 0,0 0 1,0 0-1,0 0 0,0-1 0,-1 1 0,1-1 1,-1 0-1,0 1 0,0-1 0,1-5 1,-2 3 22,1 0 0,-1 0-1,0 1 1,0-1 0,0 0 0,-1 1 0,0-1 0,0 0 0,0 1 0,-1-1 0,0 1 0,0-1 0,-1 1 0,1 0 0,-4-6 0,-1 2 4,-1 0 1,0 1 0,0 0-1,0 0 1,-1 1 0,-15-11-1,7 7-31,-33-21-767,46 29-3084,12 3-3511,2 1 4608,23-1-4518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1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1 200 9220,'0'0'16176,"0"18"-15261,0 71-112,0-89-563,0-10 277,2-6-487,0 0 0,2 1 0,0-1 0,1 1 0,0 0 0,2 0 0,10-21 0,4-8-16,20-59-91,-41 102-52,0 1 1,0 0 0,0-1-1,1 1 1,-1 0 0,0 0-1,0-1 1,0 1 0,1 0-1,-1 0 1,0-1 0,0 1-1,1 0 1,-1 0 0,0 0-1,0 0 1,1-1 0,-1 1-1,0 0 1,1 0 0,-1 0-1,0 0 1,0 0 0,1 0-1,-1 0 1,0 0 0,1 0 0,-1 0-1,0 0 1,1 0 0,-1 0-1,1 0 1,9 3-6210,17 9-5182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1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725 0 4002,'0'0'18344,"-19"15"-15604,-270 239 1355,85-34-2757,170-178-1157,2 2 0,2 1 0,-37 75 1,58-100-173,1 0 0,1 0 1,1 0-1,0 1 0,1 0 1,2 0-1,-2 24 0,5-38-36,-1-1 0,1 1 0,1 0-1,-1 0 1,1 0 0,0-1 0,1 1 0,0 0-1,0-1 1,0 1 0,6 9 0,-5-11-85,0-1 1,1 1 0,-1-1 0,1 0-1,0 0 1,0-1 0,1 1 0,-1-1-1,1 0 1,0 0 0,-1-1 0,1 1-1,1-1 1,9 3 0,4 0-809,1 0-1,0-2 1,-1 0 0,27 0 0,-17-3-1986,0-1 0,40-7 1,-46 3-1296,40-14 1,-58 17 3719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1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0 14839,'0'0'17080,"-104"136"-16376,104-111-560,0-4-144,0-4 0,0-5-1024,4-3-929,5-9-1537,-1 0-1312,2-6-3794,7-26-3105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1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12246,'0'0'11845,"13"76"-17255,-7-37-1682,-6 5-4497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2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11797,'0'0'18291,"-3"14"-17717,-7 41-342,10-55-229,0 1 0,0-1 1,0 1-1,0 0 0,0-1 0,0 1 0,0 0 0,0-1 1,0 1-1,1-1 0,-1 1 0,0 0 0,0-1 0,1 1 1,-1-1-1,0 1 0,1-1 0,-1 1 0,0-1 0,1 1 1,-1-1-1,1 1 0,-1-1 0,1 0 0,-1 1 0,1-1 1,0 0-1,-1 1 0,1-1 0,-1 0 0,1 0 0,-1 0 1,1 0-1,1 1 0,23-1-29,-18-1-27,-1 1-63,-1-1 0,1 0 0,-1 0 0,1 0-1,-1-1 1,1 0 0,-1 0 0,0 0 0,0-1 0,0 1 0,0-1-1,5-4 1,25-14-751,-34 21 1339,-1 21 1060,0-18-1754,0-1 0,0 1 0,1 0 1,-1 0-1,1 0 0,0 0 0,0 0 1,0-1-1,0 1 0,0 0 0,0-1 0,1 1 1,-1-1-1,1 0 0,0 1 0,0-1 1,0 0-1,0 0 0,0 0 0,0 0 1,0 0-1,1-1 0,-1 1 0,1-1 0,-1 1 1,1-1-1,0 0 0,-1 0 0,1 0 1,0 0-1,4 0 0,28 4-5466,6-4-3324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2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0 15415,'0'0'13267,"-20"27"-10812,-65 90-1073,74-100-1350,1 1 1,0 0 0,2 0-1,0 0 1,0 1-1,-7 35 1,7-23-13,-2 5-20,1 1 0,3 0 0,1 0 0,1 0 0,2 47 0,2-82-102,1 1 0,-1-1 0,1 1 1,-1-1-1,1 1 0,0-1 0,0 1 0,0-1 0,0 0 0,0 0 0,1 0 1,-1 1-1,1-1 0,-1 0 0,1-1 0,0 1 0,-1 0 0,1 0 1,0-1-1,0 1 0,1-1 0,-1 0 0,0 0 0,0 1 0,1-1 0,-1-1 1,5 2-1,-4-1-480,1 0 0,-1 0 0,1-1 0,-1 1 0,1-1 1,0 0-1,-1 0 0,1 0 0,-1-1 0,1 0 0,-1 1 0,1-1 1,-1 0-1,1 0 0,-1-1 0,0 1 0,0-1 0,1 0 1,4-3-1,19-30-10379,-26 33 10431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2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9380,'0'0'10597,"110"-21"-9492,-45 21-1105,11 2-705,-1 11-2320,4-3-5747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3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6451,'0'0'14073,"24"-12"-12192,0-1-1551,5-4 13,1 3 1,0 0 0,36-10 0,137-30 720,-201 53 238,-3 7-1090,0-1-1,0 0 0,0 0 1,-1 0-1,0 0 0,0 0 1,-3 5-1,-3 10-80,2 0-156,0 0 0,2 1 1,-3 40-1,5-8-3243,2-52 3069,0-1 0,1 1 0,-1-1 0,0 1-1,0-1 1,1 0 0,-1 1 0,0-1 0,1 0-1,-1 1 1,0-1 0,1 0 0,-1 1 0,1-1 0,-1 0-1,0 0 1,1 0 0,-1 1 0,1-1 0,-1 0-1,1 0 1,-1 0 0,1 0 0,-1 0 0,1 0-1,-1 0 1,0 0 0,1 0 0,-1 0 0,1 0-1,-1 0 1,1 0 0,-1 0 0,1 0 0,-1-1-1,1 1 1,20-7-4826,4-17-2581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3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80,'0'0'29422,"30"-42"-29422,-10 59-1057,3 1-1776,5 1-1729,3-2-2273,4-9-7028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3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9380,'0'0'16760,"146"12"-14983,-75-12-609,4 0-1008,-4 0-160,-18 0-144,-10 0-864,-20 0-929,-16 0-768,-18 0-10597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3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9204,'0'0'13078,"132"17"-11125,-63-17-1393,0 0-560,2 0-1264,-4-4-2482,2-17-5042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3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93 9268,'0'0'14135,"-19"15"-11665,-60 52-685,69-58-1439,0 1 0,0 0 0,1 0 0,0 1 0,1 0 0,1 0 0,-10 18 0,13-19-281,0 1 0,1-1 0,0 0 0,1 1 0,0-1 0,0 1 0,1 0 1,1 13-1,0-23-65,0 0 1,0 0-1,0 0 1,0 0 0,0 0-1,1 0 1,-1 0 0,0 0-1,1-1 1,-1 1 0,1 0-1,-1 0 1,1 0 0,-1 0-1,1 0 1,-1 0 0,1-1-1,0 1 1,-1 0 0,1-1-1,0 1 1,0 0 0,0-1-1,-1 1 1,1-1 0,0 1-1,0-1 1,0 1 0,0-1-1,0 0 1,0 0-1,1 1 1,39 0-18,-26-2-9,-8 1-1,-1 0 0,0-1-1,0 1 1,1-2 0,-1 1 0,0-1-1,0 1 1,0-2 0,-1 1-1,1-1 1,0 0 0,-1 0 0,0 0-1,7-6 1,-5 3-2,0-1 0,-1 0 0,0 0 1,0-1-1,-1 0 0,0 0 0,0 0 0,6-15 0,-3 0-20,-1 0-1,-1 0 0,-1 0 1,-1-1-1,-1 0 0,0-41 1,-2 51-90,0 5 147,-1 1 1,0 0-1,-1-1 0,-1-9 1,2 17-34,0 0-1,0 0 1,-1 0 0,1 0-1,0 0 1,-1 0 0,1 0-1,0 0 1,-1 0 0,1 1 0,-1-1-1,1 0 1,-1 0 0,0 0-1,1 0 1,-1 1 0,0-1 0,0 0-1,0 1 1,1-1 0,-1 1-1,0-1 1,0 1 0,0-1 0,0 1-1,0-1 1,0 1 0,0 0-1,0 0 1,0-1 0,0 1-1,0 0 1,0 0 0,0 0 0,0 0-1,0 0 1,0 0 0,0 0-1,0 1 1,-1-1 0,1 1-149,1-1 0,-1 1 0,0-1 1,1 1-1,-1-1 0,1 1 0,-1-1 0,1 1 0,0-1 1,-1 1-1,1-1 0,0 1 0,-1 0 0,1-1 1,0 1-1,-1 0 0,1-1 0,0 1 0,0 0 0,0 0 1,0-1-1,0 1 0,0 0 0,0 1 0,1 21-4479,-1-18 2631,2 14-6433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4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15335,'0'0'17432,"0"4"-17432,0 10 0,0 5 0,0 6 0,-12 5-1681,-9 3-3137,-7 7-2033,-1 2-6003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4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1 9124,'0'0'12774,"-107"81"-7091,88-53-2706,9-5-2177,3 0-800,-1 6-1152,-5 0-2370,-10-2-2000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7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23 108 2609,'0'0'14698,"-5"6"-12025,-13 18-419,18-24-2198,0 0 0,0 0 0,0 1 0,0-1 0,0 0 0,0 0 0,1 1 0,-1-1 0,0 0 0,0 0-1,0 0 1,0 1 0,0-1 0,0 0 0,0 0 0,0 1 0,1-1 0,-1 0 0,0 0 0,0 0 0,0 0 0,0 1 0,1-1 0,-1 0 0,0 0 0,0 0-1,0 0 1,1 0 0,-1 1 0,0-1 0,0 0 0,1 0 0,-1 0 0,0 0 0,0 0 0,1 0 0,-1 0 0,0 0 0,0 0 0,1 0 0,-1 0 0,0 0 0,0 0-1,1 0 1,-1 0 0,0 0 0,0 0 0,0-1 0,1 1 0,-1 0 0,17-1 722,19-5-155,-1-1-1,-1-2 1,61-25-1,-57 20-540,-16 7-71,-6 2-28,0-1-1,0 0 1,-1-1-1,0-1 1,28-18 0,-43 26 23,1-1-1,-1 1 1,0 0 0,0 0 0,0 0 0,0 0 0,0 0 0,0 0 0,0 0 0,0 0 0,0 0 0,0 0-1,0 0 1,0-1 0,1 1 0,-1 0 0,0 0 0,0 0 0,0 0 0,0 0 0,0 0 0,0 0 0,0 0-1,0-1 1,0 1 0,0 0 0,0 0 0,0 0 0,0 0 0,0 0 0,0 0 0,0 0 0,0-1 0,0 1-1,-1 0 1,1 0 0,0 0 0,0 0 0,0 0 0,0 0 0,0 0 0,0 0 0,0 0 0,0 0 0,0-1-1,0 1 1,0 0 0,0 0 0,-1 0 0,1 0 0,0 0 0,0 0 0,0 0 0,0 0 0,0 0 0,0 0 0,0 0-1,0 0 1,-1 0 0,1 0 0,0 0 0,-13-2 87,-15 3-61,24 1-3,0-1 1,1 0-1,-1 1 1,0 0-1,1 0 1,-1 0-1,1 0 1,0 1-1,-1-1 1,1 1 0,0 0-1,1 0 1,-1 0-1,0 0 1,1 1-1,0-1 1,0 1-1,0-1 1,0 1 0,0 0-1,-1 6 1,0-2-21,1 1 1,0 0-1,1 0 1,-1 0 0,2 1-1,-1-1 1,2 0-1,1 15 1,-2-21-133,1-1 0,0 1 0,-1-1 0,1 0 0,0 1 0,1-1 0,-1 0 0,0 0 0,0 0 0,1 0 0,0 0 0,-1 0 0,1 0 0,0 0 0,0 0 0,0-1 0,0 1 0,0-1 0,0 0 0,0 0 0,1 1 0,-1-1 0,0-1 0,1 1 0,-1 0 0,1 0 0,3 0 0,0 0-728,1-1-1,-1 1 1,0-1 0,1 0-1,-1-1 1,0 1 0,0-1-1,1 0 1,-1-1 0,8-2-1,26-21-8323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7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16231,'0'0'8148,"144"79"-13462,-92-66-4563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7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15479,'0'0'17288,"-59"96"-17288,34-43 0,0 1 0,-2 7 0,4-7 0,2-6 0,6-10-224,3-15-2577,5-7-1393,-1-14-1473,2-2-4658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8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12678,'0'0'13302,"134"19"-13190,-71-5-112,-1 1-656,7-5-2242,7-10-2768,-5 0-6036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8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 11813,'0'0'20682,"-73"104"-20410,52-58-272,0 2 0,3-2 0,5-4 0,0-4 0,5-11 0,2-8 0,4-3-2305,-2-7-1905,-5-7-1297,-3-2-3168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8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5250,'0'0'21242,"132"-14"-19737,-61 14-817,0 0-592,-2-2-96,0-5-1408,0-7-2834,-7-11-5395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2 4562,'0'0'18302,"7"-2"-16963,-4 2-1081,0 1 1,0-1-1,0 1 1,0-1-1,-1 1 0,1 0 1,0 0-1,0 0 0,-1 0 1,1 1-1,-1-1 0,1 1 1,-1-1-1,0 1 1,1 0-1,-1 0 0,0 0 1,0 0-1,3 5 0,6 7 51,0 2 0,9 17 0,-7-12 296,15 24-208,-3 2-1,-1 0 1,-3 1 0,19 64-1,-28-73-413,-3 1 0,-1-1 1,-3 2-1,0-1 0,-3 0 0,-3 48 0,0-71 17,-1 0 0,-1 0 0,-1-1 0,0 1 0,-1-1 0,0 0 0,-2 0 0,0 0 0,-15 24 0,11-23 0,-2-1 0,0 0 0,-1-1 0,0 0 0,-1-1 0,-1-1 0,-27 18 0,12-11-60,-1-1 0,-1-2 0,-50 19 0,82-36-225,1-1-1,0 0 1,0 0 0,0 0-1,0 1 1,0-1 0,0 0-1,0 0 1,0 1 0,0-1-1,0 0 1,0 0 0,0 1-1,1-1 1,-1 0 0,0 0-1,1 1 1,0-2 0,20-29-5342,10-10 59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51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1041 25 2849,'0'0'4189,"19"-3"-1833,15-1-1353,24-2 576,-10-3 2615,-37 6 9558,-21 4-11032,-22 6-3419,3 2 688,0-2-1,-1 0 1,0-2 0,0-1 0,-43-1 0,72-3 200,-69 25 266,19-5-253,-42 9-160,31-10-41,1 1 0,-106 53 0,131-50-1,-35 28 0,27-18 0,43-33 0,0 1 0,1-1 0,-1 1 0,1-1 0,-1 1 0,1 0 0,-1-1 0,1 1 0,-1 0 0,1-1 0,0 1 0,-1 0 0,1 0 0,0 0 0,-1-1 0,1 1 0,0 0 0,0 0 0,0 0 0,0-1 0,0 1 0,0 0 0,0 0 0,0 0 0,0 0 0,0-1 0,0 1 0,1 0 0,-1 0 0,0-1 0,1 1 0,0 1 0,16 24 0,-10-17 0,-6-6 0,0 22 0,1 1 0,11 46 0,1 5 0,-13-67 0,1-1 0,0 0 0,1 0 0,0-1 0,1 1 0,0-1 0,0 1 0,10 13 0,8 17 0,-17-29 0,-1 1 0,0-1 0,-1 1 0,0 0 0,-1 0 0,0 0 0,-1 0 0,1 23 0,-3-32 0,1 0 0,-1 0 0,1 0 0,-1 0 0,0 0 0,0-1 0,0 1 0,0 0 0,0 0 0,0 0 0,-1-1 0,1 1 0,0-1 0,-1 1 0,0-1 0,1 1 0,-1-1 0,0 0 0,1 0 0,-1 0 0,-3 2 0,-48 18 0,48-19 0,-67 21 0,-1-2 0,-121 16 0,210-37 0,-1 0 0,1 1 0,-1 1 0,25 6 0,26 2 0,-57-9-32,0-1 1,-1 2-1,1-1 0,0 1 1,-1 1-1,1-1 1,-1 1-1,0 1 0,1 0 1,-2 0-1,1 0 0,0 1 1,-1 0-1,0 1 0,0-1 1,-1 1-1,1 1 1,-1-1-1,-1 1 0,7 10 1,-11-15 23,0 0 1,0 0 0,-1 0-1,1-1 1,-1 1-1,0 0 1,1 0 0,-1 0-1,0 1 1,0-1-1,0 0 1,-1 0 0,1 0-1,0 0 1,-1-1-1,1 1 1,-1 0 0,0 0-1,-1 4 1,-24 36 66,16-26-74,-16 21 138,-2-2-1,-1 0 1,-58 53 0,46-47 154,38-38-277,0 0 0,0 0 0,0 0 0,1 0 0,-1 1 0,1-1 0,0 1 0,0 0 0,0 0 0,0 0 0,1 0 0,0 0 0,0 0 0,0 0 0,0 0 0,0 0 0,1 0 0,0 1 0,0 4 0,1-5 0,0 0 0,0 0 0,0-1 0,1 1 0,-1 0 0,1 0 0,0-1 0,0 1 0,1-1 0,-1 1 0,1-1 0,-1 0 0,1 0 0,0 0 0,0-1 0,0 1 0,1-1 0,-1 1 0,6 2 0,7 3 0,0-1 0,0 0 0,1-1 0,0-1 0,0-1 0,0 0 0,26 2 0,126-2 0,-116-5 0,-23 3 0,35-3 0,-62 1 0,1 0 0,0-1 0,0 0 0,-1 0 0,1 0 0,-1 0 0,1 0 0,-1-1 0,1 0 0,-1 1 0,0-1 0,1-1 0,3-2 0,-7 5-105,0 0-1,0-1 1,0 1 0,0 0-1,0 0 1,0 0 0,0 0 0,0-1-1,0 1 1,0 0 0,0 0-1,0 0 1,0-1 0,0 1-1,0 0 1,0 0 0,0 0-1,0-1 1,0 1 0,0 0-1,0 0 1,0 0 0,0 0 0,0-1-1,0 1 1,0 0 0,0 0-1,-1 0 1,1 0 0,0-1-1,0 1 1,0 0 0,0 0-1,0 0 1,-1 0 0,1 0-1,0 0 1,0-1 0,0 1 0,0 0-1,-1 0 1,1 0 0,0 0-1,0 0 1,0 0 0,-1 0-1,1 0 1,0 0 0,0 0-1,0 0 1,0 0 0,-1 0 0,1 0-1,0 0 1,0 0 0,-1 0-1,-13 0-9034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52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57 576,'0'0'3618,"79"-34"-3554,-70 28-64,3 0-576,-3-5-2226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53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76 6051,'0'0'17098,"0"-8"-15385,2-28-395,-2 35-1266,0 0 1,1 0-1,-1 0 1,1-1-1,-1 1 0,1 0 1,0 0-1,-1 1 1,1-1-1,0 0 0,0 0 1,-1 0-1,1 0 1,0 1-1,0-1 0,0 0 1,0 1-1,0-1 1,0 0-1,0 1 1,0 0-1,0-1 0,0 1 1,2-1-1,29-3 282,-24 3-215,55-3 5,0 2 0,71 6-1,-119-3-119,-1 1 0,0 1-1,0 0 1,0 0 0,0 1 0,0 1-1,-1 0 1,24 14 0,-30-15-5,-1 0 1,0 1-1,0 0 0,-1 0 1,0 0-1,1 1 0,-2 0 1,1 0-1,-1 0 0,0 0 1,0 1-1,0-1 0,-1 1 1,0 0-1,-1 0 1,1 0-1,-1 1 0,1 12 1,-2-12 5,0 0 1,-1-1-1,1 1 0,-2 0 1,1-1-1,-1 1 1,-1 0-1,1-1 1,-1 1-1,0-1 0,-1 0 1,0 1-1,0-1 1,-5 7-1,-3 1 42,0 0 1,-1-1-1,0 0 0,-26 21 0,5-7 91,16-14-64,0 1 1,-21 24 0,34-34-72,0-1 1,1 1 0,0 0-1,0 0 1,0 1 0,0-1-1,1 0 1,0 1 0,0 0-1,0-1 1,1 1-1,0 0 1,0 0 0,0 6-1,2-10-2,-1 1 1,1-1-1,-1 1 0,1-1 0,0 0 0,0 0 0,0 1 0,0-1 0,0 0 1,0 0-1,1 0 0,-1 0 0,1 0 0,-1 0 0,1-1 0,0 1 0,0 0 0,0-1 1,0 0-1,0 1 0,0-1 0,0 0 0,0 0 0,0 0 0,1 0 0,2 0 1,9 4 4,1 0 0,31 4 1,-32-7-19,25 5-216,0-2 0,48 1 1,-87-7 187,1 0 0,-1 1 1,0-1-1,1 0 0,-1 0 1,0 1-1,0-1 0,0 0 1,0 0-1,0 1 0,0-1 0,0 0 1,0 0-1,0 1 0,0-1 1,0 0-1,-1 0 0,1 1 1,0-1-1,0 0 0,-1 1 1,1-1-1,-1-1 0,-2 0-14,0 0 0,0 0 0,0 0 0,0 0 0,0 1 0,0-1 0,0 1 0,0 0 0,-1 0-1,1 0 1,0 0 0,-1 1 0,-4-1 0,-48-1-400,52 3 437,0 0 0,0-1 0,-1 2 0,1-1 0,0 0 0,0 1 0,0 0 0,0 0 0,1 0 0,-1 0 0,1 1 0,-1-1 0,1 1 0,0 0 0,0 0 0,0 0 0,-3 4 0,-6 8-21,1 1 0,-13 25 0,22-38 34,-11 24 5,1 1 0,1 0-1,1 1 1,1 0 0,2 0 0,-6 56 0,7-21 29,4 0 0,6 74 0,4-76-19,-5-47 51,0 1 0,-2 0 0,0 20 0,-1-35-34,0 0 0,0-1 1,0 1-1,0-1 0,0 1 0,0 0 1,0-1-1,0 1 0,0-1 1,-1 1-1,1 0 0,0-1 1,-1 1-1,1-1 0,0 1 1,-1-1-1,1 1 0,0-1 0,-1 1 1,1-1-1,-1 0 0,1 1 1,-1-1-1,1 0 0,-1 1 1,1-1-1,-1 0 0,0 1 0,-19 0 613,11-2-318,-27 0 655,1-2-1,-1-1 1,-54-15-1,-103-40 6,146 43-1084,23 9 101,10 3 0,1 0 0,0-1 0,0 0 0,0-1 0,-17-12 0,30 18 0,0 0 0,0 0 0,1 0 0,-1 0 0,0 0 0,0 0 0,0 0 0,1 0 1,-1 0-1,0-1 0,0 1 0,0 0 0,0 0 0,1 0 0,-1 0 0,0 0 0,0-1 0,0 1 0,0 0 0,1 0 0,-1 0 0,0-1 0,0 1 0,0 0 1,0 0-1,0 0 0,0-1 0,0 1 0,0 0 0,0 0 0,0 0 0,0-1 0,0 1 0,0 0 0,0 0 0,0-1 0,0 1 0,0 0 0,0 0 0,0 0 1,0-1-1,0 1 0,0 0 0,0 0 0,0 0 0,-1-1 0,1 1 0,0 0 0,0 0 0,0 0 0,0-1 0,0 1 0,-1 0 0,1 0 0,0 0 0,0 0 1,0 0-1,0 0 0,-1-1 0,1 1 0,0 0 0,25 0-89,-18 0-34,7 1-751,-1 0 0,1 0-1,18 6 1,41 14-8286,-18-3-2498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19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425 204 3025,'0'0'1196,"18"9"-847,-5-3 133,34 16-335,17-1 18709,-64-22-18483,3-12 4160,-3-24-6646,0 26 3473,0 4-1333,0-12 10,-1 0-1,0 0 1,-4-19-1,4 32-38,-1 1 0,0-1 0,0 0 0,0 0 0,0 1 0,-1 0 0,0-1-1,0 1 1,-1 0 0,1 0 0,-1 1 0,0-1 0,-9-7 0,11 11-2,0-1 1,0 0 0,0 1 0,-1-1 0,1 1-1,0 0 1,-1 0 0,1 0 0,-1 0-1,1 0 1,-1 0 0,1 1 0,-1-1 0,0 1-1,1 0 1,-1 0 0,0 0 0,1 0-1,-1 0 1,0 0 0,1 1 0,-1-1 0,1 1-1,-1 0 1,1 0 0,-1 0 0,1 0 0,-1 0-1,1 1 1,0-1 0,0 1 0,0-1-1,0 1 1,0 0 0,0 0 0,0 0 0,0 0-1,-1 2 1,-6 9 10,0-1 0,1 1 1,0 1-1,1-1 0,-7 20 0,-9 29 5,3 1 0,-14 80 0,-10 132 423,26-145-93,-42 157 0,56-272-447,1-4 140,0 1 0,-1-1 0,-7 14 0,10-22-218,-1 0 1,0 0 0,0 0-1,-1 0 1,1-1-1,0 1 1,-1-1-1,1 1 1,-1-1 0,0 0-1,0 0 1,0 0-1,0 0 1,0-1 0,-4 2-1,7-3 182,-43 14-5256,10-11-2157,11-3-387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19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0 201 5907,'0'0'6050,"147"-40"-3456,-89 28-337,-1-3-1393,5-2-640,1 1-192,0-1-32,0 0-112,-3 0-1056,-3 1-1682,-9-1-1872,-11 0-1201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0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221 179 3778,'0'0'13337,"-23"22"-11062,-74 71-373,60-60-949,-5 8 239,39-38-1136,1 1 1,-1 0 0,1-1 0,0 1 0,0 0 0,0 0 0,1 0 0,-1 1 0,0 3 0,2-7-58,0-1 1,-1 1 0,1-1-1,0 1 1,0 0-1,0-1 1,0 1 0,0-1-1,0 1 1,0 0 0,0-1-1,0 1 1,1-1-1,-1 1 1,0-1 0,0 1-1,0 0 1,1-1 0,-1 1-1,0-1 1,1 1-1,-1-1 1,0 1 0,1-1-1,-1 0 1,1 1 0,-1-1-1,0 1 1,1-1-1,-1 0 1,1 1 0,-1-1-1,1 0 1,-1 0 0,1 1-1,0-1 1,0 0-1,24 2-15,-19-2 20,6 1-10,23 0 31,65-6-1,-91 4-71,1-1-1,-1 0 1,0 0-1,0-1 1,0 0 0,0 0-1,0-1 1,-1 0-1,1-1 1,-1 1-1,0-2 1,8-6-1,-13 7 23,1 1 1,-1 0-1,0-1 0,-1 0 0,1 0 0,-1 0 0,0 0 0,0 0 0,-1 0 0,0 0 0,1-1 1,-2 1-1,1-1 0,-1 1 0,0 0 0,0-7 0,0 2 47,-1 1 0,0 0 0,0 0-1,-1 0 1,0 0 0,-1 0 0,0 0 0,-7-13 0,-25-28 1186,42 49-1157,5 1-64,-1 1 0,0 1 0,0 0 0,0 0 0,0 1 0,0 0 0,-1 1 0,1 0 0,-1 1 0,16 9 0,-21-11-3,1 1 1,-1 0 0,0 0-1,0 0 1,0 1-1,0 0 1,-1 0 0,0 0-1,0 0 1,0 1 0,-1-1-1,0 1 1,0 0-1,0 0 1,0 0 0,-1 1-1,0-1 1,-1 0-1,2 10 1,-3-5 50,0-8 53,-1 0-1,1 0 0,0 1 0,1-1 1,-1 0-1,0 0 0,1 1 1,0-1-1,0 0 0,0 0 0,0 0 1,0 0-1,0 0 0,3 3 1,-4-6-16,1 0 1,-1 0 0,0 0-1,1 0 1,-1 0 0,0 0-1,1 0 1,-1 0 0,0 0-1,1 0 1,-1 0 0,0 0-1,1 0 1,-1 0 0,0 0-1,1-1 1,-1 1 0,0 0-1,1 0 1,-1 0-1,0 0 1,1-1 0,-1 1-1,0 0 1,0 0 0,1-1-1,-1 1 1,0 0 0,0-1-1,0 1 1,0 0 0,1-1-1,-1 1 1,0 0 0,0-1-1,0 1 1,6-17 470,-5 13-285,11-29 420,70-210 653,-81 238-1331,0 1-38,0 0 1,1 0-1,-1 0 1,1 0-1,0 0 1,0 0-1,2-4 1,-3 7-198,0 0-1,0 1 1,0-1 0,0 0 0,0 0 0,0 1-1,0-1 1,1 0 0,-1 1 0,0-1 0,0 1-1,1-1 1,-1 1 0,0 0 0,0 0 0,1 0-1,-1-1 1,0 1 0,1 0 0,-1 0 0,0 1-1,0-1 1,1 0 0,-1 0 0,0 1 0,1-1 0,1 2-1,27 9-5905,13-2-4379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0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579 0 2881,'0'0'9797,"-171"59"-5667,91 2-225,-7 18-1183,3 13-1042,11 8-399,20 1-417,26-9-447,23-13-417,4-16-16,38-13-369,14-15-1343,17-12-753,8-12-2194,5-11-4609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1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1 2993,'0'0'17830,"-6"25"-14634,0 0-2561,-6 25 699,-8 69 0,-25 420 365,44-518-1676,-1 6 2,0 0 0,-7 28-1,8-50-27,0 1 0,-1-1 0,0 1-1,1-1 1,-2 0 0,1 0 0,-1 0 0,1 0-1,-1 0 1,-1-1 0,1 1 0,-1-1 0,1 0 0,-1 0-1,0 0 1,-6 3 0,5-4-14,-1-1 1,1 0-1,-1-1 0,1 1 1,-1-1-1,1 0 0,-1-1 1,0 1-1,1-1 0,-1 0 1,0-1-1,0 1 0,1-1 1,-1 0-1,0-1 0,1 1 1,0-1-1,-1 0 0,1 0 1,0-1-1,0 0 0,0 0 0,0 0 1,0 0-1,1-1 0,0 1 1,-8-9-1,-1-5-12,1-1 0,1 0 0,1 0 1,0-1-1,1-1 0,1 1 0,-9-35 0,9 21-562,1 0-1,2-1 1,1 1-1,1-38 1,3 58-258,1-1 0,0 1 0,1-1 0,4-15 0,-3 17-459,1 1 0,0 1 1,1-1-1,1 0 1,7-10-1,23-33-8456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1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15 15559,'0'0'15271,"-16"-14"-15351,24 33-784,5 6-1185,-1-2-1361,5-5-2016,0-1-3971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1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6643,'0'0'11189,"125"-6"-6467,-54-5-1392,3-1-1970,-5 4-719,-11 1-305,-16 5-320,-13-2-16,-12 4-784,-17 4-4723,-21 15 1185,-21 2-4226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1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9300,'0'0'14519,"117"25"-14519,-84-25-32,7 0-1649,8 0-2497,7 0-4962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2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26 5394,'0'0'17574,"-10"-2"-16184,4 1-1243,1 0 0,-1 0 0,0 1-1,1-1 1,-1 1 0,0 0 0,1 1 0,-1-1 0,0 1 0,1 1 0,-1-1 0,1 1 0,-1-1-1,1 2 1,-8 3 0,-2 3 193,0 1 0,1 0-1,0 2 1,1-1-1,0 2 1,0-1 0,2 2-1,-16 21 1,20-24-295,1 0 0,0 0 0,1 0 0,0 1 0,1-1 0,0 1 0,1 1 0,0-1 0,1 0 0,0 1 0,1-1 0,1 23 0,0-33-52,0 1 0,1-1-1,-1 1 1,1-1 0,-1 1 0,1-1 0,0 1 0,0-1-1,0 0 1,0 1 0,1-1 0,-1 0 0,0 0 0,1 0 0,0 0-1,-1 0 1,1 0 0,0 0 0,4 2 0,-2-2-20,0 1 1,0-1 0,1 0 0,-1-1-1,1 1 1,-1-1 0,1 0-1,0 0 1,0 0 0,5 0 0,-1-1-37,1 0 1,-1 0 0,1-1-1,-1 0 1,0-1 0,1 0-1,-1-1 1,0 1 0,0-2-1,14-6 1,-12 3 46,-1 0 0,0 0 0,0 0 1,-1-2-1,1 1 0,-2-1 0,1 0 0,-2-1 0,1 0 0,-1 0 0,-1-1 0,0 0 1,0 0-1,-1 0 0,0-1 0,-1 1 0,0-1 0,-1 0 0,-1 0 0,0-1 0,1-15 1,-3 19 64,0 0 1,0 0 0,0-1 0,-2 1 0,1 0 0,-1 0 0,0 0 0,-4-9-1,5 14-2,-1 1 0,0 0-1,0 0 1,0 0 0,0 1-1,-1-1 1,1 0 0,-1 1-1,1-1 1,-1 1 0,0 0-1,0 0 1,0 0 0,0 0-1,-1 1 1,1-1 0,0 1-1,-1 0 1,1 0 0,0 0-1,-1 0 1,1 1 0,-8-1-1,8 1-46,0-1-1,0 1 0,0 0 0,0 0 1,0 0-1,0 0 0,1 0 1,-1 1-1,0-1 0,0 1 0,0 0 1,0 0-1,1 0 0,-1 0 1,0 0-1,-3 3 0,4-2-195,1 0-1,-1 0 1,1 0 0,0 1-1,0-1 1,-1 0 0,2 1-1,-1-1 1,0 0-1,0 1 1,1-1 0,-1 1-1,1 0 1,0-1 0,0 1-1,0-1 1,0 1 0,1 4-1,-1-6-101,0 0 0,0 0 1,1 1-1,-1-1 0,0 0 0,1 0 0,-1 0 0,1 0 0,0 1 1,-1-1-1,1 0 0,0 0 0,0 0 0,-1 0 0,1 0 0,0-1 1,0 1-1,0 0 0,0 0 0,0-1 0,0 1 0,0 0 0,0-1 1,1 1-1,-1-1 0,0 1 0,0-1 0,0 0 0,1 0 0,-1 1 0,0-1 1,0 0-1,3 0 0,33 3-10296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3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17864,'0'0'14903,"0"8"-14903,2-8 0,3 0 0,-1 4 0,0-2 0,2 0 0,-2 3 0,3-1 0,-5 6-48,6 1-4402,-6-1-2433,2-4-2930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0 18969,'0'0'4594,"-119"88"176,64-48-1248,7-3-2610,11-1-912,5 2 0,5 1-1345,0-7-1536,4 3-2257,4-8-5187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5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412 13 1905,'0'0'13115,"7"-2"-11093,21-8-293,-27 10-1642,-1 0-1,1 0 0,0 0 1,0 0-1,0 0 0,0 0 1,-1 0-1,1 0 0,0 1 1,0-1-1,0 0 0,-1 0 1,1 1-1,0-1 0,0 1 1,-1-1-1,1 0 1,0 1-1,-1-1 0,1 1 1,0 0-1,-1-1 0,1 1 1,-1 0-1,1-1 0,-1 1 1,1 0-1,-1-1 0,0 1 1,1 0-1,-1 0 0,0 0 1,1-1-1,-1 2 0,9 33 876,-9-31-720,7 54 755,-2-1 0,-6 103-1,0-60-851,1 252-1564,-1-351 1417,1 0-1,0 0 1,0 0 0,-1 0 0,1 0 0,0 0 0,-1 0 0,1 0 0,-1 0-1,1 0 1,-1 0 0,0 0 0,1 0 0,-1 0 0,0 0 0,0-1 0,0 1 0,1 0-1,-1 0 1,0-1 0,0 1 0,0-1 0,0 1 0,0-1 0,0 1 0,0-1-1,-1 0 1,1 1 0,0-1 0,0 0 0,0 0 0,0 0 0,-2 0 0,-48-1 46,39 0-48,-27-4 232,1-3 0,0-1 0,1-1 0,0-2 0,1-2 0,0-2 0,-33-19 0,64 32-116,-1 0 0,1 0 0,0-1 0,1 1 0,-1-1 0,0 0 0,1 0 0,0-1 0,0 1 0,0-1 0,-5-9 0,8 11-228,0 0 0,0 0 0,0 1 0,0-1 0,1 0 0,-1 0 0,1 0 0,0 0 0,0 0 0,0 0 0,0 0 0,0 0 0,1 0 0,-1 0 0,1 0 0,0 0 0,0 0 0,0 1 0,0-1 0,0 0 0,1 0 0,-1 1 0,1-1 0,-1 1 0,4-3 0,44-59-9401,-18 23-244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5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9780,'0'0'18121,"0"-35"-18233,6 51-945,4 1-1344,9-6-2145,13-11-4338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26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771 1 1825,'0'0'24291,"-26"8"-22757,2 0-1163,-141 53 1694,-140 54 66,158-63-1922,128-46-203,12-4-2,0 0 1,0 0 0,0 1 0,1 0-1,-1 0 1,1 0 0,0 1 0,0 0 0,0 0-1,-10 10 1,15-14-9,1 1-1,0-1 1,-1 1 0,1-1-1,0 1 1,0 0 0,-1-1-1,1 1 1,0-1 0,0 1-1,0 0 1,0-1-1,0 1 1,0 0 0,0-1-1,0 1 1,0-1 0,0 1-1,0 0 1,0-1-1,0 1 1,0 0 0,1-1-1,-1 1 1,0-1 0,0 1-1,1-1 1,-1 1 0,0-1-1,1 1 1,-1-1-1,1 1 1,-1-1 0,0 1-1,1-1 1,-1 1 0,1-1-1,-1 0 1,1 1 0,0-1-1,-1 0 1,1 0-1,-1 1 1,1-1 0,0 0-1,0 0 1,35 9-15,-30-7 19,55 7 40,93 3-1,-27-3-57,328 15 464,-457-23-424,0 0 1,-1 1-1,1-1 1,0 0-1,0 1 1,0-1-1,1 1 1,-1 0-1,0 0 1,0-1-1,1 1 1,-1 0-1,1 0 0,0 1 1,0-1-1,-2 4 1,-8 11-2008,-1-5-4421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32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17896,'0'0'14871,"0"6"-14871,0 5 0,0 3-3217,0 1-2258,7-5-4241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32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551 0 14551,'0'0'4226,"-147"130"-48,66-61-33,-1-2-2304,9-7-1729,17-1-112,10-11-1376,14-6-1906,9-19-2336,13-9 1376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5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0 215 272,'0'0'20538,"18"-6"-19322,347-123 2116,-336 119-3300,-5 2-19,-1-1-1,0-1 1,27-16 0,-49 26 46,0 0 0,0-1 0,0 1 0,-1-1 0,1 1 0,0-1 0,0 1 0,-1-1 0,1 1 0,0-1 0,-1 0 0,1 0 0,0 1 0,-1-1 0,1 0 0,-1 0 0,0 1 0,1-1-1,-1 0 1,1-2 0,-2 3-6,1 0-1,-1 0 0,0-1 0,1 1 0,-1 0 1,0 0-1,1 0 0,-1 0 0,0 0 1,0 0-1,1 0 0,-1 0 0,0 0 0,1 0 1,-1 0-1,0 1 0,0-1 0,1 0 0,-1 0 1,1 1-1,-1-1 0,0 0 0,1 1 0,-1-1 1,0 1-1,-2 1-34,-1 0 1,1 0-1,0 0 0,0 1 1,0-1-1,0 1 0,1-1 1,-1 1-1,1 0 0,0 0 1,0 0-1,0 1 0,0-1 1,0 0-1,0 1 0,1-1 1,0 1-1,0 0 1,0-1-1,-1 6 0,0 8-208,1 0 0,0 0-1,2 23 1,0-22-344,-1-15 327,0 0 0,0 0-1,1-1 1,-1 1 0,1 0 0,-1-1-1,1 1 1,0 0 0,0-1 0,0 1-1,0-1 1,0 1 0,1-1 0,-1 0-1,1 1 1,0-1 0,0 0 0,-1 0-1,5 3 1,-2-3-433,0 0 0,0 0 0,0 0 0,0-1 0,0 1 0,0-1 0,1 0 0,-1 0 0,0-1 1,1 1-1,-1-1 0,5 0 0,37 0-7188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5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11 9396,'0'0'18153,"-82"-10"-19082,124 47-1280,12 3-2257,17-4-4850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6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29 19257,'0'0'13510,"-7"-29"-13510,7 38 0,0 9 0,0 5-1681,0 0-2641,0-6-1905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2:47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791 0 17864,'0'0'4034,"-165"140"1617,73-56-2002,0 4-2384,4-2-1121,9-9-144,3-6-1969,3-6-2705,6-13-2433,9-23-10277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39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7 1425,'0'0'10399,"10"-1"-8275,29-3-105,-29 3 4451,-25 12-5032,-129 83 131,-12 10-1319,148-98-246,0 1-1,1 1 0,-11 13 1,12-14 15,0 0 1,0 0 0,0-1 0,-13 10-1,60-16 1299,411 9 3180,-451-9-4404,0 0-1,0 0 1,0 0-1,-1 0 1,1 0-1,0 0 1,0 0-1,0 0 1,0-1-1,0 1 1,0 0-1,0 0 0,0-1 1,-1 1-1,1-1 1,0 1-1,0-1 1,0 1-1,-1-1 1,1 1-1,1-2 1,1-9-3089,-3 0-8162,0 10 10417,0-3-6538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39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1249,'-1'0'16450,"-5"1"-8948,15 94-3332,-1 5-3911,-7-100-274,-1 0 1,0 0 0,1 0 0,-1-1 0,1 1-1,-1 0 1,0 0 0,1 0 0,-1 0 0,1-1-1,-1 1 1,0 0 0,1 0 0,-1-1 0,0 1-1,0 0 1,1-1 0,-1 1 0,0 0 0,0-1-1,1 1 1,-1 0 0,0-1 0,0 1 0,0-1-1,1 1 1,-1-1 0,5-12-90,2 0 0,-1 1 0,1 0 0,1 0 0,0 1-1,1 0 1,0 0 0,13-11 0,-14 14 76,1 1 0,0 0 0,0 0 0,1 1 0,0 0 0,0 1 0,0 0-1,1 1 1,-1 0 0,20-5 0,-29 9 54,0 0 1,-1 0-1,1 0 0,0 0 0,0 0 0,-1 0 1,1 0-1,0 0 0,0 0 0,-1 0 1,1 0-1,0 1 0,0-1 0,-1 0 1,1 0-1,0 1 0,-1-1 0,1 1 0,0-1 1,-1 1-1,1-1 0,-1 1 0,1-1 1,-1 1-1,2 0 0,6 24 839,-8 41 896,0-46-1211,0-17-1165,-1-2 112,1 0 0,0 1 0,0-1-1,0 0 1,0 0 0,0 0 0,0 0 0,0 1 0,0-1-1,0 0 1,1 0 0,-1 0 0,0 0 0,1 0 0,-1 1 0,1-1-1,-1 0 1,1 0 0,-1 0 0,1 0 0,0 0 0,0-1-1,-1 1 1,1 0 0,0 0 0,0 0 0,0-1 0,0 1-1,0 0 1,2 0 0,13 4-10150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0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12102,'0'0'15751,"40"-2"-15175,-24 2-320,-1 0-160,6 0-96,0 0-208,6 0-992,4 0-1410,9 0-2128,2 0-4562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0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8436,'0'0'17768,"-54"138"-16792,37-84 81,-1 3-721,-1 1-240,0-1-96,4 1-624,3 7-1729,-1 2-1905,5 2-4546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2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11 4514,'0'0'13009,"4"-2"-11286,14-5-221,-13 5 3871,-5 23-4794,-10 120 25,0-18-218,10 10-112,2-64-219,-10 84 0,8-150-52,0-1 0,0 1 0,-1-1 0,1 0 0,-1 0 0,1 1 0,-1-1 0,0 0 0,0 0 0,0 1 0,0-1 0,0 0 0,0 0 0,-1 0 0,1-1 0,-1 1 0,1 0 0,-1 0 0,-2 1 0,0-1 16,1-1 0,0 0 0,-1 0 0,1-1 0,0 1 0,-1-1 0,1 1 0,-1-1 0,1 0 0,-1-1 0,1 1 0,-6-1 0,-12-5 158,0 0 1,0-1-1,0-1 1,1-1-1,-35-21 1,12 7 320,11 7-105,-41-21 350,66 33-645,0-1-1,0 0 1,0 0 0,1 0-1,-1-1 1,-9-12 0,14 16-115,1 0 0,0-1 1,-1 1-1,1-1 0,0 0 0,0 1 0,0-1 1,0 0-1,1 1 0,-1-1 0,1 0 0,0 0 1,0 0-1,0 1 0,0-1 0,0 0 1,0 0-1,1 0 0,-1 1 0,1-1 0,0 0 1,0 0-1,0 1 0,0-1 0,3-4 0,4-5-698,0 1 0,1-1 0,0 2 0,12-12 0,2-2-1612,53-68-10935,-33 40 2075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2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6531,'0'0'25948,"0"-82"-25660,0 87-3121,0 9-241,0 1-1472,13-3-3153,14-3-4115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11717,'0'0'17640,"-54"144"-16119,52-96-352,-3 0-545,5-2-528,-2-4-96,0-7 0,-2-3-320,4-11-721,-2-2-399,2-7-1586,0-4-1808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2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7155,'0'0'19401,"58"-67"-19129,-18 67-272,12 0-16,5 0-944,12 0-1233,8 0-2513,6 0-4915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3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0 15239,'0'0'14343,"-111"38"-12279,99-7-943,1 2-1121,7 3 0,4 2 0,0-1 0,0-1 0,0 1-848,0-3-1009,0-3-1025,0-2-975,0-8-2114,0-8-5346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3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6035,'0'0'20505,"151"-71"-19656,-78 69-849,4 2-64,3 0-1345,5 0-1681,1-8-3537,0-9-6771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3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14070,'0'0'9933,"13"18"-8172,78 98 809,-34-46-699,55 89-1,-97-136-1793,-2 2 0,0 0 0,-2 0 0,-1 1-1,0 0 1,-2 1 0,-2 0 0,6 35 0,-10-38-77,0-1 0,-2 1 0,-4 42 0,3-58 0,-1 1 0,0-1 0,0 1 0,-1-1 0,0 0 0,-1 0 0,0 0 0,0 0 0,0-1 0,-1 1 0,0-1 0,-1-1 0,-6 8 0,1-4 9,-2 0 0,0-1-1,0 0 1,0-1 0,-1 0 0,0-2-1,-1 1 1,0-2 0,0 0 0,-17 4-1,-3-2-306,0-1-1,0-2 0,-51 0 0,83-4-418,-2 0-70,10-6-4603,28-17-1216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4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751 207 11637,'0'0'2948,"1"-20"1022,1 7-3015,-1 4-430,0 0 0,0 0 0,-1-1 0,-1-12 0,0 18-329,1 0-1,-1 0 0,0 1 1,0-1-1,-1 0 1,1 1-1,-1-1 0,0 1 1,1 0-1,-2-1 1,1 1-1,0 0 0,-1 0 1,1 0-1,-1 0 1,-5-4-1,-3 0 94,1 1 0,-1 0-1,0 1 1,-1 0 0,1 1 0,-1 0-1,0 0 1,0 2 0,-20-3 0,2 2 154,-1 2 0,-51 4 1,74-2-365,0 0-1,0 0 1,0 0 0,0 1 0,0 1 0,1-1-1,-1 1 1,1 0 0,0 1 0,0 0-1,0 0 1,0 1 0,-7 5 0,9-4-45,0-1 0,1 0 0,0 1 0,-1 0 0,2 0-1,-1 0 1,1 0 0,0 1 0,0-1 0,1 1 0,-1 0 0,2 0 0,-1-1 0,1 1 0,-1 8 0,0 6-2,1 0 0,1 0 0,1 0 0,1 0 0,1 0 0,0-1 0,2 1 0,8 22 0,-7-24-27,42 139 20,-45-141-24,0-1 0,-1 1 0,0 0 0,-1 0 0,-1-1 0,-1 1 0,-4 27 0,3-38 7,-1 0 0,1-1 0,-1 0 0,1 1 0,-2-1 0,1 0 0,0 0 0,-1-1 0,0 1 0,0-1 0,0 0 0,-1 0 0,0 0 1,1 0-1,-1-1 0,0 0 0,-1 0 0,1 0 0,-1-1 0,-8 3 0,-10 3 209,-1 0 0,0-2 0,-34 4 0,-64 3-1836,201-14-977,102 3-3329,-178-2 5920,0 0 0,-1 0 1,1 0-1,-1 0 0,1 0 0,0 0 1,-1 0-1,1 1 0,-1-1 1,1 0-1,0 1 0,-1 0 0,1-1 1,-1 1-1,0 0 0,1 0 1,-1 0-1,0 0 0,1 0 0,-1 0 1,0 0-1,0 0 0,0 0 1,0 1-1,0-1 0,0 0 0,0 1 1,0-1-1,-1 1 0,1-1 1,0 1-1,-1-1 0,0 1 0,1 0 1,-1-1-1,0 1 0,0-1 1,1 1-1,-1 0 0,-1-1 1,1 1-1,0 0 0,0-1 0,-1 1 1,1-1-1,-1 4 0,-2 3 300,0 0-1,-1 0 1,0 0-1,0 0 1,-1-1-1,0 1 1,-7 8-1,-67 72 1969,44-52-1561,1 1-1,3 3 0,-46 71 1,74-105-638,1-1 0,-1 1 1,1 0-1,0 0 0,0 0 0,1 0 1,0 1-1,-1 8 0,2-12-33,0 0 0,0-1 0,0 1 0,0-1 0,1 1 0,-1-1 0,1 1 0,0-1-1,0 1 1,0-1 0,0 0 0,0 1 0,0-1 0,0 0 0,1 0 0,-1 0 0,1 0 0,0 0 0,0 0 0,-1 0 0,1-1 0,0 1 0,3 1 0,24 12 211,1-2 1,1-2 0,0 0 0,1-2-1,-1-2 1,65 8 0,-17-12-243,-78-5-2542,-5-3 1148,-10-4-1532,-22-7-4394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6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 2577,'0'0'17325,"-12"0"-15193,-5 0-2607,-9 0 4236,21 0-1573,7 0-133,32 0 293,-7 0-2177,1 1 0,-1 2 0,-1 0 1,53 15-1,-35-8-171,-33-9 0,0 1 0,0 1 0,-1 0 0,0 0 0,17 9 0,-26-10 0,-1 0 0,1-1 0,-1 1 0,0 0 0,1 0 0,-1 0 0,0 0 0,0 0 0,-1 0 0,1 0 0,0 0 0,-1 3 0,-2 4 0,-1 0 0,1 0 0,-2 0 0,1-1 0,-1 1 0,0-1 0,-12 13 0,-10 18 0,15-20 0,1 1 0,1 0 0,1 1 0,0 0 0,2 0 0,0 1 0,1 0 0,2 0 0,0 1 0,1-1 0,1 1 0,2 24 0,1-41 0,0 0 0,1 0 0,0 0 0,0-1 0,0 1 0,1-1 0,-1 0 0,1 1 0,1-1 0,-1 0 0,1-1 0,0 1 0,0-1 0,0 1 0,0-1 0,1-1 0,0 1 0,0-1 0,7 5 0,-2-3 0,0 1 0,0-1 0,1-1 0,-1 0 0,1-1 0,0 0 0,0 0 0,1-1 0,-1-1 0,14 1 0,-79-18 0,33 12 0,-1 1 0,0 1 0,0 1 0,0 0 0,0 2 0,-28 5 0,45-5 0,0 0 0,0 0 0,0 0 0,0 1 0,1 0 0,-1 0 0,1 0 0,-1 1 0,1-1 0,0 1 0,0 0 0,0 0 0,0 0 0,1 1 0,-1 0 0,1-1 0,0 1 0,0 0 0,0 1 0,1-1 0,0 0 0,-3 6 0,3-4 0,1-1 0,0 1 0,0-1 0,0 1 0,1 0 0,-1-1 0,1 1 0,1 0 0,-1-1 0,1 1 0,0-1 0,0 1 0,1-1 0,-1 1 0,1-1 0,0 0 0,1 0 0,-1 0 0,7 9 0,10 10-54,0-1 1,2-1-1,1-1 1,43 34-1,33 31-542,-97-85 587,0 0 1,1 0-1,-1 0 1,0 1 0,0-1-1,0 1 1,0-1 0,0 1-1,0-1 1,-1 1 0,1-1-1,0 1 1,-1 0-1,1 0 1,-1 2 0,0-3 15,0 0 1,0-1-1,0 1 0,-1 0 1,1 0-1,0-1 1,-1 1-1,1 0 1,0-1-1,-1 1 1,1 0-1,-1-1 0,1 1 1,-1 0-1,1-1 1,-1 1-1,0-1 1,1 1-1,-1-1 1,0 1-1,1-1 1,-1 0-1,-1 1 0,-6 2 96,0-1 0,0 0 0,0-1 0,0 1 0,-11-1 0,6 0-18,-160 14 37,-195 29-127,471-40 5,-92-4 23,17 1-1400,0-2 0,31-5-1,2-11-5142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9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5 4434,'0'0'12702,"0"-4"-10704,0 8-1150,2 65 1416,-1-19-1520,-5 51 0,4-99-801,0 0 1,0-1 0,0 1 0,-1 0 0,1-1 0,-1 1 0,1 0 0,-1-1 0,0 1 0,1-1 0,-1 1-1,0-1 1,0 1 0,-2 2 0,-5 0-3126,-2-2-3498,-1-2-940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49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12662,'0'0'10917,"0"94"-10917,0-83-817,0-7-2256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0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533 247 2657,'0'0'4866,"0"-21"-2398,-4-64 152,3 80-2383,0 0 0,0 0 0,-1 0 0,1 0 0,-1 0 0,0 0 0,0 1 0,0-1 0,-1 1 1,0-1-1,0 1 0,0 0 0,0 0 0,-1 1 0,-5-6 0,1 3 119,1 1 0,-1-1 1,-1 2-1,1-1 0,-17-5 1,1 3-15,1 1 0,-2 1 0,1 1 0,0 1 0,-1 1 0,1 1 0,-1 2 0,-30 3 1,51-3-264,1 0 1,-1 0-1,1 0 1,-1 0-1,1 1 1,0 0-1,0-1 1,0 1-1,0 0 1,0 1-1,0-1 1,0 0-1,1 1 1,-1-1-1,1 1 1,0 0-1,-1 0 1,1 0-1,1 0 1,-1 0-1,0 1 1,1-1-1,0 0 1,-1 1-1,1 3 1,-5 13 230,2-1 1,0 1-1,-1 26 0,3-30-97,-23 442 2474,25-71-2751,-1-386-76,1-1 0,0 0 0,-1 1 0,1-1 1,0 0-1,-1 1 0,1-1 0,0 0 0,-1 0 0,1 0 0,-1 1 1,1-1-1,0 0 0,-1 0 0,1 0 0,-1 0 0,1 0 1,-1 0-1,1 0 0,-1 0 0,1 0 0,0 0 0,-1 0 1,1 0-1,-1 0 0,1 0 0,-1 0 0,1 0 0,0 0 0,-1-1 1,1 1-1,-1 0 0,-17-9-5132,4-12-286,-1-6-1448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0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4434,'0'0'15767,"65"-34"-14534,-19 28-321,8 4-608,0-2-112,3-1-192,1-3-96,7 0-1392,6-9-2194,7-8-6931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1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557 0 3650,'0'0'3873,"-21"7"-1674,-7 0-1542,9-2-223,-1 1-1,1 0 1,0 2-1,-21 11 1,17-5 268,0 0 0,1 2 0,0 1 0,1 0 0,1 2 0,1 0 0,1 1 0,0 1 0,2 1 0,0 0 0,-13 27 0,6-5 133,1 1 0,2 0 1,3 2-1,1 0 0,-10 59 1,17-54-330,2 0 1,3 0 0,4 90 0,1-124-323,1 0 0,0 1 0,2-1 0,0 0 0,1 0 0,0-1 0,2 1 0,0-1 0,16 27 0,-17-35-64,0 0 1,0-1-1,1 1 0,0-2 0,1 1 0,0-1 0,0 0 0,0 0 0,1-1 0,0 0 0,0-1 0,1 0 1,0 0-1,-1-1 0,1 0 0,1-1 0,19 4 0,14-3 132,0-1-1,62-5 1,-92 2-252,-1-1 0,27-6 0,-38 6 0,1 0 0,0 1 0,0-1 0,0 0 0,-1 0 0,1 0 0,0-1 0,-1 1 0,1-1 0,-1 1 0,0-1 0,1 0 0,-1 0 0,0 0 0,0 0 0,0 0 0,0-1 0,-1 1 0,4-5 0,-5 6-40,0 1 1,0-1-1,0 1 1,0-1-1,1 1 0,-1-1 1,0 1-1,0-1 1,0 1-1,0-1 1,0 1-1,0-1 0,0 0 1,0 1-1,0-1 1,-1 1-1,1-1 0,0 1 1,0-1-1,0 1 1,-1-1-1,1 1 0,0-1 1,0 1-1,-1-1 1,-12-5-5167,2 0-1853,4 0-3034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2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9 5603,'0'0'11813,"-7"-2"-10354,2 0-1184,3 1-134,-1 1 0,1-1 0,0 0 0,-1 1 0,1-1 1,-1 1-1,1 0 0,-1 0 0,1 0 0,-1 0 0,1 0 1,0 0-1,-1 1 0,1-1 0,-1 1 0,1 0 0,0 0 0,-1 0 1,-3 2-1,4-2-44,-23 14 1029,1 1 0,0 1 0,-30 28 0,48-39-1012,0 1 0,0 0 1,0 0-1,1 1 0,0-1 1,1 1-1,0 0 0,0 1 0,0-1 1,1 1-1,0-1 0,1 1 0,0 0 1,0 0-1,0 11 0,2-16-111,-1 3-7,1 0 0,0 0 0,0 1 0,0-1 0,1 0 0,2 9 0,-2-14-15,0-1 0,-1 1 0,1 0 1,0-1-1,0 1 0,0-1 1,0 1-1,0-1 0,1 0 0,-1 1 1,0-1-1,1 0 0,-1 0 1,1 0-1,-1 0 0,1 0 1,-1 0-1,1 0 0,0-1 0,-1 1 1,1-1-1,0 1 0,0-1 1,-1 1-1,1-1 0,0 0 1,0 0-1,0 0 0,2 0 0,2-1-75,0 1-1,-1-1 1,1 0 0,-1 0-1,1-1 1,-1 0-1,0 0 1,0 0-1,0 0 1,0-1-1,0 0 1,0 0 0,-1 0-1,1-1 1,5-5-1,6-8-298,-1 0 0,20-30 0,-14 19 95,-3 5 161,-9 13 194,-1-1 1,0 0 0,-1 0-1,0 0 1,10-23 1867,-20 37-938,0 1-840,0 1 0,0 1 1,1-1-1,0 0 0,-1 0 0,2 1 0,-1 0 1,1-1-1,-1 1 0,2 0 0,-1-1 0,1 1 1,-1 0-1,2 0 0,-1 0 0,2 8 0,-1-10-184,0 0-1,1 0 0,0 0 0,-1 0 1,1-1-1,0 1 0,1-1 0,-1 1 1,0-1-1,1 0 0,0 0 0,0 0 1,0 0-1,0-1 0,0 1 0,1-1 1,-1 0-1,1 0 0,-1 0 0,1 0 1,0-1-1,0 1 0,0-1 0,0 0 1,4 0-1,18 4-1903,0-2 1,1-1-1,-1-1 0,49-4 1,-2-9-3185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2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647 106 992,'0'0'17435,"3"-12"-15810,-1 6-1322,4-28 378,-6 33-640,0 0 0,0 0 0,0-1 0,0 1 0,0 0 0,0 0 0,-1 0 0,1 0 0,0 0 0,-1 0-1,1 0 1,-1 0 0,1 0 0,-1 0 0,0 0 0,1 0 0,-1 0 0,0 0 0,0 0 0,1 1 0,-1-1 0,0 0 0,0 1 0,0-1 0,0 0 0,0 1 0,0-1-1,0 1 1,0 0 0,0-1 0,-2 1 0,-43-10 986,0 3-1,-69-2 1,-95 9 130,179 0-946,22 1-176,-47 3 217,53-4-235,0 1 0,0-1-1,0 1 1,0 0 0,0 0-1,1 0 1,-1 1 0,0-1 0,1 1-1,-1-1 1,1 1 0,0 0-1,-1 0 1,1 0 0,-3 3 0,5-2-8,-1-1 0,0 1 1,1 0-1,-1-1 0,1 1 1,0 0-1,0-1 0,0 1 1,0 0-1,1 0 0,-1-1 1,1 1-1,0 0 0,-1-1 1,1 1-1,0-1 0,1 1 1,-1-1-1,3 5 0,7 22 589,-9-8-343,-1 1 1,0 0-1,-1 0 1,-2 0-1,-5 31 1,-33 105 60,24-102-246,-12 73 1,23-98-64,1 34-1,4-64-2,0 0-1,0-1 0,0 1 0,1-1 0,-1 1 0,0-1 0,0 1 0,0-1 0,1 1 0,-1-1 0,0 1 0,1-1 0,-1 1 0,0-1 0,1 1 0,-1-1 0,1 0 0,-1 1 0,1-1 0,-1 1 0,0-1 0,1 0 0,-1 0 0,1 1 0,0-1 1,-1 0-1,1 0 0,-1 0 0,1 0 0,0 1 0,22 1 88,-17-2-44,69 3 344,-1-3 1,0-3-1,134-23 1,-180 18 438,-29 6-1372,-14 1-4559,47 1-18531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3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0 9172,'0'0'14031,"-4"23"-12423,-5 22-593,3 0 0,-2 66-1,20 151 943,1 2-2577,-13-263 619,0 0 0,0 0 1,0 0-1,0 0 0,0 0 0,0 0 0,0-1 1,0 1-1,0 0 0,0 0 0,-1 0 0,1 0 1,0 0-1,-1-1 0,1 1 0,-1 0 0,1 0 0,-1-1 1,1 1-1,-1 0 0,1-1 0,-1 1 0,1 0 1,-1-1-1,0 1 0,0-1 0,1 1 0,-1-1 1,0 0-1,0 1 0,0-1 0,1 0 0,-1 1 1,0-1-1,0 0 0,0 0 0,0 0 0,0 1 0,1-1 1,-1 0-1,0 0 0,0-1 0,0 1 0,0 0 1,0 0-1,1 0 0,-1-1 0,0 1 0,-1-1 1,-3 0-3,-1-1 1,1-1 0,0 1 0,0-1-1,0 0 1,-7-6 0,-195-141 221,200 144-164,0 0 0,1 0 0,-1 0 0,2-1 0,-1 0 0,1 0 0,0 0 0,0-1 0,1 0 0,-5-9 0,7 13-189,1 0-1,0-1 1,0 1 0,0 0-1,0 0 1,1 0 0,-1-1 0,1 1-1,0 0 1,0-1 0,1 1-1,-1 0 1,1 0 0,0-1-1,0 1 1,1 0 0,-1 0-1,1 0 1,0 0 0,0 1 0,0-1-1,5-6 1,41-43-6814,-7 11-1791,-6-2-2365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3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7764,'0'0'25003,"28"-33"-25003,-24 33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4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15 0,'-96'0'0,"94"-1"-139,-11 6 17070,36-5-15549,145 0-6,305 0 3240,-473 0-4521,1 0 1,-1 0 0,0 0 0,1 0-1,-1-1 1,1 1 0,-1 0-1,0 0 1,1-1 0,-1 1-1,0 0 1,1 0 0,-1-1-1,0 1 1,0 0 0,1-1 0,-1 1-1,0 0 1,0-1 0,1 1-1,-1 0 1,0-1 0,0 1-1,0-1 1,0 1 0,0 0 0,0-1-1,0 1 1,0-1 0,1 1-1,-1 0 1,-1-1 0,1 1-1,0-1 1,0 1 0,0 0-1,0-1 1,0 1 0,0-1 0,0 1-1,0 0 1,-1-1 0,1 1-1,0-1 1,0 1 0,-1 0-1,1-1 1,0 1 0,0 0 0,-1 0-1,1-1 1,0 1 0,-1 0-1,1 0 1,0-1 0,-1 1-1,1 0 1,-1 0 0,1 0 0,0 0-1,-1-1 1,1 1 0,-1 0-1,1 0 1,0 0 0,-1 0-1,1 0 1,-1 0 0,-1 0-75,1 1 1,-1-1 0,1 0 0,0 1-1,-1-1 1,1 0 0,0 1-1,-1 0 1,1-1 0,0 1-1,0 0 1,-1 0 0,1-1-1,0 1 1,0 0 0,0 0-1,0 0 1,0 0 0,0 1 0,1-1-1,-1 0 1,0 0 0,0 0-1,1 1 1,-1-1 0,1 0-1,-1 3 1,-9 47 264,8-34-179,-19 177 831,15-113-908,-23 112 0,23-160-30,1 0 0,2 0 0,2 46 0,0-81 0,1 1 0,-1-1 0,1 0 0,-1 1 0,0-1 0,0 0 0,0 1 0,0 0 0,0-1 0,0 1 0,0-1 0,0 1 0,0 0 0,-1 0 0,1 0 0,0 0 0,-1 0 0,1 0 0,-1 0 0,0 0 0,1 0 0,-1 1 0,1-1 0,-4 0 0,-47-11 0,-13 7 0,-97 5 0,145 1 0,-2-1 0,0 1 0,-1 0 0,1 2 0,0 0 0,-29 10 0,47-13 1,0 0 0,-1 0 0,1 1 0,0-1 0,0 1 0,0-1 1,0 1-1,0-1 0,1 1 0,-1-1 0,0 1 0,0 0 0,0-1 0,0 1 0,1 0 0,-1 0 0,0 0 0,1-1 0,-1 1 1,0 0-1,1 0 0,-1 0 0,1 0 0,-1 2 0,1-2-8,1 0 0,-1 0-1,0 0 1,1 1 0,-1-1 0,1 0 0,-1 0 0,1 0 0,-1 0-1,1-1 1,0 1 0,-1 0 0,1 0 0,0 0 0,0 0-1,0-1 1,0 1 0,1 1 0,5 2-755,0 0 1,0 0-1,0-1 0,0 0 0,9 2 1,9-1-4733,7-4-1045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5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503 17 2353,'0'0'12542,"0"-2"-9285,-2 1-3078,1-1 1,0 1-1,0 0 0,0 0 0,-1 0 0,1 0 0,0 0 1,-1 0-1,1 1 0,-1-1 0,1 0 0,-1 1 1,1-1-1,-1 1 0,1-1 0,-1 1 0,0 0 0,1 0 1,-1 0-1,0 0 0,1 0 0,-3 0 0,-51 1 981,41 0-467,-13 2-294,0 1 0,0 1 1,0 1-1,1 1 1,0 2-1,1 0 0,0 2 1,0 1-1,1 0 0,1 2 1,0 1-1,-23 19 0,42-30-376,-1 1-1,1-1 1,0 1-1,0 0 1,0 0-1,0 0 1,1 0-1,0 1 0,-3 6 1,5-9-23,0 0 0,0 0 0,0 0 0,1 0 0,-1 0 1,1 0-1,0 1 0,-1-1 0,2 0 0,-1 0 0,0 0 0,1 0 0,-1 0 0,1 0 1,0 0-1,0 0 0,0 0 0,0 0 0,0 0 0,3 3 0,1 0-15,0-1-1,0 1 1,0-1 0,1 0-1,0 0 1,0-1-1,0 0 1,0 0 0,1 0-1,-1-1 1,1 0-1,0 0 1,0-1 0,12 3-1,2 0-336,0-1-1,0-2 1,39 1-1,-55-3 234,0 0-1,1-1 1,-1 1-1,0-1 1,0-1-1,0 1 0,0-1 1,0 0-1,0 0 1,-1 0-1,1-1 1,-1 1-1,7-6 1,-4 2 31,0 0 1,-1-1 0,0 0 0,0 0 0,-1 0 0,0 0 0,6-12 0,-3 2 166,0 0 0,-1-1 0,-1 0 1,-1 0-1,-1 0 0,5-37 0,-9 12 4365,-1 45-4377,0 0 0,0 0 0,0 0 0,0 0 0,1 0 0,-1 1 0,1-1 0,-1 0 0,1 1 0,0-1 0,0 3 0,0-3-6,-1 4-58,0 1 0,1-1 0,0 0 0,0 0 0,1 1 0,0-1 0,0 0 0,0 0 0,1 0 0,3 10 0,-2-12-110,0 1 1,0-1-1,0 0 0,0 1 0,1-2 0,0 1 0,-1 0 1,2-1-1,-1 1 0,0-1 0,1 0 0,9 4 0,5 1-1361,0 0 0,1-2 0,0 0 0,1-1 0,-1-1 0,43 2 0,13-4-6114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5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975 61 10901,'0'0'17803,"-18"-1"-16237,-9-1-972,7 1-156,1-1 1,0-1-1,-25-6 1,-26-5-358,-132-8 0,-73 16-94,266 5 13,1 1 0,-1 1 0,1 0 0,-1 0 0,1 0 0,-1 1 0,-14 6 0,20-7 0,1 1 0,-1-1 0,1 1 0,0-1 0,-1 1 0,1 0 0,0 0 0,0 0 0,0 0 0,0 1 0,1-1 0,-1 1 0,0-1 0,1 1 0,0-1 0,0 1 0,0 0 0,0-1 0,0 1 0,0 0 0,1 0 0,-1 0 0,1 0 0,0 0 0,0-1 0,0 4 0,0 33 0,1 0 0,8 42 0,-4-40 0,-1 1 0,-3 0 0,-4 58 0,1-77 0,-2-1 0,-1 0 0,0 1 0,-2-2 0,-1 1 0,-14 29 0,-73 116 0,93-163 0,-1 0 0,-1 1 0,2 0 0,-1 0 0,1-1 0,-1 1 0,1 1 0,1-1 0,-1 0 0,1 0 0,0 1 0,0-1 0,0 6 0,1-10 0,0 0 0,0 0 0,0 0 0,1 0 0,-1-1 0,0 1 0,0 0 0,1 0 0,-1-1 0,0 1 0,1 0 0,-1 0 0,1-1 0,-1 1 0,1 0 0,-1-1 0,1 1 0,-1-1 0,1 1 0,0-1 0,-1 1 0,1-1 0,0 1 0,0-1 0,-1 0 0,1 1 0,0-1 0,0 0 0,-1 1 0,1-1 0,0 0 0,1 0 0,32 1 0,-23-1 0,29 0 0,1-1 0,-1-2 0,0-2 0,58-15 0,-68 12 0,-16 5 0,0-1 0,0 0 0,-1-1 0,17-8 0,-21 5-538,-16 4-661,-16 2-4933,21 3 4434,-11-1-7352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6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510 0 7700,'0'0'13459,"2"15"-11591,2 26-924,-1 0 0,-2-1 1,-5 43-1,-9 11-159,-8 85-129,19-105-440,3 0 0,22 144 0,-21-209-252,1 5-127,-1 1 0,0-1 0,0 1 0,-2 0 0,0-1 1,-2 18-1,1-31 164,0 0 0,1 0 0,-1 0 0,0-1 0,0 1 0,0 0 1,0-1-1,0 1 0,0-1 0,0 1 0,0-1 0,0 1 0,0-1 1,0 0-1,0 0 0,0 1 0,0-1 0,0 0 0,0 0 0,0 0 0,0 0 1,0 0-1,0 0 0,0 0 0,0-1 0,-1 1 0,0-1 0,-2 1 32,-7-1 97,1-1 0,0-1 0,0 1-1,0-2 1,0 1 0,1-1 0,-1-1 0,1 0 0,0 0 0,0 0 0,-10-10 0,-19-9 450,3 3-35,-144-91 1509,169 105-2046,1 0 1,0-1-1,0 0 1,0 0-1,1-1 1,0 0-1,1-1 1,-8-13-1,12 19-268,0-2-1,1 1 0,0 0 1,0 0-1,1-1 1,-1 1-1,1-1 0,1 1 1,-1-1-1,1 1 1,-1-1-1,2 1 0,-1-1 1,1 0-1,-1 1 1,2-1-1,-1 1 0,0 0 1,5-10-1,33-54-6380,-29 55 4577,21-36-7122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6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63 2913,'0'0'26685,"-31"-60"-24941,31 57-319,-3 3-1425,-3 7 0,4 14 0,2 6-704,0 4-1665,19-4-1793,16-8-1761,14-8-6387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7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11733,'0'0'20778,"-23"98"-20522,23-56-256,0 0 0,0 0 0,0-7 0,0-1 0,0-5 0,0-6-896,0-8-1874,0-9-2096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7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9300,'0'0'17000,"140"-13"-16776,-102 13-208,-5 0-32,5 0-1008,-3 0-1666,7 0-2688,-2-10-5011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7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12470,'0'0'17208,"0"142"-14327,0-96-2673,-2 4-208,-7-8 0,3 0 0,-2-13 0,2-4 0,-3-8 0,7 0 0,-2-9 0,4 1-2401,15-9-10837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8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 4946,'0'0'11894,"21"0"-10595,-5 0-1054,136-4 1722,216-48 2749,-216 26-2949,-151 25-1563,1 1 1,-1-1 0,1 1 0,-1 0 0,1 0 0,-1-1-1,1 1 1,-1 0 0,1 0 0,-1 1 0,1-1 0,0 0-1,-1 0 1,1 1 0,-1-1 0,0 1 0,3 0 0,-3 1-12,-1 0 0,1-1 0,-1 1 1,0-1-1,1 1 0,-1 0 0,0-1 0,0 1 1,0 0-1,0-1 0,-1 1 0,1 0 1,0-1-1,-1 3 0,-1 9-866,-5 319 693,8-206-19,-1 302-1,1-427 0,-1-1 0,0 1 0,0 0 0,-1-1 0,1 1 0,0-1 0,0 1 0,0-1 0,0 1 0,0 0 0,-1-1 0,1 1 0,0-1 0,0 1 0,-1-1 0,1 1 0,0-1 0,-1 1 0,1-1 0,-1 0 0,1 1 0,-1-1 0,1 0 0,0 1 0,-1-1 0,1 0 0,-1 1 0,-1-1 0,-19 0 0,-25-15 0,41 13 0,-12-4 0,0 1 0,0 1 0,0 0 0,-35-2 0,-72 4 0,77 2 0,40 0 0,-1 0 0,1 1 0,-1 0 0,1 0 0,-12 3 0,17-3 0,-1 0 0,1 0 0,-1 0 0,1 0 0,0 1 0,-1-1 0,1 1 0,0 0 0,0-1 0,0 1 0,0 0 0,0 0 0,1 0 0,-1 0 0,1 1 0,-1-1 0,1 0 0,-2 5 0,3-7-15,0 0 0,0 1 0,0-1 0,0 0 1,0 1-1,0-1 0,0 0 0,0 1 0,0-1 0,0 0 0,0 1 0,0-1 0,0 0 1,0 1-1,1-1 0,-1 0 0,0 1 0,0-1 0,0 0 0,0 0 0,1 1 0,-1-1 1,0 0-1,0 0 0,1 1 0,-1-1 0,0 0 0,1 0 0,-1 0 0,0 1 0,0-1 1,1 0-1,-1 0 0,0 0 0,1 0 0,-1 0 0,0 0 0,1 0 0,-1 0 0,0 0 1,1 0-1,-1 0 0,1 0 0,-1 0 0,0 0 0,1 0 0,-1 0 0,1 0 1,22-2-2636,-20 2 2129,34-7-5151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5:59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19 2785,'0'0'9621,"-18"-17"-956,17 17-8579,1 0 0,0 0 1,0-1-1,0 1 0,0 0 0,-1 0 0,1 0 0,0 0 1,0 0-1,0 0 0,0 0 0,-1 0 0,1-1 0,0 1 1,0 0-1,-1 0 0,1 0 0,0 0 0,0 0 1,0 0-1,-1 0 0,1 0 0,0 0 0,0 0 0,0 0 1,-1 1-1,1-1 0,0 0 0,0 0 0,0 0 1,-1 0-1,1 0 0,0 0 0,0 0 0,0 0 0,0 1 1,-1-1-1,1 0 0,0 0 0,0 0 0,0 0 1,0 1-1,0-1 0,-1 0 0,5 13 1518,2-6-1261,0 0-1,0 0 0,1 0 0,0-1 0,0 0 0,1 0 0,-1-1 0,1 0 1,16 7-1,2 2 278,13 10 64,56 32 116,104 81 0,-173-116-812,0 1-1,-2 0 1,-1 2-1,0 1 1,-2 1-1,-1 1 1,-1 1-1,22 43 1,-33-52 12,-1 0 0,-1 0 0,-1 0 0,0 1 0,-2 0 0,2 25 0,-4 123 0,-3-140 0,-2 0 0,0 0 0,-2 0 0,-1-1 0,-11 27 0,-61 130 0,26-67 0,32-66 0,7-14 0,-2-1 0,-26 45 0,36-71 0,-1 0 0,0-1 0,0 0 0,-1 0 0,-1-1 0,1 0 0,-1 0 0,0-1 0,-1 0 0,0 0 0,0-1 0,-12 5 0,20-9 0,7 0 0,7-2 0,-6-2-43,-4 1-1,-1 0 0,1 1 0,-1-1 0,1 0 1,-1 1-1,1-1 0,-1 1 0,1 0 0,0-1 1,-1 1-1,1 0 0,0 0 0,-1 0 0,1 0 0,3 1 1,-17 7-11477,-11-4 189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22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2801,'4'7'20476,"-2"-4"-20524,-2-1 93,1 0 0,-1-1-1,1 1 1,0 0 0,-1 0 0,1-1-1,0 1 1,0-1 0,0 1 0,0-1-1,0 1 1,1-1 0,-1 0-1,0 0 1,1 1 0,-1-1 0,0 0-1,1 0 1,0 0 0,-1 0-1,1-1 1,-1 1 0,1 0 0,0-1-1,2 1 1,54 13 1,-50-13 39,117 26 259,239 83 1,-342-102-168,-1 1 1,22 14-1,-36-19 120,0 1 0,0 0 0,0 0 0,0 0-1,-1 1 1,0 0 0,0 0 0,9 13 0,-12-16-60,1 0 1,-1 0-1,1-1 0,0 1 1,0-1-1,1 0 1,-1 0-1,0 0 1,9 2-1,32 13 303,58 30 1,-103-46-532,0-1-1,0 0 1,0 0 0,0 0 0,1 0 0,-1 0 0,0 0 0,0 0 0,0 0 0,0 0 0,0 0 0,0 0 0,0 0 0,0 0-1,1 1 1,-1-1 0,0 0 0,0 0 0,0 0 0,0 0 0,0 0 0,0 0 0,0 1 0,0-1 0,0 0 0,0 0 0,0 0 0,0 0-1,0 0 1,0 1 0,0-1 0,0 0 0,0 0 0,0 0 0,0 0 0,0 0 0,0 0 0,0 1 0,0-1 0,0 0 0,0 0-1,0 0 1,0 0 0,0 0 0,0 0 0,0 1 0,0-1 0,-1 0 0,1 0 0,0 0 0,0 0 0,0 0 0,0 0 0,-11 7 274,-14 2-152,-31 10-131,39-12 0,0-1 0,-28 6 0,-241 26 0,-29 5 0,306-42 0,1 1 0,0 0 0,-1 1 0,1 0 0,-8 4 0,14-6 0,0 0 0,0 1 0,0-1 0,0 0 0,0 1 0,1-1 0,-1 1 0,1-1 0,-1 1 0,1 0 0,-1-1 0,1 1 0,0 0 0,0 0 0,0 0 0,0 0 0,0 0 0,1 1 0,-1-1 0,0 0 0,1 0 0,0 0 0,-1 5 0,1-4 0,0-3-18,0 1 0,-1-1-1,1 0 1,0 1 0,0-1 0,0 0 0,0 1 0,0-1-1,0 1 1,0-1 0,0 0 0,0 1 0,0-1 0,0 0-1,0 1 1,0-1 0,0 0 0,0 1 0,0-1 0,0 1-1,1-1 1,-1 0 0,0 0 0,0 1 0,0-1-1,1 0 1,-1 1 0,0-1 0,0 0 0,1 0 0,-1 1-1,0-1 1,0 0 0,1 0 0,-1 1 0,0-1 0,1 0-1,-1 0 1,0 0 0,1 0 0,-1 0 0,0 0-1,1 1 1,-1-1 0,0 0 0,1 0 0,-1 0 0,1 0-1,-1 0 1,25 0-3757,-20 0 2112,24 0-5036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1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95 5635,'0'0'5109,"7"-19"-2065,23-57-347,-46 106 5741,-43 80-6215,31-50-1166,3 2-1,2 1 1,-20 89 0,33-104-2467,3 0 0,-3 94 0,18-154-11444,-8-11 4632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1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6403,'0'0'18712,"136"44"-17815,-86-27-417,4-7-320,7-4-96,1-6-64,3 0-256,-4 0-576,-5-10-705,-8-9-1232,-10-2-1745,-15-2-4771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1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4706,'0'0'11592,"23"6"-9471,74 18-771,-87-21-1142,0-1 1,-1 0-1,1-1 0,0 0 1,17 0-1,-9-2-17,-17 1-183,0 0 0,0 0 0,-1 0 0,1 0 1,0 0-1,0-1 0,0 1 0,-1 0 0,1-1 0,0 1 1,0-1-1,-1 1 0,1 0 0,0-1 0,-1 0 0,1 1 1,0-1-1,-1 1 0,1-1 0,-1 0 0,1 1 0,-1-1 1,1 0-1,-1 1 0,0-1 0,1 0 0,-1 0 1,0 0-1,0 1 0,1-1 0,-1 0 0,0 0 0,0 0 1,0 0-1,0 1 0,0-1 0,0 0 0,0 0 0,0 0 1,-1 0-1,1 1 0,0-1 0,0 0 0,-1 0 0,1 0 1,-1-1-1,-1-2-3,1-1 1,-1 0 0,0 1-1,0 0 1,0-1 0,-1 1 0,-3-5-1,0 3 4,1 1 0,0 0 0,-1 0 0,0 1 0,0 0 0,-1 0 1,1 0-1,-1 1 0,0 0 0,0 0 0,0 0 0,0 1 0,0 0 0,0 1 0,-1 0 0,1 0 0,-12 0 0,17 1 13,1 0 1,0 0-1,-1 0 0,1 1 1,-1-1-1,1 0 0,0 1 0,-1-1 1,1 1-1,0 0 0,-1-1 1,1 1-1,0 0 0,0 0 1,0 0-1,0 0 0,0 0 0,0 0 1,0 0-1,0 0 0,-2 2 1,1 1 87,0 0 0,0 0 0,1 1 1,-1-1-1,1 0 0,0 1 0,-1 5 1,0 5 194,1 0 0,0 0 0,3 25 0,-1-36-611,0 0 0,0 0-1,0 0 1,0-1 0,1 1-1,0 0 1,-1 0 0,1-1-1,1 1 1,-1-1 0,1 0-1,-1 0 1,1 1 0,0-2-1,0 1 1,0 0 0,0-1-1,1 1 1,-1-1 0,1 0-1,-1 0 1,1 0 0,0-1-1,0 1 1,7 1 0,5 1-1413,0 0 0,0-1 0,1-1 0,-1-1 0,18 0 0,-6-1-2653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2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2721,'0'0'15431,"11"-11"-12926,37-31-440,-31 34 1384,-7 12-1985,-5 19-1036,-5-19-115,2 0-266,-1 1 1,0 0 0,1-1 0,0 1-1,0-1 1,0 1 0,1-1 0,3 5 0,-4-7-99,0-1 1,0 1 0,0-1-1,0 1 1,0-1 0,0 0 0,0 0-1,1 0 1,-1 0 0,0 0 0,1-1-1,-1 1 1,1-1 0,-1 1 0,0-1-1,1 0 1,4 0 0,10 0-521,0 0-436,1 0 1,23-4-1,-37 3 947,1 1-1,-1-2 0,1 1 0,-1 0 0,1-1 0,-1 0 0,0 0 0,0 0 1,0 0-1,0-1 0,0 0 0,-1 0 0,1 0 0,3-4 0,3-8 883,-10 14-722,1 0-1,-1 0 1,1 0 0,0 1-1,-1-1 1,1 0-1,-1 0 1,1 1 0,0-1-1,0 0 1,-1 1-1,1-1 1,0 1 0,0-1-1,0 1 1,0-1-1,0 1 1,0 0 0,0 0-1,-1-1 1,1 1-1,0 0 1,0 0 0,0 0-1,0 0 1,0 0-1,0 0 1,0 0 0,0 0-1,0 0 1,0 0-1,1 1 1,64 3 65,-48-1-638,1-2 1,-1 0-1,0-2 0,22-2 1,-37 2 533,1-1 0,-1 1 0,1-1 0,-1 0 0,1 0 0,-1 0 0,0-1 0,0 1 1,0-1-1,0 0 0,-1 0 0,1 0 0,-1 0 0,0 0 0,0 0 0,0-1 0,2-4 0,-2 4 154,0 0 0,1 1 0,-1-1-1,1 0 1,-1 1 0,1-1-1,0 1 1,1 0 0,-1 0 0,0 0-1,1 1 1,0-1 0,5-2-1,-8 5-155,-1 1 0,1-1-1,-1 0 1,0 1-1,1-1 1,-1 1-1,0-1 1,1 1-1,-1 0 1,0-1 0,1 1-1,-1-1 1,0 1-1,0-1 1,0 1-1,0 0 1,0-1-1,0 1 1,1-1 0,-1 1-1,-1 0 1,1-1-1,0 1 1,0 1-1,0 22-327,0-20 360,0-1-248,0 1 1,0-1-1,1 1 0,-1 0 0,1-1 0,0 1 0,0-1 0,0 1 0,0-1 0,1 0 0,-1 1 0,1-1 0,0 0 0,0 0 1,0 0-1,0 0 0,3 3 0,-1-4-441,-1 1 1,1 0-1,0-1 1,-1 0-1,1 0 1,0 0-1,0-1 1,0 1-1,1-1 1,-1 0 0,0 0-1,0 0 1,1 0-1,4-1 1,30 1-6439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2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9076,'0'0'9781,"-48"107"-5123,31-44-1745,0 8-1184,1 6-577,-3 1-575,2-7-465,3-11-112,5-3-160,3-18-833,4-7-864,0-13-400,2-11-992,-2-35-16552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2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2 8708,'0'0'13222,"21"-1"-10442,68 1-904,-84 1-1795,0 0 1,0 0-1,-1 1 1,1-1-1,0 1 1,-1 1-1,1-1 1,-1 0-1,0 1 1,1 0-1,-1 0 1,-1 1-1,1-1 1,0 1-1,-1-1 1,0 1-1,0 0 1,0 0-1,0 1 1,-1-1-1,1 1 1,-1-1-1,0 1 1,-1 0-1,1-1 1,1 9 0,-3-11-76,0 0 1,1-1-1,-1 1 1,0 0-1,0 0 1,0-1-1,0 1 1,-1 0-1,1 0 1,0-1-1,-1 1 1,1 0-1,-1-1 1,0 1-1,1-1 1,-1 1-1,0 0 1,0-1-1,-2 3 1,0-2 8,1 1 0,-1-1 1,1 0-1,-1-1 1,0 1-1,0 0 1,0-1-1,0 1 1,0-1-1,-4 1 1,-9 2 112,0-1 0,-1-1 1,-25 1-1,25-2 46,-173 3 709,188-4-1732,4 0 454,-1-1-1,1 0 0,-1 0 0,1 1 1,-1-1-1,1 1 0,-1-1 1,1 1-1,0 0 0,-1-1 0,4 1 1,7-2-1433,33-14-6018,10-10-5395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3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12294,'0'0'7843,"134"0"-3585,-70 0-1857,10 0-1056,3-6-513,-8-3-496,-13 1-256,-16 0-80,-17 1-32,-15 1-592,-16 6-2641,-25 0-129,-11 0-1072,-11 6-1473,-3 15-1696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3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0 864,'0'0'19305,"121"53"-16519,-66-53-1314,-9 0-1472,2 0-192,-9 0-3009,-1-11-4931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3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1 9620,'0'0'12414,"-23"5"-9495,1-1-2233,-11 3 449,0 1-1,-48 19 1,76-26-1002,-22 10 700,-31 17-1,52-25-759,0 0 0,1 1 0,0 0 0,-1 0 0,1 0 0,1 0-1,-1 1 1,1-1 0,-1 1 0,1 1 0,-5 9 0,8-13-73,0-1 1,0 1-1,0 0 1,1 0-1,-1 0 1,1 0-1,-1 0 0,1 0 1,0 0-1,0 0 1,-1 0-1,2 0 1,-1 0-1,0 0 1,0 0-1,1 0 0,-1 0 1,1-1-1,-1 1 1,1 0-1,0 0 1,1 2-1,0-2 0,0 1 1,0-1-1,0 0 0,1 1 0,-1-1 0,1 0 0,0 0 1,0-1-1,0 1 0,-1 0 0,1-1 0,4 1 0,9 3-61,0-1 0,0 0 0,0-2 0,18 2 0,-29-4 12,11 2-144,1-1 0,0-1 0,-1 0 0,33-5 0,-43 3 109,0 1 0,0-1 0,0 0 0,0-1-1,-1 1 1,1-1 0,-1-1 0,0 1 0,0-1 0,0 1 0,0-2 0,0 1 0,-1 0 0,0-1 0,7-9 0,-6 7 31,-1 0 0,0 0 1,-1 0-1,1-1 0,-2 1 0,1-1 1,-1 1-1,3-14 0,-3-17 2678,-2 38-1731,1 2-336,4 16-673,2 1 1,0-2 0,0 1 0,2-1-1,0 0 1,1-1 0,17 21-1,-19-28-731,0-1-1,0 1 0,1-2 1,0 1-1,17 10 0,-18-14-420,0 0-1,1 0 1,-1 0-1,1-1 0,0 0 1,0-1-1,0 0 1,9 0-1,48 1-10137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4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852 12 12086,'0'0'12912,"-21"-2"-9686,-10 0-2429,-90-4 1460,35 4-1118,-83 2-753,147 2-392,0 0 0,0 1 0,0 2 0,0 0 0,-27 11 0,47-15-10,0 0 1,0 0-1,0 0 1,0 0-1,0 1 1,0-1-1,0 1 1,0 0-1,1-1 1,-1 1-1,1 0 1,-1 0-1,1 0 1,0 0-1,0 0 1,0 0-1,0 0 1,0 0-1,0 0 1,1 1-1,-1-1 1,0 3-1,0 6-121,0 0-1,1-1 0,2 20 1,-1 0 214,-1-23-78,1 14 3,-6 40 0,4-53 0,-1 0 0,0 0 0,-1 0 0,0 0 0,0 0 0,-1-1 1,0 0-1,-5 9 0,-7 4 9,0-2 1,-33 30 0,35-36-7,1 1 0,0 1 1,0 0-1,1 0 0,1 1 0,-14 24 1,22-32-5,1 0 1,-1 0 0,1 0 0,1 0-1,-1 1 1,1 7 0,0-13-1,1 1 1,0-1 0,0 1-1,0-1 1,0 1-1,0-1 1,1 1 0,-1-1-1,1 0 1,-1 1 0,1-1-1,0 0 1,0 1 0,0-1-1,0 0 1,0 0 0,1 0-1,-1 0 1,1 0-1,-1 0 1,4 3 0,3-1 9,-1-1-1,1 1 1,0-1 0,0 0 0,0-1 0,1 0-1,-1 0 1,15 1 0,75-1 125,-74-2-89,-3 0-127,18 0 197,43-5 0,-72 4-256,1-1-1,-1 0 1,0 0 0,1-1 0,-1-1 0,0 0 0,-1 0-1,1-1 1,9-6 0,-18 10-106,-1 1 0,0 0 0,1-1 0,-1 1 1,1-1-1,-1 1 0,0 0 0,1-1 0,-1 1 0,0-1 1,0 1-1,1-1 0,-1 1 0,0-1 0,0 1 0,0-1 0,0 1 1,0-1-1,0 1 0,0-1 0,1 1 0,-1-1 0,-1 1 0,1-2 1,1-5-7858,3-1-3770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4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1 10261,'0'0'15874,"-14"26"-14055,-44 91-581,53-106-1097,1 1 1,1-1-1,0 1 1,0 0-1,1 0 1,0 0-1,1 0 1,1 16-1,0 1 51,-1 72 115,-2 44-273,3-140-45,-1-1-1,0 1 1,1 0-1,-1-1 1,-1 1 0,1 0-1,-1-1 1,1 0-1,-1 1 1,-5 7-1,5-10 5,0 0-1,0 0 1,-1-1-1,1 1 0,0 0 1,-1-1-1,1 1 1,-1-1-1,1 0 1,-1 0-1,0 0 0,1 0 1,-1-1-1,0 1 1,0-1-1,0 1 0,1-1 1,-1 0-1,-4 0 1,-2 0 13,0 0 0,0-1 0,0 0 0,0 0 0,0-1 0,1 0 0,-1 0 0,1-1 0,-1 0 0,1-1 0,0 0 0,0 0 0,1-1 0,-13-9 0,17 12-34,-24-18 94,-43-43 0,64 57-224,0 0 0,1-1 0,-1 1 0,1-1 0,1-1 0,0 1 0,0-1 0,0 1 0,1-1 0,0 0 0,0 0 0,-2-15 0,5 20-151,0 0 0,-1-1 0,2 1 0,-1 0 0,0 0 0,1-1 0,-1 1 0,1 0 0,0 0 0,0 0 0,0 0 0,1 0 0,-1 0 0,1 0 0,0 0 0,3-4 0,2-1-1607,1 0 0,-1 1 0,18-12 0,-7 5-1406,33-26-6579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4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15735,'0'0'11477,"-17"2"-12757,34 2-1457,6-4-2322,2 0-6418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5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11141,'0'0'7684,"28"-4"-3821,-15 2-3432,201-19 3105,136-12-2640,-347 33-760,-6 1-41,-1 0-1,1 0 1,0 1-1,0 0 1,0-1 0,0 1-1,0 0 1,0 0-1,1 1 1,-1-1-1,1 0 1,-1 1-1,1 0 1,-2 2-1,0 0 89,-5 6 55,1 0-1,0 0 1,1 1-1,0-1 1,1 2-1,1-1 1,0 1-1,0 0 1,1 0-1,1 0 1,-3 21-1,1 13 69,3 94 0,2-79-289,2 1-17,3 1 0,19 95 0,-20-138 0,-1 1 0,1 43 0,-4-64 0,0 1 0,0-1 0,0 0 0,0 1 0,-1-1 0,1 1 0,-1-1 0,1 0 0,-1 1 0,1-1 0,-1 0 0,0 0 0,0 0 0,1 1 0,-1-1 0,0 0 0,0 0 0,0 0 0,0 0 0,0 0 0,-1-1 0,1 1 0,0 0 0,0 0 0,-1-1 0,1 1 0,0-1 0,-1 1 0,1-1 0,-2 1 0,-5 0 0,-1 1 0,1-1 0,-18 0 0,12 0 0,-47-1 0,-92-11 0,127 9 0,-46 1-107,71 1-840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2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3153,'0'0'12166,"2"7"-11037,34 154 4718,-18-93-5066,-3 0 0,-4 0 1,6 105-1,-18-172-750,0-1 1,1 1 0,-1-1 0,0 1-1,0-1 1,1 1 0,-1-1-1,0 0 1,0 1 0,1-1 0,-1 0-1,0 1 1,0-1 0,0 0-1,0 0 1,0 0 0,1 0 0,-1 0-1,0 0 1,0 0 0,0 0 0,-1-1-1,-23-1 117,17-1-226,-1-1 0,1 0 0,1 0-1,-1-1 1,1 0 0,-1 0 0,1-1-1,1 1 1,-1-2 0,-5-7-1,-7-4-524,12 12 165,0-1 0,1 1-1,-1-1 1,2-1 0,-1 1 0,1-1 0,-7-13 0,10 15-652,0 0-1,0 0 0,0 0 1,1 0-1,0-1 0,0 1 1,0-11-1,1-16-6934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2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11125,'0'0'13046,"7"-2"-13046,5 6-992,5 4-2434,4-4-3617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3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1 7155,'0'0'5469,"4"20"-3214,58 227 1624,-41-172-2887,-12-44-823,-1-1-1,-1 1 1,-2 1-1,-1-1 1,-2 1-1,-2 33 1,0-62-121,-1 0 0,1 1 0,-1-1 0,0 0 0,-1 1 0,1-1 0,0 0 1,-1 0-1,0 0 0,0 0 0,0 0 0,0 0 0,0-1 0,0 1 1,-1-1-1,0 1 0,1-1 0,-1 0 0,0 0 0,0 0 0,0 0 0,0-1 1,0 1-1,0-1 0,-1 0 0,1 0 0,0 0 0,-4 0 0,-11 3 537,-1-2 0,1 0 0,-1-1 0,-20-2 0,14 1-127,13-1-309,0 0 0,0-1 0,0 0 0,0-1 1,1 0-1,0-1 0,-1 0 0,1 0 0,1-1 0,-1-1 0,1 0 1,0-1-1,0 0 0,0 0 0,-13-14 0,15 13-480,0-1 0,1 0 0,0-1 0,0 0 0,1 0 0,-10-21 0,13 22-548,0 0 0,0 0 0,0 0 0,1 0 0,1 0 0,0-1 0,0 1 0,1-1 0,0-10-1,6-17-6037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3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8868,'0'0'9460,"9"-4"-18776,14 15 304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3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13846,'0'0'11718,"-36"113"-8389,32-67-2016,4 0-497,0-4-159,0-4-593,0-7-64,0-6-369,0-8-1039,2-5-1217,-2-5-1585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3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6371,'0'0'18312,"100"-2"-18312,-52 10-272,5 0-1729,-1-3-2209,4-5-2913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4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0 10213,'0'0'17496,"-36"132"-14743,28-90-960,0-2-1281,1-3-512,-3 1 0,-5-5-1024,-6-3-1490,-4-12-1920,-4-5-3105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0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1 320,'0'0'8898,"10"5"-5758,28 17-16,-38-21-2970,1-1 0,-1 0 1,0 0-1,1 0 0,-1 0 1,1 0-1,-1 0 1,1 0-1,-1 0 0,0 0 1,1 0-1,-1-1 0,1 1 1,-1 0-1,1 0 0,-1 0 1,0 0-1,1-1 0,-1 1 1,0 0-1,1 0 0,-1-1 1,0 1-1,1 0 0,-1-1 1,0 1-1,1 0 0,-1-1 1,0 1-1,0 0 0,0-1 1,1 1-1,-1 0 0,0-1 1,0 0-1,8-16 784,-7 14 651,-2 9 2339,-21 103-3009,10-56-27,-9 86-1,18-84-819,2 0-1,3 1 1,2-1 0,2 0-1,3-1 1,26 91 0,-27-130-1929,-1-16-2663,-6-1 3919,1 0-1,-1-1 1,0 1-1,0-1 1,0 1 0,0-1-1,0 0 1,1-3-1,8-43-6649,4-10-3733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1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34 8116,'0'0'7240,"19"-5"-5351,12-4-1274,1 3 0,-1 0-1,1 2 1,36 1 0,318 18 1004,-281-4-1311,355 54 83,-447-62-292,28 8 245,-39-11-232,-1 1 1,0-1-1,0 1 1,1 0-1,-1-1 0,0 1 1,0 0-1,0 0 1,0 0-1,0 0 1,0 0-1,0 0 1,0 0-1,-1 0 1,1 0-1,0 0 1,-1 0-1,1 0 1,-1 1-1,1-1 1,-1 0-1,1 0 1,-1 1-1,0-1 0,1 3 1,1 183 3759,6 95-3153,-4 240-420,-4-513-299,0 0-1,-1 1 1,-1-1-1,1 0 1,-1 0-1,-1 0 0,-4 12 1,5-16 0,0-1-1,-1 0 1,0 1 0,0-1 0,0-1 0,0 1-1,0 0 1,-1-1 0,1 1 0,-1-1-1,0 0 1,0 0 0,0-1 0,-1 1-1,-6 2 1,-3 0 27,-1 0-1,0-1 1,0 0 0,0-1-1,-24 1 1,-83-3 118,67-1-116,-503-21 19,132 8-240,425 13 141,1 0 0,-1 0 1,1 0-1,-1 0 1,1 0-1,-1 0 0,1 0 1,-1 0-1,1 0 1,0 1-1,-1-1 1,1 0-1,-1 0 0,1 0 1,0 0-1,-1 1 1,1-1-1,-1 0 0,1 0 1,0 1-1,-1-1 1,1 0-1,0 1 0,0-1 1,-1 0-1,1 1 1,0-1-1,0 1 1,-1-1-1,1 0 0,0 1 1,0-1-1,0 1 1,0-1-1,0 1 0,0-1 1,0 0-1,0 1 1,0-1-1,0 1 1,0-1-1,0 1 0,0-1 1,0 1-1,0-1 1,0 0-1,0 1 0,0-1 1,1 1-1,-1-1 1,0 1-1,14 20-2974,16-4-1295,9-4-2726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5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12374,'0'0'18696,"0"9"-16999,0-7-4226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39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11 3506,'0'0'13625,"4"-3"-11942,8-4-904,-5 10 49,-5 25 800,-2-15-1205,-3 31 772,-1-1 1,-17 72 0,1-10-304,-8 227 262,11-99-1590,15-223-8296,-1-20 5184,0-24-1330,1-6-1951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0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1 436 1777,'0'0'6229,"6"-21"-3868,23-66-373,-26 79-1773,0 1 1,1-1-1,0 1 0,0 0 1,0 0-1,1 0 1,1 1-1,-1 0 0,1 0 1,0 0-1,0 1 0,12-8 1,-3 0 100,5-1-65,1 0 1,0 1-1,1 1 1,1 1-1,0 1 0,0 1 1,25-6-1,175-31 420,-192 41-642,69-12 101,18-5 337,236-11 0,-353 33-432,0 0-1,0 0 0,0 0 1,1 0-1,-1 0 1,0 0-1,0 0 1,0 0-1,0 1 1,0-1-1,0 0 0,0 1 1,0-1-1,0 1 1,0-1-1,0 1 1,0-1-1,0 1 1,0 0-1,0-1 0,-1 1 1,1 0-1,0 0 1,0 0-1,-1 0 1,1 0-1,-1 0 1,1-1-1,-1 1 0,1 2 1,0 1 85,0 0 0,-1 0 1,0 1-1,0-1 0,0 0 0,-1 8 1,0 10 450,-10 180 2548,1 6-1689,10-185-1290,-1 30 292,2-1 1,3 1 0,11 55-1,39 75 0,-36-133-386,-3 1 0,-1 0 0,7 62 1,-20-109-39,-1-1 1,1 1 0,-1-1-1,0 1 1,0-1 0,0 1 0,-1-1-1,1 1 1,-1-1 0,0 1 0,0-1-1,0 1 1,0-1 0,0 0-1,-1 0 1,0 1 0,0-1 0,-2 3-1,0-3 9,0 0 0,0 0 0,0-1 0,0 0 0,-1 0 0,1 0 0,-1 0 0,0-1 0,1 1 0,-1-1 0,0 0 0,-8 0 0,-51 5 81,0-3-1,-1-3 0,-102-13 1,-79-25-39,-115-11 82,310 49-87,36 0-867,-1 0 0,-27-3 0,63 6-1987,0 0 1,22 1-1,38-3-3941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4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8516,'0'0'19705,"6"0"-17384,-6 2-2001,0 0-400,0 3-3249,0-1-273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6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6915,'0'0'11605,"3"24"-10028,3 10-1054,0 0 436,3 67 0,-6 252 2344,-2-345-3517,0 0-1,0-1 1,1 1-1,-1-1 1,6 14-1,-6-20-102,0 1-1,0 0 1,0-1 0,0 1-1,0 0 1,0-1-1,0 1 1,0-1 0,1 1-1,-1-1 1,0 0 0,1 0-1,1 2 1,-2-3-106,0 0 1,1 1-1,-1-1 1,0 0-1,0 0 1,0 1-1,0-1 1,0 0-1,0 0 1,1 0-1,-1-1 1,0 1-1,0 0 1,0 0-1,0-1 1,0 1-1,0 0 1,0-1-1,0 1 1,0-1-1,0 1 1,0-1-1,0 0 1,1 0-1,14-17-8629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7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4882,'0'0'7177,"22"-2"-4851,-8 1-1971,143-7 2724,295-22 439,-404 25-2882,-47 5-578,-1 0 0,1 0 1,-1 0-1,1 0 0,-1 0 1,1 0-1,-1 0 0,1 0 1,-1 0-1,1 0 1,-1 0-1,1 0 0,-1 0 1,1 0-1,-1 1 0,1-1 1,-1 0-1,1 0 0,-1 1 1,1-1-1,-1 0 0,1 1 1,-1-1-1,0 0 0,1 1 1,-1-1-1,0 1 0,1-1 1,-1 1-1,0-1 0,1 0 1,-1 2-1,1 17 28,-1-8 90,1 22 417,0 76 564,6-1 0,26 142 0,-13-171-1049,7 33-32,-27-111-68,1 0-1,-1 0 1,0 0 0,0 0 0,0 0 0,0 0 0,0-1 0,0 1 0,0 0 0,0 0 0,0 0-1,0 0 1,0 0 0,0 0 0,-1 0 0,1 0 0,0-1 0,-1 1 0,1 0 0,-1 0-1,1 0 1,-1 0 0,1-1 0,-1 1 0,1 0 0,-1-1 0,0 1 0,1 0 0,-1-1 0,0 1-1,-1 0 1,-1 0 38,0-1-1,0 1 0,0-1 1,0 0-1,0 0 0,0 0 1,-6-1-1,-8 0 44,-336-24 987,79 1-482,221 23-562,53 2-171,0 0 1,0 0-1,-1 0 0,1 0 0,0 0 1,0 0-1,0 0 0,0 0 1,0 0-1,1 0 0,-1 0 0,0 0 1,0 0-1,1 0 0,-1 0 0,0 0 1,1 0-1,-1 0 0,1-1 1,0 2-1,1 1-293,0 0 0,0 0 0,1-1 0,-1 1 0,1-1 0,0 0 0,-1 1 0,1-1 1,0-1-1,6 4 0,-7-4-415,1 0 1,0 0-1,0 0 1,0 0-1,0 0 1,0-1 0,6 1-1,10-1-5831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3602,'0'0'15684,"2"21"-14737,12 142 2156,-11 0-756,5 45-1778,-6-195 852,1-3-7372,-1-31-5849,-5-18 3639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8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9412,'0'0'4405,"19"8"-702,25 10-1541,0-1 0,91 21 0,-47-28-1304,0-4 0,163-8 0,-236 2-890,-1-1-1,0 0 1,0-1-1,0 0 1,0-1-1,0-1 1,-1 0-1,1 0 1,-1-2 0,0 0-1,14-8 1,-24 11 12,-1 1 0,1 0-1,-1 0 1,0-1 0,0 0 0,0 1 0,0-1 0,-1 0 0,1 0 0,-1 0 0,1 0 0,0-5 0,-1 6 20,-1 1-1,1-1 1,-1 1 0,0-1 0,0 1 0,1-1-1,-1 1 1,0-1 0,-1 1 0,1-1 0,0 0-1,0 1 1,-1-1 0,1 1 0,-1-1 0,1 1-1,-1 0 1,1-1 0,-1 1 0,0 0 0,0-1-1,0 1 1,0 0 0,0 0 0,0 0 0,0-1-1,0 1 1,0 0 0,-3-1 0,-4-2-5,-1 0 0,0 1 0,0 0 0,0 1 0,0 0 0,0 0 0,0 0 0,-11 1 1,-83 1-98,54 1 114,44-1 10,-1 0-1,1 1 0,0-1 1,0 1-1,0 0 0,0 0 0,0 0 1,0 1-1,-8 3 0,11-4-21,0 1 1,0-1-1,0 1 1,1-1-1,-1 1 0,0 0 1,1-1-1,0 1 0,-1 0 1,1 0-1,0 0 0,0 0 1,0 0-1,0 0 1,0 1-1,0-1 0,1 0 1,-1 0-1,1 1 0,0-1 1,-1 0-1,1 1 1,0 2-1,0 2-8,0 0 0,0-1 0,1 1 0,0 0 1,0-1-1,0 1 0,1-1 0,0 1 0,0-1 0,0 0 0,1 0 0,0 0 1,0 0-1,1 0 0,0-1 0,0 1 0,0-1 0,0 0 0,8 6 1,-2-2-432,0 0 0,0-1 1,1 0-1,0 0 1,0-2-1,22 11 0,-23-13-1002,1-1 0,-1 0-1,1 0 1,22 2 0,13-4-7510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8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11157,'0'0'13297,"3"6"-12539,3 7-503,-1 1 1,0 0 0,-1 0-1,-1 0 1,0 0 0,2 28 0,-5-42-295,0 0 0,1 0 1,-1 0-1,0 1 0,0-1 1,1 0-1,-1 0 0,0 0 0,1 0 1,-1 0-1,1 1 0,-1-1 1,0 0-1,1 0 0,-1 0 1,0 0-1,1 0 0,-1 0 0,0 0 1,1 0-1,-1 0 0,1-1 1,-1 1-1,0 0 0,1 0 1,-1 0-1,0 0 0,1 0 0,-1-1 1,0 1-1,0 0 0,1 0 1,-1-1-1,0 1 0,1 0 1,12-8-426,31-38-788,-37 36 1026,1 0-1,1 1 0,0 0 0,0 1 1,0 0-1,1 0 0,1 1 0,-1 0 1,17-7-1,-24 21 3567,3 15-3124,-5-17 288,-1-3-420,1 1 0,-1-1 0,1 0 0,0 0 0,0 0 0,0 0 0,0 0 0,0 0 0,1 0 0,-1 0 0,1 0 0,-1 0-1,1-1 1,-1 1 0,1-1 0,0 1 0,0-1 0,0 0 0,0 0 0,0 1 0,0-1 0,4 1 0,-1-1-74,1 0 0,-1 0 0,1-1 1,-1 0-1,1 0 0,0 0 0,-1-1 0,11-2 1,11-4-334,-1-2 0,0 0 0,0-2 0,45-25 1,-70 35 247,8-4 3160,-9 11 1105,-2 6-5361,1-5 1216,0-1-1082,0 0 1,0 0-1,1 0 0,0 0 0,1 11 1,0-16 573,-1 1 0,1 0 0,0-1 1,-1 1-1,1-1 0,0 1 0,0-1 1,0 1-1,0-1 0,0 0 0,0 1 1,0-1-1,0 0 0,1 0 0,-1 0 1,0 0-1,1 0 0,-1 0 0,1 0 1,-1 0-1,1-1 0,-1 1 0,1-1 1,3 2-1,33 3-7978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9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13014,'0'0'12934,"-78"149"-11381,72-95-369,6 2-880,-4-5-192,0-7-96,-1-11-16,-1-10-720,2-6-673,-2-7-560,2-10-784,-3 0-1121,7-4-1440,0-27-3570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49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21 2817,'0'0'17846,"19"-5"-15605,-8 2-1827,-4 0-235,0 1 0,1 0 0,-1 0 0,0 1 0,11-1 0,-15 2-85,-1 0 0,0 0 1,1 0-1,-1 1 0,0-1 1,1 1-1,-1-1 1,0 1-1,0 0 0,1 0 1,-1 0-1,0 0 0,0 0 1,0 1-1,0-1 1,0 0-1,-1 1 0,1 0 1,0-1-1,-1 1 0,1 0 1,-1 0-1,1 0 1,0 3-1,-1-5-85,29 65 2104,-28-60-1922,0 1 1,-1-1-1,0 1 1,0-1-1,0 1 1,0 0-1,-1-1 1,0 1-1,0 0 1,-2 7 0,2-12-144,-1 0 1,1 0 0,-1 0 0,0 0-1,1 0 1,-1-1 0,0 1 0,0 0-1,1 0 1,-1-1 0,0 1 0,0 0-1,0-1 1,0 1 0,0-1 0,0 1-1,0-1 1,0 0 0,0 1 0,0-1 0,0 0-1,0 0 1,0 1 0,0-1 0,-2 0-1,-35 1 293,29-2-293,-36 0-255,-17 1-2373,22 2-4136,25 2-1098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50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1190 2961,'0'0'10229,"0"-9"-8706,-1-29 131,3-69 221,-1 93-1879,1-1 0,0 1 1,1 0-1,1 0 0,8-21 0,69-137-1404,27-64-2312,-100 217 3405,0 0 0,1 1 0,1 0 0,0 0 0,2 1 0,0 1 0,0 0 0,2 0 0,0 1 0,1 1 0,29-22 0,5 1-1145,-16 12-151,61-56 0,-77 64 1180,0 1 1,1 0-1,0 1 0,1 1 1,0 0-1,1 2 1,27-11-1,-10 8 1554,0 2 1,1 1-1,52-8 7528,-95 18-5395,-18 0-7242,15 0 1748,-3 0-2589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6:50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3073,'0'0'12209,"7"4"-10558,56 37 464,-46-28-1603,0-1 1,0-1-1,35 16 1,-3-15 268,-41-11-561,1 1 1,-1 0-1,1 1 1,11 4-1,-20-7-119,0 0-1,1 1 1,-1-1-1,0 0 1,1 1 0,-1-1-1,0 1 1,1-1-1,-1 1 1,0-1 0,0 0-1,1 1 1,-1-1-1,0 1 1,0-1-1,0 1 1,0-1 0,0 1-1,1-1 1,-1 1-1,0-1 1,0 1-1,0-1 1,0 1 0,-1-1-1,1 1 1,0-1-1,0 1 1,0-1-1,0 1 1,0-1 0,-1 1-1,1-1 1,0 0-1,0 1 1,-1-1 0,1 1-1,-13 16 192,0 0-125,1 0 1,0 1-1,1 0 0,1 1 0,-8 20 0,-19 37-1687,20-42-5444,12-20-1701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0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2587 0 2417,'0'0'12094,"-24"5"-11924,10 5-192,0 0-1,0 1 1,1 0-1,-15 18 0,-17 13 35,-423 291-483,310-228 312,114-76 109,-2-2-1,-51 23 1,72-39 36,-1-1 0,0-2 0,-1 0 0,0-2 1,-48 6-1,-615 6 793,646-23-505,0-2 0,0-2 0,-61-20 0,-22-6 300,117 33-515,-5-1 156,-1 0-1,1-1 0,0-1 1,-26-12-1,4 5 2,18 7-23,0 0 0,-1 1 0,1 1-1,-1 1 1,1 1 0,-38 2 0,18 0-20,39-1 97,11 0 1740,1-1-2922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1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1 1585,'0'0'16228,"-8"1"-13861,-179 74 1346,-87 57-2635,263-126-1087,1-1-1,0 1 1,1 1 0,0 0-1,-13 12 1,20-17 2,0 1 0,0-1 1,0 0-1,1 0 1,-1 1-1,1-1 0,-1 1 1,1 0-1,0-1 1,0 1-1,0 0 0,1 0 1,-1-1-1,1 1 1,-1 0-1,1 0 0,0 0 1,0 0-1,0-1 1,1 1-1,-1 0 0,1 0 1,-1 0-1,1-1 1,0 1-1,0 0 1,0 0-1,3 3 0,-1-1 62,1 0 1,0 0-1,0-1 0,0 1 0,0-1 0,1 0 0,0 0 1,0 0-1,0-1 0,7 4 0,60 27 955,-65-31-877,14 7 197,1-2 0,0-1 0,0-1 0,0 0 0,1-2-1,-1-1 1,39 1 0,-61-4-426,1 0 0,0 0 1,-1-1-1,1 1 0,0 0 0,-1-1 0,1 1 1,0-1-1,-1 1 0,1-1 0,-1 1 0,1-1 0,-1 1 1,1-1-1,-1 1 0,0-1 0,1 0 0,-1 1 1,0-1-1,1 0 0,-1 1 0,0-1 0,0 0 1,1 0-1,-1 1 0,0-1 0,0 0 0,0 0 0,0 1 1,0-1-1,0 0 0,-1 0 0,0-29-7061,-6 4-3072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1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1 107 272,'0'0'6342,"13"4"-2039,-10-27-2354,-1-1 0,-1-30 0,-1 44 3551,0 13-5410,0 0-245,-6 141-837,-5-84-9447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2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56 1249,'0'0'5845,"-18"7"-5274,0 2-150,-33 18 1,49-25-355,1-1-1,-1 1 1,0 0 0,0 0 0,1 0 0,-1 0-1,1 0 1,-1 0 0,1 1 0,0-1 0,0 0-1,0 1 1,0-1 0,0 0 0,1 1-1,-1-1 1,1 1 0,0 0 0,-1-1 0,1 1-1,0-1 1,0 1 0,1-1 0,0 6 0,0 4 224,-1 11 288,1 0-1,0 0 1,2 0 0,9 35 0,-10-51-522,0-1 1,0 1 0,1 0-1,0-1 1,0 0 0,0 0-1,1 0 1,0 0 0,0 0-1,0-1 1,1 0 0,0 0-1,0 0 1,0 0 0,1-1-1,0 0 1,-1 0 0,1 0-1,11 4 1,-6-6 56,0 1 0,1-1-1,-1-1 1,0 0 0,1-1 0,-1 0 0,0-1 0,21-3-1,-29 3-92,-1-1 0,0 1 0,1 0 0,-1 0 0,0-1 0,0 0-1,1 1 1,-1-1 0,0 0 0,-1 0 0,1 0 0,0 0-1,-1 0 1,1-1 0,-1 1 0,3-4 0,15-44 1029,-18 46-923,6-24 174,-2-1 1,-1 0-1,-1-1 1,-1 1-1,-3-31 0,1 42-266,0 9 34,0 1 0,-1-1 0,0 1 0,-1-1 0,0 1 0,0 0 0,-6-14 0,7 20-56,0-1 0,-1 0 1,1 0-1,-1 1 0,0-1 0,0 1 1,0-1-1,0 1 0,0 0 0,0-1 1,0 1-1,-1 1 0,1-1 0,-1 0 1,0 0-1,0 1 0,1 0 0,-1-1 1,0 1-1,0 0 0,0 1 1,0-1-1,-6 0 0,6 0-54,0 1-1,0 0 1,0-1-1,0 1 1,0 1-1,0-1 1,0 0-1,0 1 1,0 0-1,0-1 1,0 1-1,0 0 1,1 1-1,-1-1 1,0 0-1,-4 4 1,5-3-175,0 1 0,0 0 0,1 0 0,-1 0 0,1 0 1,0 0-1,-1 0 0,1 0 0,1 1 0,-1-1 0,0 0 1,1 1-1,0-1 0,0 6 0,-1 25-4509,3 1-2614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6099,'0'0'12101,"12"0"-11567,66 9 788,-71-8-1182,0 1 1,1 0-1,-1 0 0,0 0 0,0 1 1,0 0-1,-1 1 0,1-1 1,-1 1-1,8 6 0,-13-9-136,-1 0-1,1 0 1,0 0-1,-1 0 1,1 0-1,-1 0 0,1 0 1,-1 0-1,1 0 1,-1 0-1,0 0 1,0 0-1,1 0 1,-1 0-1,0 1 1,0-1-1,0 0 0,0 0 1,0 0-1,-1 0 1,1 0-1,0 0 1,0 0-1,-1 1 1,1-1-1,-1 0 1,1 0-1,-1 0 0,1 0 1,-1 0-1,1-1 1,-2 2-1,-25 27 365,26-28-303,-33 25 577,24-19-434,0 1 0,0 0 1,1 1-1,-11 12 1,19-21-212,1 1 1,-1-1-1,1 0 1,0 1-1,-1-1 1,1 1-1,0-1 1,0 0-1,-1 1 1,1-1 0,0 1-1,0-1 1,0 1-1,-1-1 1,1 1-1,0-1 1,0 1-1,0-1 1,0 0-1,0 1 1,0-1-1,0 1 1,0-1 0,0 1-1,0-1 1,0 1-1,1-1 1,-1 1-1,0-1 1,0 1-1,0-1 1,0 1-1,1-1 1,-1 0 0,0 1-1,1-1 1,-1 1-1,0-1 1,1 0-1,-1 1 1,0-1-1,1 0 1,-1 1-1,0-1 1,1 0-1,-1 0 1,1 0 0,-1 1-1,1-1 1,0 0-1,24 4-250,-15-4 64,7 0-931,0 0-1,25-5 1,-37 4 90,0 0-1,0 0 1,1-1 0,-1 0-1,0 0 1,0-1 0,-1 1-1,1-1 1,0 0-1,-1 0 1,8-7 0,6-13-6027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3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6 3282,'0'0'6365,"-20"-1"-3948,-66-2-453,83 3-1910,1-1 0,0 2 0,-1-1 0,1 0 0,-1 0 0,1 1 1,-1-1-1,1 1 0,0 0 0,-1 0 0,1 0 0,0 0 0,0 0 0,0 0 0,0 1 1,0-1-1,0 1 0,0-1 0,0 1 0,0 0 0,1 0 0,-1 0 0,1 0 0,-3 4 1,-2 3 118,-13 15 166,1 0 0,1 2 0,-17 35 0,28-49-311,1 1 0,0 0 0,1 0 0,1 1 0,0-1 0,0 1-1,1-1 1,1 1 0,1 24 0,0-32-3,1 0 0,0 0 0,1-1-1,-1 1 1,1 0 0,0-1 0,1 1 0,-1-1-1,1 0 1,0 0 0,0 0 0,6 6 0,-2-3 35,0 0-1,1-1 1,0 0 0,0-1 0,1 1 0,14 7 0,-5-5-18,1-1-1,0 0 1,0-2-1,0 0 1,1-1-1,39 5 1,-14-6-121,-1-1 1,63-6 0,-93 2-14,-1-1-1,0 0 1,1 0 0,-1-2-1,0 0 1,-1 0-1,1-1 1,-1-1 0,0 0-1,0 0 1,-1-2 0,15-10-1,-20 12 96,-1 0 0,1-1 0,-1 0 0,0 0 0,-1 0 0,0 0 0,0-1-1,0 0 1,-1 1 0,0-1 0,-1-1 0,0 1 0,0 0 0,-1 0 0,0-1-1,0-9 1,0 7 106,-2 0-1,1 0 0,-1 0 0,-1 1 0,0-1 0,0 0 1,-1 1-1,0-1 0,-1 1 0,0 0 0,-11-18 1,-4-1 384,-32-35 0,43 55-514,0 0 1,-1 1-1,0 0 1,0 0-1,-1 1 1,0 1-1,-18-10 0,5 9-1221,22 7 1023,1 0-1,-1 0 1,1 0-1,-1 0 1,1 0-1,-1 0 1,0 0-1,1 0 1,-1 0-1,1 0 1,-1 0-1,1 0 1,-1 0-1,1 0 1,-1 1 0,1-1-1,-1 0 1,1 0-1,0 0 1,-1 1-1,1-1 1,-1 0-1,0 1 1,0 10-6288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5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42 4498,'0'0'5696,"-11"-17"-2609,14 15-2978,-1 0-1,0 0 1,1 0 0,-1 0 0,1 1 0,0-1 0,-1 1-1,1 0 1,0 0 0,0 0 0,0 0 0,0 0 0,0 0 0,4 0-1,49-2-102,-47 2 69,137 3-61,-125-1-14,-2 2 1,1 1 0,0 0 0,-1 1-1,25 10 1,-21-4 109,0 1 1,-1 0-1,0 2 0,-1 0 0,-1 2 1,0 0-1,-1 2 0,-1 0 1,21 25-1,-13-8 675,-2 0 0,0 1 1,-3 2-1,28 67 0,-41-83 93,-2 0 0,0 0 1,-2 1-1,0 0 0,-2 0 0,0 0 0,-3 37 0,1-39-214,0-20-785,0-1 0,0 0 0,0 1 0,-1-1 1,1 1-1,0-1 0,0 1 0,0-1 0,0 0 0,-1 1 0,1-1 0,0 0 0,0 1 0,-1-1 0,1 0 1,0 1-1,0-1 0,-1 0 0,1 1 0,0-1 0,-1 0 0,1 0 0,-1 1 0,1-1 0,0 0 0,-1 0 1,1 0-1,-1 1 0,1-1 0,0 0 0,-1 0 0,1 0 0,-1 0 0,1 0 0,-1 0 0,1 0 0,0 0 1,-1 0-1,1 0 0,-1 0 0,1-1 0,-1 1 0,1 0 0,0 0 0,-1 0 0,1 0 0,-1-1 1,1 1-1,-1-1 0,-23-11-6021,3-5-194,-3-5-1574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6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6739,'0'0'7406,"21"11"-4589,3 2-2236,13 5 243,-2 2 0,38 27 0,-51-28-215,-2 0-1,0 2 1,0 1 0,17 26 0,-18-23 431,1-1-1,42 40 0,-35-48-371,-23-15-603,-1 1-1,0 0 1,1-1-1,-1 1 1,0 1-1,0-1 1,0 0-1,3 4 1,-5-5 110,-1-1 1,1 1 0,-1-1-1,1 0 1,-1 1-1,1-1 1,-1 0 0,1 1-1,-1-1 1,1 0-1,0 0 1,-1 1 0,1-1-1,-1 0 1,1 0-1,0 0 1,-1 0 0,1 0-1,-1 0 1,1 0-1,0 0 1,-1 0 0,1 0-1,0 0 1,-1 0-1,1 0 1,-1-1 0,1 1-1,0 0 1,-1 0-1,1-1 1,0 1 0,24-16-976,-11 6 1146,155-73-346,-167 82 0,14-3 0,-16 4-2,0-1 0,0 1 0,0 0 0,0 0 0,0 0 0,0 0 0,0-1 0,0 1 0,0 0 0,0 0 0,0 0 0,0 0 0,0-1 0,0 1 0,0 0 0,0 0 0,0 0 0,0 0 0,0-1 0,0 1 0,0 0 0,0 0 0,0 0 0,0 0 0,0-1 0,0 1 0,0 0 0,0 0 0,-1 0 0,1 0 0,0 0 0,0-1 0,0 1 0,0 0 0,0 0 0,0 0 0,-1 0 0,1 0 0,0 0 0,0 0 0,0 0 0,0 0 0,-1 0 0,1 0 0,0-1 0,0 1 0,0 0 0,0 0 0,-1 0 0,1 0 0,0 0 0,0 0 0,0 0 0,0 1 0,-1-1 0,1 0 0,0 0 0,0 0 0,0 0 0,0 0 0,-1 0 0,1 0 0,0 0 0,-1 0-54,-36 0-3253,-2 0-4307,13 0-3125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7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3426,'0'0'12192,"23"-1"-11213,10-2-637,-7 0 20,1 2-1,32 1 1,-57 0-319,0 0-1,0 0 0,0 1 1,1-1-1,-1 1 1,0-1-1,0 1 0,0 0 1,0-1-1,0 1 1,0 0-1,0 0 0,0 1 1,-1-1-1,1 0 1,0 0-1,1 3 0,-3-3-12,1 0-1,-1-1 1,1 1-1,-1 1 1,0-1-1,1 0 1,-1 0-1,0 0 1,0 0-1,0 0 1,0 0-1,0 0 1,0 0-1,0 0 1,0 0-1,-1 0 1,1 0-1,0 0 1,0 0-1,-1 0 1,1 0-1,-1 0 1,1 0-1,-1 0 1,1 0-1,-1 0 1,0-1-1,0 1 1,1 0-1,-1 0 1,0-1-1,0 1 0,0 0 1,1-1-1,-1 1 1,-2 0-1,-20 15 881,15-11-782,1-1-1,0 2 0,0-1 0,0 1 1,-11 12-1,17-16-150,0-1 0,0 0 0,0 1 0,0-1 1,1 1-1,-1-1 0,1 1 0,-1-1 0,1 1 0,0-1 0,-1 1 1,1 0-1,0-1 0,0 1 0,0 0 0,0-1 0,0 1 0,1-1 0,-1 1 1,0 0-1,1-1 0,-1 1 0,1-1 0,0 1 0,-1-1 0,1 0 1,0 1-1,0-1 0,0 1 0,0-1 0,0 0 0,0 0 0,0 0 0,0 0 1,1 0-1,-1 0 0,0 0 0,2 1 0,28 20-103,-15-12 48,-2 1 1,16 13 0,-28-22 22,1 1 0,0-1 1,-1 1-1,0 0 0,0 0 1,1 0-1,-2 0 0,1 0 0,0 0 1,-1 0-1,1 1 0,-1-1 0,0 1 1,0-1-1,-1 1 0,2 4 1,-3-6 117,1 0 0,-1-1 0,0 1 0,0 0 0,0-1 0,0 1-1,0 0 1,0-1 0,0 1 0,0-1 0,0 0 0,-1 1 0,1-1 0,-1 0 0,1 0 0,-1 0 0,1 0 0,-1 0 0,0 0 0,1 0 0,-1-1 0,0 1 0,0-1 0,1 1 0,-1-1 0,0 0 0,-3 1 0,-7 1 834,0 0-1,-24 0 0,33-2-933,-41-4-816,42 4 411,0-1 0,0 1 0,0-1 0,0 0 0,0 0 0,0 0 0,0 0 0,1 0 1,-1-1-1,0 1 0,1-1 0,-1 1 0,1-1 0,-1 1 0,1-1 0,-1 0 0,1 0 0,-1-2 0,-3-12-7148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07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26 576,'0'0'5872,"-21"-4"-4359,-66-15 781,81 18-2031,-1 0 0,1 1 0,0 0 0,-1 0 0,1 0 0,-1 0 0,1 1 0,-1 0 0,1 1 0,0-1 0,0 1 0,-1 1 0,2-1 0,-1 1 0,0 0 0,0 0 0,1 1 0,0-1 0,-1 1 0,1 0 0,1 1 0,-1-1 0,1 1-1,0 0 1,-5 6 0,2 1-163,0-1-1,1 1 1,0 0-1,1 0 1,0 1-1,1 0 1,1-1-1,0 2 1,0-1-1,0 18 1,1 7-69,3 68 0,0-95-41,1 1 0,0-1-1,0 0 1,1 0 0,1 0 0,0-1-1,0 1 1,1-1 0,0 0 0,11 16-1,-5-14-104,0 1 0,1-1 0,0-1-1,1 0 1,0-1 0,1 0 0,0-1-1,0-1 1,1 0 0,0-1 0,0-1-1,1 0 1,21 5 0,-2-3-448,-1-2 1,1-2-1,0-1 1,1-2-1,44-3 0,-70 1 543,0 0 0,0 0 0,0-1 0,-1-1 0,1 1 0,-1-2 0,0 1-1,0-1 1,0-1 0,0 1 0,0-1 0,-1-1 0,10-8 0,-10 6 266,0 0 0,-1 0 0,0-1 0,-1 1 1,0-1-1,0-1 0,-1 1 0,0-1 0,0 0 1,-1 0-1,-1 0 0,3-12 0,-1-7 208,-1 0 0,-1 0 0,-1-1 0,-2 1 0,-4-41 0,3 59-335,-1 0 0,0 1 0,0-1 0,-1 1 0,-1 0 0,1 0-1,-2 0 1,1 0 0,-1 1 0,-1 0 0,0 0 0,0 0 0,0 1 0,-1-1 0,-1 2 0,1-1 0,-1 1 0,-10-7 0,15 12-117,1 1 0,0-1 0,-1 1 0,1 0 0,-1 0 0,0 0 0,1 0 0,-1 0 1,0 1-1,1-1 0,-1 1 0,0-1 0,0 1 0,0 0 0,1 0 0,-1 0 0,0 1 0,0-1 1,-3 2-1,2 0-395,0 0 0,0 0 0,0 0 0,1 0 1,-1 1-1,1-1 0,0 1 0,0 0 1,0 0-1,0 0 0,-3 5 0,-10 15-6237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2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157 103 704,'0'0'7449,"18"-3"-4848,58-13-16,-74 15-2345,0 0-1,0 0 0,0 0 0,0 0 1,0 0-1,0 0 0,0-1 0,0 1 1,0-1-1,-1 1 0,1-1 0,-1 0 1,1 1-1,-1-1 0,0 0 0,1 0 1,-1 0-1,0 0 0,0 0 0,-1 0 1,1-1-1,0 1 0,-1 0 0,1 0 1,-1 0-1,0-1 0,1 1 0,-1 0 1,0-1-1,-1 1 0,1 0 0,0 0 1,-1-1-1,1 1 0,-1 0 0,-1-4 0,1 5-167,0 0 0,-1 0 0,1 0 0,0 0-1,-1 0 1,1 0 0,-1 0 0,1 1-1,-1-1 1,1 0 0,-1 1 0,1 0 0,-1-1-1,0 1 1,1 0 0,-1 0 0,0 0-1,1 0 1,-1 0 0,0 0 0,-1 0-1,-40 5 114,32-2-119,0 0-1,0 1 1,0 1-1,0-1 1,1 2 0,0 0-1,0 0 1,0 0-1,1 2 1,0-1 0,0 1-1,1 0 1,-8 10-1,10-11-10,0 0 0,0 0-1,1 1 1,0 0 0,0 0-1,1 0 1,0 1 0,0-1-1,1 1 1,0 0 0,1 0-1,0 0 1,1 0 0,-1 1-1,2-1 1,-1 0 0,2 11-1,-1-19-58,0-1-1,0 1 1,1 0 0,-1-1-1,0 1 1,0 0-1,1-1 1,-1 1 0,0-1-1,1 1 1,-1 0-1,1-1 1,-1 1 0,1-1-1,-1 1 1,1-1-1,-1 1 1,1-1 0,0 0-1,-1 1 1,1-1-1,0 0 1,-1 1 0,1-1-1,0 0 1,0 0-1,25 1-179,-18-2 130,-1 0 1,0-1-1,0 0 1,0 0-1,8-4 1,9-10-220,-1-2 0,0 0 0,-2-1-1,0-1 1,-1 0 0,-1-2 0,25-38 0,-42 57 287,3-3 82,-1-1 0,1 0 0,-2 0 0,5-10-1,-7 16 890,-4 20 741,-14 24-982,8-21-150,-11 34-1,19-49-554,-1 0 0,1 1-1,0-1 1,1 0 0,-1 0 0,2 0-1,-1 1 1,1-1 0,2 10-1,-2-14-80,0 0-1,0 0 0,1 0 0,-1 0 0,1 0 1,0-1-1,0 1 0,0-1 0,0 1 0,0-1 0,1 0 1,-1 0-1,1 0 0,-1 0 0,1 0 0,0 0 1,0-1-1,-1 1 0,1-1 0,0 0 0,0 0 1,1 0-1,-1 0 0,4 0 0,7 1-851,-1 0 1,1-2-1,0 1 1,18-3-1,32-5-4802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2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1 13190,'0'0'4936,"-19"0"-2196,10 0-2464,-10-1 32,1 1 1,-1 1 0,1 1 0,0 1 0,-28 7 0,-69 21 1192,-106 36 506,220-67-2040,0 1 1,-1 0-1,1-1 1,0 1-1,0 0 1,0 0 0,0 0-1,0 0 1,0 0-1,0 0 1,1 0-1,-1 0 1,0 0-1,0 0 1,1 0-1,-1 0 1,1 1-1,-1-1 1,1 0 0,0 0-1,-1 1 1,1-1-1,0 0 1,0 1-1,0-1 1,0 0-1,0 1 1,0-1-1,0 3 1,13 48-326,-3-16 412,-8 14-14,-2-1 1,-2 1-1,-2 0 1,-3-1-1,-13 53 1,13-68 75,2-1 0,1 1 0,0 35 0,4-68-107,0 0 0,0 0 0,0 0-1,1 0 1,-1 0 0,0 1 0,1-1 0,-1 0 0,0 0 0,1 0 0,-1 0 0,1 0 0,0 0-1,-1 0 1,1 0 0,0-1 0,-1 1 0,1 0 0,0 0 0,0 0 0,0-1 0,2 2 0,0-1 34,0 1 0,0-1 0,1 1 0,-1-1 0,1 0 0,-1-1 0,6 2 0,7-1 318,1-1-1,23-2 1,-34 1-183,9 0-53,0-2 0,0 0 1,-1-1-1,0 0 0,0-1 1,0 0-1,25-15 0,-12 3-3630,-1-1-3719,-16 10-2530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3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1 14359,'0'0'5984,"0"18"-3426,-1 2-2089,-2 18 295,3 1 1,1 0-1,7 45 1,4-39-264,27 71-1,-27-87-500,-1 0 0,-1 1 0,-2 0 0,-1 1 0,-1 0 0,1 38 0,-7-68 3,0 0 1,0-1-1,0 1 1,0 0-1,-1-1 1,1 1 0,0 0-1,-1-1 1,1 1-1,0 0 1,-1-1 0,1 1-1,-1-1 1,1 1-1,-1-1 1,1 1-1,-1-1 1,1 1 0,-1-1-1,0 0 1,1 1-1,-1-1 1,1 0 0,-1 0-1,0 1 1,1-1-1,-1 0 1,0 0-1,0 0 1,1 0 0,-1 0-1,0 0 1,1 0-1,-1 0 1,0 0 0,1 0-1,-1 0 1,0 0-1,0-1 1,-35-6 5,-256-93-41,283 97 52,0 0 0,0 0 0,0-1 0,1 0 0,-1-1 0,1 1 0,-13-11 0,19 12-151,0 1 1,-1-1 0,1 0-1,0 0 1,0 1 0,1-1-1,-1 0 1,1 0 0,-1-1 0,1 1-1,0 0 1,0 0 0,1-1-1,-1 1 1,0-1 0,1 1 0,0 0-1,0-1 1,0 1 0,0-1-1,1 1 1,-1 0 0,1-1-1,2-5 1,15-27-4096,11-5-2329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3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1265,'0'0'24011,"12"-19"-25756,1 25-1937,4-2-3985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3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11557,'0'0'4408,"20"-7"-1847,19-7-783,0 2-1,69-11 1,-16 9-993,3 0-150,127-4-1,-222 18-627,0 0-1,1 0 0,-1 0 1,0 0-1,0 0 0,0 0 1,0-1-1,1 1 0,-1 1 1,0-1-1,0 0 1,0 0-1,1 0 0,-1 0 1,0 0-1,0 0 0,0 0 1,0 0-1,0 0 0,1 0 1,-1 0-1,0 0 1,0 0-1,0 0 0,0 1 1,0-1-1,1 0 0,-1 0 1,0 0-1,0 0 0,0 0 1,0 1-1,0-1 0,0 0 1,0 0-1,0 0 1,0 0-1,0 1 0,1-1 1,-1 0-1,0 0 0,0 0 1,0 0-1,0 1 0,0-1 1,0 0-1,0 0 1,0 0-1,-1 0 0,1 1 1,0-1-1,0 4 110,0 0 0,0 0 0,-1-1 0,0 1 0,0 0 0,0 0 0,0-1 0,-1 1 0,1 0 0,-1-1 0,-4 7 0,-31 40 1272,15-23-798,8-10-310,1 1 0,1 1 0,0 0 0,1 1 0,1 0 0,1 0 0,1 1 1,1 0-1,1 1 0,-7 42 0,12-26-273,1 1-1,1-1 1,3 0-1,1 0 1,1 0-1,3-1 1,1 1-1,1-2 1,2 0-1,27 52 1,-31-73-7,-7-13-1,-1-1 0,1 1-1,-1 0 1,0 0-1,0 0 1,0 0 0,0 0-1,0 1 1,1 2 0,-22-5-117,-101-19-352,4 1 367,-26 7-127,131 9-835,12-4-1187,21-6-2757,24-5-2939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3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1713,'0'0'22410,"132"-30"-19785,-78 30-2097,-1 0-463,-7 0-65,-9 5-577,-10 1-1312,-10 0-1440,-13 7-2498,-4-5-5554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3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3474,'0'0'17736,"146"-14"-15671,-75-3-2065,-2 2-593,2-4-3280,5 1-6388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4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0 18649,'-18'2'4073,"4"-1"-3119,3-1-369,1 1-1,0 0 0,0 1 1,0 0-1,0 0 1,0 1-1,0 0 0,1 1 1,-1 0-1,-11 7 0,14-6-369,1-1 0,-1 1-1,1 1 1,0-1 0,0 1-1,1 0 1,0 1-1,-5 7 1,8-11-204,0 1-1,0-1 1,1 1 0,-1 0-1,1 0 1,0-1 0,0 1-1,0 0 1,0 0 0,1 0-1,-1 0 1,1 0 0,0 1-1,1-1 1,-1 0 0,1 0-1,0 0 1,1 5 0,0-6-32,-1 0 1,1-1 0,-1 1-1,1-1 1,0 0-1,0 0 1,0 0 0,1 0-1,-1 0 1,0 0 0,1 0-1,-1-1 1,1 1-1,-1-1 1,1 1 0,0-1-1,0 0 1,0 0-1,-1-1 1,1 1 0,0-1-1,4 1 1,11 1-386,0 0 0,26-1 1,-32-1 117,0 0-178,0-1 0,1 0 0,-1 0 0,0-1 0,0 0 0,19-8 0,-28 9 399,0 0-1,1-1 1,-1 1 0,0-1-1,0 0 1,0 0-1,0 0 1,-1 0-1,1-1 1,0 1 0,-1-1-1,0 0 1,0 0-1,0 1 1,0-1 0,0-1-1,0 1 1,-1 0-1,1 0 1,-1-1-1,0 1 1,0 0 0,0-1-1,-1 1 1,1-1-1,-1 1 1,0-5 0,0 7 218,-1-1 1,0 1 0,0 0 0,1 0 0,-1 0 0,0 0 0,0 0 0,0 0 0,0 0 0,0 0 0,0 1 0,-1-1 0,1 0 0,0 1 0,0-1 0,0 0 0,-1 1 0,1 0 0,0-1 0,-1 1 0,1 0 0,0 0 0,-1-1 0,1 1 0,0 0 0,-3 1 0,2-2-14,1 1-1,-1 0 1,0 0 0,1 0 0,-1 0 0,1 0 0,-1 0 0,1 0 0,-1 0-1,1 1 1,-1-1 0,1 0 0,-1 1 0,1 0 0,-1-1 0,1 1 0,-1 0-1,1-1 1,0 1 0,0 0 0,-1 0 0,1 0 0,0 0 0,-1 2 0,0 5-133,0 1 1,1-1-1,1 1 1,0-1-1,0 0 1,0 1-1,1-1 1,0 0-1,1 1 1,-1-1-1,2 0 1,-1 0-1,1 0 1,1 0-1,5 10 1,-5-13-318,1 0 1,-1 0 0,1-1-1,0 1 1,0-1 0,1 0 0,0 0-1,-1-1 1,1 0 0,0 0-1,11 4 1,-5-4-1321,0 0 0,1 0-1,-1-1 1,0-1 0,20 0 0,29-1-4963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4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664 1 11205,'0'0'7323,"-19"0"-2696,-43 0 161,-101 12 1,-7 3-4751,124-14-39,1 2 0,-63 13 0,105-15 1,0-1 1,1 1-1,-1 0 0,0 0 1,0 0-1,1 0 0,-1 1 1,0-1-1,1 1 0,0 0 1,-1-1-1,1 1 0,0 0 1,0 0-1,0 1 0,0-1 1,-2 3-1,4-3-3,-1 0 0,0 0 0,0 0 0,1 0 0,0 0 0,-1 1 1,1-1-1,0 0 0,0 0 0,0 0 0,0 1 0,0-1 0,1 0 0,-1 0 0,1 0 0,-1 0 1,1 0-1,0 0 0,0 0 0,0 0 0,0 0 0,0 0 0,0 0 0,3 2 0,19 27-342,-14-20 201,0 1-1,-1 0 0,0 0 1,-1 0-1,0 1 1,-1 0-1,8 26 0,-1 22 138,-2 1 0,3 80 0,-10 127 1125,-4-214-646,0-54-472,1 0 0,-1 0 0,0 0 0,0 0 0,0 0 0,1 0 0,-1 0 0,0-1 0,1 1 0,-1 0 0,0 0 0,1 0 0,0-1 0,-1 1 0,1 0 0,-1 0 0,1-1 0,0 1 0,-1-1 0,1 1 0,0-1 0,0 1 0,-1-1 0,1 1 0,2 0 0,29 6 0,33-11 0,-59 3 74,-1 0 0,1 0 0,-1-1 0,1 1 0,-1-1 0,0-1-1,10-4 1,-13 5-231,0 1 1,0-1-1,0 1 0,0-1 0,-1 0 0,1 0 0,0 0 0,-1 0 0,0 0 0,3-4 0,1-17-5452,-5 6-1253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0 12038,'0'0'11538,"0"19"-8459,0 19-1884,-2 0 0,-8 40 1,1-8-740,3 1 1,5 81 0,-4 43-349,5-190-120,0 0 1,-1 0-1,0 0 1,0 0-1,0 0 1,0 0-1,-1 0 1,0-1-1,0 1 1,0-1-1,-1 1 1,0-1-1,0 0 1,-4 6 0,3-7-5,0 0 0,1 0 1,-1-1-1,0 1 1,0-1-1,0 0 0,-1 0 1,1 0-1,0-1 1,-1 0-1,1 0 0,-1 0 1,1 0-1,-1-1 1,-8 1-1,6-1 4,-1 0 0,1-1-1,-1 0 1,1 0 0,-1 0 0,1-1 0,0 0 0,-1-1-1,1 1 1,0-1 0,1-1 0,-13-7 0,7 1-14,0 0 0,1 0-1,0-1 1,0-1 0,-12-17 0,20 24-28,-74-104-670,68 94-8,0 0 0,1-1 0,0-1 0,2 1 0,-7-25 0,10 29-1498,1 0 0,1 0 1,0-17-1,1-8-7540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5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1 320,'0'0'29422,"16"0"-29422,-12 10-769,5 3-2368,5-7-2066,7-6-5585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5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15255,'0'0'9909,"-31"107"-4179,31-55-3857,0 5-1873,0-5 0,0-4 0,0-8 0,2-13 0,-2-2 0,0-17 0,0 1-1088,0-28-16280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5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14727,'0'0'12005,"151"-17"-10468,-88 17-1329,-7 0-208,-4 0-912,-4 0-1938,-2 0-1856,-2-2-4882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6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0 15831,'0'0'16936,"-48"107"-16936,44-68 0,4 1 0,0-4 0,0-1 0,0-5 0,0-7-1137,0-7-2688,0-9-2546,15-7-6675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6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5891,'0'0'6942,"26"-7"-2821,5-2-2959,8-2 329,1 1 0,48-5 0,118-17 2378,-161 23-3546,-1-2 1,66-27 0,-101 33-186,6-3 33,-15 8-114,0 0-1,0 0 1,1 0-1,-1 0 1,0 0-1,0 0 0,1 0 1,-1 0-1,0 0 1,0 0-1,1 0 1,-1 0-1,0 0 0,0 0 1,1 0-1,-1 0 1,0 0-1,0 0 1,0 0-1,1 1 1,-1-1-1,0 0 0,0 0 1,1 0-1,-1 0 1,0 1-1,0-1 1,0 0-1,0 0 0,0 0 1,1 0-1,-1 1 1,0-1-1,0 0 1,0 0-1,0 1 1,0-1-1,0 0 0,0 0 1,0 1-1,0-1 1,0 0-1,0 0 1,0 1-1,0-1 0,0 0 1,0 0-1,0 0 1,0 1-1,0-1 1,-6 861 2093,6-860-2150,0 1 0,-1-1 0,1 0 0,0 1 0,-1-1 0,1 1 0,-1-1 0,1 0 0,-1 0 0,1 1 0,-1-1 0,0 0 0,0 0 0,0 0 0,0 0 0,0 0 0,0 0 0,0 0 0,0 0 0,0 0 0,0 0 0,0 0 0,-1-1 0,1 1 0,0-1 0,0 1 0,-1-1 0,1 1 0,-1-1 0,1 0 0,0 1 0,-1-1 0,1 0 0,-1 0 0,1 0 0,0 0 0,-4-1 0,-7 1 0,0-2 0,-1 1 0,-15-6 0,23 6 0,-64-16 0,31 7 0,-1 1 0,0 2 0,-70-4 0,101 10-4434,22 0 1640,13-1-794,30-9-3972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18360,'0'0'14407,"17"42"-15079,-17-19-2770,0-2-3393,6 4-560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6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561 0 17000,'0'0'5074,"-119"94"833,66-39-1121,-3-3-4786,-5 2 0,-10 1-784,-21-11-3730,-16-9-6547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8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33 1281,'0'0'3767,"2"1"-4455,7 4 8272,-9-4-7270,0 0 1,1 0-1,0 0 0,-1 0 1,1 0-1,0 0 0,-1 0 0,1 0 1,0 0-1,0-1 0,0 1 0,0 0 1,0 0-1,-1-1 0,1 1 1,0-1-1,1 1 0,-1-1 0,0 1 1,0-1-1,0 0 0,0 0 1,0 1-1,2-1 0,-2 0 25,0 0 1,1 0-1,-1 0 0,0 1 0,0-1 1,0 0-1,0 1 0,0-1 0,0 0 1,0 1-1,0-1 0,0 1 0,-1 0 1,1-1-1,0 1 0,0 0 0,0-1 1,-1 1-1,1 0 0,0 0 0,-1 0 1,1 0-1,0 0 0,0 1 649,1-57-5756,-2 54 4797,0 0 1,0 1-1,0-1 0,-1 1 0,1-1 0,0 0 1,0 1-1,0-1 0,0 1 0,-1-1 1,1 0-1,0 1 0,-1-1 0,1 1 0,0-1 1,-1 1-1,1-1 0,0 1 0,-1-1 1,1 1-1,-1 0 0,1-1 0,-1 1 0,1 0 1,-1-1-1,0 1 0,1 0 0,-1 0 1,1-1-1,-1 1 0,1 0 0,-1 0 0,0 0 1,1 0-1,-1 0 0,0 0 0,1 0 1,-1 0-1,0 0 0,-29 5 26,27-4-33,-26 8 142,0 0-1,1 3 1,0 0-1,1 2 1,0 0 0,1 2-1,1 1 1,-31 28 0,50-40-91,0 1 0,1-1 1,0 1-1,0 0 0,1 1 0,-1-1 1,2 1-1,-1 0 0,1 0 1,0 0-1,0 0 0,1 1 0,-1-1 1,2 1-1,-1-1 0,0 14 1,2-18-72,0 0 1,0-1 0,0 1 0,1 0 0,-1-1 0,1 1 0,-1 0-1,1-1 1,0 1 0,0-1 0,0 0 0,0 1 0,1-1 0,-1 0-1,1 1 1,-1-1 0,4 3 0,-1-2-1,-1 0-1,1-1 1,-1 1-1,1-1 1,0 0-1,0 0 1,0-1-1,0 1 1,0-1-1,5 1 1,9 1-78,1-1 1,0 0-1,0-2 0,19-1 0,-34 1 42,6-1-125,0-1-1,0 0 0,-1-1 1,1 0-1,-1 0 1,1-1-1,-1 0 0,0-1 1,-1 0-1,1 0 0,-1-1 1,0 0-1,0 0 0,11-13 1,-9 9-25,-1-1 0,1 0 0,-2-1 0,1 0 0,-2 0 0,0-1 0,0 0 0,-1 0 0,7-24 0,-11 30 363,-1 0 0,0 1 0,-1-1-1,0-11 1,0 8 3818,3 18-2957,0 3-966,1 0 0,0 0-1,1-1 1,0 1 0,1-1 0,0-1 0,1 1-1,0-1 1,0 0 0,1-1 0,0 0-1,0 0 1,1 0 0,12 7 0,-11-9-626,1 0 0,-1-1 0,1 0 0,0-1 0,0-1 0,0 1 0,0-2 0,1 1 0,12-1 0,38 0-5528,3-2-4887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8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2 8244,'0'0'14705,"6"-1"-11598,-4 0-2758,-4 2 1518,-144 30 332,-28 6-1752,168-35-434,-1 0 0,0 0 0,1 0 0,-1 1 0,1 0 0,-8 6 0,12-8-38,0 1 0,0 0 1,0-1-1,0 1 0,1 0 1,-1 0-1,1 0 1,-1 0-1,1 0 0,0 1 1,0-1-1,0 0 0,0 1 1,0-1-1,0 0 0,1 1 1,-1-1-1,1 1 1,0-1-1,0 5 0,0 19 8,-1 23 47,12 91 0,-9-123-16,2 0 0,1-1 0,0 1 0,0-1 1,2 0-1,0-1 0,1 1 0,1-1 0,11 15 0,-16-25 21,6 9 42,1 1 0,7 16 0,-15-25 35,0 0 0,-1 0-1,0 1 1,0-1 0,0 0 0,-1 1 0,0-1 0,0 14 0,-1-19-98,0-1 0,1 1 0,-1 0 0,0 0-1,1-1 1,-1 1 0,1 0 0,-1 0 0,1-1 0,-1 1 0,1-1 0,-1 1 0,1 0-1,-1-1 1,1 1 0,0-1 0,-1 0 0,1 1 0,0-1 0,0 1 0,-1-1 0,1 0-1,0 0 1,0 1 0,0-1 0,-1 0 0,1 0 0,0 0 0,0 0 0,0 0 0,1 0-1,36 0-68,-26 0 95,4 0-212,1 0 0,-1-1 0,1-1 0,-1 0 0,0-1 0,0-1 0,0 0 0,0-1 0,26-13 0,-39 17-138,-2 0 1,1 0 0,0-1-1,0 1 1,0-1-1,0 1 1,-1-1 0,1 0-1,-1 0 1,0 0-1,1 0 1,1-3 0,2-17-6576,-3 2-3197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9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459 0 15927,'0'0'11291,"-6"22"-9357,-1 0-1588,1-9-150,2 1 1,0 0 0,0 0 0,2 0 0,-1 0 0,2 0 0,0 1 0,2 21 0,6 17 471,28 102-1,-23-113-808,-2 1 0,-2 0 0,6 83 0,-14-124 106,0 1-1,0 0 0,0-1 1,-1 1-1,1-1 0,-1 1 1,1-1-1,-1 1 1,0-1-1,0 1 0,0-1 1,0 1-1,0-1 0,0 0 1,-1 0-1,1 0 0,-1 0 1,0 0-1,1 0 0,-5 3 1,4-4 14,0 0 1,-1 0 0,1 0 0,0 0-1,-1-1 1,1 1 0,-1-1-1,1 1 1,-1-1 0,0 0-1,1 0 1,-1 0 0,1 0 0,-1-1-1,1 1 1,-1 0 0,1-1-1,-1 0 1,1 0 0,0 0-1,-4-2 1,-7-3-120,1-2-1,-1 1 1,-14-14 0,-24-15-406,-45-11-853,70 36 642,-1-1 1,2-2 0,0-1-1,-39-29 1,60 40 452,0 0 0,0 0 0,0-1 0,0 0 0,0 1 1,1-1-1,0-1 0,0 1 0,0 0 0,1-1 0,0 1 0,-2-7 0,3 4-612,-1 0-1,1 0 1,0 0-1,1 0 1,1-9-1,4-39-7852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9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15191,'0'0'10789,"-2"63"-13975,4-51-1952,17-5-5699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9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16968,'0'0'13590,"-25"153"-11429,25-105-2113,0 0-48,9-2 0,-1-7 0,-2-7 0,-6-9-272,0-11-2257,0-7-1873,-17-14-13494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9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11541,'0'0'10725,"140"-28"-10085,-92 22-640,0 2-1136,0 0-1953,0-7-3891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19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2577,'0'0'21882,"-76"142"-17784,68-79-1873,2-5-720,1-5-1025,5-12-480,0-9-736,0-13-1697,15-15-2258,6-4-4193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0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12294,'0'0'2702,"23"-2"1196,-8 1-3171,153-9 4826,70 10-2674,-233 0-2865,0 0 0,0 0 0,0 1 0,1 0 0,-1-1 0,0 2 0,8 2 0,-11-3 0,0 0 0,-1-1 0,1 2 0,-1-1-1,0 0 1,1 0 0,-1 0 0,0 1 0,0-1 0,0 1 0,0-1-1,0 1 1,0-1 0,0 1 0,0-1 0,0 1 0,-1 0 0,1-1 0,-1 1-1,1 0 1,-1 0 0,0 0 0,0-1 0,0 5 0,0 35 1703,-12 77 1,0 17-898,16 48-820,-1-158 0,0 0 0,2 0 0,1 0 0,1-1 0,12 27 0,3-5 0,-22-46 0,0 0 0,1 0 0,-1 0 0,0 1 0,0-1 0,0 0 0,0 0 0,0 1 0,0-1 0,0 0 0,0 0 0,0 0 0,0 1 0,0-1 0,0 0 0,0 0 0,0 1 0,0-1 0,0 0 0,0 0 0,0 1 0,0-1 0,0 0 0,0 0 0,0 0 0,-1 1 0,1-1 0,0 0 0,0 0 0,0 0 0,0 1 0,0-1 0,-1 0 0,1 0 0,0 0 0,0 0 0,-1 1 0,-3 0 0,0 0 0,0 0 0,0-1 0,-1 1 0,1-1 0,0 0 0,-1 0 0,1-1 0,-6 0 0,-8-1 0,-359-26 0,359 28-2,16 1-5,-1-1 0,1 0 0,0 0 1,-1 0-1,1 0 0,-1-1 0,1 1 0,0 0 0,-1-1 1,1 0-1,0 0 0,-3-1 0,5 2-6,-1 0-1,1 0 1,0 0-1,0 0 1,0 0-1,0-1 0,0 1 1,0 0-1,0 0 1,0 0-1,0 0 1,0 0-1,0-1 1,0 1-1,0 0 1,0 0-1,0 0 1,0 0-1,0 0 0,0-1 1,0 1-1,0 0 1,0 0-1,0 0 1,0 0-1,0 0 1,0 0-1,0-1 1,1 1-1,-1 0 1,0 0-1,0 0 0,0 0 1,0 0-1,0 0 1,0 0-1,0 0 1,0-1-1,1 1 1,-1 0-1,0 0 1,0 0-1,0 0 0,0 0 1,0 0-1,0 0 1,1 0-1,-1 0 1,0 0-1,0 0 1,0 0-1,0 0 1,0 0-1,1 0 1,-1 0-1,0 0 0,0 0 1,0 0-1,0 0 1,0 0-1,1 0 1,-1 0-1,0 0 1,0 0-1,0 1 1,21-7-2992,36-4 0,-26 5 451,63-11-6434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0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12438,'0'0'13638,"123"-30"-11285,-73 30-1473,-2 0-415,-10 0-321,-9 0-144,-12 0-368,-11 0-1073,-6 7-1553,0 7-1488,-17 1-2897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0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13718,'0'0'12870,"152"13"-11941,-85-13-929,-4-8-1089,-5-5-3425,3-8-3794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1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 2769,'0'0'11606,"-23"48"-7188,5 10-865,1 18-351,13 11-545,4 1-672,0 2-448,14-6-497,9-13-1040,-6-8 0,-4-13 0,-7-11 0,-6-11 0,0-16-1473,-4-12-1440,-24 0-1953,-7-23-3810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1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1 222 13270,'28'0'2956,"408"-4"8994,-401 5-11782,1-1 1,0-3-1,-1 0 1,0-2-1,36-11 1,-66 15-206,-1-1 0,1 0 0,-1 0 0,0-1 0,0 1 0,0-1 0,0 0 0,0 0 0,0 0 0,-1-1 0,0 1 0,1-1 0,-1 0 0,-1 1 0,1-2 0,0 1 1,-1 0-1,0 0 0,3-8 0,-3 4-39,0 0 0,0 0 1,0 0-1,-1-1 0,0 1 1,-1 0-1,0-1 0,0 1 1,-1 0-1,-2-11 0,3 17 67,-1 1-1,0 0 1,1 0-1,-1 0 0,0-1 1,0 1-1,0 0 1,0 0-1,0 0 1,0 0-1,0 1 0,-1-1 1,1 0-1,0 0 1,0 1-1,-1-1 1,1 1-1,0-1 0,-1 1 1,1-1-1,0 1 1,-1 0-1,1 0 0,-1 0 1,1 0-1,0 0 1,-1 0-1,-2 0 1,-3 0 28,0 1 1,0-1 0,0 1 0,-11 3 0,11-1 127,0 0 0,0 1 1,0-1-1,0 1 1,0 1-1,1-1 1,0 1-1,0 0 0,0 1 1,1-1-1,0 1 1,0 0-1,0 1 1,1-1-1,-5 9 0,6-10-27,0 1-1,0 0 0,1 0 0,-1 0 1,1 0-1,1 0 0,-1 0 0,1 1 1,0-1-1,1 1 0,-1-1 0,1 0 0,1 1 1,-1-1-1,1 1 0,0-1 0,1 0 1,-1 1-1,4 7 0,-2-9-134,0 0 0,1-1 1,0 1-1,-1-1 0,1 1 0,1-1 0,-1-1 0,1 1 1,-1-1-1,1 1 0,0-1 0,0-1 0,7 4 0,4 1-780,0-1 0,0 0 0,23 4 0,-21-7-2094,0-1 1,28 0 0,-10-2-4785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2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 10405,'0'0'21866,"4"9"-21418,-2-1-446,1-1 0,0-1 1,0 1-1,1 0 0,0-1 0,0 1 0,1-1 0,-1-1 1,1 1-1,1 0 0,-1-1 0,1 0 0,0-1 1,0 1-1,0-1 0,1 0 0,-1-1 0,1 1 0,0-1 1,0-1-1,9 3 0,-6-3-77,-1-1 0,0-1 0,1 1 0,-1-2 0,1 1 0,-1-1 0,1-1-1,-1 1 1,0-2 0,0 1 0,0-1 0,14-7 0,-16 6-387,0 0 1,-1 0-1,1 0 0,-1-1 0,0 0 1,0 0-1,0 0 0,-1-1 0,0 0 1,0 0-1,-1 0 0,1-1 0,-1 0 1,-1 0-1,6-12 0,-4-1-1468,-5 19 2395,0 0 0,1-1 0,-1 1 0,0-1 0,1 1 0,-1 0 0,1-1 0,-1 1 0,1 0 0,-1 0 0,1-1 0,0 1 0,1-1 0,0 1-242,-1 0 0,1 1-1,-1-1 1,1 1-1,-1-1 1,1 1-1,0 0 1,-1 0 0,1-1-1,-1 1 1,1 0-1,0 1 1,-1-1-1,1 0 1,-1 0-1,4 1 1,50 15-223,-42-12 0,0 0 0,0 0 0,26 2 0,-33-5 2,9 0-32,1 0-1,0-1 1,23-3-1,-35 2-76,-1 1 0,0-1 0,0 0 0,1 0 0,-1 0 0,0 0 1,0 0-1,0 0 0,0-1 0,0 0 0,0 0 0,-1 0 0,1 0 0,-1 0 0,1 0 0,-1 0 0,0-1 0,1 1 0,-1-1 0,-1 0 0,1 0 0,0 0 0,1-3 0,0-10-4,-1 7 2210,14 7-1400,-10 2-699,-1 1 0,1-1 0,0 1 0,0 1 0,0-1 0,-1 1 0,1 0 0,-1 0 0,1 1 0,-1 0 0,0 0 0,0 0 0,0 0 0,8 8 0,-8-7 0,1 0-199,-1-1 0,0 1 0,1-2 0,0 1 1,-1-1-1,1 1 0,0-2 0,0 1 0,0-1 0,8 2 0,40-1-7564,-10-2-2967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2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0 10117,'0'0'15223,"10"128"-10757,9-53-1969,-9 13-2033,-3 6-464,-7 2 0,-2-6 0,-15-17 0,4-14 0,3-20-1233,1-22-2336,3-17-1986,2-6-4097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2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11813,'0'0'3306,"23"-5"586,-1 0-2794,4-2 402,0 2-1,0 1 1,52-1 0,-57 4-580,-10 1-363,1-1-1,-1 2 0,24 3 1,-33-4-489,0 1 1,1-1-1,-1 1 1,0 0-1,1 0 1,-1 0-1,0 0 1,0 0-1,0 1 1,0-1-1,0 0 1,0 1-1,0 0 1,-1-1-1,1 1 1,0 0-1,-1 0 1,0 0-1,1 0 1,-1 0-1,0 0 1,0 0-1,0 1 1,1 2-1,-1 0-4,0 0 1,-1 0-1,1 0 0,-1 0 0,0 0 0,-1 0 1,1 0-1,-1 0 0,0 0 0,0 0 0,0-1 1,-1 1-1,0 0 0,0-1 0,0 1 0,0-1 1,-1 1-1,0-1 0,1 0 0,-2 0 1,1 0-1,-6 5 0,-4 2-10,0 0 0,-1 0 0,0-2 0,0 1 0,-23 9 0,34-17-49,0-1 0,0 0 0,0 0 0,1 0 1,-1 0-1,0-1 0,-1 1 0,1-1 0,0 0 0,0 1 0,0-1 0,0-1 1,0 1-1,0 0 0,-4-2 0,6 2-99,0-1-1,0 1 1,0-1 0,0 1 0,0-1-1,0 1 1,0-1 0,0 0 0,1 1-1,-1-1 1,0 0 0,0 0 0,1 1 0,-1-1-1,1 0 1,-1 0 0,0 0 0,0-1-1,1 0-297,0 0 0,-1 1 0,1-1 0,0 0 0,0 0 0,0 1 0,0-1 0,0 0-1,0 0 1,1 1 0,-1-1 0,1 0 0,-1 1 0,2-4 0,-1 3-207,0 0 0,0 0 0,1 0 0,-1 0 0,1 0-1,-1 0 1,1 0 0,0 1 0,-1-1 0,3-1 0,34-20-8608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3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10949,'0'0'21818,"0"17"-21818,0 3 0,0 1 0,0-6-4242,21 0-3986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23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0 20233,'0'0'5763,"-82"159"528,30-73-5811,-9-2-480,-26-11 0,-14-13-224,-14-7-6467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5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507 72 2177,'0'0'12785,"6"-16"-11558,0 2-1090,9-27 822,-17 40-697,-4 7-26,-20 32 88,23-34-306,-245 381 1840,28 20-2496,194-341-3615,24-58-253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5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1 10165,'0'0'4626,"-52"131"-1313,21-45-271,-5 6-1041,3 4-929,-7-2-159,-2-8-353,3-5-464,7-16-96,3-6-256,4-9-1153,8-12-1600,7-13-2322,3-11-3505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5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0 8452,'0'0'5891,"0"113"-1714,-10-46-1375,-11 12-705,-2 11-593,0-6-447,0-7-673,2-12-336,8-15-48,5-8-592,-3-17-913,7-4-928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6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37 16343,'0'0'8033,"23"-6"-6160,-20 5-1829,25-7 147,1 1-1,1 2 1,-1 1 0,56-1 0,-63 5-185,0 1 0,1 2 1,-1 0-1,0 1 0,-1 2 0,1 0 0,-1 1 0,0 1 0,24 13 1,-40-18-25,0 1 0,0-1 0,0 1 0,0 1 1,-1-1-1,0 1 0,0-1 0,0 1 1,6 11-1,-8-13-8,-1-1 0,0 1 0,0 0 0,0 0 0,0 0 1,0 0-1,0 0 0,-1 0 0,1 0 0,-1 0 0,0 0 0,0 0 0,0 0 1,0 0-1,-1 0 0,1 0 0,-1 0 0,0 0 0,0 0 0,0 0 0,-2 5 0,-1-3 10,1 0-1,-1-1 0,0 1 0,-1-1 0,1 0 1,-1 0-1,1-1 0,-1 1 0,-7 3 0,-55 25 9,-36 3 79,-140 31 0,191-54-42,51-12-37,-33 11 67,25-2-111,9-8 42,0 0 0,0-1-1,0 1 1,0-1 0,1 1-1,-1-1 1,0 1-1,0-1 1,1 1 0,-1-1-1,0 0 1,1 1 0,-1-1-1,1 1 1,-1-1 0,0 0-1,1 1 1,-1-1 0,1 0-1,-1 1 1,1-1-1,-1 0 1,1 0 0,-1 0-1,1 1 1,0-1 0,0 0-1,127 41-852,0-1-934,-113-34 1435,0 1 0,0 0 0,-1 2 0,0-1 0,-1 2 0,15 12 0,-23-17 237,-1-1 0,0 1 1,0 0-1,0 0 0,-1 0 0,1 0 0,-1 0 0,-1 1 1,5 10-1,-6-13 95,0 0 0,0 0 0,-1 0 1,1 1-1,-1-1 0,0 0 0,0 0 1,0 1-1,0-1 0,0 0 0,-1 1 1,1-1-1,-1 0 0,0 0 0,0 0 1,0 0-1,-1 1 0,1-1 0,-4 4 0,1-2 38,0-1-1,0 0 1,-1 0-1,1 0 0,-1 0 1,0-1-1,0 0 0,-1 0 1,-5 2-1,-55 21 467,65-25-456,-57 17 1052,0-3 1,-1-3-1,-1-2 0,0-2 0,-84-1 1,143-7-1770,23-2-2585,67-26-2530,-29 7 1223,15-3-1169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6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8676,'0'0'18355,"-6"9"-16714,2-4-1438,0 0-37,1 0 0,0 0 0,-1 1 0,2-1 0,-1 1 0,1 0 0,0 0 0,0 0 0,0 0 0,1 0 0,-1 9 0,2-13-164,-1 0 0,1 0-1,0 0 1,1 1-1,-1-1 1,0 0-1,1 0 1,-1 0-1,1 0 1,-1 0 0,1-1-1,0 1 1,0 0-1,0 0 1,0 0-1,0-1 1,0 1-1,1 0 1,-1-1 0,0 1-1,3 1 1,-1-2-62,0 1 0,1-1 0,-1 1 1,1-1-1,0 0 0,-1 0 0,1-1 1,0 1-1,-1-1 0,1 0 0,5 0 0,7-2-363,-1 0 0,0-1 0,0-1 0,0 0-1,0-1 1,-1 0 0,0-2 0,0 1-1,0-2 1,-1 0 0,0 0 0,0-1-1,12-13 1,-22 29 6243,-3-4-5950,1 0-1,-1 0 1,1 0 0,0-1 0,0 1 0,0 0 0,0-1-1,0 1 1,1 0 0,-1-1 0,1 0 0,-1 1-1,1-1 1,0 0 0,0 0 0,0 0 0,4 3-1,3-3-1074,-1 0-1,1-1 0,-1 0 1,1 0-1,-1-1 1,1 0-1,-1-1 0,1 1 1,-1-2-1,12-2 0,31-19-9105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 14999,'-21'10'4682,"5"-3"-3944,2-1-131,1 0 1,-1 1 0,2 1 0,-1 0 0,1 0 0,0 2 0,0-1-1,-18 22 1,20-18-34,0 2 0,1-1 0,1 1 0,1 0 0,0 1 0,1 0 0,0 0 0,1 0 0,1 1 0,-2 19 0,1 18-314,1 99 1,5-97-218,0-53-43,3-7 0,-1 0 0,10-6-168,0 0 1,1 0-1,0 1 0,0 1 1,1 0-1,0 1 0,0 1 0,1 0 1,0 1-1,0 1 0,0 0 1,0 2-1,25-2 0,-40 4 164,-1 0 0,1 0-1,0 0 1,0 0-1,-1 0 1,1 0 0,0 1-1,0-1 1,-1 0-1,1 1 1,0-1 0,0 0-1,-1 1 1,1-1 0,-1 1-1,1-1 1,0 1-1,-1 0 1,1-1 0,-1 1-1,1-1 1,-1 1 0,1 0-1,-1-1 1,0 1-1,1 0 1,-1 0 0,0-1-1,0 1 1,1 0 0,-1 0-1,0 0 1,0 0-1,0 32 153,-1-21-11,1-9-104,0 0 0,0-1-1,0 1 1,0 0-1,0 0 1,-1 0 0,0 0-1,1 0 1,-1 0-1,0-1 1,0 1 0,-1 0-1,1-1 1,-1 1 0,1 0-1,-1-1 1,0 0-1,0 0 1,0 1 0,0-1-1,0 0 1,0 0-1,-1-1 1,1 1 0,-1 0-1,1-1 1,-1 0 0,1 1-1,-1-1 1,0 0-1,0 0 1,0-1 0,0 1-1,1-1 1,-1 1-1,0-1 1,0 0 0,0 0-1,-5-1 1,0 1-31,-15 2-92,-1-2 0,0-1 1,1-1-1,0-1 1,-1-1-1,1-1 0,-27-10 1,50 15-29,-1 0 0,0-1 0,1 1 1,-1 0-1,0-1 0,1 1 0,-1 0 0,1-1 0,-1 1 0,1-1 1,-1 1-1,1-1 0,-1 1 0,1-1 0,-1 1 0,1-1 0,0 1 1,-1-1-1,1 1 0,0-1 0,-1 0 0,1 1 0,0-1 1,0 0-1,0 1 0,0-1 0,-1 0 0,1 1 0,0-1 0,0 0 1,0 1-1,0-1 0,1 0 0,-1 1 0,0-1 0,0 0 0,0 1 1,0-1-1,1 0 0,-1 1 0,0-1 0,1 1 0,-1-1 1,0 0-1,1 0 0,24-24-6008,21-7-2224,12-7-1489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7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1 12806,'0'0'7996,"-15"26"-3973,4-8-3212,-6 10 295,0 1 0,2 1 0,2 1 0,-14 41 0,-78 314 384,77-280-1379,31-109-113,0-1-1,0 1 1,1 0-1,-1 0 1,1 0 0,-1 0-1,1 1 1,0 0-1,0-1 1,1 1 0,-1 1-1,5-3 1,3-1-268,-1 1 0,1 0-1,0 1 1,23-4 0,-28 7 117,0-1-1,0 1 1,1 0-1,-1 1 1,0 0-1,0 0 1,0 0-1,11 4 1,-16-3 150,1-1 1,-1 0 0,0 1 0,1 0-1,-1-1 1,0 1 0,0 0 0,0 0-1,0 0 1,0 0 0,-1 1 0,1-1-1,-1 0 1,1 1 0,-1-1 0,0 1-1,0-1 1,0 1 0,0 0 0,0-1-1,-1 1 1,1 0 0,-1 5 0,1 0 129,0-1 0,0 0-1,-1 1 1,-1-1 0,1 1 0,-4 13 0,4-19-62,-1 1-1,0-1 1,-1 0 0,1 1-1,0-1 1,-1 0 0,1 0 0,-1 0-1,1 0 1,-1 0 0,0 0-1,0-1 1,0 1 0,0 0 0,0-1-1,0 0 1,-1 1 0,1-1-1,0 0 1,-1 0 0,1 0-1,0-1 1,-4 2 0,-6 0 5,0 0 0,0 0 0,0-1-1,0 0 1,0-1 0,-20-3 0,26 3-185,-1-1 1,1-1-1,0 1 1,0-1-1,0 0 0,1 0 1,-1 0-1,0-1 1,1 0-1,-1 0 0,1-1 1,0 1-1,0-1 1,-7-7-1,11 9-172,-1-1-1,1 1 1,-1 0-1,1-1 1,0 1 0,-1-1-1,1 1 1,1-1 0,-1 1-1,0-1 1,1 0-1,-1 0 1,1 1 0,0-1-1,0 0 1,0 0 0,0 1-1,0-1 1,1 0 0,-1 1-1,1-1 1,0 0-1,1-2 1,1-3-983,0 1 0,1-1-1,0 1 1,1 1 0,0-1 0,9-10-1,39-39-9619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7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13126,'0'0'5064,"-17"24"-1135,10-14-3493,-18 24 1458,2 1 0,1 2 0,-26 56 0,-22 86 697,34-76-2576,5 0 0,-21 126 0,52-228-178,0 0-1,-1-1 1,1 1 0,0 0-1,0 0 1,0 0 0,0 0 0,0 0-1,0-1 1,0 1 0,0 0-1,0 0 1,0 0 0,0 0-1,0-1 1,1 1 0,-1 0 0,0 0-1,1 0 1,-1-1 0,0 1-1,1 0 1,-1 0 0,2 0-1,17 1-5335,-17-3 5533,29-5-6293,2-14-4154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7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1 153 11029,'0'0'16263,"11"2"-14982,22 3-618,8 1-207,49 2-1,-60-7-413,-19 0-168,0 0 1,0-1-1,0 0 1,0-1-1,17-4 1,-26 5 73,0-1 1,0 1-1,-1-1 0,1 0 1,0 0-1,0 0 1,0 0-1,-1 0 1,1 0-1,0-1 1,-1 1-1,1-1 0,-1 1 1,1-1-1,-1 1 1,0-1-1,0 0 1,0 1-1,0-1 1,0 0-1,0 0 1,0 0-1,-1 0 0,1 0 1,-1 0-1,1 0 1,-1 0-1,0 0 1,0 0-1,0 0 1,0 0-1,0 0 0,0-1 1,-1-2-1,0 1 37,-1 0 0,1 0 0,-1 0 0,0 0 0,0 0 0,0 0 0,-1 0 0,1 1 0,-1 0 0,0-1 0,0 1 0,0 0-1,0 0 1,0 0 0,-1 1 0,1-1 0,-6-1 0,-3-4 47,-2 1 0,1 0-1,-25-8 1,26 12 301,1 0 0,0 1 1,-1 0-1,1 1 0,-1 0 0,-17 1 0,27 0-294,1 1 0,-1-1 0,1 0 0,-1 1-1,1 0 1,-1-1 0,1 1 0,0 0 0,-1 0 0,1-1 0,0 1 0,0 0 0,-1 0 0,1 1-1,0-1 1,0 0 0,0 0 0,0 0 0,1 1 0,-1-1 0,0 0 0,0 1 0,1-1 0,-1 1-1,1-1 1,-1 1 0,1-1 0,0 1 0,-1 2 0,0 7 50,-1 0 0,2 1 0,-1 11 0,2-15-41,-1 2-128,1-1 0,0 0 0,0 0 0,1 0 0,1 0-1,0 0 1,0 0 0,0-1 0,1 1 0,0-1 0,1 0 0,0 0-1,0 0 1,1-1 0,0 0 0,0 0 0,1 0 0,12 9 0,-5-6-778,0 0 0,0-1 0,1 0 0,0-2 1,1 0-1,0 0 0,0-1 0,0-1 1,28 4-1,53 2-6858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8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782 0 10837,'0'0'8740,"-28"10"-4258,14-6-3939,-200 73 6875,183-65-7045,-108 47 42,120-49-423,1 0 0,0 1 0,0 1-1,-31 28 1,45-36 8,0 1 0,-1 0 0,2 0 0,-1 0 0,1 0 0,0 1 0,0 0 0,0-1 0,1 1 0,-1 0 0,2 0 0,-3 7 0,4-8 0,-1-1 0,1 0 0,0 1 0,0-1 0,0 0 0,0 0 0,1 1 0,0-1 0,0 0 0,0 0 0,0 0 0,0 0 0,1 0 0,0 0 0,0 0 0,0 0 0,0-1 0,6 7 0,10 8-378,1-1 1,1 0-1,1-2 1,44 26-1,-43-29-420,0 2 0,-1 1-1,0 0 1,-1 1 0,21 23-1,-38-35 665,0-1 0,-1 1-1,1 0 1,0 0 0,-1 0 0,0 0-1,0 0 1,0 1 0,-1-1-1,0 1 1,2 7 0,-3-9 125,0-1 0,0 1 0,0-1-1,0 1 1,-1-1 0,1 1 0,-1-1 0,1 0 0,-1 1 0,0-1 0,0 0-1,0 1 1,0-1 0,-1 0 0,1 0 0,-1 0 0,1 0 0,-1 0 0,1 0 0,-1 0-1,0-1 1,0 1 0,-4 2 0,-6 3 242,1-1-1,-1 0 1,-1-1-1,1 0 1,-1-1-1,-13 3 1,-85 13 2259,86-16-1983,-54 6 1069,42-7-1244,0 2 0,1 2-1,-44 13 1,86-19-6087,20-1 1846,26-13-3891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8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82 108 14983,'0'0'14174,"-14"22"-11130,-44 73-2478,57-92-566,0-1 0,0 0 0,0 1 0,0-1 0,0 0 0,0 1 0,0-1 0,1 1 0,-1-1 0,1 1 0,0 0 0,0-1 0,0 1 0,0-1 0,0 1 0,1-1 0,-1 1 0,1 0 0,0-1 0,-1 0 0,1 1 0,0-1 0,0 1 0,1-1 0,-1 0 0,0 0 0,1 0 0,0 0 0,-1 0 0,1 0 0,3 3 0,0-2 0,0 1 0,0-1 0,0-1 0,1 1 0,-1-1 0,1 0 0,-1 0 0,1 0 0,0-1 0,6 1 0,-6-1-15,0 0 0,0 0 1,0-1-1,0 0 0,0-1 0,0 1 1,0-1-1,0 0 0,-1 0 0,1-1 1,0 0-1,0 0 0,-1 0 0,1-1 1,-1 0-1,0 0 0,0 0 0,0-1 1,0 1-1,-1-1 0,1 0 0,-1-1 1,0 1-1,0-1 0,-1 0 0,1 1 1,-1-2-1,0 1 0,0 0 0,-1-1 1,4-11-1,-3 7-46,0-1 0,-1 1 0,0-1 0,-1 0 0,0 0 0,-1 0 0,0 1 0,-1-1 0,0 0 0,-1 0 0,-3-10 0,4 16 107,0 0 0,-1 0 0,1 1 0,-1-1 0,0 1 0,-1-1 0,1 1 0,-1 0 0,0-1 0,0 1 0,0 1 0,0-1 0,-1 0 0,0 1 0,0 0 0,0 0 0,0 0 0,0 0 0,0 1 0,-1-1 0,1 1 0,-1 0 0,0 1 0,0-1 0,-8-1 0,13 3-77,-1 0-1,0-1 1,1 1-1,-1 0 1,0 0-1,1 0 1,-1-1-1,0 1 1,0 0 0,1 0-1,-1 0 1,0 0-1,0 1 1,1-1-1,-1 0 1,0 0-1,1 0 1,-1 0 0,0 1-1,1-1 1,-1 0-1,0 1 1,1-1-1,-1 1 1,1-1-1,-1 0 1,1 1 0,-1-1-1,1 1 1,-1 0-1,1-1 1,-1 1-1,1-1 1,-1 1 0,1 0-1,0-1 1,-1 1-1,1 0 1,0-1-1,0 1 1,0 0-1,0-1 1,-1 1 0,1 0-1,0 0 1,0-1-1,0 1 1,0 0-1,1-1 1,-1 1-1,0 0 1,0 0 0,0-1-1,0 1 1,1 1-1,0 1-389,1 0-1,-1 1 1,1-1-1,-1 0 1,1 0-1,0 0 1,0 0-1,1-1 0,-1 1 1,0-1-1,6 5 1,-1-3-636,0 0 1,0 0-1,1 0 1,7 2-1,43 10-6858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8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54 128 10373,'0'0'20713,"0"15"-19291,0 47-1163,-1-58-259,0 0 0,0 0 0,0 0 0,0 0 0,0 0 0,-1 0 0,0-1 0,1 1 0,-2-1 0,-1 4 0,3-5 0,0-1 0,0 1 0,0-1 0,-1 1 0,1-1 0,0 0 0,-1 1 0,1-1 0,-1 0 0,1 0 0,-1 0 0,0 0 0,1-1 0,-1 1 0,0 0 0,0-1 0,-3 2 0,5-3 0,-1 1 0,1-1 0,-1 1 0,1-1 0,0 1 0,-1-1 0,1 1 0,-1-1 0,1 1 0,0-1 0,0 1 0,-1-1 0,1 0 0,0 1 0,0-1 0,0 1 0,0-1 0,0 0 0,0 1 0,0-1 0,0 0 0,0 1 0,0-1 0,0 0 0,0 1 0,0-1 0,1 0 0,-1-1 0,1-5 7,0-1 0,1 1-1,0 0 1,0 0 0,1 0 0,0 0-1,0 0 1,1 1 0,5-9 0,48-61-863,-30 41-1379,-1 3-2342,-8 13-2723,-5 8 78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9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462 0 19241,'0'0'6792,"-19"23"-2512,8-10-3736,-16 18-66,2 2-1,2 0 1,-30 55-1,-74 185-477,-15 29 0,131-282 0,7-14 0,0 1 0,1-1 0,0 1 0,0 0 0,1 0 0,-3 9 0,7-16-31,-1 0 0,0 0 0,0 0 0,0 0 0,1 0 0,-1 0 0,0 0 0,0 0 0,0-1 0,0 1 0,1 0 0,-1-1 0,0 1 0,0-1 0,0 0 0,0 1 0,1-2 0,11-7-2014,0-1-1,0 0 0,-1-1 0,15-17 1,13-22-7562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7:39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13542,'0'0'2561,"117"0"2033,-25 0-784,9 0-2113,-7 0-1361,-13 0-336,-22 0-1376,-26-10-2354,-22-13-6259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9:50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5523,'0'0'10877,"10"6"-9378,-2-3-1132,-5-2-271,0 0 0,-1 0 0,1 0 0,0 0 0,-1 0 0,1 1 0,-1-1 0,1 1 0,-1 0 0,0 0 0,0 0 0,0 0 0,0 0 0,0 0 0,0 1 0,-1-1 0,1 0 0,-1 1 0,1-1 0,-1 1 0,0 0 0,0-1 0,0 1 0,0 3-1,5 53 1681,-2 91 0,-4-122-1483,-4 21 101,4-45-352,-1-1 0,1 1 0,-1-1 1,0 1-1,-1-1 0,1 0 0,0 1 0,-1-1 0,0 0 0,0 0 0,-2 3 0,4-6-29,0 0-1,0 0 1,0 0 0,0 1-1,0-1 1,-1 0 0,1 0-1,0 0 1,0 0 0,0 0-1,0 0 1,0 0 0,0 0-1,-1 0 1,1 0 0,0 1-1,0-1 1,0 0 0,0 0-1,-1 0 1,1 0 0,0 0-1,0 0 1,0 0 0,0 0-1,0 0 1,-1 0 0,1 0-1,0 0 1,0 0 0,0-1 0,0 1-1,-1 0 1,1 0 0,0 0-1,0 0 1,0 0 0,0 0-1,0 0 1,0 0 0,-1 0-1,1-1 1,0 1 0,0 0-1,0 0 1,0 0 0,0 0-1,0 0 1,0 0 0,0-1-1,0 1 1,0 0 0,-1 0-1,1 0 1,0 0 0,0-1-1,0 1 1,0 0 0,0 0-1,0 0 1,0 0 0,0 0-1,0-1 1,0 1 0,0 0-1,1 0 1,-1 0 0,0-1-1,0-15-62,0 11 98,1-5-49,0 0-1,1 0 1,0 0-1,0 0 0,1 0 1,1 1-1,0-1 1,0 1-1,9-15 0,0 3-4,1 1-1,0 1 0,18-18 1,-23 28 0,-1 0 0,1 1 1,14-10-1,-20 16 8,0 0 0,0 0 0,0 1 0,0-1 1,0 1-1,0 0 0,1-1 0,-1 2 0,0-1 0,1 0 1,-1 1-1,1-1 0,-1 1 0,1 0 0,-1 0 0,0 0 1,5 1-1,-7 0 14,0 0 0,0-1 0,0 1 0,0 0-1,-1 0 1,1 0 0,0-1 0,0 1 0,-1 0 0,1 0 0,0 0 0,-1 0 0,1 1 0,-1-1 0,1 0 0,-1 0 0,0 0 0,0 0 0,1 0 0,-1 1 0,0 0 0,3 30 259,-2-29-213,0 152 1770,-2-120-5256,1 0-4386,0-28 946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9:51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6131,'0'0'13147,"4"0"-11309,110 2 2162,5 0-4497,-118-2 108,0 0 1,0-1-1,0 1 0,0 0 0,0-1 0,0 1 0,0-1 1,0 1-1,0-1 0,-1 1 0,1-1 0,0 0 0,0 1 0,0-1 1,-1 0-1,1 0 0,0 0 0,-1 1 0,1-1 0,0-2 1,9-9-5957,8 1-1091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39:51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59 496,'0'0'9437,"5"-7"-7943,20-28 1048,-12 19 12374,-12 81-12836,-4 119-213,0-151-1883,-1 0-1,-1-1 1,-16 51 0,5-10 16,13-55 0,0 0 0,-11 30 0,15-48-340,1 1-1,-1 0 1,1 0 0,-1-1-1,1 1 1,-1-1 0,1 1-1,-1-1 1,1 0 0,0 0-1,-1 0 1,1 0-1,0 0 1,-1 0 0,3 0-1,2 0-3281,7 3-3766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24.590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0 181 1409,'0'0'21399,"3"0"-21295,54 0 291,368-10 1029,1373-75-391,-1325 68-760,-4-26-282,-363 19 6712,-109 23-6701,-1 1 1,1 0 0,-1 0 0,0 0 0,1 0 0,-1 1 0,-6 1 0,8-1 1,1 0 1,-1 0 0,0 0 0,1 0 0,-1 0-1,1 1 1,0-1 0,0 1 0,-1-1-1,1 1 1,0-1 0,0 1 0,0-1 0,0 1-1,1 0 1,-1 0 0,0-1 0,1 1 0,-1 3-1,-2 36-808,3-36 456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26.557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84 201 720,'-83'-35'16658,"98"34"-15606,409 1-604,1235 9 2407,-571-2-2082,-1044-6-626,0-3 0,0-2 0,76-15-1,-112 17 6,0-1 0,0 1 0,0-2 0,0 1 1,-1-1-1,1 0 0,-1 0 0,10-9 0,-15 11-9,0 1 1,0-1-1,0 0 1,-1 0 0,1 0-1,-1 0 1,0 0-1,1 0 1,-1-1-1,0 1 1,0 0 0,0-1-1,-1 1 1,1-1-1,-1 1 1,1-1-1,-1 1 1,0-1 0,0 1-1,0-1 1,0 1-1,0-1 1,0 1-1,-1-1 1,1 1 0,-1 0-1,0-1 1,0 1-1,0-1 1,0 1-1,-2-3 1,1 1 4,-1 1-1,0-1 1,0 1-1,-1-1 1,1 1-1,-1 0 1,0 0-1,1 0 1,-1 1 0,0 0-1,-1-1 1,-7-2-1,12 34-176,15-1-37,-12-25-129,-1 0 0,0 0 1,0 0-1,0 1 0,-1-1 0,1 1 0,-1-1 0,0 1 1,0-1-1,1 7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29.177"/>
    </inkml:context>
    <inkml:brush xml:id="br0">
      <inkml:brushProperty name="width" value="0.5" units="cm"/>
      <inkml:brushProperty name="height" value="1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0 339 1249,'65'4'18533,"-29"2"-17035,-20-3-1592,0 0 1,21 0-1,507-26 177,-228-11-72,518-50 81,4 26-14,1708 23-3151,-1718 72 3585,-19 0-32,228-32-664,-1004-6 342,1-1 1,-1-1-1,0-2 0,0-1 1,43-15-1,-57 16 101,0 1-1,1 0 1,-1 1 0,1 2 0,36 0 0,97 18 457,-102-9-311,73 2 0,-104-10-359,36 1 74,-1-2 1,1-3-1,100-19 1,-62-2 148,105-24 352,-155 40-344,1 3 0,70-1 0,2 7 380,155 22 1,-249-19-687,40 8 289,1-3 0,0-3 0,126-6 0,-180 0-104,0-1 1,0-1-1,0 0 0,0 0 1,-1 0-1,1-1 0,-1-1 0,0 0 1,-1 0-1,1-1 0,-1 0 1,0 0-1,0-1 0,-1 0 1,0 0-1,5-26 2283,-13 33-2395,-20-1-18,17 1-170,-75 2-5546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49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1121,'0'0'14222,"20"2"-10324,-14 1-3543,0 1-1,-1 1 1,0-1 0,0 1-1,0 0 1,-1 0 0,0 1 0,5 6-1,28 53 659,-32-56-832,4 11 159,0 1 1,-2 0 0,-1 0-1,0 0 1,-1 1-1,-2-1 1,0 1 0,-1 28-1,-2-68-272,-1 8-76,1-1 1,0 0-1,0 0 0,1 1 0,0-1 1,1 1-1,1-1 0,-1 1 1,1-1-1,1 1 0,0 0 1,1 1-1,5-11 0,-1 8-25,0 0 0,0 1 0,13-12-1,-19 20 25,0 0 1,1 0-1,-1 0 0,1 1 0,0-1 0,-1 1 0,1 0 0,0 0 0,1 0 0,-1 1 0,0-1 0,0 1 0,1 0 0,7-1 0,-6 23 188,-1 0 182,-1 1 0,0 0 0,-2-1 1,-1 1-1,-2 37 0,1-19 111,0-40-683,15 0-5138,33-3-1526,-9-11-993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49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11333,'0'0'12875,"5"-1"-12005,24-3 85,0 1-1,58 4 1,-34-1-2597,-51 0 1084,1 0 0,-1 0 0,0-1 0,0 1 0,1-1 0,-1 0 0,0 0 0,0 0 0,0 0-1,0 0 1,0 0 0,0 0 0,0-1 0,0 1 0,0-1 0,1-1 0,12-13-6715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49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9092,'0'0'16200,"-25"123"-14696,19-93-463,-3-3-289,3-2-368,0-6-352,-1-3 16,3-3-48,-2-5-880,2 3-1713,0-3-1489,-1 0-2193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1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2273,'0'0'13078,"10"-3"-11200,31-7-18,-40 10-1750,1 0 0,-1 1 0,0-1-1,1 0 1,-1 1 0,0-1 0,1 1 0,-1 0 0,0-1 0,0 1 0,1 0 0,-1 0 0,0 0 0,0 0 0,0 0 0,0 0 0,0 0-1,0 0 1,-1 0 0,1 1 0,0-1 0,0 0 0,-1 0 0,1 1 0,-1-1 0,1 1 0,-1-1 0,1 3 0,0 0 191,7 22 221,-2-1 0,-1 1 0,0 0 0,-2 0 0,-1 1 0,-3 42 0,1-60-451,-1-1-21,-2-8-32,-1-15-110,5 6 51,0-1 1,1 1 0,0 0 0,0 0 0,1 0 0,1 0-1,-1 0 1,1 1 0,1-1 0,0 1 0,0 0-1,0 0 1,1 1 0,0 0 0,1 0 0,-1 0-1,12-8 1,7-5 3,2 1 0,-1 1 0,54-26-1,-78 43 41,4-3 3,0 1 1,1 0 0,-1 0-1,1 0 1,-1 1 0,1 0 0,0 0-1,0 1 1,0 0 0,0 0-1,7 1 1,-13 0 10,0 1 0,-1-1 0,1 0 0,0 1 1,-1 0-1,1-1 0,-1 1 0,1-1 0,0 1 0,-1 0 0,0-1 0,1 1 1,-1 0-1,1 0 0,-1-1 0,0 1 0,1 0 0,-1 0 0,0 0 0,0-1 0,0 1 1,1 0-1,-1 0 0,0 0 0,0 0 0,-1 0 0,2 32 456,-2-25-237,1 67 1112,0-41-3307,13-41-3990,16-12-729,9-5-2230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1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66 10517,'0'0'13654,"136"12"-12790,-103-4-495,-1-3-305,-7-5-48,-2 0-16,0 0-753,4 0-831,4-21-1362,7-9-2880,6-9-4563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1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1 11749,'0'0'10437,"-27"134"-8580,14-86-592,-4 4-785,-1 2-320,3 5-160,-2 2-400,1 5-1601,-3 3-3298,-4 7-5762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5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397 1 2609,'0'0'17835,"-21"9"-15933,11-6-1719,-3 2 27,0 0 0,0 1-1,0 1 1,1 0 0,0 0 0,0 1-1,0 1 1,1 0 0,1 0 0,0 1-1,-9 11 1,-12 21 683,3 0-1,2 2 0,-37 83 1,49-93-651,2 0 0,1 1 0,2 0 0,2 1 0,1-1 0,-2 41 0,8-63-240,-1-1 1,2 0-1,0 1 1,0-1-1,5 20 0,-4-28-56,-1 1 1,1-1-1,0 1 0,0-1 0,1 0 0,-1 0 0,1 0 0,0 0 0,0 0 0,0-1 0,1 1 1,-1-1-1,1 0 0,0 0 0,0 0 0,7 3 0,0-1-435,-1-1-1,1 0 1,0-1-1,0 0 1,0-1 0,0 0-1,0-1 1,1 0-1,-1-1 1,0 0-1,23-3 1,-23 1-746,0 0-1,0-1 1,0 0-1,0-1 1,0 0-1,-1 0 1,11-7 0,39-31-10528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6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9748,'0'0'13591,"21"6"-12009,68 22-430,-86-26-1090,1-1-1,-1 1 1,0 0-1,1 0 1,-1 0-1,0 0 1,0 1-1,0-1 1,0 1-1,-1 0 1,1 0-1,-1 0 0,0 0 1,0 0-1,0 0 1,3 7-1,-3-3 53,0 0 0,0 0-1,-1 0 1,0 1 0,1 12-1,-2-13-2,1 6 67,1 5 41,-1 0-1,-3 21 1,2-34-199,-1 0 1,1-1-1,-1 1 1,0-1-1,-1 1 1,1-1-1,-1 1 1,0-1-1,0 0 1,0 0-1,-1 0 1,0 0-1,-4 6 1,8-37-915,3 16 667,-1 0-1,2 0 1,0 0 0,0 1-1,1 0 1,0 0 0,0 0-1,1 1 1,15-16-1,-10 12-27,1 1 0,1 1 0,0 0 0,0 0 0,29-15 0,2 7 1,-41 17 396,-1 1 0,0 0 0,1 0 0,-1 1-1,1-1 1,-1 1 0,1 0 0,-1 0 0,0 0 0,1 0 0,6 1-1,-9 2 110,-1 0 0,1 0-1,0 0 1,-1 0 0,0 0-1,0 0 1,0 0 0,0 0-1,-1 5 1,1-4 76,0 16 202,-1-15-481,1 1 0,0-1 0,0 0 0,1 1 0,1 9 0,-1-13-400,0 0 1,0 0-1,0 0 0,0 0 0,0 0 0,1 0 1,-1 0-1,1-1 0,-1 1 0,1-1 1,-1 1-1,1-1 0,0 1 0,0-1 1,0 0-1,0 0 0,4 2 0,39 14-10687,-16-5 1730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6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4306,'0'0'10901,"135"-4"-10965,-93 6-1857,0 0-2737,-2-2-3186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6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 9044,'0'0'15527,"-63"115"-14838,63-97-401,0-1-160,0 0-128,0 2-256,0-3-913,7-1-1456,7-3-2225,5-12-4899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7.0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7267,'0'0'7017,"28"10"-3250,-12-5-3208,7 3-111,-1 0-1,-1 1 0,1 1 1,-2 1-1,1 1 0,-2 0 1,23 20-1,-22-16-275,-2 2 1,-1 0 0,0 1-1,-1 1 1,-1 0 0,-1 1-1,-1 1 1,-1 0 0,-1 0-1,0 2 1,-2-1 0,-1 1-1,-1 0 1,-1 1 0,-1 0-1,-1-1 1,-1 2 0,-2-1-1,0 0 1,-5 46-1,2-62-206,1 0 0,-1 0-1,0 0 1,-1-1-1,0 1 1,0 0-1,-1-1 1,0 0 0,-1 0-1,0 0 1,0-1-1,0 1 1,-1-1-1,0-1 1,-1 1 0,0-1-1,1 0 1,-2 0-1,1-1 1,-1 0-1,0 0 1,0-1 0,0 0-1,0-1 1,-1 1-1,0-2 1,0 1-1,1-1 1,-1 0 0,-1-1-1,-14 0 1,16-1-133,4 1-155,1-1 0,-1 0 0,1 0 0,-1-1-1,1 1 1,-1-1 0,1 1 0,-1-1 0,-4-2 0,7 2-156,0 0 0,-1 0 0,1-1 1,0 1-1,0 0 0,0-1 0,0 1 0,0-1 1,1 1-1,-1-1 0,0 1 0,1-1 0,-1 0 1,1 1-1,0-1 0,-1 0 0,1 0 0,0 1 1,0-1-1,0 0 0,0 1 0,1-4 0,-1-23-9553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7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662 19 5442,'0'0'8183,"-18"-4"-4637,8 2-3075,-7-2 113,1 1-1,-1 0 1,-1 2 0,1 0 0,0 1-1,0 0 1,-21 4 0,4 5 11,1 1 0,0 2 0,0 1 0,2 1 0,-1 2 1,2 1-1,0 2 0,2 1 0,0 1 0,-37 36 1,54-46-487,1 0 1,1 1 0,0 0 0,0 1 0,1 0-1,1 0 1,0 0 0,1 1 0,0 0 0,-6 28 0,10-33-121,0 0 0,1 0 0,0 0 0,1 0 0,0 0 0,1 0 0,-1 0 0,2 0 0,-1 0 0,1 0 1,1 0-1,0-1 0,0 1 0,0-1 0,1 0 0,0 0 0,1 0 0,0 0 0,6 6 0,-1-2-404,0-1 0,1 0 0,1-1 0,0 0 0,0-1 0,1 0 0,0-1-1,0-1 1,24 10 0,-20-10-1229,0-2 0,0 0 0,1-1 0,29 3 0,20-5-7605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7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1 352,'0'0'19334,"20"4"-15596,5 2-2659,32 12 0,-52-16-973,-1 1-1,0-1 1,0 1-1,0 0 1,0 1 0,-1-1-1,1 0 1,-1 1-1,0 0 1,0 0-1,0 0 1,-1 0-1,1 1 1,-1-1-1,0 0 1,0 1-1,-1 0 1,1-1-1,-1 1 1,1 9 0,1-4-4,-1-1-64,0 1 0,-1-1 1,0 1-1,0 16 0,-1-23-32,0-1-1,0 0 1,0 1-1,0-1 1,-1 1-1,1-1 1,-1 0-1,1 0 0,-1 1 1,0-1-1,0 0 1,0 0-1,-1 0 1,1 0-1,0 0 1,-1 0-1,1 0 1,-1 0-1,0-1 1,1 1-1,-1-1 1,0 1-1,-3 1 1,1-1 7,0 0 0,-1 0 0,1 0 0,-1-1 0,1 0 0,-1 0 0,-5 1 0,9-2-43,4 0-111,12-1-50,0 0-1,0-1 1,-1-1 0,1 0 0,-1-1-1,14-6 1,86-41-643,-33 13 1081,-79 38-16,-1-1 1,0 1 0,1 0 0,-1-1 0,0 1-1,1 0 1,-1 0 0,0 0 0,1 0 0,-1 0 0,0 0-1,1 0 1,-1 0 0,0 1 0,3 0 0,0 1-446,0 0 0,0 0 1,0 1-1,-1 0 0,1-1 1,4 6-1,13 8-2210,-13-11 490,0-1 1,1 0-1,0 0 0,14 3 0,15 2-7774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8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11397,'0'0'12150,"122"-11"-10101,-74 11-1201,-2 0-576,2 0-272,-4 0-64,-7 0-1040,-3 0-897,1-4-1857,-1-15-2929,5-6-4530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8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4722,'0'0'25516,"0"107"-24684,0-76-464,-6 1-256,0-3-112,-1 0-304,3-2-1232,4-2-1586,0-6-1600,0-11-4482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0:58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3121,'0'0'19796,"16"3"-18179,-4-1-1344,-1 0 0,1 2-1,-1-1 1,1 1 0,-1 1 0,-1 0 0,1 1 0,-1 0 0,0 0-1,13 11 1,-4 1-137,0 1-1,-2 1 1,0 1 0,-1 0-1,-2 1 1,0 1-1,-1 0 1,-1 1 0,-1 0-1,-2 0 1,0 2-1,-2-1 1,0 1 0,-2 0-1,-1 0 1,1 35-1,-2-20-117,-2 0 0,-6 60 0,3-89-24,0 0 0,-1 0 1,0 0-1,-1 0 0,0 0 0,0-1 1,-2 0-1,1 0 0,-1 0 0,-1 0 1,0-1-1,-14 15 0,1-7-85,0-2 0,-1 0 0,-1-1 1,-1-1-1,0-2 0,-37 16 0,36-17-500,21-9-103,-1 0 0,1-1 0,-1 0 0,1 1 0,-1-1 0,1-1 0,-1 1 0,0-1 1,-4 1-1,-11-1-6408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6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0 118 2993,'0'0'12764,"18"-10"-10884,53-28-207,-68 37-1482,0-1-1,0 1 1,0-1 0,0 0-1,0 0 1,-1 0 0,1-1-1,-1 1 1,0 0 0,0-1-1,0 0 1,3-3 0,6-7 1545,-8 11-1556,-1 0-1,1 1 1,0 0-1,0 0 0,0 0 1,0 0-1,0 0 1,0 0-1,0 1 1,0-1-1,5 1 0,43 2-371,-24-1 323,230 3-2172,-257-4 1978,1 1 0,-1-1 0,0 0 0,0 0 0,0 0 0,0 0 0,1 0 1,-1 0-1,0 0 0,0 0 0,0 0 0,0 0 0,1 0 0,-1 0 0,0 0 0,0 0 0,0 0 0,1 0 0,-1 0 0,0 0 0,0 0 0,0 0 0,0 0 0,1 0 0,-1 0 0,0-1 0,0 1 0,0 0 1,0 0-1,0 0 0,1 0 0,-1 0 0,0 0 0,0-1 0,0 1 0,0 0 0,0 0 0,0 0 0,0 0 0,0 0 0,1-1 0,-1 1 0,0 0 0,0 0 0,0 0 0,0-1 0,0 1 0,0 0 1,0 0-1,0 0 0,0 0 0,0-1 0,0 1 0,0 0 0,0 0 0,-12-7-3861,-22 2-2169,-9 0-980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7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4002,'0'0'15351,"119"58"-13206,-77-52-608,1-3-625,-3-3-528,0 0-384,0 0 0,3 0-1569,8-7-2624,7-12-5252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7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1761,'0'0'7931,"18"-8"-6050,59-23 507,-72 28-1615,0 1 1,0 0-1,1 0 0,-1 1 0,0-1 1,1 1-1,-1 0 0,1 1 0,-1-1 1,1 1-1,0 0 0,7 1 1,-5 0 413,-7-1-1060,0 1 1,0-1-1,1 0 1,-1 1-1,0-1 1,0 1-1,0 0 1,0-1 0,-1 1-1,1 0 1,0-1-1,0 1 1,0 0-1,0 0 1,-1 0-1,1 0 1,0 0-1,-1 0 1,1 0-1,-1 0 1,1 0-1,-1 0 1,1 2-1,6 29 746,-6-26-642,5 50 414,-3 2 0,-5 84 0,3-155-809,1 0 1,1 0-1,0 1 1,0-1-1,1 1 1,1-1 0,0 1-1,1 1 1,0-1-1,1 1 1,10-14-1,-6 12 77,1 0 1,0 0-1,1 1 0,1 1 0,0 0 0,0 1 1,1 1-1,16-9 0,-15 9 104,0 1-1,1 0 1,0 2-1,0 0 1,0 0-1,1 2 1,0 0-1,0 1 1,0 1-1,27-1 0,-44 4 14,0-1 0,-1 0 0,1 0 0,0 1 0,0-1 0,0 1 0,-1-1 0,1 1 0,0-1 0,-1 1 0,1-1 0,0 1 0,-1-1 0,1 1 0,-1 0 0,1-1-1,-1 1 1,1 0 0,-1 0 0,0-1 0,1 1 0,-1 0 0,0 0 0,1 0 0,-1 0 0,0-1 0,0 1 0,0 0 0,0 0 0,0 1 0,0 33 489,0-26-270,-1 7 318,-1 0 0,0 0 0,-7 23 0,0 3-955,5 2-5272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8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5106,'0'0'9952,"19"-6"-6239,64-18-823,-77 23-2523,1-1 1,0 1 0,-1-1 0,1 2 0,0-1-1,0 1 1,8 1 0,4 0 950,-18-1-1280,-1 0 0,1 0 0,0 0 0,-1 0 0,1 0 0,0 1 0,-1-1 0,1 0 0,0 1 0,-1-1 0,1 0 0,-1 1 0,1-1 0,-1 1 0,1-1 0,-1 1 0,1-1 0,-1 1 0,1-1 0,-1 1 0,0-1 0,1 1 0,-1-1 0,0 1 0,1 0 0,-1-1 0,0 1 0,0 0 0,0-1 0,0 1 0,0 0 0,1-1 0,-1 1 0,0 0 0,-1-1 0,1 1 0,0 0 0,0-1 0,0 2 0,-1 2 12,1-1-1,-1 1 1,0-1 0,0 0 0,0 1 0,0-1 0,-3 6-1,-2-1 15,0 0 0,-1 0 0,0 0 0,0-1 0,-1 0-1,-9 6 1,-20 20 108,35-31-163,1-1 0,0 1-1,-1-1 1,1 1 0,0 0-1,0-1 1,0 1-1,0 0 1,0 0 0,0 0-1,1 0 1,-1 0 0,0 0-1,1 0 1,0 0 0,-1 0-1,1 0 1,0 0-1,0 0 1,0 0 0,0 0-1,1 0 1,-1 0 0,1 0-1,-1 0 1,1 0 0,0 0-1,-1 0 1,1-1 0,0 1-1,0 0 1,0 0-1,1-1 1,-1 1 0,0 0-1,1-1 1,-1 1 0,1-1-1,-1 0 1,1 0 0,3 3-1,19 10-434,1-2 0,1 0 0,1-1 0,48 12 0,51 4-9617,-58-16-602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8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8724,'0'0'16410,"2"0"-15201,35-4-435,1 2 0,-1 2 0,41 5 1,-48-3-593,27 1-77,119 5-26,-175-8-117,-12 0-1856,-60 0-7908,44 0 2215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09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74 2225,'0'0'14601,"-2"-7"-11853,1 5-2640,0 1 0,1 0 0,-1-1 0,1 1 0,0 0 0,-1-1-1,1 1 1,0-1 0,0 1 0,0-1 0,0 1 0,0-1 0,0 1 0,0 0 0,0-1-1,1 1 1,-1-1 0,1 1 0,-1 0 0,1-1 0,-1 1 0,1 0 0,0-1-1,0 1 1,-1 0 0,1 0 0,0 0 0,2-2 0,2 1 165,0-1 1,0 1-1,0 0 0,0 0 1,0 0-1,1 1 1,-1 0-1,11-1 1,32-3 834,1 2 0,54 4 0,-100-1-1095,1-1-4,0 2 0,0-1 0,0 0 0,0 1 0,-1 0 0,1 0 0,0 0 0,0 0 0,0 1 0,-1-1 0,1 1 0,6 4 0,-8-4-10,0 0 0,0 0 0,-1 0 0,1 0 0,-1 0 0,1 0-1,-1 1 1,0-1 0,0 0 0,0 1 0,0-1 0,0 1 0,-1-1 0,1 1 0,-1-1 0,1 1 0,-1 0 0,0-1 0,0 1 0,0-1-1,-1 5 1,0-1 1,-1 0-1,1 0 1,-1 0 0,-1-1-1,1 1 1,-1 0-1,0-1 1,0 0-1,0 1 1,-1-1-1,1-1 1,-1 1-1,-6 4 1,-10 10 0,-36 28 1,33-30-1,-8 6 4,14-11 2,1 1 0,0 1 0,1 0 1,-21 24-1,36-37 3,-1-1 1,0 1-1,1 0 1,-1 0-1,1 0 1,-1-1-1,1 1 0,0 0 1,-1 0-1,1 0 1,0 0-1,0 0 1,-1 0-1,1 0 1,0 0-1,0 0 1,0-1-1,0 1 0,0 0 1,0 0-1,0 0 1,1 0-1,-1 0 1,0 0-1,1 2 1,0-2 14,0 0 0,0 0 0,1 1 0,-1-1 1,0 0-1,1 0 0,-1 0 0,1 0 0,-1 0 0,1 0 1,-1-1-1,1 1 0,2 0 0,8 2 112,0 0-1,1-1 1,15 1-1,-17-2-103,103 5-1153,-38-8-3892,-35-2-2014,-1-12-5256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10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8292,'0'0'20903,"19"-3"-19700,60-5-357,-77 8-819,0 0-1,-1 0 1,1 0 0,0 0 0,-1 1 0,1-1 0,0 0 0,-1 1 0,1 0 0,0-1 0,-1 1 0,1 0 0,-1-1 0,1 1-1,-1 0 1,0 0 0,1 0 0,-1 1 0,0-1 0,0 0 0,0 0 0,0 1 0,0-1 0,0 0 0,0 1 0,0-1 0,0 1-1,-1-1 1,2 3 0,-1 1 22,0 1-1,0-1 1,0 1 0,-1 0-1,0-1 1,-1 8-1,1-3 3,0 81 274,4-90-373,66-31-758,-38 14 239,66-19 0,38 2 2107,-135 33-1518,-1 1 1,1 0-1,0 0 0,-1 0 1,0 0-1,1 0 1,-1 0-1,0 0 0,1 0 1,-1 0-1,0 0 1,0 0-1,0 0 0,0 0 1,0 0-1,0 0 1,0 0-1,0 0 0,-1 1 1,1-2-23,-4 42 0,2-30 0,0-1 0,1 1 0,1 13 0,0-23-56,1 0 0,0 0-1,0 1 1,0-1 0,0-1 0,0 1-1,0 0 1,1 0 0,-1 0 0,0-1 0,1 1-1,0 0 1,-1-1 0,1 1 0,0-1-1,0 0 1,0 0 0,-1 0 0,1 0 0,1 0-1,-1 0 1,0 0 0,2 0 0,55 14-4083,-9-11-3619,9-3-5936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10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0 7091,'0'0'19841,"2"7"-17706,0 1-1953,-1-1 1,0 1 0,-1-1-1,0 1 1,0-1 0,0 1-1,-1 0 1,-2 8-1,-18 69 1282,0-6-871,6 0-886,7-68-3240,-5-11-7792,5-1 2337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10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4338,'0'0'20890,"145"-23"-19626,-95 23-912,4 0-352,2 8-496,3 2-1425,0-5-1921,-1-5-3905,7 0-4835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11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3874,'0'0'24939,"62"107"-22682,-80-42-560,-3 6-1697,0 8 0,2 3 0,4-1 0,5-3-480,4 1-2273,4-6-2450,2-2-1600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24.81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80 596 5859,'-3'-18'7945,"-8"-58"-5438,9 69-2070,-1 0-1,1 0 1,-1 1-1,0-1 1,-1 1-1,1 0 1,-1-1-1,-9-9 1,10 13-191,0 0 0,0-1 0,1 1 1,-1-1-1,1 0 0,0 0 0,0 0 0,0 0 1,1 0-1,0 0 0,-1 0 0,1 0 0,1-1 1,-1 1-1,0-6 0,1 8-191,0 1 0,0 0 0,0-1-1,1 1 1,-1 0 0,0-1 0,0 1 0,1 0 0,-1 0-1,1-1 1,-1 1 0,1 0 0,0 0 0,0 0 0,-1 0-1,1-1 1,0 1 0,0 0 0,0 1 0,0-1 0,1-1-1,30-12 380,-31 13-407,32-8 141,0 2 0,0 1-1,62-3 1,-81 8-145,653-11 197,-436 14-218,362 9-4,49 0-242,-588-11 157,102-16 0,-132 12 110,0-2 0,-1 0 0,1-2 0,-2 0 0,1-2 0,25-15 0,-44 23 20,0 0 0,-1 0 0,0 0 0,1 0 0,-1-1 0,0 1 0,0-1 0,0 0 0,-1 0 0,1 0 0,0 0 0,-1-1 0,0 1 0,0-1 0,0 1 0,2-7 0,-4 9-16,0 0 1,0 0 0,1 0 0,-1 0-1,0 0 1,0 0 0,0-1-1,0 1 1,-1 0 0,1 0-1,0 0 1,0 0 0,-1 0-1,1 0 1,0 0 0,-1 0-1,1 0 1,-1 0 0,0 0-1,1 0 1,-1 0 0,0 0-1,1 0 1,-1 1 0,0-1-1,0 0 1,0 1 0,0-1-1,0 0 1,0 1 0,-1-1 0,-40-13 339,37 13-318,-52-9 67,-1 2 1,-100 1-1,38 7-7,0 5 0,1 6 1,-213 46-1,234-32-60,1 4 0,1 5 1,2 4-1,-167 92 0,226-109-34,1 1 0,0 1-1,-59 56 1,88-74-17,1 0 0,-1 0 1,1 1-1,0-1 0,-6 13 0,10-18 2,-1 1 0,1-1 0,0 1 0,-1 0 0,1 0 0,0-1 0,0 1 0,-1 0 0,1-1 0,0 1-1,0 0 1,0 0 0,0-1 0,0 1 0,0 0 0,0 0 0,0-1 0,0 1 0,0 0 0,0 0 0,1-1 0,-1 1 0,0 0 0,1-1 0,-1 1-1,0 0 1,1-1 0,-1 1 0,1-1 0,-1 1 0,1 0 0,-1-1 0,1 1 0,-1-1 0,1 1 0,-1-1 0,1 0 0,0 1 0,-1-1-1,1 1 1,0-1 0,1 0 0,39 5 1,-30-5-1,75 1-29,130-17 0,95-31-351,-204 30 172,111-18-28,758-120-2672,-4 11-4958,-545 94 5647,-150 38 3739,-266 12-1313,53 2 1372,-60-1-1401,0-1 0,0 1 0,-1 0 0,1 0 1,0 0-1,0 1 0,0-1 0,-1 1 0,1 0 1,-1 0-1,5 3 0,-7-4-137,-1-1 1,1 1-1,0 0 0,-1-1 1,1 1-1,-1-1 1,1 1-1,0 0 0,-1 0 1,0-1-1,1 1 0,-1 0 1,1 0-1,-1 0 0,0-1 1,0 1-1,1 0 0,-1 0 1,0 0-1,0 0 1,0 0-1,0-1 0,0 1 1,0 0-1,0 0 0,0 0 1,-1 0-1,1 0 0,0 0 1,0-1-1,-1 1 0,1 0 1,0 0-1,-1 0 1,-2 2 62,1 0 0,0-1 0,-1 1 0,1-1 0,-1 0 1,0 1-1,0-1 0,0-1 0,-5 4 0,-46 18 1114,-1-3-1,-68 17 1,106-33-1101,-206 53 949,-368 46 0,-233-53-1280,702-50 25,-229 11-686,320-6 621,83 1-930,357-31 753,4-29-522,143-13 181,181 45 439,-643 22 308,-41 0 22,-12 1 29,1-1 0,-1-3 1,74-13-1,-111 15 4,1 0 1,-1-1-1,0 1 1,0-1-1,0 0 0,-1 0 1,1 0-1,0 0 1,4-5-1,-8 7-17,1-1-1,-1 1 1,1-1-1,-1 1 0,1-1 1,-1 0-1,1 1 1,-1-1-1,0 0 1,0 0-1,1 1 1,-1-1-1,0 0 1,0 0-1,0 1 0,1-1 1,-1 0-1,0 0 1,0 0-1,0 1 1,-1-2-1,1 0 12,-1 1-1,0 0 0,1-1 1,-1 1-1,0-1 0,0 1 1,0 0-1,0 0 0,0 0 1,0-1-1,0 1 0,0 0 1,-1 0-1,-1-1 0,-14-7 57,-1 1-1,1 0 0,-31-8 1,-140-34-19,-87-4-50,-82 1 69,-1274-65 739,1548 118-527,-91 11 0,156-9-191,1 1 0,0 1-1,0 1 1,0 0 0,-28 13-1,40-15-72,0 0-1,0 0 0,0 0 0,0 1 0,1-1 0,-1 1 1,1 0-1,0 0 0,0 1 0,0-1 0,1 1 0,0 0 1,0 0-1,0 0 0,0 0 0,1 0 0,0 1 0,-3 9 1,4-10-24,1 0 1,-1 1 0,1-1-1,0 0 1,0 0-1,1 0 1,-1 1 0,1-1-1,0 0 1,1 0 0,-1 0-1,1 0 1,0 0 0,0-1-1,1 1 1,-1-1 0,1 1-1,7 7 1,0 0-2,1-1 1,1 0-1,0-1 1,0 0 0,19 10-1,5 2 9,1-3 0,71 28-1,91 16 13,3-15-77,2-8 0,268 16 0,417-40-1365,-651-31 548,-67-7 179,-162 21 656,0-1 0,0 0 0,-1 0 0,1-1 0,-1 0 0,1-1 0,-1 0 0,10-6 0,-17 9 34,0 0 0,0 0 0,0 0 0,0 0 0,0 0 0,-1 0 0,1 0 0,0 0 0,-1 0 0,1 0 0,-1 0 0,1 0 0,-1-1 0,0 1-1,1 0 1,-1 0 0,0 0 0,0-1 0,0 1 0,0 0 0,0 0 0,0-1 0,0 1 0,0 0 0,0 0 0,-1-1 0,1 1 0,0 0 0,-1 0-1,1 0 1,-1 0 0,0 0 0,1-1 0,-1 1 0,0 0 0,1 0 0,-1 1 0,0-1 0,-1-1 0,-6-6 7,-1 0 0,0 0 0,0 2 0,0-1 0,-1 1 0,0 0 0,-17-7 0,-32-11 74,-81-24 0,-161-27 261,-92 6 358,-983-45 1470,1024 119-1608,314-2-437,1 2 0,-1 1 1,1 2-1,-43 14 0,71-19-82,0 0-1,1 1 0,-1 0 1,1 0-1,0 1 1,0 0-1,1 0 0,-1 1 1,1 0-1,0 0 1,-9 12-1,13-13-27,1-1 0,-1 1 0,1 0 0,0 1 0,0-1 0,0 0 0,1 1 0,0-1 0,0 1 0,0-1 0,0 1 0,1-1 0,0 1 0,1-1 0,-1 1 0,1 0 0,0-1 0,3 9 0,-1-2-8,1 0-1,0-1 1,1 1-1,1-1 0,0 0 1,0 0-1,1-1 1,1 0-1,16 18 1,-5-9 3,1-1 1,1-1 0,42 26 0,0-8 17,0-2 1,3-4 0,0-2 0,1-3 0,79 17-1,-14-13-129,242 21 0,32-35-249,-308-17 139,-1-4 0,105-21 0,-143 15-134,76-26-1,-110 30 127,-1 0 0,-1-2-1,0-1 1,0-1 0,27-21 0,-43 29 136,-1 0 0,1 0-1,-2-1 1,1 0 0,-1-1 0,0 1 0,0-1-1,0 0 1,-1 0 0,0 0 0,4-13 0,-7 16 68,0-1 1,0 1 0,0-1 0,-1 1 0,1-1 0,-1 0 0,-1 0 0,1 1 0,0-1-1,-1 1 1,0-1 0,0 0 0,-1 1 0,1 0 0,-1-1 0,0 1 0,0 0 0,-1 0-1,1 0 1,-1 0 0,1 0 0,-5-3 0,-8-7 18,0 0 0,-1 0 0,-1 2 0,0 0 0,-1 1 0,-32-15 0,-25-8 173,-112-36 0,-173-25 721,102 47 30,-3 10-1,-489-5 1,669 43-528,-135 19-1,195-15-309,-1 1 0,1 0 0,0 2 0,1 0 0,-32 16-1,45-19-64,0 1-1,0-1 0,0 1 0,0 0 0,1 1 0,0 0 0,0 0 0,1 0 0,0 0 1,0 1-1,0 0 0,1 0 0,0 0 0,0 1 0,1-1 0,-3 10 0,4-9-18,0 0 0,0 0 0,1 0 0,1 0 0,-1 0 0,1 0 0,1 0 0,0 0-1,0 0 1,0 0 0,1 0 0,0 0 0,6 13 0,-1-6-6,0 0 0,2 0-1,0-1 1,0 0 0,22 22 0,-3-7-37,1-1 1,2-2 0,1-1 0,0-1 0,55 29 0,-11-14-367,129 47 1,-127-59-817,1-2 0,114 18 0,-137-35-862,0-2 0,72-3 0,25-11-4174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6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57 1313,'0'0'12533,"14"-9"-10132,39-29-160,-40 29 1462,-16 53-2152,-1-1-1,-3 1 0,-15 55 1,-8 56-696,16 15-1834,14-173-2204,-6-51-5071,2 18 466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7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1 203 9428,'0'0'4258,"182"-80"-896,-61 57-273,19 2-1792,15 1-545,10-1-160,-8 4 161,-22 4-353,-28 7-400,-36 4-48,-29 2-448,-23 0-417,-25 8-6434,-24 9 2145,-3-4-2754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7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0 6275,'0'0'12691,"-15"12"-11402,4-4-1059,-24 17 1114,1 1-1,-50 52 0,73-66-1027,1 0-1,0 1 1,1 0-1,-14 28 1,20-33-326,-1-1 0,2 1-1,-1-1 1,1 1 0,1 0 0,-1 0 0,1 0 0,0 0 0,1 0 0,0 0 0,1 8 0,0-13-104,-1-1 1,1 1-1,0-1 1,0 1-1,0-1 1,1 1-1,-1-1 1,1 0-1,-1 0 1,1 1-1,0-1 1,-1 0-1,1-1 0,0 1 1,0 0-1,0 0 1,1-1-1,-1 1 1,0-1-1,1 0 1,-1 0-1,1 0 1,-1 0-1,1 0 1,-1 0-1,6 0 1,7 1-2443,0 1 1,0-2 0,22 0-1,-32-1 1132,35 0-8348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7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8772,'0'0'13243,"8"10"-11853,-5-6-1264,2 2 134,0-1 1,-1 2-1,1-1 1,-1 1-1,-1-1 0,1 1 1,-1 0-1,0 0 1,-1 0-1,0 1 1,0-1-1,1 12 0,-3 2 432,-1-17-565,1 1 0,0 0 0,0 0 0,0-1 0,2 10 0,0-14-144,-1 0-1,1 1 0,-1-1 0,1 0 0,0 0 1,-1 0-1,1 0 0,0 0 0,-1 0 0,1-1 1,-1 1-1,1-1 0,0 1 0,1-1 1,11-7-499,-1-1-1,23-19 1,-24 18 87,1 0 0,0 1-1,25-14 1,-37 23 437,24-11-176,-24 11 201,0-1 0,1 1 1,-1-1-1,0 1 0,0 0 1,0-1-1,1 1 0,-1 0 0,0 0 1,1 0-1,-1 0 0,0 0 0,0 0 1,1 0-1,-1 0 0,3 1 1,-4 2 213,1 1 1,0-1 0,-1 1 0,0-1 0,0 0 0,0 1-1,0-1 1,-1 6 0,0 2 344,1 72 278,0-82-967,1 0 1,-1 0-1,0-1 1,0 1 0,1 0-1,-1-1 1,0 1-1,1-1 1,-1 1-1,1 0 1,-1-1-1,1 1 1,-1-1-1,1 1 1,-1-1-1,1 1 1,-1-1-1,1 1 1,0-1-1,-1 0 1,1 1-1,0-1 1,-1 0-1,1 0 1,0 1-1,-1-1 1,1 0-1,0 0 1,1 0 0,26 0-4488,-19 0 1799,12 0-5179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8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12534,'0'0'10965,"25"151"-7940,0-97-976,-2-1-880,-4 1-561,-4 2-352,-5 1-208,0-9-48,-3-8-160,-5-9 16,-2-12-1137,0-5-463,0-3-802,27-9-15606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8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7171,'0'0'16696,"17"3"-14428,89 5-468,164-8 1,-179-3-4781,-88 3 144,-21 7-7849,-19 7 2572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48.5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8756,'0'0'15095,"121"11"-12102,-70-11-1408,-5 0-1121,-7-2-368,-5-2-96,-5 2-848,-4-1-1377,-4 1-1281,-2-4-4481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0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1340 8 3089,'0'0'7865,"-18"-2"-7120,-58-3-113,68 4-497,1 1 0,0 1 0,0-1 0,0 1 1,-1 0-1,1 1 0,0 0 0,0 0 0,1 0 0,-1 1 0,0 0 0,1 0 1,-1 1-1,1 0 0,0 0 0,-9 9 0,-3 0 124,-42 32-33,2 3 0,-70 73 0,-89 123-297,75-79 411,115-136-352,-75 92 1122,92-105-933,0 0 1,0 0-1,2 1 1,0 0-1,1 0 0,-7 28 1,-1 13 388,-2-1 0,-2-1 0,-50 100 1,40-101 385,2 2 1,3 1-1,-19 70 0,11-47 205,6-16 597,26-65-1774,0 0-1,0 1 1,0-1-1,-1 0 1,1 0-1,0 0 1,0 0-1,0 1 1,0-1-1,0 0 1,0 0-1,0 0 1,0 0-1,0 1 1,0-1-1,0 0 1,0 0-1,0 0 1,0 0-1,1 1 1,-1-1-1,0 0 0,0 0 1,0 0-1,0 0 1,0 0-1,0 1 1,0-1-1,0 0 1,0 0-1,1 0 1,-1 0-1,0 0 1,0 0-1,0 0 1,0 1-1,0-1 1,1 0-1,-1 0 1,0 0-1,0 0 1,1 0-1,9-1 85,2-4-3441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1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4130,'0'0'14252,"-1"10"-12137,1-1-1710,0 0-1,1 0 0,-1 0 0,2 0 0,-1 0 0,1 0 1,1-1-1,0 1 0,0 0 0,0-1 0,7 10 1,-2-4-211,1-2 1,1 1-1,0-1 1,1 0-1,1-1 1,-1-1-1,1 0 1,1 0-1,0-1 1,1-1-1,17 9 1,-28-14-840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1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297 1 3602,'0'0'15588,"-14"5"-13795,-22 11-541,0 2 0,-43 27 0,64-35-936,-9 6 151,1 0-1,-40 38 1,57-42-1201,6-12 614,0 0-1,0 0 1,1 1-1,-1-1 1,0 0-1,0 0 1,1 0-1,-1 0 1,0 1-1,0-1 1,1 0-1,-1 0 1,0 0-1,1 0 1,-1 0-1,0 0 1,0 0-1,1 0 1,-1 0-1,0 0 1,1 0-1,-1 0 1,0 0-1,1 0 1,-1 0-1,0 0 1,1 0-1,-1 0 1,0 0-1,0 0 1,1 0 0,-1 0-1,0-1 1,1 1-1,-1 0 1,0 0-1,0 0 1,0-1-1,1 1 1,-1 0-1,0 0 1,1-1-1,28-18-6807,13-15-4875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1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1 5010,'0'0'19593,"-6"69"-17368,-9-29-672,2 1-689,5-1-527,0-4-337,-1-7-64,7-4-1041,-4-8-1072,0-9-1024,-5-8-1938,-3-2-4865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2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10741,'0'0'11488,"30"1"-10242,334 34 234,-161 2-1364,-173-30-178,0 2 1,-1 1-1,0 1 1,43 23-1,-65-30 27,-1 0 0,0 0-1,0 0 1,-1 1-1,1 0 1,-1 0 0,0 1-1,-1-1 1,1 1 0,-1 0-1,0 0 1,3 7-1,-5-9 28,-1 0 0,1 0 0,-1 0 0,0-1 0,-1 2 0,1-1 0,-1 0 0,1 0 0,-1 0 0,0 0 0,-1 0 0,1 0-1,-1 0 1,0 0 0,0 0 0,0 0 0,0 0 0,-1 0 0,1-1 0,-1 1 0,0 0 0,-5 5 0,-1 1 38,0 0 0,-1-1 1,-1 0-1,1-1 0,-1 0 1,-18 11-1,-74 38 640,82-47-469,-218 102 2288,-18 9-280,234-108-2355,22-13 105,0 0-1,0 0 0,0 0 0,0 0 1,0 0-1,0 0 0,0 0 0,0 0 1,0 0-1,0 0 0,0 0 0,0 0 1,0 0-1,0 1 0,0-1 1,0 0-1,0 0 0,0 0 0,0 0 1,0 0-1,0 0 0,0 0 0,0 0 1,0 0-1,0 0 0,0 0 1,0 0-1,0 1 0,0-1 0,0 0 1,0 0-1,0 0 0,0 0 0,0 0 1,0 0-1,0 0 0,0 0 1,0 0-1,-1 0 0,41-16-2921,106-56-5724,-50 25-352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2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56 11685,'0'0'9453,"-21"7"-5516,-66 23-1362,83-28-2438,0 0 1,1 0-1,-1 0 0,0 0 1,1 1-1,-1 0 1,1-1-1,0 1 0,0 0 1,0 1-1,0-1 0,1 0 1,-1 1-1,1-1 1,0 1-1,0 0 0,0 0 1,1 0-1,-1 0 0,-1 8 1,0-2 56,0-1-83,0 1 0,1 0-1,-1 15 1,6 4-59,-3-28-55,1 0 0,-1 0 1,0-1-1,1 1 0,-1 0 1,1 0-1,-1 0 0,1-1 0,-1 1 1,1 0-1,-1-1 0,1 1 0,0 0 1,0-1-1,-1 1 0,1-1 0,0 1 1,0-1-1,-1 1 0,1-1 0,0 0 1,0 1-1,1-1 0,7 1-66,1 0 0,-1-1 0,1 0 0,-1-1 0,1 1 0,-1-2 0,1 0 0,-1 0 0,0-1 0,0 0 1,0 0-1,0-1 0,-1 0 0,1 0 0,-1-1 0,0-1 0,0 1 0,-1-1 0,8-7 0,-8 7 23,-1-1 0,1 1 0,-1-1 0,0-1 0,-1 1 0,1-1 0,-2 0 0,1 0 0,-1 0 0,0-1 0,-1 0 0,0 1 0,0-1 0,-1 0 0,0-1 0,0 1 0,-1 0 0,-1 0 0,0-13 0,0 20 73,0 1 0,-1-1 0,1 1 0,-1-1 0,1 1 0,-1 0 0,1-1 0,-1 1 0,0 0 0,0-1 0,0 1 0,0 0 0,0 0 0,0 0 0,0-1 0,0 1 0,0 0 0,-1 1 0,1-1 1,0 0-1,-2-1 0,-1 1 22,1-1-1,-1 1 1,1 0 0,-1 0 0,0 0 0,0 1 0,1-1 0,-8 1 0,7 0-62,0 0 1,0 0-1,0 0 0,0 1 1,0-1-1,0 1 1,1 0-1,-1 0 0,0 1 1,0-1-1,1 1 1,-1 0-1,1-1 0,-1 2 1,1-1-1,0 0 1,-5 6-1,6-4-296,0 0-1,0 1 1,0-1 0,1 1 0,-1 0-1,1-1 1,0 1 0,0 7 0,4 14-3352,-3-24 3194,1-1-1,-1 0 1,1 1 0,-1-1-1,1 0 1,0 1 0,0-1-1,-1 0 1,1 0 0,0 0-1,0 0 1,0 0-1,0 0 1,2 1 0,25 8-10816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3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87 4322,'0'0'21882,"6"12"-20063,-1-1-1423,-1-1 0,0 2-1,0-1 1,-1 0-1,-1 1 1,0-1-1,2 22 1,-5-13 53,2 1-354,-1-20-118,1-1 1,0 0-1,0 0 0,0 0 1,-1 0-1,1 0 0,0 0 1,0 0-1,0 0 0,-1-1 1,1 1-1,0 0 0,0 0 0,-1-1 1,1 1-1,0 0 0,0-1 1,-1 1-1,1-1 0,0 1 1,-1-1-1,1 1 0,-1-1 1,1 1-1,-1-1 0,1 0 1,0-1-1,32-22-594,2 1 0,0 2-1,1 1 1,1 2 0,39-14 0,-70 30 684,0 1 1,-1-1-1,1 1 0,0 1 1,0-1-1,0 1 1,6 0-1,-5 0 426,-6 3-350,0-1-1,0 1 0,1 0 1,-2 0-1,1-1 0,0 1 1,0 0-1,-1 0 1,0 0-1,1 0 0,-2 4 1,2-6-62,-2 1-119,1 0-1,0-1 1,1 1-1,-1 0 0,0-1 1,0 1-1,1 0 1,-1-1-1,1 1 0,-1 0 1,1-1-1,0 1 1,0-1-1,0 1 0,-1-1 1,2 1-1,-1-1 1,0 0-1,0 1 0,0-1 1,0 0-1,2 1 1,0-1-79,-1-1-1,0 0 1,1 1 0,-1-1 0,1 0 0,-1 0 0,0 0 0,1-1 0,-1 1 0,0 0 0,1-1-1,-1 0 1,0 0 0,1 1 0,-1-1 0,4-3 0,32-15-1598,58-41-1,-1 0-501,-83 53 2228,17-11 7216,-30 45-4430,2 33-2614,-1-60-251,0 1 0,1 0-1,-1 0 1,0-1 0,1 1 0,-1 0-1,1-1 1,-1 1 0,1 0 0,-1-1 0,1 1-1,-1-1 1,1 1 0,0-1 0,-1 1-1,1-1 1,0 1 0,-1-1 0,1 0 0,0 1-1,0-1 1,-1 0 0,1 0 0,0 0-1,0 1 1,-1-1 0,1 0 0,2 0 0,28 1-2074,-23-2 1270,9 2-1388,-1-2 0,1 0 0,-1-1-1,18-4 1,27-16-9129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3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12486,'0'0'9556,"-126"92"-5362,103-61-2001,13-4-1665,6-4-528,4-10-496,0-11-1617,14-2-1633,14-13-2657,3-24-8099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3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17848,'0'0'12118,"7"41"-13911,7-15-1713,-3-3-3649,-3-3-9877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4.0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1345,'0'0'23061,"3"0"-21548,0-1-1394,-1 0 0,0 1 0,0-1 1,0 1-1,0 0 0,0-1 1,0 1-1,1 0 0,-1 0 0,0 0 1,0 1-1,0-1 0,0 1 1,0-1-1,0 1 0,1-1 1,-1 1-1,0 0 0,-1 0 0,1 0 1,0 0-1,0 1 0,0-1 1,-1 0-1,1 1 0,0-1 0,-1 1 1,0-1-1,1 1 0,-1 0 1,0 0-1,0 0 0,0 0 1,2 3-1,1 10 40,0 1 0,0 0 0,-2 0 1,0 0-1,-1 0 0,0 0 0,-1 0 0,-4 25 0,4-40-169,0-1 0,0 0 0,0 1-1,0-1 1,0 0 0,1 1 0,-1-1-1,0 0 1,0 0 0,0 1 0,0-1-1,1 0 1,-1 1 0,0-1 0,0 0-1,1 0 1,-1 0 0,0 1 0,0-1-1,1 0 1,-1 0 0,0 0 0,1 1-1,-1-1 1,0 0 0,1 0 0,-1 0-1,0 0 1,1 0 0,-1 0 0,0 0-1,1 0 1,-1 0 0,0 0 0,1 0-1,-1 0 1,0 0 0,1 0 0,-1 0-1,0 0 1,1-1 0,17-2-299,-5-3 18,0 0-1,0 0 0,-1-2 1,0 1-1,16-15 0,54-51-2301,-82 74 2836,1 0-1,0 0 1,-1 1 0,1-1-1,-1 0 1,1 0 0,-1 0-1,0 1 1,1-1-1,-1 0 1,0 0 0,0 1-1,0-1 1,0 0 0,0 0-1,0 1 1,0-1 0,-1 2-1,1 2-267,0 1 1,0-1-1,1 0 0,0 1 1,0-1-1,0 0 0,4 9 1,-4-13-108,1 1 1,0-1 0,0 1 0,0-1-1,0 0 1,0 1 0,0-1-1,0 0 1,0 0 0,0-1-1,0 1 1,1 0 0,-1-1 0,0 1-1,4-1 1,40 0-3135,-26-1 1590,30-1-3439,3-12-2603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4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9284,'0'0'15765,"-21"8"-13711,-6 1-1439,7-3-116,0 1 1,1 1-1,1 0 0,-28 17 0,38-20-274,-12 7 208,0 1-1,-28 23 1,44-32-424,0-1 1,0 1 0,1 0-1,-1 0 1,1 0 0,0 0-1,0 1 1,0-1 0,1 1-1,-1 0 1,1 0 0,0-1-1,1 2 1,-1-1 0,1 0-1,0 0 1,0 7 0,1-11-15,0 0 0,0 0 0,0 1 0,1-1 0,-1 0 0,0 0 0,1 0 0,-1 0 0,1 0 0,-1 1 0,1-1 0,-1 0 0,1 0 0,0 0 0,0-1 0,-1 1 0,1 0 0,0 0 0,0 0 0,0 0 0,0-1 0,0 1 0,0 0 0,0-1 0,0 1 0,0-1 0,0 1 0,1-1 0,-1 0 0,0 0 0,0 1 0,2-1 0,45 2-299,-34-3 159,-7 1 31,1 0 0,0 0 0,-1-1 1,1 0-1,0-1 0,-1 0 0,0 0 0,1-1 0,11-5 1,-9 2 21,-1-1 1,0 1 0,0-2 0,-1 1 0,0-1-1,8-10 1,18-17 2001,-34 123-2523,1-87 421,-1 1 0,1 0-1,0 0 1,-1-1 0,1 1 0,0 0 0,0-1 0,0 1 0,0-1 0,0 1 0,1-1-1,-1 0 1,0 1 0,1-1 0,-1 0 0,1 0 0,-1 0 0,1 0 0,0 0 0,-1 0 0,1-1-1,0 1 1,0 0 0,-1-1 0,1 1 0,0-1 0,0 0 0,0 0 0,0 0 0,2 0-1,11 1-3472,-1 0-1,24-3 1,-35 2 2950,34-6-9826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4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4866,'0'0'20740,"0"6"-18960,-1 114 2982,1-119-4764,0 0-1,0 0 1,1 1 0,-1-1-1,0 0 1,1 0 0,-1 0-1,1 0 1,0 0 0,-1 0-1,1 0 1,0 0-1,-1 0 1,1 0 0,0 0-1,0-1 1,0 1 0,0 0-1,0 0 1,0-1 0,0 1-1,0-1 1,0 1 0,0-1-1,0 1 1,0-1-1,0 0 1,1 1 0,-1-1-1,0 0 1,0 0 0,0 0-1,1 0 1,-1 0 0,0 0-1,0 0 1,0 0 0,0-1-1,1 1 1,-1 0-1,1-1 1,4 0-111,-1-1 0,1 1 0,-1-1 0,1 0 0,-1 0 0,0-1 0,7-4 0,86-62-2510,-97 69 2713,-1 0-1,1 0 1,-1 0 0,1 0-1,-1 0 1,0 0-1,1 0 1,-1 0-1,1 0 1,-1 0-1,1 0 1,-1 0-1,1 0 1,-1 0-1,0 0 1,1 0 0,-1 1-1,1-1 1,-1 0-1,0 0 1,1 0-1,-1 1 1,0-1-1,1 0 1,-1 1-1,0-1 1,1 0-1,-1 1 1,0-1 0,1 0-1,-1 1 1,0-1-1,0 0 1,0 1-1,1-1 1,-1 1-1,0 0 1,8 20-682,-5-15 764,-2-3-513,0 0-1,1 1 1,0-1-1,0 0 1,0 0 0,0 0-1,1 0 1,-1 0-1,1-1 1,0 1-1,-1-1 1,1 1 0,5 2-1,-2-3-524,-1 0 0,1 0 1,0 0-1,0-1 0,0 0 0,1 0 0,9 0 0,39 0-4624,13-1-6209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5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0 11605,'0'0'17424,"-9"19"-15762,1-3-1313,-8 16 468,-24 67 0,20-40-734,1-5-79,3 1-1,-12 64 0,27-113-33,0 0-1,1 1 1,-1-1 0,1 0 0,0 0-1,2 12 1,-1-17-7,-1 1 0,1 0 1,0-1-1,0 1 0,-1 0 0,1-1 0,0 1 1,0-1-1,1 1 0,-1-1 0,0 0 0,0 1 1,1-1-1,-1 0 0,0 0 0,1 0 1,-1 0-1,1 0 0,0 0 0,-1 0 0,1-1 1,0 1-1,-1-1 0,1 1 0,4 0 0,1 0-837,1 1-1,0-1 1,0-1-1,1 0 1,10-1-1,-16 1 255,0 0-1,0-1 1,-1 0-1,1 1 0,0-1 1,0 0-1,-1-1 0,1 1 1,-1 0-1,1-1 1,-1 1-1,1-1 0,-1 0 1,0 0-1,0 0 1,0 0-1,3-3 0,13-26-9997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5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12870,'0'0'10133,"109"21"-7748,-53-21-1729,5 0-656,-2 0-752,8-14-3746,31-9-9829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6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0 5635,'0'0'17269,"-6"9"-15447,-30 37 1063,-55 95 0,75-111-2570,1 1 0,2 0 0,1 1 0,-15 66 0,19-47-1049,1 1 0,2 80 1,5-133 576,1 1 1,-1-1-1,0 1 1,0-1-1,1 1 1,-1-1-1,0 1 1,1 0-1,-1-1 1,0 1-1,1-1 1,-1 1-1,1 0 1,-1-1-1,1 1 1,-1 0-1,0 0 1,1-1-1,-1 1 1,1 0-1,0 0 1,-1 0-1,1 0 1,-1-1-1,1 1 1,-1 0 0,1 0-1,-1 0 1,1 0-1,-1 0 1,1 0-1,-1 1 1,1-1-1,0 0 1,-1 0-1,1 0 1,-1 0-1,1 1 1,-1-1-1,1 0 1,-1 0-1,0 1 1,1-1-1,-1 0 1,1 1-1,-1-1 1,0 1-1,1-1 1,-1 1-1,0-1 1,1 0-1,-1 1 1,0-1-1,0 1 1,1-1-1,-1 1 1,0-1-1,0 1 1,0-1-1,0 1 1,0 0-1,0-1 1,0 1-1,5-28-5600,-5-9-2433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7251,'0'0'7817,"19"4"-3596,110 23 876,118 20-238,-201-40-4539,0-3 1,0-2-1,67-4 0,-107 1-324,-1 0 1,0 0-1,1 0 1,-1-1-1,0 0 1,0 0-1,0 0 1,0 0-1,0-1 0,-1 0 1,1 0-1,-1 0 1,0-1-1,0 1 1,0-1-1,0 0 1,-1 0-1,1-1 0,-1 1 1,0 0-1,0-1 1,-1 0-1,1 0 1,-1 0-1,0 0 1,-1 0-1,1 0 0,-1-1 1,0 1-1,0 0 1,-1-1-1,1-8 1,-2 13 8,0 1 0,0-1 1,1 1-1,-1-1 0,0 1 1,0 0-1,0-1 1,0 1-1,0 0 0,0 0 1,0-1-1,1 1 0,-1 0 1,0 0-1,0 0 0,0 0 1,0 0-1,0 1 1,-2-1-1,0 0 8,-5 1 0,0-1 0,0 1 0,-1 1 1,1-1-1,0 1 0,0 1 0,1-1 0,-1 2 1,0-1-1,1 1 0,0 0 0,-12 8 0,14-8 25,1 0 1,-1 0-1,1 1 0,-1-1 0,1 1 0,1 0 0,-1 0 0,1 0 0,-1 0 0,2 1 0,-1 0 0,0-1 0,1 1 0,0 0 0,1 0 0,-1 0 0,0 11 0,2-12-25,-1 1 1,1 0-1,1-1 0,-1 1 0,1 0 1,0-1-1,0 1 0,1-1 0,0 1 1,0-1-1,0 0 0,0 0 1,1 0-1,3 5 0,-1-5-78,-1 1 0,1-1 1,0 0-1,0-1 0,1 1 0,-1-1 0,1 0 0,0-1 1,0 1-1,1-1 0,8 3 0,2 0-689,1-2 1,-1 0-1,1-1 0,0 0 0,0-2 1,21 0-1,-12-2-2829,42-6-1,2-12-5143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6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1745,'0'0'19980,"0"9"-17899,2 33 2122,13 69 0,-12-102-3743,1-17-312,2-28-255,-4 22 116,1 0-85,0 0 0,1 0 0,1 0 0,0 0 0,1 1 0,1 0 0,0 0 0,0 1 0,15-18 0,-16 23-185,0 0 1,1 0 0,0 1 0,0 0 0,1 1 0,14-9-1,-15 10-321,0 1-1,0 0 1,0 1-1,0 0 1,0 0-1,0 0 1,1 1-1,-1 0 1,11 0-1,-16 1 84,0 0-1,0 0 0,1 1 1,-1-1-1,0 0 0,0 1 1,0-1-1,0 1 0,1 0 1,-1 0-1,0 0 1,0 0-1,-1 0 0,1 0 1,0 1-1,0-1 0,2 3 1,14 18-7636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1:57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4818,'0'0'16352,"21"-7"-14093,69-20-495,-87 25-1594,0 2 0,1-1-1,-1 0 1,0 1 0,1-1 0,-1 1 0,1 0 0,-1 0 0,1 0-1,-1 1 1,0-1 0,1 1 0,5 2 0,-8-2-68,1 0-1,0 0 1,0 0 0,0 0 0,-1 0-1,1 1 1,-1-1 0,1 1 0,-1 0-1,1-1 1,-1 1 0,0 0 0,0 0-1,0-1 1,0 1 0,1 3 0,0 5 174,0-1 1,0 0-1,-1 1 1,0 0-1,-1-1 1,0 1-1,-2 10 1,1 1 243,2-18-474,-1 0 0,0 0 0,-1 0 0,1 0 0,0 1-1,-1-1 1,0 0 0,1 0 0,-1 0 0,0 0 0,-1 0 0,1 0-1,-1-1 1,1 1 0,-3 3 0,4-22-70,4 9-67,1 1 0,-1-1 0,1 1 0,0 0 1,0 1-1,1-1 0,-1 1 0,1 0 0,11-7 0,-3 3-286,1 0 0,0 0 0,23-8 0,-22 11 201,1 1 0,0 1 0,-1 0 0,1 2-1,0 0 1,25-1 0,-41 4 239,0-1 0,0 1 0,0-1-1,-1 1 1,1-1 0,0 1 0,0-1-1,-1 1 1,1 0 0,-1-1 0,1 1-1,0 0 1,-1-1 0,1 1 0,-1 0 0,0 0-1,1 0 1,-1-1 0,0 1 0,1 0-1,-1 0 1,0 0 0,0 1 0,6 28 1022,-5-24-913,-1-4-154,1 0-1,-1 0 1,0 0-1,1 0 1,-1 0 0,1 0-1,0 0 1,-1 0-1,1 0 1,0 0-1,0-1 1,0 1-1,0 0 1,2 1-1,0-2-73,-1 0 0,0-1 0,0 1 0,0-1 0,1 0 0,-1 1-1,0-1 1,1 0 0,-1 0 0,0-1 0,0 1 0,1 0 0,-1-1-1,3-1 1,16-3-356,-1-2 0,1-1 0,-2 0 0,24-14 0,12-5-961,-30 16 962,2-2-253,34-10-1,-52 21 1050,0-1 0,1 1-1,-1 1 1,15-1 0,-24 11 2269,-1 32-1612,-10 62 0,10-91-1867,2-10 385,-1 0 1,0-1-1,0 1 0,0 0 0,0 0 0,-1 0 0,1 0 1,0 0-1,-1 0 0,1 0 0,-1 0 0,0-1 0,1 1 0,-1 0 1,-2 1-1,-6 2-7065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2:02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467 269 288,'0'0'3247,"13"-18"-1340,41-58 140,-51 71-1536,1 0 1,-1 0 0,0 0 0,-1 0-1,1-1 1,-1 1 0,0-1-1,-1 0 1,1 0 0,-1 1-1,0-1 1,0 0 0,-1 0 0,0 0-1,0 0 1,0 0 0,-1 0-1,0 0 1,-2-7 0,2 11-355,0 1 1,0-1-1,0 1 1,-1-1-1,1 1 1,0 0 0,-1 0-1,1 0 1,-1 0-1,0 0 1,1 0-1,-1 0 1,0 0-1,1 1 1,-1-1-1,0 0 1,0 1-1,0 0 1,0-1 0,0 1-1,1 0 1,-1 0-1,0 0 1,-2 1-1,-50 3 1086,38-1-1060,0 1 1,1 1-1,-1 0 0,1 1 1,0 1-1,0 0 1,1 1-1,-20 15 0,-2 4 338,-59 57 0,74-62-322,0 0 0,1 1 1,-31 48-1,42-56-124,1 0 0,1 0 0,0 1 0,1 0 0,1 1 0,0-1 0,1 1 0,-2 23 0,4-24-56,1 0 0,0 1-1,2-1 1,0 0 0,0 0-1,7 25 1,-6-34-23,0 0 1,1 0-1,0 0 0,1 0 0,-1-1 1,1 1-1,1-1 0,-1 0 0,1 0 0,0 0 1,0-1-1,0 0 0,1 0 0,0 0 1,0-1-1,9 5 0,-5-4-15,0 0-1,0-1 1,1-1-1,-1 1 1,1-2 0,0 1-1,0-2 1,0 1-1,0-2 1,0 1 0,0-1-1,0-1 1,17-3-1,-7 0-7,0-1-1,0 0 1,-1-2-1,0-1 1,0 0-1,20-13 1,15-10-99,-1-2 1,-1-3 0,-3-2-1,-1-3 1,71-75 0,-105 99 26,-1-2 0,0 0 0,-2 0 0,0-1 1,15-35-1,-22 43 45,-1 0-1,0-1 1,-1 0 0,0 0 0,-1 0 0,0 0-1,-1 0 1,-1 0 0,0 0 0,0 0-1,-4-16 1,2 23 53,1 0 0,-1 0 0,-1 0 0,1 0-1,-1 1 1,0-1 0,0 1 0,-1 0 0,1 0 0,-1 0 0,0 1-1,-1-1 1,1 1 0,-1 0 0,0 0 0,0 1 0,0-1-1,0 1 1,-1 0 0,1 0 0,-1 1 0,0 0 0,0 0-1,-9-2 1,-2 0 50,0 1 0,1 1 0,-1 1 0,0 0 0,0 1 0,0 0 0,-32 7 0,40-5-26,0 1 1,1 0-1,-1 0 0,1 1 0,0 0 1,0 1-1,1-1 0,-1 2 0,1-1 0,0 1 1,-12 13-1,14-14-158,1 0 0,0 1 0,0-1 0,0 1 0,1 0 1,0 0-1,-4 9 0,6-10-213,0-1 0,0 0 0,0 0 0,0 1-1,1-1 1,0 1 0,0-1 0,0 0 0,0 1 0,1-1 0,-1 0 0,3 6 0,-3-8-43,1 0-1,0 0 1,0 0-1,0 0 1,0 0-1,0-1 1,0 1-1,1 0 1,-1-1-1,0 1 1,1-1-1,-1 1 1,1-1-1,2 2 1,37 15-7895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2:02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0 5635,'0'0'4025,"-21"6"-495,-13 3-1649,0 2 0,1 1 0,-52 27-1,32-9-187,1 1-1,1 3 0,-84 72 1,120-92-1507,1 1 0,0 0 0,0 1 0,2 1 0,0 0 0,1 0 0,0 1 0,2 1 0,0 0 0,1 0 0,1 0 0,1 1 0,1 0 0,0 0 0,-1 22 0,5-28-175,0 0-1,1 0 1,1 0-1,0 0 1,1 0-1,1-1 1,0 1-1,0 0 0,2-1 1,5 13-1,-5-16-81,0 0-1,1-1 0,1 1 0,-1-1 0,1-1 0,1 1 0,0-1 0,0-1 1,0 0-1,1 0 0,0 0 0,0-1 0,11 5 0,-7-5-347,-1 0 0,2-1 0,-1-1 0,0 0 0,1-1-1,-1 0 1,1-1 0,0-1 0,0 0 0,0-1 0,0-1 0,0 0 0,22-4-1,-21 1-1180,0 0 0,1 0 0,-2-2-1,1 0 1,-1 0 0,1-2 0,12-9-1,20-16-7328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2:02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2993,'0'0'15944,"12"-13"-13933,40-40-301,-51 52-1518,0-1 0,1 1 1,-1 0-1,1 0 0,0-1 0,-1 1 0,1 0 0,0 0 0,0 1 0,-1-1 0,1 0 0,3 0 0,-4 1-137,-1 0 0,1 0 0,0 0-1,-1 0 1,1 0 0,-1 0 0,1 0 0,0 0 0,-1 1 0,1-1 0,-1 0-1,1 0 1,0 1 0,-1-1 0,1 0 0,-1 1 0,1-1 0,-1 0 0,1 1-1,-1-1 1,1 1 0,-1-1 0,0 1 0,1 0 0,1 2 98,-1 1 1,1-1 0,-1 1-1,0-1 1,0 1 0,-1 0-1,1 7 1,0-6 146,3 29 545,-2 0 0,-3 38 0,1-23-537,-1-69-449,0 16 97,1 0-1,-1 0 1,1 1-1,0-1 0,1 0 1,-1 0-1,1 0 1,-1 1-1,1-1 0,0 0 1,0 1-1,1-1 1,-1 1-1,1-1 1,0 1-1,4-6 0,5-5-162,2 1-1,0 1 0,1 0 0,0 0 1,0 1-1,1 1 0,1 1 0,-1 0 1,2 1-1,-1 0 0,1 2 1,0 0-1,1 0 0,20-2 0,-37 7 218,0 1-1,1-1 1,-1 1-1,1 0 1,-1-1-1,0 1 0,1 0 1,-1 0-1,1 0 1,-1 0-1,1 0 1,-1 1-1,1-1 1,-1 0-1,0 1 1,1-1-1,-1 0 0,0 1 1,1 0-1,-1-1 1,0 1-1,1 0 1,-1 0-1,0 0 1,0 0-1,0 0 1,0 0-1,0 0 0,0 0 1,0 0-1,1 2 1,-1 1 169,0 1 0,0 0 0,-1 0 0,0-1 0,0 1 0,0 0 0,0 0 0,-1 5 0,0-2-4,-12 58 1929,3-14-3153,7-16-7721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2:03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7 1393,'0'0'15828,"-5"-3"-12719,5 3-3059,0 0 0,0 0 0,0 0 1,0 0-1,0 0 0,0 0 0,0-1 1,0 1-1,0 0 0,0 0 0,0 0 1,0 0-1,0 0 0,0 0 0,0 0 1,0 0-1,0 0 0,0 0 0,0 0 1,0 0-1,0-1 0,0 1 0,0 0 1,0 0-1,0 0 0,0 0 0,0 0 1,0 0-1,0 0 0,0 0 1,0 0-1,0 0 0,0 0 0,0 0 1,0-1-1,0 1 0,0 0 0,0 0 1,0 0-1,0 0 0,0 0 0,0 0 1,0 0-1,0 0 0,-1 0 0,1 0 1,0 0-1,0 0 0,0 0 0,0 0 1,0 0-1,0 0 0,0 0 0,0 0 1,0 0-1,135 0 1553,-134 0-1603,1 0 0,-1 0 0,0 0 0,1 0 0,-1 0 0,0 1 0,0-1 0,1 0 0,-1 1 0,0-1 0,0 1 0,1-1 0,-1 1 0,0 0 0,0-1 0,0 1 0,0 0 0,0 0 0,0 0 0,0 0 0,0 0 0,0 0 0,0 0 0,-1 0 0,1 0 0,0 0 0,-1 0 0,1 1 0,-1-1 0,1 0 0,-1 0 0,1 1 0,-1-1 0,0 0 0,0 1 0,0-1 0,0 0 0,0 1 0,0-1 0,0 3 0,-1 0 6,0-1 0,0 1 1,0 0-1,0 0 1,0-1-1,-1 1 1,0 0-1,0-1 0,0 0 1,0 1-1,0-1 1,-5 5-1,-102 78 1325,108-85-1294,0-1 0,0 1 0,0 0 1,0-1-1,0 1 0,0 0 0,1 0 0,-1 0 0,0-1 0,0 1 0,1 0 0,-1 0 0,1 0 0,-1 0 0,1 0 0,-1 0 0,1 0 0,0 0 0,-1 1 0,1-1 0,0 0 0,0 0 0,0 0 0,0 0 1,0 0-1,0 2 0,1-2-2,0 1 1,0-1 0,0 0 0,0 0 0,0 0-1,0 0 1,0-1 0,0 1 0,0 0 0,1 0-1,-1-1 1,0 1 0,0-1 0,1 1 0,-1-1-1,1 1 1,1-1 0,9 3 91,0-2 0,1 1 0,14-2 0,-2 1-194,62-5-2516,-76 3 818,-1-1 1,1-1-1,15-5 1,13-8-8278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2:04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17 368,'0'0'7404,"-18"-3"-5636,-4-2-1096,-16-2-26,-3 5 7318,41 5-6305,1 2-1325,1 1 0,-1 0 0,1-1-1,0 0 1,1 1 0,-1-1 0,1 0-1,0 0 1,1 0 0,-1 0-1,1-1 1,0 1 0,0-1 0,6 4-1,7 12 387,15 17 296,-3 1 0,36 60 1,-54-78-907,-2-1 1,0 1-1,-1 0 0,-1 1 1,0 0-1,-2 0 1,5 42-1,-8-39-81,-1 0-1,-1 0 0,-6 38 1,4-49 57,0-1-1,-2 1 1,1-1 0,-2 0 0,0-1-1,0 1 1,-1-1 0,-11 17 0,2-10 171,0-1 1,-1 0-1,0-1 0,-31 21 1,-23 25 197,61-48-4131,5-9-1210,3-11-30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5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8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19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0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3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6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2593,'0'0'19743,"3"0"-19258,1 0-378,1 0 0,-1 0 0,1 1 0,-1-1 0,0 1 0,1 0 0,-1 0 0,0 1 0,0-1 0,0 1 0,0 0 0,0 0 0,0 0 0,0 0 0,-1 1 0,1 0 0,-1-1 0,0 1 0,0 1 0,0-1 0,0 0 0,0 1 0,-1-1 0,1 1 0,-1 0 0,0 0 0,0 0 0,1 6 0,0-3-54,-1-1 1,-1 1-1,1 1 1,-1-1-1,0 0 0,-1 0 1,0 11-1,0-16-43,0-2-231,2-24-2218,-2 11 1909,2 6 471,1 1 0,-1 0-1,1 0 1,1 0 0,-1 1 0,1-1 0,0 1 0,0 0 0,0 0 0,1 0 0,0 1 0,0-1 0,0 1 0,1 0 0,-1 1 0,1-1 0,0 1 0,0 0 0,0 1 0,0-1-1,8-1 1,7-2 282,0 0-1,1 2 1,0 0-1,44 0 1,47 4 2130,-112 0-2285,1 0 0,-1 0 0,1 0 0,-1 1 0,1-1 0,-1 1 0,1-1 0,-1 1 0,1-1 0,-1 1 0,1 0 0,-1 0 0,0 0 0,0 0 1,1 0-1,-1 0 0,0 0 0,0 0 0,0 0 0,0 0 0,0 1 0,0-1 0,-1 0 0,1 1 0,0-1 0,-1 0 0,1 1 0,-1-1 0,1 1 0,-1-1 0,1 3 0,0 6 139,0-1 0,-1 0 0,0 1-1,-1 11 1,0 2-707,6-23-2006,25 0-2416,16 0-2252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9156,'0'0'13801,"16"-12"-12912,-4 4-729,1-2-32,1 0 1,0 1-1,1 0 1,0 1-1,0 1 0,24-8 1,-37 15 639,-11 10 43,6-5-773,0 1 1,1-1-1,-1 0 0,1 1 1,1-1-1,-1 1 0,1 0 1,0 0-1,0 0 0,0-1 1,1 1-1,0 0 0,0 0 1,1 0-1,0 0 0,0 0 0,0-1 1,4 11-1,-4-12-199,1 0 0,-1 0 0,1 0 0,0-1 0,1 1 0,-1-1 0,1 1 1,-1-1-1,1 0 0,0 0 0,0 0 0,0 0 0,1-1 0,-1 1 0,1-1 0,-1 0 0,1 0 0,0 0 0,0-1 0,0 1 0,0-1 0,0 0 0,0 0 0,0 0 0,0 0 0,9-1 0,-10 0-379,0 0 0,-1 0-1,1 0 1,0-1 0,0 1-1,0-1 1,0 0-1,-1 0 1,1 0 0,0 0-1,-1 0 1,1 0 0,0-1-1,-1 1 1,0-1-1,1 0 1,-1 0 0,0 0-1,4-4 1,19-29-8910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7652,'0'0'17736,"17"-66"-19513,42 66-2065,14-3-4978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7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9588,'0'0'16443,"-10"27"-14539,-4 10-1239,-6 13 449,-15 58-1,2 62 339,2-7-2407,25-142-479,-1 1 1,-1-1-1,0 0 1,-2 0-1,-12 21 0,3-19-5214,4-17-3791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79 7587,'0'0'11688,"26"1"-8913,183 22-355,-145-15-2530,0-2 1,126-5 0,-188-1 62,1 0 1,-1 0-1,1-1 0,-1 1 1,1-1-1,-1 1 1,0-1-1,1 0 1,-1 0-1,0 0 0,0 0 1,0 0-1,0 0 1,0-1-1,0 1 1,0-1-1,0 1 0,0-1 1,2-3-1,-2 2 6,-1-1-1,1 1 0,-1-1 0,1 1 0,-1-1 1,0 1-1,0-1 0,-1 0 0,1 0 1,-1 0-1,0-6 0,-1 8 74,1 0-1,-1 0 1,1 0 0,-1 0-1,0 0 1,1 0 0,-1 1-1,0-1 1,0 0 0,0 1 0,-1-1-1,1 1 1,0-1 0,-1 1-1,1-1 1,-1 1 0,1 0-1,-1 0 1,0 0 0,1 0-1,-1 0 1,0 0 0,0 0-1,1 0 1,-1 1 0,0-1-1,0 1 1,0 0 0,0-1-1,-2 1 1,-10-2 365,1 0-1,-28 0 1,-79 2 857,118 0-1210,0 0 0,-1 0 0,1 0 0,0 0 0,0 0 0,0 1 0,0-1 0,0 0 0,0 1 0,0 0 0,0-1 0,0 1 0,0 0 0,0 0 0,0 0 0,1 0 0,-1 1 0,0-1 0,1 0 0,-1 1 0,1-1 0,-1 1 0,1-1 0,0 1 0,-1 0 0,1 0 0,0-1 0,-1 4 0,0 1-13,1 1 1,0 0-1,0 0 0,1-1 0,-1 1 0,1 0 0,2 13 1,0-13-148,-1 0-1,1 0 1,1 1 0,-1-1 0,1-1 0,0 1 0,1 0 0,0-1 0,0 0-1,0 1 1,1-2 0,-1 1 0,1 0 0,8 6 0,-5-5-886,1 0 1,-1-1 0,1 0 0,0 0-1,1 0 1,-1-2 0,1 1-1,0-1 1,18 5 0,22-4-7494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1969,'0'0'24408,"4"11"-22617,-1-1-1378,1 1-31,-1-1 1,1 0-1,1 0 1,0-1-1,10 16 0,-14-24-423,0 0-1,0 0 1,0 0-1,0 0 1,1-1-1,-1 1 1,0 0-1,0 0 1,1-1-1,-1 1 1,0-1-1,1 1 1,-1-1-1,0 1 1,1-1-1,-1 0 1,1 0-1,-1 0 1,1 0-1,-1 0 1,1 0-1,-1 0 1,0 0-1,1 0 1,2-2-1,39-16-1823,-27 10 1549,7-3-464,-16 6 684,1 1 0,0 1 0,0-1-1,1 1 1,-1 0 0,1 1 0,16-3 2931,-10 12-2168,-11-3-706,0-1-1,1 0 1,-1 0-1,1-1 1,0 1-1,-1-1 1,1 0-1,0 0 1,0-1-1,0 1 1,1-1-1,-1 0 1,0 0-1,0-1 1,1 0-1,-1 0 1,0 0-1,1 0 1,-1-1-1,0 0 1,10-3-1,8-3-478,0-1-1,0-1 1,28-15-1,-48 23 504,21-11-199,-11 6 368,0 0 0,20-14 0,-34 28 5304,7 6-4587,9 12-2067,-12-24 710,0 1 0,0 0 0,0-1 0,0 0 0,0 1 0,1-1 0,-1 0 0,1-1 0,-1 1 0,1-1 0,5 2 0,1-1-2221,-1-1 1,0 0-1,17 0 0,17-1-8607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2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15 7027,'0'0'18030,"-19"-3"-14567,-6-1-2653,9 1-270,0 1 0,0 0-1,-20 1 1,35 1-518,1 0-1,-1 1 1,1-1 0,-1 0-1,1 0 1,0 1 0,-1-1-1,1 0 1,-1 0-1,1 1 1,0-1 0,-1 1-1,1-1 1,0 0 0,0 1-1,-1-1 1,1 1-1,0-1 1,0 0 0,0 1-1,-1-1 1,1 1 0,0-1-1,0 1 1,0-1 0,0 1-1,0-1 1,0 1-1,0-1 1,0 1 0,0 0-1,0 22-89,1-14 82,13 121-1033,-14-129 1015,0 0 0,0 0 0,-1 1 0,1-1 0,0 0 0,-1 0 0,1 0 0,-1 0 0,1 0 0,-1 0 0,1 0 0,-1 0 0,0 0 0,0 0 0,1-1 0,-1 1 0,0 0 0,0 0 0,0-1 0,0 1 0,0 0 0,0-1 0,0 1 0,0-1 0,0 1 0,0-1 0,0 0 0,0 1 0,-1-1 0,1 0 0,0 0 1,0 0-1,-1 0 0,-50 1 153,35-2-118,0 1-30,1 0-961,-1 0-1,-19-4 0,30 3-213,0 0-1,0-1 1,0 0 0,0 0-1,-8-4 1,-17-14-8255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2593,'0'0'9164,"5"-3"-7421,14-10-9,-18 13-1668,-1 1-1,0-1 1,1 0 0,-1 0 0,0 0 0,1 0 0,-1 0 0,0 1 0,0-1-1,1 0 1,-1 0 0,0 0 0,0 1 0,1-1 0,-1 0 0,0 0 0,0 1-1,1-1 1,-1 0 0,0 1 0,0-1 0,0 0 0,0 0 0,0 1 0,0-1-1,1 0 1,-1 1 0,0-1 0,0 0 0,0 1 0,0-1 0,0 0 0,0 1 0,0-1-1,0 0 1,0 1 0,-1-1 0,1 0 0,0 1 0,0-1 0,0 0 0,0 1-1,0-1 1,-1 1 0,1 1 310,-17 362 6089,6-276-7417,-3 0 0,-30 95 0,42-176 49,-9 28-57,3-21-2385,-1-8-4925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8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2:39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2513,'0'0'8786,"-7"9"-7231,-2 1-1135,7-6-301,-1 0 0,0 0 1,0-1-1,-1 1 0,1-1 0,-1 0 1,1 0-1,-1 0 0,0-1 1,0 1-1,-8 2 0,-38 22 899,2 1-1,1 3 1,-66 56-1,88-68-698,12-9-157,-29 25 382,40-33-539,0 0-1,1 0 0,-1 0 1,0 0-1,0 0 1,1 1-1,0-1 0,-1 1 1,1-1-1,0 1 1,0-1-1,0 1 0,0 0 1,1-1-1,-1 4 0,31-8-316,-19-6 313,0 0 0,0 0 0,-1-1-1,0-1 1,0 0 0,-1 0 0,11-17 0,16-15-37,0 5-27,1 2 0,65-47 0,-101 81 124,1-1 1,0 1 0,0-1 0,0 1 0,-1 0 0,1 0 0,1 0 0,-1 0 0,0 1 0,0-1 0,0 0-1,0 1 1,0-1 0,1 1 0,-1 0 0,0 0 0,0 0 0,1 0 0,-1 0 0,0 1 0,0-1 0,0 0-1,1 1 1,-1 0 0,0-1 0,0 1 0,0 0 0,0 0 0,4 3 0,-1 2 262,1 0 1,-1 0 0,0 0-1,0 1 1,-1 0-1,7 13 1,3 4-26,11 12 206,2-1 0,43 43 0,-36-42-782,-24-20-1360,-7-4-5621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0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38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16 2593,'0'0'9164,"5"-3"-7421,15-10-9,-20 13-1668,0 1-1,1-1 1,-1 0 0,0 0 0,0 0 0,1 0 0,-1 0 0,0 1 0,1-1-1,-1 0 1,0 0 0,0 0 0,1 1 0,-1-1 0,0 0 0,0 0 0,1 1-1,-1-1 1,0 0 0,0 1 0,0-1 0,0 0 0,0 0 0,1 1 0,-1-1-1,0 0 1,0 1 0,0-1 0,0 0 0,0 1 0,0-1 0,0 0 0,0 1 0,0-1-1,0 0 1,0 1 0,0-1 0,0 0 0,-1 1 0,1-1 0,0 0 0,0 1-1,0-1 1,-1 1 0,1 1 310,-17 362 6089,6-276-7417,-3 0 0,-29 95 0,41-176 49,-9 28-57,3-21-2385,-2-8-4925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66 2449,'0'0'10464,"-2"1"-9008,-39 21 738,-61 43-1,63-35-1778,1 1-1,1 2 1,-38 44 0,50-41-362,21-29-117,0 0-1,-1 0 1,0-1 0,0 1-1,-1-1 1,-9 8-1,14-14-306,2-1 283,-1 0-1,0-1 0,1 1 0,-1 0 0,1 0 0,0 0 1,-1-1-1,1 1 0,0 0 0,0 0 0,0 0 1,0 0-1,1-1 0,4-5 41,14-22-92,-4 4 64,0 1 0,2 1 0,1 0 0,1 2 0,0 0 0,35-27 0,-42 39 59,12-7-13,0-2 0,-1-1 0,-1 0 0,-1-2 0,-1-1 0,24-30 0,-45 52 44,0 0 0,0 0 0,0 1 1,0-1-1,0 0 0,0 0 0,0 0 0,0 1 0,0-1 0,0 0 1,0 0-1,0 0 0,0 1 0,0-1 0,0 0 0,0 0 0,0 0 1,1 0-1,-1 1 0,0-1 0,0 0 0,0 0 0,0 0 0,1 0 1,-1 0-1,0 1 0,0-1 0,0 0 0,0 0 0,1 0 0,-1 0 1,0 0-1,0 0 0,0 0 0,1 0 0,-1 0 0,0 0 0,0 0 1,0 0-1,1 0 0,-1 0 0,0 0 0,0 0 0,1 0 0,-1 0 1,0 0-1,0 0 0,0 0 0,0 0 0,1 0 0,-1-1 0,0 1 1,0 0-1,0 0 0,1 0 0,-1 0 0,0 0 0,0 0 0,0-1 1,0 1-1,0 0 0,0 0 0,1 0 0,-1-1 0,0 1 0,0 0 0,2 23 520,-1-16-324,1 9 251,0-1-1,1 0 0,1-1 0,1 1 0,12 27 1,-13-34-368,1 0 1,0 0 0,0-1 0,0 0 0,1 0 0,1 0-1,-1-1 1,1 0 0,0 0 0,0 0 0,10 5 0,-2-2-153,1-1 1,-1-1 0,2 0 0,-1-1 0,27 6 0,13-6-6890,-44-6-2387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0 3201,'0'0'10194,"0"26"-7979,-5 167 1082,0-101-1698,-33 379 1455,31-428-3109,-1 5-540,-4 85-1,12-132 511,0-1-1,0 1 1,0-1-1,0 1 0,0-1 1,1 1-1,-1-1 1,0 1-1,0-1 1,0 0-1,0 1 1,1-1-1,-1 1 0,0-1 1,0 1-1,1-1 1,-1 0-1,0 1 1,1-1-1,-1 0 1,0 1-1,1-1 0,-1 0 1,1 0-1,-1 1 1,0-1-1,1 0 1,-1 0-1,1 0 1,-1 1-1,1-1 0,-1 0 1,1 0-1,-1 0 1,1 0-1,-1 0 1,1 0-1,-1 0 1,1 0-1,-1 0 0,1 0 1,-1 0-1,1 0 1,-1-1-1,0 1 1,1 0-1,-1 0 1,1 0-1,-1-1 1,1 1-1,-1 0 0,1-1 1,1 0-512,1 0 1,-1 0 0,0-1-1,1 1 1,-1-1 0,0 1-1,0-1 1,0 0-1,3-4 1,12-24-5810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48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0 2513,'0'0'8786,"-7"9"-7231,-1 1-1135,5-6-301,0 0 0,0 0 1,0-1-1,0 1 0,-1-1 0,0 0 1,1 0-1,-1 0 0,0-1 1,0 1-1,-8 2 0,-38 22 899,2 1-1,1 3 1,-66 56-1,88-68-698,12-9-157,-28 25 382,39-33-539,0 0-1,0 0 0,0 0 1,0 0-1,1 0 1,-1 1-1,1-1 0,-1 1 1,1-1-1,0 1 1,0-1-1,0 1 0,1 0 1,-1-1-1,0 4 0,31-8-316,-19-6 313,0 0 0,0 0 0,0-1-1,-1-1 1,-1 0 0,0 0 0,12-17 0,14-15-37,1 5-27,1 2 0,65-47 0,-100 81 124,-1-1 1,1 1 0,0-1 0,0 1 0,0 0 0,0 0 0,0 0 0,0 0 0,0 1 0,0-1 0,0 0-1,0 1 1,1-1 0,-1 1 0,0 0 0,0 0 0,1 0 0,-1 0 0,0 0 0,0 1 0,0-1 0,1 0-1,-1 1 1,0 0 0,0-1 0,0 1 0,0 0 0,0 0 0,4 3 0,0 2 262,-1 0 1,0 0 0,0 0-1,0 1 1,0 0-1,5 13 1,4 4-26,12 12 206,0-1 0,44 43 0,-36-42-782,-23-20-1360,-9-4-5621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3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5298,'0'0'9402,"8"-9"-8223,24-29-154,-19 30 353,-5 13-859,-3 19-320,-5-21-65,7 383 4159,-9-231-4272,2 35-2297,-4-210-11309,4-9 7215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0 563 800,'0'0'6809,"18"-8"-3424,2 3-2538,1 1 0,41-3-1,-16 3-406,1154-127 1129,-912 104-1655,746-48 479,-157 64-304,-329 8-757,-345 0 640,542-14-912,-2-60-667,-622 62 1654,150 0-1,-117 10-624,100 1 5454,22-1-4494,789-54 1603,-572 7-1553,-474 49-333,-5 2 169,0-1 1,-1-1 0,1 0 0,0-1-1,-1 0 1,24-11 0,-37 15-227,0 0-1,0 0 1,0 0-1,0 0 1,0 0 0,1 0-1,-1 0 1,0 0 0,0 0-1,0 0 1,0 0-1,0 0 1,1 0 0,-1 0-1,0 0 1,0 0-1,0 0 1,0 0 0,0 0-1,1 0 1,-1 1-1,0-1 1,0 0 0,0 0-1,0 0 1,0 0 0,0 0-1,0 0 1,0 1-1,0-1 1,0 0 0,1 0-1,-1 0 1,0 0-1,0 0 1,0 1 0,0-1-1,0 0 1,0 0-1,0 0 1,0 0 0,0 0-1,0 1 1,0-1 0,0 0-1,0 0 1,-1 0-1,1 1 1,1 16 277,-5 21-479,-8 37 606,-4 115-1,21 178 767,-3 138-359,-4-491-638,0 1-1,-1-1 0,-1 0 0,0 0 1,-1-1-1,-1 1 0,0-1 0,-1 0 0,-12 18 1,19-32-70,-1 0 1,1 1 0,-1-1 0,1 1 0,-1-1 0,1 0-1,-1 1 1,0-1 0,1 0 0,-1 0 0,0 1-1,1-1 1,-1 0 0,0 0 0,1 0 0,-1 0-1,0 0 1,1 0 0,-1 0 0,0 0 0,1 0-1,-1 0 1,0 0 0,-1-1 0,-21-6-709,12 3 663,-47-7-622,1 2 0,-68 0-1,-120 8-432,121 2 599,-1328-17-1104,754 14 1436,194 27 137,16 1-79,241-24-88,-515 30 116,729-29-49,-473 36 217,238-40-808,-301 2-34,251 20 872,-45-1 267,265-17-596,-165 23-1,163-12 91,-102-1-1,-100-13 49,137-1-53,-16 1 421,180 0-607,6 0-758,-9 0-287,-7-1 378,0 0 1,-1-1-1,-13-3 0,-29-5-2395,42 9 2251,-70-4-1085,47 5-2533,27-2 859,6-7-2207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 1473,'0'0'15831,"1"-4"-14265,3-9 167,-2 24 423,-1 34-856,-1 9-359,-14 370 2744,-3-201-3768,15-127-3614,2-96 3467,0 1 0,1-1 0,-1 1 1,0-1-1,1 1 0,-1-1 0,1 1 1,-1-1-1,1 1 0,-1-1 0,1 0 1,-1 1-1,1-1 0,-1 0 0,1 0 1,-1 1-1,1-1 0,-1 0 0,1 0 0,0 0 1,-1 1-1,1-1 0,-1 0 0,1 0 1,0 0-1,-1 0 0,1 0 0,-1 0 1,1-1-1,0 1 0,-1 0 0,2 0 0,23-8-6909,5-25-2660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9732,'0'0'6507,"-9"28"-3495,-2 4-2090,-5 16 1033,-20 91 0,-11 245 3854,7-34-5674,39-345-459,-8 67-854,9-48-2070,3-4-3821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6771,'0'0'15122,"3"27"-12892,4 35-886,-2 0 0,-4 0 0,-11 107 0,-61 162 267,-10 63-2398,76-328-3986,10-64-647,13-7 1028,14-20-4047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1 400,'0'0'24422,"-3"22"-23456,-67 388 3879,55-288-4567,-19 126 38,0-85-3178,26-124-657,7-14-3687,1-17-766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4802,'0'0'13497,"6"18"-11677,0 1-1339,0 0 1,-2 0-1,0 1 1,-1-1-1,-1 1 1,0 0-1,-3 26 1,-5 1 738,-2 0 1,-22 70-1,-42 89 542,48-144-1393,-85 229 374,29-104-4330,79-184 3009,0 0-1,-1 0 1,1 0-1,0-1 1,-1 1-1,0-1 1,0 1-1,0-1 1,0 1-1,0-1 1,0 0-1,-1 0 1,1 0 0,-1 0-1,1-1 1,-6 4-1,-15-3-3684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70 3009,'0'0'11179,"-15"-11"-10045,-49-37-302,62 47-803,0 0 0,0-1 0,1 1 0,-1 0 0,0 0 0,0 1 0,0-1 0,0 0 0,-1 1 0,1-1 0,0 1 0,0-1 0,0 1 0,0 0 0,0 0 0,-1 0 0,1 0 0,0 1 0,0-1 0,0 1-1,0-1 1,0 1 0,0-1 0,0 1 0,0 0 0,0 0 0,0 0 0,0 0 0,0 1 0,0-1 0,-1 2 0,-3 1 61,-11 7 279,1 1 0,0 1 0,1 0 0,1 0 0,0 2 0,-20 27 0,27-33-292,2 0-1,-1 1 1,1 0-1,0 0 1,1 0-1,0 0 1,1 1-1,0 0 1,1-1-1,0 1 1,1 0-1,0 0 1,1 18 0,0-27-82,0 1 0,1-1 0,-1 0 1,1 1-1,-1-1 0,1 0 0,0 1 1,0-1-1,0 0 0,0 0 0,0 0 1,1 0-1,-1 0 0,0 0 0,1 0 1,0 0-1,-1-1 0,4 3 0,-2-2-13,1 1 0,0-1 0,0-1 0,0 1 0,-1 0 0,2-1 0,-1 0 0,0 0 0,0 0 0,5 0 0,-2 0-4,0-1 0,0 0 0,1 0 0,-1 0 0,0-1-1,0 0 1,1-1 0,-1 0 0,0 0 0,-1 0 0,1-1-1,11-6 1,-4-2 3,0-1-1,-1-1 1,0 0-1,-1-1 1,0 0-1,-1-1 1,-1 0-1,0-1 1,-1 0-1,-1-1 1,0 1-1,-2-1 1,0-1-1,0 0 1,4-28-1,-7 27 1508,-1 35 28,-1-5-1927,1 27 828,2 0 0,12 54-1,-11-76-691,0 0-1,1 0 0,8 16 1,-9-23-714,1 1 1,0-1-1,0 0 0,1-1 1,12 13-1,2-4-6121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8884,'0'0'10789,"4"21"-9164,-2-15-1473,6 34 980,-2 0 0,1 49 0,-8 9-102,-18 137 0,15-189-1045,3-28-791,-1-1 0,-8 32 0,4-42-5354,-1-16-2308,3-13 1312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41 5827,'0'0'5279,"27"0"-2557,188 0 1159,25-20-1106,-29 1-1198,-40 18-798,-165 1-723,-1 1-1,1-1 1,0 1 0,-1 0 0,1 1-1,-1-1 1,1 1 0,-1 0 0,0 0-1,1 1 1,-1 0 0,0 0 0,-1 0-1,1 0 1,-1 1 0,1 0 0,-1 0-1,0 0 1,0 0 0,-1 1 0,0-1-1,1 1 1,-1 0 0,-1 0 0,1 0-1,-1 1 1,2 5 0,3 8 80,-1 1 1,-2 0-1,0 1 0,0-1 1,-2 1-1,0 23 1,-5 221 326,0-67-502,3-197 35,0 0 0,0 0-1,0 0 1,0 0 0,0 0 0,0 0 0,0 0 0,0 0 0,0 0 0,0 0 0,0 0 0,-1 0-1,1 0 1,0 0 0,-1 0 0,1 0 0,-1 0 0,1 0 0,-1-1 0,1 1 0,-1 0 0,0 0-1,1-1 1,-1 1 0,0 0 0,0-1 0,1 1 0,-1-1 0,-1 2 0,-2-2-14,1 0 0,0 0 0,0 0 0,0 0 0,0 0 0,0-1 0,-1 0 0,-3-1 0,4 1 7,-43-7-152,0 2 0,0 1 1,-1 3-1,1 1 1,-1 3-1,-62 10 1,-1 8 148,-157 49 0,228-59 19,1 3-1,1 0 1,0 3 0,-64 37 0,96-49-12,0-1 1,0 0-1,0 0 0,0-1 1,-1 0-1,0 1 1,1-2-1,-1 1 1,0-1-1,0 0 0,0 0 1,1-1-1,-1 1 1,-10-2-1,15 1-11,0-1 1,0 1-1,0 0 0,1-1 1,-1 1-1,0-1 0,0 1 0,1-1 1,-1 1-1,0-1 0,1 0 1,-1 1-1,1-1 0,-1 0 0,0 1 1,1-1-1,0 0 0,-1 0 1,1 1-1,-1-1 0,1 0 0,0 0 1,0 0-1,0 0 0,-1 0 1,1 1-1,0-1 0,0 0 0,0 0 1,0 0-1,0 0 0,0 0 1,1 0-1,-1 1 0,0-1 0,0 0 1,1 0-1,-1 0 0,1-1 1,0-2-265,0 0 0,0 0 0,1 0 1,-1 0-1,1 1 0,0-1 0,0 0 1,4-4-1,6-3-1872,0 1 1,1 1-1,-1 0 1,25-12-1,20-11-8077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0 857 2513,'0'0'10757,"16"-2"-8751,79-11-88,84-11 182,-80 18-1838,143 9-1,-205 2-427,1 1 1,-2 1-1,1 3 1,-1 1-1,-1 1 1,54 27-1,-27-6 37,-1 2-1,88 69 1,-132-92 99,-1 2-1,-1 0 1,0 1 0,17 22 0,-24-27 18,-1 1-1,-1 0 1,0 0 0,0 1-1,-1 0 1,0 0 0,-1 0 0,3 16-1,-2 7 201,2 57 0,-6-66-75,1 0 0,0 0 0,2 0 1,10 34-1,-13-58-114,0 0-1,-1 0 1,1 0 0,1-1-1,-1 1 1,0 0 0,0 0-1,1-1 1,-1 1 0,1-1-1,-1 1 1,1-1-1,0 1 1,0-1 0,-1 0-1,1 0 1,0 0 0,0 0-1,0 0 1,0-1 0,0 1-1,0 0 1,4-1 0,4 2 14,1-1 0,-1-1 0,20-1 0,-6 0 58,-9 0 0,0-1 0,0 0 0,0-1 0,-1 0 0,0-1 0,1-1 0,-1 0 0,-1-1 0,1-1 0,-1 0 0,0 0 0,-1-1 0,0-1 0,0 0 0,19-20 0,-7 3 90,-2 0 0,0-1 0,-2-1 0,0-1 0,26-55 0,-33 55-43,-1-1 0,-2 0 0,-1-1 1,-1 0-1,6-47 0,-10 34-47,-1 0 0,-2 1 0,-8-67-1,-1 65-44,-2 1-1,-2 0 1,-29-72 0,-9-28 768,44 116-568,2 1 0,1-1 0,2-1 0,0 1 1,5-39-1,-1-13 15,-3 79-217,0 0-24,0 1-1,0-1 1,0 0 0,0 1 0,0-1-1,0 1 1,0-1 0,0 0 0,0 1-1,0-1 1,0 1 0,0-1-1,0 0 1,1 1 0,-1-1 0,0 1-1,0-1 1,1 1 0,-1-1 0,12-3 3,0 0 1,-1 1 0,1 1 0,0 0 0,1 1 0,12 0-1,3-1 5,117-10 4,104-12 52,-183 14-14,110-30 0,-153 32 1015,-19 7-638,0-1 0,0 1 0,0-1 0,0 1 1,0 1-1,0-1 0,7 0 0,-11 2-143,-8 2-1159,-6 1-3346,4-3-1757,5-2 126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5811,'0'0'14158,"-2"11"-12328,-2 25-210,2 0 0,1-1 1,6 49-1,-1-34-685,-2 66 1,-2-75-732,-1-56-165,-1 0 1,0 0-1,-2 0 0,-4-15 0,3 12-64,1 1 0,-2-20-1,4 17-57,1 1 1,0-1-1,4-27 0,-2 42 34,0-1-1,0 1 1,0 0 0,0 0-1,1 0 1,0 0 0,0 0-1,1 1 1,-1-1 0,1 1-1,0-1 1,0 1 0,0 0-1,1 0 1,-1 0 0,1 0-1,6-4 1,-8 7 45,-1 0 0,0 1 0,1-1 1,-1 0-1,1 1 0,-1-1 0,1 1 0,-1 0 0,1-1 0,-1 1 1,1 0-1,0 0 0,-1 0 0,1 0 0,-1 0 0,1 1 0,-1-1 0,1 0 1,0 1-1,-1-1 0,1 1 0,1 0 0,31 23 34,-18-11 0,6 0 57,41 18 1,13 7 12,-75-37-81,-1-1 1,1 1 0,-1-1-1,1 1 1,-1-1-1,1 1 1,-1-1 0,1 1-1,-1-1 1,0 1 0,1-1-1,-1 1 1,0 0 0,1-1-1,-1 1 1,0 0 0,0-1-1,0 1 1,0 0 0,1-1-1,-1 1 1,0 0 0,0-1-1,0 1 1,0 0 0,-1-1-1,1 1 1,0 0 0,0 0-1,0-1 1,-1 1 0,1-1-1,0 1 1,0 0 0,-1-1-1,1 1 1,-1-1 0,1 1-1,0 0 1,-1-1 0,1 1-1,-1-1 1,1 0 0,-1 1-1,0-1 1,1 1 0,-2-1-1,-28 22 476,2-8-167,-52 19 1,-14 5 94,83-32-427,1-1 0,0 2-1,0-1 1,0 1 0,1 1 0,-10 10 0,18-17-100,0 0 0,0 0-1,0 0 1,0 0 0,0 0 0,0 1 0,0-1 0,0 0 0,1 1 0,-1-1 0,1 0 0,-1 1 0,1-1 0,-1 1 0,1 2 0,0-4-67,0 1-1,0 0 1,0-1 0,0 1 0,1-1 0,-1 1 0,0 0 0,1-1 0,-1 1-1,0-1 1,1 1 0,-1-1 0,0 1 0,1-1 0,-1 1 0,1-1 0,-1 1-1,1-1 1,0 1 0,-1-1 0,1 0 0,-1 1 0,2-1 0,3 2-1185,0-1 1,0 1-1,0-1 1,0-1-1,1 1 1,9-1-1,30 0-9067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18 5186,'0'0'13740,"-6"3"-12462,-2 2-850,1 0 0,-1 1 0,1 0 0,0 1 0,0 0 0,1 0 0,0 0 0,0 0 0,1 1 0,-8 15 0,7-12-120,1-1 0,0 1-1,1 0 1,0 1 0,0-1 0,1 1-1,1-1 1,-2 24 0,4-34-311,0 0 0,0 0 0,0 0 0,0 0-1,1 0 1,-1 0 0,0-1 0,0 1 0,1 0 0,-1 0 0,1 0 0,-1 0 0,1 0 0,-1 0-1,1-1 1,-1 1 0,1 0 0,0 0 0,-1-1 0,1 1 0,0 0 0,0-1 0,0 1-1,-1-1 1,1 1 0,0-1 0,0 1 0,0-1 0,0 0 0,0 1 0,0-1 0,2 0-1,38 1-42,-22-2 27,-6 1 5,0 0-1,1-1 1,-1-1-1,0 0 1,0 0-1,0-1 1,0-1 0,-1-1-1,1 1 1,-1-2-1,0 0 1,0 0 0,-1-1-1,15-12 1,-23 17 10,-1-1-1,0 1 1,0 0 0,-1-1-1,1 1 1,-1-1 0,1 0-1,-1 1 1,0-1 0,1 0-1,-2 0 1,1 0 0,0 0-1,0 0 1,-1 0 0,0 0-1,0 0 1,0 0 0,0 0-1,0 0 1,0 0 0,-1 0 0,1 0-1,-1 0 1,0 0 0,-2-5-1,0 2 17,0 0 0,-1 0 0,1 0 0,-1 0 1,0 0-1,-1 1 0,1-1 0,-1 1 0,0 1 0,-8-7 0,1 2 9,-1 1 1,-18-9 0,10 11-7789,43 6-1248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2977,'0'0'14970,"3"1"-9347,4 7-4224,-5 48 926,-2-40-2083,0-1 1,1 0-1,4 21 1,-4-35-190,2-9-317,4-9 74,0 0 1,2 1-1,0 0 0,1 0 1,1 1-1,0 0 0,1 1 1,1 1-1,0 0 0,0 0 1,24-15-1,-35 27 1039,-2 3-164,-1 22-37,0-16-471,0 1 1,1 0-1,0-1 0,1 1 1,0-1-1,0 1 0,1-1 1,4 14-1,-4-20-188,-2-1-189,0 28-14585,0-19 7493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22 624,'0'0'19593,"80"0"-17992,-51 0-961,-4 0-464,-4 0-144,-6 0-32,-7 0-400,-2 0-976,3-3-1138,-5-5-2800,4-2-3826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3:09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9620,'0'0'17913,"-13"115"-17081,0-80-608,5 1-224,-2-1-48,5 1-1168,3-3-1458,0-8-3184,2-8-5139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4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70 109 1553,'0'0'11736,"12"-18"-9759,37-56-35,-37 59 3643,-12 15-5563,0 0 0,0-1 0,0 1 0,0 0 1,0 0-1,1 0 0,-1 0 0,0 0 0,0 0 0,0 0 0,0 0 0,0 0 0,0 0 0,0 0 0,1 0 0,-1 0 0,0 0 0,0 0 0,0 0 0,0 0 0,0 0 0,0 0 0,0 0 0,1 0 0,-1 0 0,0 0 0,0 0 0,0 0 0,0 0 0,0 0 0,0 0 0,0 0 0,1 0 0,-1 0 0,0 0 0,0 0 0,0 0 1,0 0-1,0 0 0,0 0 0,0 1 0,0-1 0,0 0 0,0 0 0,0 0 0,1 0 0,-1 0 0,0 0 0,0 0 0,0 0 0,0 1 0,0-1 0,-1 15-880,1-14 1219,-3 42 229,-2 1-1,-2-1 1,-23 80 0,-4 19 293,-3 50 5,8-67-3785,30-136-4869,-2-15 3367,0 0 434,1-19-2345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8 192,'0'5'17589,"-3"19"-16391,0-18-989,-1 0-1,0 0 0,-1-1 1,1 1-1,-1-1 0,0 0 1,-1-1-1,1 1 0,-1-1 0,-11 7 1,-9 2-27,-35 15 1,25-13-116,24-10-157,-1 1-1,1 0 1,0 0 0,0 1-1,0 1 1,1 0-1,1 0 1,-1 1-1,-9 11 1,54-17-364,-26-3 476,1-1 0,0-1 0,-1 0 0,1 0 0,-1 0 1,0-1-1,0 0 0,0-1 0,12-6 0,8-8-193,30-23 1,-42 29-32,-1 1 140,0-1 1,-1 0 0,0-1 0,-1-1 0,-1 0 0,0-1 0,0 0 0,10-21 0,-24 52 3424,4 21-2636,-1-13 25,-1-17-593,1 0 0,0 0-1,0 0 1,1 0 0,0-1-1,0 1 1,1-1 0,-1 1-1,1-1 1,1 0 0,-1 0 0,7 8-1,-2-4-666,0 0-1,1 0 1,1-1 0,-1-1-1,21 15 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 1 3778,'0'0'13753,"-3"7"-10325,-41 96-1569,-24 64 657,39-38-1924,-1 1-383,29-127-252,0 0 0,0 0 0,0 0 0,0-1 0,0 1 0,-1 0 0,1-1 0,-1 1 0,-2 2 0,-8-1-4335,8-11-2091,2-12 2243,2 18 3342,0-22-4494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6:56.6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3009,'0'0'10645,"-5"5"-9241,-15 12-118,-1-1 0,0-1 1,-1-1-1,-25 11 1,35-20-1219,1 1 0,-1-1 0,1 2 0,0 0 0,1 0-1,-1 1 1,2 0 0,-1 0 0,1 2 0,0-1 0,1 1 0,0 0 0,1 0 0,-9 16 0,80-70 300,-8 0-329,-27 21-30,1 0-1,58-33 0,-87 56 76,1-1 1,-1 0-1,1 0 0,-1 1 1,1-1-1,0 1 0,-1 0 0,1-1 1,0 1-1,-1 0 0,1 0 0,0 0 1,-1 0-1,1 0 0,0 1 1,0-1-1,-1 0 0,1 1 0,-1-1 1,1 1-1,0 0 0,-1-1 0,1 1 1,-1 0-1,1 0 0,-1 0 1,0 0-1,1 0 0,-1 0 0,0 1 1,0-1-1,0 0 0,0 1 1,0-1-1,0 1 0,0-1 0,0 2 1,5 9 194,-1-1 0,0 1 0,-1 0 0,3 15 0,1 1 896,-3-16-810,1 0 0,-1 0-1,13 17 1,-15-25-170,0 0 0,0 0 0,0 0 1,1 0-1,-1-1 0,1 1 0,0-1 1,0 0-1,0 0 0,0 0 0,1-1 1,5 3-1,-8-5-139,-2 2-56,0 0-53,0-2-342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00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8436,'0'0'12630,"131"13"-11206,-97-7-351,-7-2-353,-6 0-320,-9-2-144,-7-2-144,-14 0-2737,-10 0-2049,-4 0-5491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4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56 5410,'0'0'9725,"2"-6"-8802,-1 4-815,0 0-1,0-1 1,1 1 0,-1 0-1,0 0 1,1 0-1,-1 0 1,1 0 0,0 0-1,0 0 1,0 0 0,0 1-1,0-1 1,2-1-1,2 1 108,-1-1 0,0 1-1,1 0 1,-1 0-1,1 1 1,9-2-1,6 1 14,-1 1 0,1 0 0,26 3 1,-44-1-228,1-1 1,-1 1-1,0 0 1,0 0 0,0 0-1,0 1 1,0-1 0,0 1-1,-1-1 1,1 1 0,0 0-1,-1 0 1,0 0 0,1 0-1,-1 1 1,0-1-1,0 1 1,0-1 0,0 1-1,0 0 1,-1-1 0,0 1-1,1 0 1,-1 0 0,0 0-1,0 0 1,0 4 0,1-1-4,-1 0 0,0 0 1,-1-1-1,1 1 0,-1 0 1,0 0-1,-1 0 0,1 0 1,-1 0-1,0-1 0,-1 1 1,1 0-1,-1-1 1,-3 7-1,-4 3 6,-1-1 1,0 0-1,-1 0 1,0-1-1,-16 14 0,-70 54 44,32-29-26,51-34-47,14-18 33,0 1 1,0-1-1,0 0 1,0 1-1,0-1 1,0 0-1,0 1 1,0-1-1,0 0 1,0 1-1,0-1 1,0 0-1,0 0 1,1 1-1,-1-1 0,0 0 1,0 1-1,0-1 1,1 0-1,-1 0 1,0 1-1,0-1 1,0 0-1,1 0 1,-1 0-1,0 1 1,1-1-1,-1 0 1,0 0-1,1 0 1,-1 0-1,1 1 1,37 2 1027,-30-3-780,7 0 235,10 0 208,0 0-1,1-1 0,-1-2 0,0 0 0,37-11 0,-50 13 625,-12 1-1272,0 0 1,1 1-1,-1-1 0,0 0 1,0 0-1,1 0 0,-1 0 1,0 0-1,0 0 0,0 0 0,1 0 1,-1 0-1,0 0 0,0 0 1,1-1-1,-1 1 0,0 0 1,0 0-1,0 0 0,1 0 1,-1 0-1,0 0 0,0 0 1,0-1-1,1 1 0,-1 0 1,0 0-1,0 0 0,0 0 1,0-1-1,0 1 0,0 0 1,1 0-1,-1 0 0,0 0 1,0-1-1,0 1 0,0 0 1,0 0-1,0-1 0,0 1 0,0 0 1,0 0-1,0 0 0,0-1 1,0 1-1,0 0 0,0 0 1,0-1-1,0 1 0,0 0 1,0 0-1,0 0 0,-1-1 1,1 0-31,11 1-10322,7-2 5291,8-4-3570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22 448,'0'0'15466,"3"-4"-13657,-3 3-1813,10-14 1848,-7 14-472,-4 12-305,-1-5-797,-1 0 0,0 1 0,0-2 0,0 1 0,0 0 0,-1-1 0,0 1 0,-7 6-1,-45 43 558,37-37-599,3-4-122,-1 2-18,0 1-1,-17 21 1,30-33-106,1 0 0,0-1-1,0 1 1,0 0 0,0 0 0,1 1 0,0-1 0,0 1-1,1-1 1,-1 1 0,1-1 0,0 1 0,1 0 0,-1 8-1,1-13-2,1 0 0,-1 0 0,1 0 0,-1 0 0,1 1 0,-1-1-1,1 0 1,0 0 0,0 0 0,0 0 0,-1 0 0,1 0 0,0-1 0,0 1 0,0 0-1,0 0 1,0-1 0,0 1 0,1 0 0,-1-1 0,0 1 0,0-1 0,0 1-1,1-1 1,1 0 0,37 7-146,-38-7 152,227 3-15,-125-5 55,-11-1-20,-81 2 24,-1-1 0,0 0 0,0 0 0,0-1 0,-1-1 0,13-5 0,-18 2-1741,-13-3-8479,4 6 7730,-5-7-4851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5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0 5891,'0'0'13462,"-63"121"-10485,63-81-1536,0 2-513,2-9-720,17-3-208,4 1-16,6-4-720,3-4-977,9-6-1568,1-9-2226,15-8-4193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6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0 0,'2'1'22838,"2"7"-21121,-2 21 849,-4 45 0,-4-30-1113,-14 64 1,10-67-1411,3 1 0,2 0 1,-1 62-1,6-102-43,-2-1 0,-1-1-29,2 0-129,0-17-10970,0 8 7279,-1-1-2117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7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 5683,'0'0'8395,"14"-6"-6228,3 0-1608,0 0-1,0 1 1,1 0 0,-1 2-1,1 0 1,19-1 0,-11 4-148,-11-1-235,1 1 1,-1 0-1,1 1 0,17 4 0,-30-5-159,-1 1-1,1-1 0,0 1 1,-1 0-1,1 0 0,0 0 1,-1 1-1,1-1 0,-1 0 1,0 1-1,1 0 0,-1-1 1,0 1-1,0 0 0,0 0 1,0 0-1,0 1 0,-1-1 1,1 0-1,-1 1 0,1-1 1,-1 1-1,0-1 0,0 1 1,0-1-1,0 1 0,-1 0 1,2 5-1,-2-4 3,1 0 0,0 0 0,-1 0 1,0 0-1,0 0 0,0 0 0,-1 0 0,1 0 0,-1 0 0,0 0 1,0 0-1,-1 0 0,1-1 0,-1 1 0,1 0 0,-1-1 1,0 1-1,-1-1 0,1 0 0,-1 1 0,1-1 0,-1 0 0,0-1 1,0 1-1,0 0 0,0-1 0,-1 0 0,1 0 0,-1 0 0,1 0 1,-1 0-1,0-1 0,-5 2 0,9-3-25,0 0 0,0 0 1,0 1-1,0-1 0,0 0 0,0 0 0,0 0 0,0 0 1,-1 0-1,1 1 0,0-1 0,0 0 0,0 0 0,0 0 1,0 0-1,0 0 0,0 1 0,0-1 0,0 0 1,0 0-1,0 0 0,0 0 0,0 1 0,0-1 0,0 0 1,0 0-1,0 0 0,0 0 0,0 1 0,0-1 0,1 0 1,-1 0-1,0 0 0,0 0 0,0 0 0,0 0 1,0 1-1,0-1 0,0 0 0,1 0 0,-1 0 0,0 0 1,0 0-1,0 0 0,0 0 0,0 0 0,0 0 0,1 0 1,-1 1-1,0-1 0,0 0 0,0 0 0,0 0 1,1 0-1,-1 0 0,0 0 0,0 0 0,0 0 0,0 0 1,1 0-1,-1 0 0,0-1 0,0 1 0,13 5-173,31 3-316,-32-6 433,1 0-1,-1 1 1,1 0 0,-1 1-1,0 0 1,20 11 0,-30-13 58,1-1 1,-1 1 0,0 1 0,0-1 0,0 0-1,0 0 1,-1 1 0,1-1 0,0 1 0,-1 0-1,0-1 1,0 1 0,0 0 0,0 0-1,0 0 1,0-1 0,0 6 0,-1-6 54,1 0 1,-1 0-1,0 1 0,0-1 1,0 0-1,0 1 0,-1-1 1,1 0-1,-1 1 0,1-1 1,-1 0-1,0 0 0,0 0 1,0 0-1,0 1 0,0-1 1,0 0-1,0-1 0,-1 1 1,1 0-1,-1 0 0,-2 1 1,-3 2 270,-1 0-1,0-1 1,0 0 0,0-1 0,0 0 0,-1 0-1,1-1 1,-1 0 0,-16 2 0,-9-2 787,-43-2 0,35-1-873,42 0-251,0 1 0,0-1 0,0 1 0,1-1 0,-1 1-1,0-1 1,0 1 0,0 0 0,0-1 0,1 1 0,-1-1 0,0 1 0,0-1 0,1 1 0,-1 0 0,0-1 0,1 1 0,-1 0 0,0-1 0,1 1 0,-1 0 0,1-1 0,-1 1 0,0 0 0,1 0 0,-1 0 0,1-1 0,-1 1-1,1 0 1,-1 0 0,1 0 0,-1 0 0,1 0 0,-1 0 0,1 0 0,136-31-5728,-92 22 2802,43-9-5217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0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304 62 1665,'0'0'18035,"-3"-3"-16440,2 1-1519,0 1 1,0 0-1,-1 0 1,1 0-1,-1 0 0,1 0 1,-1 0-1,0 0 1,1 0-1,-1 0 0,0 1 1,1-1-1,-1 1 0,0-1 1,0 1-1,0 0 1,1 0-1,-1 0 0,0 0 1,0 0-1,0 0 0,1 0 1,-1 0-1,0 1 1,0-1-1,0 1 0,1-1 1,-1 1-1,0 0 1,-1 1-1,-12 4 40,1 1 0,-22 15 0,22-13 95,5-3-136,-14 7 171,2 1 0,0 1 0,-21 19 0,37-30-207,1 1 0,-1 0 0,1 0 1,0 0-1,0 1 0,0-1 0,1 1 0,0 0 0,0 0 0,0 0 0,1 1 0,0-1 0,0 1 0,0-1 0,1 1 0,-1 12 0,3-16-39,-1 0 0,0-1-1,1 1 1,-1-1 0,1 1 0,0 0-1,0-1 1,0 0 0,0 1 0,0-1-1,0 1 1,1-1 0,-1 0 0,1 0-1,0 0 1,0 0 0,-1 0 0,1 0-1,0-1 1,1 1 0,-1-1 0,0 1-1,0-1 1,1 0 0,-1 0 0,1 0-1,-1 0 1,1 0 0,-1 0 0,1-1-1,3 1 1,11 2-9,-1-1-1,1-1 1,31-1 0,-33-1 12,-1 0-41,0 0 1,0-1 0,-1 0-1,1-1 1,-1-1 0,0 0-1,0-1 1,0 0 0,-1-1-1,15-9 1,-20 11 24,-1 0 1,0 0-1,0-1 0,0 0 0,-1 0 1,1-1-1,-2 1 0,1-1 0,0 0 1,-1 0-1,0-1 0,-1 1 1,1-1-1,-1 0 0,0 0 0,-1 0 1,0 0-1,0-1 0,0 1 1,0-10-1,-2 6 90,0 0 0,0 0 0,-1 1 0,0-1 0,-1 0 0,-6-20 0,7 27-37,-1-1 0,0 1 0,0-1 1,-1 1-1,1 0 0,-1 0 0,0 0 0,0 0 0,0 0 0,-1 1 1,1-1-1,-1 1 0,0 0 0,0 0 0,0 1 0,0-1 1,0 1-1,-5-2 0,9 3-65,-1 1 0,1 0 0,0 0 0,-1 0 0,1 0 0,0 0 0,0-1 0,-1 1 0,1 0 0,0 0 0,-1 0 0,1 0 0,0 0 0,0 0 0,-1 0 1,1 0-1,0 0 0,-1 0 0,1 0 0,0 0 0,-1 0 0,1 0 0,0 0 0,0 0 0,-1 1 0,1-1 0,0 0 0,0 0 0,-1 0 0,1 0 0,0 0 0,0 1 0,-1-1 0,1 0 0,0 0 0,0 1 0,-1-1 0,1 0 1,0 0-1,0 1 0,0-1 0,0 0 0,0 0 0,0 1 0,-1-1 0,1 0 0,0 1 0,0-1 0,0 0 0,0 0 0,0 1 0,0-1 0,0 0 0,0 1 0,4 16-2260,-1-13 1686,-1-1-1,1 0 1,0 0 0,0 0-1,0-1 1,0 1 0,1-1-1,-1 0 1,0 1 0,1-2-1,0 1 1,0 0 0,-1-1-1,1 1 1,0-1 0,5 1-1,47 7-8222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12 1793,'0'0'15025,"1"-3"-13149,2-5 4627,-8 12-3387,-20 25-2561,-2 1 95,11-14-297,-30 31 489,43-43-876,1-1 1,-1 0-1,1 1 1,0-1-1,0 1 1,0 0 0,1 0-1,-1 0 1,1 0-1,0 0 1,0 0-1,0 8 1,28-10-1250,17-1 622,0 2-1,1 2 1,-2 2 0,46 13 0,-86-20 620,0 1-1,0 0 1,-1 0-1,1 1 1,0-1 0,-1 1-1,1-1 1,-1 1-1,1 0 1,-1 0-1,0 0 1,0 0 0,0 0-1,0 0 1,0 0-1,0 1 1,-1-1 0,1 1-1,-1 0 1,0-1-1,1 4 1,0 2 204,0 0 0,-1 1 0,-1-1 0,1 1 0,-3 16 1,2-20-21,-1-1-30,1 0 1,-1 1-1,-1-1 1,1 0-1,-1 0 1,1 0-1,-1 0 1,0 0-1,-1-1 1,1 1-1,-1 0 1,1-1-1,-1 0 1,0 0-1,0 0 1,-1 0-1,1 0 1,-1 0-1,1-1 1,-1 0-1,0 1 1,0-2-1,0 1 1,-7 2-1,-11 4 356,0-1 0,0-2 0,-31 5 0,45-9-311,-19 4-163,-49 1 0,75-7-400,1-1 0,-1 1 1,1-1-1,-1 1 1,1-1-1,0 1 0,0-1 1,-1 1-1,1-1 0,0 0 1,1 1-1,-1-3 0,0 0-497,0-6-880,0 5 511,0 0 0,0 0 1,0 0-1,0 0 0,1 1 1,2-9-1,16-21-9000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7:58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12214,'0'0'9505,"25"-1"-7202,185-7 2149,-118 2-957,-111 3-13206,10-6 1555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4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78 280 3057,'0'0'15616,"7"0"-13434,-2 0-2682,-2 1 997,0-1 0,0 0 0,0 0 0,1 0 0,-1 0 0,0 0 0,0-1 0,0 1-1,0-1 1,0 0 0,0 0 0,0 0 0,0 0 0,0-1 0,0 1 0,2-3 0,25-25-373,0 0 1,3 2 0,44-30-1,-32 30-366,70-32 0,-98 52 95,0 0-1,1 1 0,-1 1 1,1 1-1,0 0 1,1 1-1,31-1 1,-49 4 139,0 0 0,0 0 0,0 0 0,-1 0 0,1 0 0,0 1 0,0-1 1,0 0-1,0 0 0,-1 1 0,1-1 0,0 0 0,0 1 0,-1-1 0,1 0 0,0 1 1,0-1-1,-1 1 0,1-1 0,-1 1 0,1 0 0,0-1 0,-1 1 0,1 0 0,-1-1 1,1 1-1,0 1 0,0 23-74,-2-14 43,0 3 28,0 0 1,-1-1-1,-1 1 0,0-1 1,0 0-1,-2 1 0,-6 13 1,-51 86 32,50-92-20,-39 61 44,-62 75 0,77-113-186,-2-1-1,-2-2 1,-48 38-1,75-69-153,-1 0 1,0-1-1,-29 15 0,37-21 134,-1 0 0,-1-1 1,1 0-1,0 0 0,0 0 1,-1-1-1,1 0 0,-1-1 1,1 1-1,-14-2 0,20 0 133,0 1 0,0 0 0,0 0-1,0-1 1,0 1 0,0-1 0,0 1 0,0 0-1,0-1 1,0 0 0,1 1 0,-1-1 0,0 0-1,0 1 1,1-1 0,-1 0 0,0 0 0,1 1-1,-1-1 1,1 0 0,-1 0 0,1 0 0,-1 0-1,1-1 1,-1-2-7,0 1 0,0-1-1,1 0 1,-1 1 0,1-1-1,0 1 1,1-7 0,0 2 10,0 0 1,1 1 0,0-1-1,0 0 1,1 0 0,6-12-1,-3 12 81,0-1 0,1 1-1,0 0 1,1 1-1,0-1 1,0 1 0,0 1-1,1 0 1,0 0 0,0 1-1,1 0 1,0 0-1,-1 1 1,2 0 0,13-3-1,0 2 369,0 0 0,0 1 0,1 2 0,-1 0-1,42 4 1,-49 0-91,0 1 0,0 1 0,-1 1 0,0 0 0,0 1 0,0 1 0,0 0 0,19 13 0,-8-4-100,36 12 0,-58-26-426,1 0 1,0 0 0,1-1-1,-1 0 1,0-1-1,0 1 1,0-1-1,1 0 1,9-2-1,-9 1-745,0-1-1,0 0 0,0 0 0,-1 0 0,1-1 0,-1 0 0,13-7 0,22-18-8370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5026,'0'0'13609,"19"-2"-11504,56 0-304,-74 2-1745,1 0 0,-1 1 0,0-1 0,0 0 0,0 1-1,0-1 1,0 1 0,0-1 0,1 1 0,-1-1 0,0 1 0,0 0 0,-1-1 0,1 1 0,0 0 0,0 0 0,0 0 0,0 0-1,-1 0 1,1 0 0,0 0 0,-1 0 0,1 0 0,-1 0 0,1 0 0,-1 0 0,0 0 0,1 0 0,-1 0 0,0 1-1,0-1 1,0 0 0,0 0 0,0 0 0,0 1 0,0-1 0,0 0 0,-1 2 0,1 4 201,3 104 1043,-3-110-1314,0-1 0,0 1 0,0-1 0,0 1 1,0-1-1,0 0 0,0 1 0,0-1 0,0 1 1,0-1-1,0 0 0,0 1 0,0-1 0,1 1 1,-1-1-1,0 0 0,0 1 0,0-1 0,1 0 0,-1 1 1,0-1-1,0 0 0,1 1 0,-1-1 0,0 0 1,1 0-1,-1 1 0,0-1 0,1 0 0,-1 0 1,1 1-1,-1-1 0,15-4-568,12-16-218,17-24 115,-13 12 3085,-31 31-2324,1 1 0,-1 0 1,1-1-1,0 1 0,-1 0 0,1-1 1,-1 1-1,1 0 0,-1 0 0,1 0 0,-1 0 1,1 0-1,0-1 0,-1 1 0,1 0 0,-1 0 1,1 0-1,0 1 0,-1-1 0,1 0 1,-1 0-1,1 0 0,0 0 0,-1 0 0,1 1 1,-1-1-1,1 0 0,-1 1 0,1-1 1,-1 0-1,1 1 0,0 0 0,16 15-482,-12-11 565,-1-1-573,0-1 1,1 0-1,0 0 1,-1 0-1,1 0 1,0-1 0,0 1-1,9 1 1,-6-2-1968,1 0 0,0 0 0,0-1 0,14 0 0,16-1-8528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219 558 7347,'0'0'13180,"-20"-12"-11054,-62-35-680,79 45-1347,0 0 0,0 0 0,0 0 0,-1 1 0,1-1 0,0 1 0,0 0 0,-1 0 0,1 0 0,-1 1 0,1-1 0,-1 1 0,1 0 0,-1 0-1,1 0 1,-5 1 0,-5 0-12,11 0-85,1-1 1,-1 0-1,0 1 1,0-1-1,0 1 0,0 0 1,1 0-1,-1 0 1,0 0-1,0 0 1,1 0-1,-1 0 0,1 0 1,-1 1-1,1-1 1,0 0-1,0 1 1,-1-1-1,1 1 0,0 0 1,0-1-1,0 1 1,1 0-1,-1 0 0,0-1 1,1 1-1,-1 0 1,0 3-1,0 1 1,0 1 1,0-1-1,1 0 0,-1 1 0,1-1 0,1 1 1,1 11-1,-1-16-3,-1-1 1,1 1 0,0 0-1,-1-1 1,1 1-1,0-1 1,0 1 0,0-1-1,0 0 1,0 1-1,0-1 1,0 0-1,1 0 1,-1 0 0,0 1-1,1-1 1,-1-1-1,3 2 1,0 0-2,1 0 0,-1 0 1,1 0-1,0-1 0,0 0 0,6 1 1,-1-1-19,0 0 0,0-1 0,0 0 1,0-1-1,0 0 0,10-3 1,-11 1-51,-1 0 0,0-1 0,0 0 0,0 0 0,0-1 0,-1 0 0,12-9 0,45-49-560,-63 61 612,29-30-223,-2-1-1,-2-1 1,0-2 0,-3 0 0,-1-2 0,19-46 0,-36 72 345,0 1-1,-1-1 1,0 0 0,-1 0-1,0-1 1,-1 1 0,-1-1 0,0 1-1,0-1 1,-1 1 0,-4-25-1,3 34 42,-1 0 0,1 0 0,-1 0 0,0 0 0,0 0 0,0 1 0,0-1 0,0 1 0,-1-1 0,1 1 0,-1 0 0,0 0 0,1 0 0,-1 0 0,0 0 0,0 1 0,0-1 0,0 1 0,-1 0 0,1 0 0,0 0 0,0 0 0,-1 1 0,1-1 0,-1 1 0,1 0 0,0 0 0,-1 0 0,1 0 0,0 1 0,-1-1 0,1 1 0,0 0 0,-1 0 0,1 0 0,0 1 0,0-1 0,-4 3 0,2 0-49,1 1 1,0-1 0,0 1-1,0-1 1,1 1-1,0 1 1,0-1 0,0 0-1,0 1 1,1-1-1,0 1 1,-2 8 0,-3 15 193,-5 37 1,9-45-194,-9 85-165,2 168 1,10-254-324,1 0 1,0 0 0,2-1 0,0 1 0,7 21 0,-7-33-177,0 0 0,0 1 0,1-1 0,0 0 0,1-1 0,0 1 0,0-1 0,0 0 0,1 0 0,0 0 0,0-1 0,1 0 0,12 8 0,39 16-7472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10117,'0'0'12998,"-21"111"-8436,2-42-1953,-2 10-1152,6 7-817,1 0-464,3-3-176,3-12-560,0-20-753,-1-20-624,5-16-944,2-15-625,2-11-1200,0-35-3202,0-19-1296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5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9364,'0'0'4867,"18"-14"327,-7 5-4358,-4 2-416,1 1 0,0-1 0,1 1 0,0 1 0,0 0-1,0 0 1,0 1 0,1 0 0,0 0 0,0 1 0,0 1 0,0-1 0,17 0 0,8 1 434,1 2-1,-1 2 1,36 5 0,-60-5-791,0 0-1,-1 1 1,1 0 0,-1 0-1,1 1 1,-1 1 0,0 0-1,0 0 1,-1 1 0,0 0 0,0 0-1,0 1 1,15 16 0,-22-21-62,0 0 0,-1 0 0,1 0 0,0 1 0,-1-1 0,0 1 0,1-1 0,-1 1 0,0-1 1,0 1-1,0 0 0,-1-1 0,1 1 0,-1 0 0,1 0 0,-1-1 0,0 1 0,0 0 0,0 0 0,-1-1 1,1 1-1,-2 5 0,1-5 2,-1 0 1,0 0-1,0 0 1,0 0 0,0 0-1,0-1 1,0 1-1,-1-1 1,1 0 0,-1 1-1,0-1 1,1-1-1,-1 1 1,0 0 0,0 0-1,0-1 1,0 0-1,-5 2 1,-34 8-56,0-1-1,-75 7 1,-39 8-2843,154-24 2699,-43 13-2084,43-13 1852,0 0 0,0 0 0,0 0 1,0 1-1,0-1 0,0 0 0,0 1 1,1-1-1,-1 1 0,0 0 1,1 0-1,-1-1 0,1 1 0,0 0 1,0 0-1,0 0 0,-2 3 1,2 14-7556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14 6275,'0'0'15121,"-22"-2"-12941,-6-2-1567,6 1-84,0 1 0,1 0 0,-1 2 0,-35 3 0,45-1-217,-1 0 1,0 1-1,1 0 1,-1 2-1,1-1 1,0 1 0,1 1-1,-13 7 1,20-10-274,-1 0 0,1 0 0,-1 0 0,1 1 0,0 0 0,1 0 0,-1 0 0,1 0 0,-1 0 0,1 1 0,1-1 0,-1 1 0,1 0 0,-1 0 0,1 0 0,1 0 0,-1 0 0,1 1 0,0-1 0,0 0 0,0 9 0,1-13-42,-1 1 0,1-1 0,0 1 0,0 0 0,0-1 0,1 1 1,-1-1-1,0 1 0,1-1 0,-1 1 0,1 0 0,-1-1 0,1 0 0,-1 1 1,1-1-1,0 1 0,0-1 0,0 0 0,1 2 0,1-2-24,0 1 0,-1-1 0,1 0 0,0-1 0,0 1 0,0 0 0,0-1 0,0 1 0,0-1 0,4 0 0,15 1-372,0 0 0,37-5 0,-51 3 302,0 0-1,0-1 1,0 0 0,0 0-1,0-1 1,-1 0 0,1 0-1,-1-1 1,0 0-1,10-7 1,-16 10 118,-1 1-1,1 0 1,0-1 0,-1 1-1,1 0 1,-1-1 0,1 1-1,-1 0 1,1-1-1,-1 1 1,0-1 0,1 1-1,-1-1 1,0 1 0,1-1-1,-1 0 1,0 1 0,1-1-1,-1 1 1,0-1 0,0 0-1,0 1 1,0-1-1,0 1 1,0-1 0,0 0-1,0 1 1,0-1 0,0 0-1,0 0 1,-1 0 21,1 1 0,-1-1-1,0 0 1,0 1 0,0-1 0,0 1-1,0-1 1,0 1 0,0 0 0,0-1 0,0 1-1,0 0 1,0 0 0,0-1 0,-2 1 0,-40 0 599,42 1-640,0-1-1,-1 0 0,1 1 0,0-1 0,0 1 1,-1-1-1,1 1 0,0 0 0,0 0 1,0-1-1,0 1 0,0 0 0,0 0 1,0 0-1,0 0 0,1 0 0,-1 0 0,0 0 1,1 0-1,-1 1 0,0-1 0,1 0 1,-1 0-1,1 0 0,0 1 0,-1-1 0,1 0 1,0 3-1,-2 42-536,2-37 220,0-5 27,0 1 0,0 0 0,0 0 0,0-1 1,1 1-1,0 0 0,0-1 0,0 1 0,1 0 1,3 5-1,-3-7-80,0-1 0,0 1 0,0-1 1,0 0-1,1 0 0,-1 0 0,1-1 0,0 1 1,-1 0-1,1-1 0,0 0 0,0 0 0,0 1 1,0-2-1,0 1 0,0 0 0,6 0 0,49 4-7061,14-4-3431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6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34 9556,'0'0'4602,"-23"-6"881,-74-16-1286,87 20-3582,0 0 0,1 1 0,-1 0 0,-15 1 0,13 1 42,10-2-596,1 1 1,-1 1-1,1-1 1,-1 0-1,1 0 1,0 1-1,-1-1 0,1 0 1,-1 1-1,1 0 1,0-1-1,-1 1 1,1 0-1,0-1 0,0 1 1,-1 0-1,1 0 1,0 0-1,0 0 1,0 0-1,0 1 1,0-1-1,0 2 0,-1 0-27,0 1-1,1-1 0,0 1 0,0-1 0,0 1 0,0-1 1,1 1-1,0 0 0,-1 4 0,2 5-63,0-1-1,0 0 1,1 0-1,6 21 1,-3-20-73,-1 0-1,-1 0 1,0 1 0,0-1-1,-2 1 1,1 0-1,-2 23 1,-1-35 95,1 0-1,-1-1 1,0 1 0,1-1-1,-1 1 1,0-1-1,0 1 1,0-1 0,0 1-1,0-1 1,-1 0 0,1 0-1,0 1 1,0-1 0,-1 0-1,1 0 1,-1 0 0,1-1-1,-1 1 1,0 0-1,1-1 1,-1 1 0,1 0-1,-1-1 1,0 0 0,0 1-1,-2-1 1,-57 4-8,49-4-22,-70 1-1255,51-1-1499,35-10-5574,20-7 472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37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492 8 10085,'0'0'11303,"-23"-1"-7567,-75-4-962,92 4-2581,1 1-1,-1 0 1,0 0-1,0 0 1,0 1-1,1 0 1,-1 0 0,0 0-1,1 1 1,-1 0-1,1 0 1,0 0-1,-1 1 1,1 0-1,0 0 1,1 0 0,-1 0-1,0 1 1,-3 4-1,5-5-176,1 1 0,0-1-1,1 1 1,-1-1-1,0 1 1,1 0 0,0-1-1,0 1 1,0 0 0,1 0-1,-1 0 1,1 0 0,0 0-1,0 0 1,0-1 0,0 1-1,1 0 1,0 0 0,-1 0-1,2 0 1,-1-1-1,0 1 1,1 0 0,-1-1-1,4 5 1,-1 0-99,1 1 1,-1-1-1,-1 1 0,1 0 1,-1 0-1,-1 0 0,0 1 0,0-1 1,-1 1-1,0-1 0,-1 13 1,-1-19 85,1 0 0,-1-1 1,0 1-1,0-1 0,-1 1 1,1-1-1,0 1 0,-1-1 1,0 0-1,1 0 0,-1 0 1,0 0-1,0 0 0,0 0 1,0 0-1,0-1 1,-1 1-1,1-1 0,-1 1 1,1-1-1,-1 0 0,1 0 1,-1 0-1,1 0 0,-1-1 1,0 1-1,-3 0 0,-12 2 132,0-1-1,0 0 1,-18-2-1,24 0-5,-23 2 194,15-1-150,1-1 1,-31-3-1,49 3-173,1 0 0,0 0 0,0-1 0,-1 1 0,1 0 0,0 0 0,0 0 0,-1-1 0,1 1 0,0 0 0,0 0 0,-1-1 0,1 1 0,0 0 0,0-1 0,0 1 0,0 0 0,0-1 0,0 1 0,-1 0 0,1 0 0,0-1 0,0 1 0,0 0 0,0-1 0,0 1 0,0 0 0,0-1 0,0 1 0,0 0 0,1-1 0,-1 1 0,0 0 0,0-1 0,0 1 0,0 0 0,0-1 0,0 1 0,1 0 0,-1 0 0,0-1 0,0 1 0,0 0 0,1 0 0,-1-1 0,0 1 0,0 0 0,1 0 0,-1 0 0,0-1 0,1 1 0,-1 0 0,1 0 0,4-3-162,0 0 0,0 1 0,0-1 0,0 1 1,1 1-1,-1-1 0,1 1 0,6-1 0,56-5-4716,-23 3-1924,-2-3-8042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7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1361,'-1'6'18543,"1"-5"-18392,18-9-3,1 2 0,0 1 1,0 0-1,0 1 1,0 1-1,0 1 0,26 0 1,-22 2-158,-11-1 11,-1 1 1,1 0-1,0 1 1,0 1-1,21 4 0,-30-5-6,-1 0-1,1 0 1,0 1-1,-1-1 1,1 0-1,-1 1 1,0 0-1,1-1 1,-1 1-1,0 0 0,0 0 1,0 1-1,0-1 1,-1 0-1,1 1 1,-1-1-1,1 1 1,-1-1-1,0 1 0,0-1 1,0 1-1,0 0 1,0 0-1,-1 0 1,1-1-1,-1 1 1,0 0-1,0 0 1,0 4-1,0 0 16,-1 1 0,0-1 0,-1 0 1,0 0-1,0 0 0,0 0 0,-1 0 0,0 0 0,0 0 0,-1-1 1,1 0-1,-2 0 0,1 0 0,-7 7 0,-9 8 53,-1 0-1,-30 21 0,27-22-9,-28 19 442,52-39-471,0 0 1,0 0-1,0 0 1,1 1-1,-1-1 0,0 0 1,0 0-1,0 0 0,0 1 1,0-1-1,0 0 0,1 0 1,-1 0-1,0 0 1,0 0-1,0 1 0,1-1 1,-1 0-1,0 0 0,0 0 1,0 0-1,1 0 0,-1 0 1,0 0-1,0 0 1,0 0-1,1 0 0,-1 0 1,0 0-1,0 0 0,1 0 1,-1 0-1,0 0 0,0 0 1,0 0-1,1 0 1,-1 0-1,0 0 0,0 0 1,0 0-1,1-1 0,-1 1 1,0 0-1,0 0 0,0 0 1,0 0-1,1-1 1,15-1 413,49-16 266,0 3 0,112-10 0,-172 24-833,75-9-3958,-30-5-6738,-25 3 1177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8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0 5410,'0'0'14292,"-7"7"-12440,-19 18-102,2 2 0,-39 53 1,-35 77-159,87-130-1378,11-26-211,0-1 0,0 1 0,0 0 0,1-1 0,-1 1 0,0-1 0,0 1 0,1-1-1,-1 1 1,0 0 0,1-1 0,-1 1 0,1-1 0,-1 0 0,0 1 0,1-1 0,-1 1 0,1-1 0,-1 0 0,1 1-1,-1-1 1,1 0 0,0 1 0,-1-1 0,1 0 0,-1 0 0,1 0 0,0 1 0,-1-1 0,1 0 0,-1 0-1,1 0 1,0 0 0,-1 0 0,1 0 0,0 0 0,-1-1 0,1 1 0,0 0 0,67 1 676,-27 1-377,0-2 0,81-11 0,-96 6 191,-26 5-544,2 0 1796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8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1 768,'0'0'15968,"-3"4"-13933,-5 17 478,1 1 0,1 0 0,-6 43 0,-4 9-1061,14-64-1694,0 0 0,1 0-1,-1 16 1,2-15-4154,0 1-4029,0-9 5493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49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59 464,'0'0'8700,"4"-9"-6726,15-29 126,-11 27 2129,-8 19-118,-1 7-3231,-1 0 0,-1 0 0,0 0 1,-1 0-1,-8 17 0,6-14-271,0 1 1,1 0-1,-2 20 0,3-3-818,1 0 1,2 0-1,5 41 0,-4-74-287,1 1 0,0 0 0,0 0 0,0-1 0,1 1 0,-1 0 0,1-1 0,4 7 0,-5-8-282,1 0-1,-1-1 1,1 1 0,0 0 0,-1 0 0,1-1 0,0 1 0,0-1 0,3 2-1,15 3-11018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0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1921,'1'1'22000,"13"-3"-22206,24-8 218,1 0 1,1 3-1,-1 1 1,1 2-1,66 2 1,-105 2-12,0 1 1,0-1 0,0 0-1,0 0 1,0 0-1,-1 1 1,1-1 0,0 0-1,0 1 1,0-1 0,0 1-1,0-1 1,0 1 0,-1 0-1,1-1 1,0 1 0,-1 0-1,1-1 1,0 1 0,-1 0-1,1 0 1,-1 0 0,2 1-1,-1 1 25,1 1-1,-1-1 0,0 1 1,0-1-1,0 1 0,-1-1 1,1 5-1,-1-2 33,1-1-1,-1 0 0,-1 1 1,1-1-1,-1 0 0,0 1 1,0-1-1,0 0 1,-5 10-1,1-8 14,-2 0-1,1-1 1,-1 1 0,0-1-1,0-1 1,-1 1 0,0-1-1,0-1 1,0 0 0,0 0-1,-1 0 1,-14 3 0,-6 5-78,23-9 5,7-3-7,-1 1 1,0-1 0,0 0-1,0 0 1,0 1 0,0-1-1,0 0 1,0 0 0,0 1-1,0-1 1,0 0 0,1 0-1,-1 0 1,0 1 0,0-1 0,0 0-1,0 0 1,1 0 0,-1 0-1,0 1 1,0-1 0,0 0-1,1 0 1,-1 0 0,0 0-1,0 0 1,1 0 0,-1 0-1,0 0 1,0 0 0,1 0-1,-1 0 1,0 0 0,0 0-1,1 0 1,-1 0 0,0 0-1,0 0 1,1 0 0,-1 0-1,1 0 1,14 2-65,67 13-700,-75-13 648,-1 0 0,0 0 0,1 1-1,-1-1 1,0 1 0,-1 1 0,1-1 0,0 1 0,-1 0 0,7 6 0,-10-8 111,-1 0 0,1 0 0,-1 0 0,1 0 0,-1 0 0,0 0 0,0 0 0,0 0 0,0 1 0,0-1 0,0 0 0,-1 1 0,1-1 0,-1 0 0,0 1 0,1-1 0,-1 1 1,0-1-1,0 1 0,-1-1 0,1 0 0,0 1 0,-1-1 0,0 1 0,0 2 0,-1-2 98,0 1 0,0-1 0,0 0 0,0 0 1,0 0-1,-1 0 0,1 0 0,-1 0 0,0-1 0,1 1 0,-2-1 1,1 1-1,0-1 0,-5 2 0,-9 3 304,1 0 0,-1-2 0,0 0 1,-1-1-1,1-1 0,-1 0 0,-24 0 0,55-4-2529,-1-1-1,0 0 1,0 0 0,0-1-1,21-8 1,12-8-8501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1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120 146 5539,'0'0'13147,"-4"6"-11669,-28 45 1426,13-22-1333,-19 39 1,33-58-1487,1 1 1,0 0-1,1-1 1,0 1-1,0 1 1,1-1-1,1 0 1,-1 13-1,2-22-91,0 0 0,1 1 0,-1-1-1,0 1 1,1-1 0,-1 0 0,1 1 0,0-1-1,0 0 1,0 0 0,0 1 0,0-1 0,0 0-1,1 0 1,-1 0 0,1 0 0,-1 0-1,1-1 1,2 3 0,0-1-24,0-1 0,0 1 0,1-1 1,-1 0-1,0 0 0,1 0 0,0-1 0,-1 0 0,7 2 0,9-1-186,0 0 0,1-1 1,32-4-1,-48 3 155,4-1-14,0 0 0,-1 0 1,1-1-1,-1 0 0,0 0 0,1-1 0,-1-1 0,0 1 0,-1-1 1,1 0-1,-1-1 0,12-9 0,-10 6 33,0-1 0,-1 0 0,0 0 0,0-1 0,-1 0 1,0 0-1,-1 0 0,7-16 0,-5 7 73,-1-1 1,-1 1-1,0-1 1,-2-1 0,0 1-1,-2-1 1,0 0-1,-1 1 1,-1-1-1,-4-28 1,4 45 8,-1 0 1,0 0-1,0 0 1,-1 0-1,1 0 0,-1 0 1,0 1-1,0-1 0,0 1 1,0-1-1,0 1 1,-1 0-1,0 0 0,0 0 1,0 0-1,0 1 1,0-1-1,0 1 0,-1-1 1,1 1-1,-1 0 1,1 1-1,-1-1 0,0 1 1,0-1-1,0 1 0,0 0 1,0 1-1,0-1 1,0 1-1,0-1 0,0 1 1,0 0-1,0 1 1,-7 1-1,10-2-64,0 0 0,0 1 0,0-1 0,1 1 0,-1 0 0,0-1 0,0 1 0,1 0 0,-1-1 0,1 1 0,-1 0-1,1 0 1,-1-1 0,1 1 0,-1 0 0,1 0 0,-1 0 0,1 0 0,0 0 0,0 0 0,0 0 0,-1 0 0,1 0 0,0-1 0,0 1 0,0 0 0,0 0 0,0 0 0,1 0 0,-1 0 0,0 1 0,1 1-222,-1 1 1,1-1 0,0 0-1,-1 0 1,2 0 0,-1 0-1,0 0 1,3 5 0,-1-5-261,0 0 0,0 0 0,0-1 1,1 1-1,-1-1 0,1 0 1,0 1-1,5 1 0,43 13-6716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2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2 9604,'0'0'16659,"-7"-1"-14888,1 1-1617,0-1 0,-1 2 0,1-1-1,0 1 1,0-1 0,1 2 0,-1-1-1,0 1 1,0 0 0,0 0 0,1 0 0,-1 1-1,1 0 1,0 0 0,0 0 0,0 1-1,-5 3 1,7-3-140,-1-1-1,0 1 1,1 0 0,0-1-1,0 1 1,0 1 0,1-1-1,-1 0 1,1 1-1,0-1 1,0 1 0,0 0-1,1 0 1,0-1 0,0 1-1,0 0 1,0 0-1,1 0 1,0 0 0,0 0-1,0 0 1,2 9 0,-1-10-48,0 0-1,1 0 1,0 0 0,-1-1 0,1 1 0,0-1 0,1 1 0,-1-1 0,1 0 0,-1 0 0,1 0 0,0 0 0,0-1 0,0 1 0,5 2-1,7 5-354,1-1 0,19 8 0,-7-3-260,-4-3 1,-17-8 461,1 1-1,-1-1 1,0 1-1,0 1 1,0-1-1,9 10 1,-15-14 198,0 1 1,-1 0 0,1 0 0,-1-1-1,0 1 1,1 0 0,-1 0-1,1 0 1,-1 0 0,0-1 0,0 1-1,1 0 1,-1 0 0,0 0-1,0 0 1,0 0 0,0 0 0,0 0-1,0 0 1,-1-1 0,1 1 0,0 0-1,0 0 1,-1 0 0,1 0-1,0 0 1,-1-1 0,1 1 0,-1 0-1,1 0 1,-1 0 0,1-1 0,-1 1-1,1 0 1,-1-1 0,0 1-1,1-1 1,-1 1 0,-1 0 0,-34 20 1223,28-17-952,-18 9 481,12-7-522,0 1 1,0 1 0,1 0-1,0 1 1,-14 12 0,27-21-315,0 0 0,0 0-1,0 0 1,0 0 0,0 1 0,0-1 0,-1 0 0,1 0 0,0 0 0,0 0-1,0 0 1,0 0 0,-1 0 0,1 0 0,0 0 0,0 0 0,0 0 0,0 0-1,0 0 1,-1 0 0,1 0 0,0 0 0,0 0 0,0 0 0,0 0 0,-1 0-1,1 0 1,0 0 0,0 0 0,0 0 0,0 0 0,0-1 0,-1 1 0,1 0-1,0 0 1,0 0 0,0 0 0,0 0 0,0 0 0,0 0 0,0-1 0,0 1 0,-1 0-1,1 0 1,0 0 0,0 0 0,0 0 0,0-1 0,0 1 0,0 0 0,0 0-1,0 0 1,0 0 0,0-1 0,0 1 0,0 0 0,0 0 0,-2-21-4995,2-13-4086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2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6163,'0'0'22986,"155"-12"-20857,-88 12-848,-3 0-1073,-5 0-208,-9 0 0,-12-7-112,-13 1-1617,-17 2-1280,-8-9-2642,-8-3-2945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5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1377,'0'0'7203,"1"-4"-6360,0 3-745,-1 0 11,0 0 0,0 0 0,0-1 0,1 1 0,-1 0 0,0 0-1,1 0 1,0 0 0,-1 0 0,1 0 0,-1 0 0,1 0 0,0 0 0,0 0 0,-1 0 0,1 0 0,0 0 0,0 1-1,0-1 1,0 0 0,0 1 0,0-1 0,0 1 0,5-2 7301,11-13-1853,-17 227-37,0 56-7486,11-268-7079,5-3 207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6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1 3474,'1'1'20090,"-1"0"-20006,0-1 0,0 1 0,0 0 0,0-1 0,0 1 0,0 0 0,0-1 0,0 1 0,0 0 0,0-1 0,0 1 0,-1 0 0,1-1 0,0 1 0,0-1 0,-1 1 0,1 0 0,0-1 0,-1 1 0,1-1 0,-1 1 0,-17 23 2347,-42 41 1,45-51-2173,1 1 0,0 1 1,0 1-1,2-1 0,-21 38 1,31-51-263,1 1-1,-1-1 1,1 1 0,0 0 0,0-1 0,1 1 0,-1 0 0,1 0 0,-1 0 0,2 6 0,-1-9-1,0 1-1,0-1 1,1 1 0,-1-1-1,1 1 1,-1-1 0,1 0-1,0 1 1,0-1 0,-1 0-1,1 1 1,0-1 0,0 0-1,0 0 1,0 0 0,0 0-1,1 0 1,-1 0 0,0 0-1,0 0 1,1 0 0,-1-1 0,0 1-1,1-1 1,-1 1 0,1-1-1,1 1 1,35 6-19,1-1 0,0-3 0,1-1 0,54-4 1,-65 1-43,-14 0-14,-1-1-1,1-1 1,20-5-1,7-3 25,-40 11-838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6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7700,'0'0'16487,"-69"113"-14454,48-61 128,0-2-384,6-4-705,7-4-607,2-9-369,6-8-96,0-4-193,0-4-1231,0-6-1810,-13-11-10436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7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3298,'0'0'10802,"3"-5"-9175,-1 1-1384,0 1 0,1 0 0,0 0-1,-1 0 1,1 0 0,0 1 0,0-1-1,0 1 1,1 0 0,-1-1 0,1 2 0,-1-1-1,1 0 1,-1 1 0,1-1 0,0 1-1,0 0 1,0 0 0,0 1 0,6-1 0,24-3 847,54 2 0,-79 2-1032,-6 0-49,0 0 1,0 0-1,-1 1 1,1-1-1,0 1 0,-1 0 1,1 0-1,0 0 1,-1 0-1,1 0 0,-1 0 1,0 1-1,1-1 1,-1 1-1,0 0 1,0 0-1,0-1 0,0 1 1,0 1-1,0-1 1,-1 0-1,1 0 0,-1 1 1,1-1-1,-1 1 1,0-1-1,0 1 1,1 3-1,0 2 47,0 0 0,0 0 1,-1 0-1,0 0 0,-1 1 0,0-1 0,0 0 1,-3 15-1,2-19-1,0-1 1,0 1-1,-1 0 1,1 0-1,-1-1 1,0 1-1,0-1 1,-1 1-1,1-1 1,-1 0 0,1 0-1,-7 5 1,-43 31 696,31-25-431,-4 2 160,19-13-229,0 1 0,0-1-1,1 1 1,-1 0 0,1 1 0,-7 7 0,12-12-237,0 0-1,0 1 0,0-1 1,-1 1-1,1-1 1,0 0-1,0 1 1,0-1-1,0 1 1,0-1-1,0 1 1,0-1-1,0 0 0,0 1 1,0-1-1,0 1 1,0-1-1,1 0 1,-1 1-1,0-1 1,0 1-1,0-1 1,1 0-1,-1 1 0,0-1 1,0 0-1,1 1 1,-1-1-1,0 0 1,0 1-1,1-1 1,-1 0-1,1 0 0,-1 1 1,0-1-1,1 0 1,-1 0-1,0 0 1,1 1-1,-1-1 1,1 0-1,-1 0 1,0 0-1,1 0 0,23 7 421,-20-6-303,44 9 350,1-2 1,1-2-1,-1-2 1,66-4-1,-112 0-483,17 0-357,0-1 0,1-1 0,25-6 0,-31 4-1043,-1 0 0,25-11 1,12-13-4083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8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8708,'0'0'8249,"23"0"-6880,172 0 957,-175 0-2060,-13-1-182,0 0-1,-1 1 0,1 0 1,0 0-1,0 1 0,-1 0 1,1 0-1,0 0 0,-1 1 1,1 0-1,-1 0 0,0 1 0,7 4 1,-12-7-59,0 1 0,0 0 1,0 0-1,0 0 0,-1 0 0,1 0 1,0-1-1,-1 1 0,1 1 0,-1-1 1,1 0-1,-1 0 0,1 0 0,-1 0 1,0 0-1,1 0 0,-1 0 0,0 1 1,0-1-1,0 0 0,0 0 0,0 0 1,0 0-1,0 1 0,-1-1 0,1 0 1,0 0-1,-1 0 0,1 0 0,0 0 1,-1 0-1,0 0 0,1 0 0,-1 0 1,1 0-1,-1 0 0,-1 2 0,-2 1 117,-1 1-1,1-1 0,-1 1 0,1-1 0,-10 5 0,-39 22 615,-16 12-29,67-42-720,1 0 0,0 0-1,-1 0 1,1 0 0,0 0 0,0 0-1,-1 0 1,1 0 0,0 1 0,0-1-1,1 0 1,-1 1 0,0-1 0,0 1-1,1-1 1,-1 2 0,1-2-12,0 0 0,0-1 0,0 1 0,0 0 0,0-1 0,0 1 0,1-1 0,-1 1 0,0 0 0,0-1 1,1 1-1,-1-1 0,1 1 0,-1-1 0,0 1 0,1-1 0,-1 1 0,1-1 0,-1 1 0,1-1 0,-1 1 0,1-1 0,0 0 0,-1 1 0,2-1 1,5 3-47,1 0 0,-1-1 0,1-1 0,15 3 0,-21-4 58,1 0-10,15 2-163,0 1-1,-1 0 1,0 1 0,1 1 0,27 12-1,-44-17 157,1 1 0,-1 0 0,1 0 0,-1 0 0,1-1 0,-1 1-1,0 0 1,1 1 0,-1-1 0,0 0 0,0 0 0,0 0 0,0 1 0,0-1-1,0 1 1,0-1 0,-1 1 0,1-1 0,0 1 0,-1-1 0,1 1 0,-1-1-1,0 1 1,1 0 0,-1-1 0,0 1 0,0 0 0,0-1 0,0 1-1,0 0 1,-1-1 0,1 1 0,0-1 0,-1 1 0,1 0 0,-1-1 0,0 1-1,1-1 1,-1 1 0,-1 1 0,-3 4 214,1-1 0,-1 0 0,0 0 0,-1 0 0,1 0 0,-1-1 0,-7 5 0,-1 0 262,1 1-352,-1 0 0,-1-1 0,1-1-1,-31 13 1,50-42-12504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20 2225,'0'0'18246,"-15"6"-15621,0-1-1948,6-2-317,1 0 0,-1 0 0,1 1 0,0 0 0,0 0 0,0 1 0,1 0 0,0 1 0,-12 10 0,10-7 77,0 1 0,0 0 1,1 1-1,1 0 0,0 0 1,-8 16-1,12-20-394,0 0 0,1 1 1,0-1-1,0 1 0,0-1 0,1 1 0,0 0 1,1-1-1,0 1 0,0 0 0,0-1 0,2 10 1,-1-15-52,0 1 1,0-1 0,0 0-1,0 0 1,0 0-1,0 0 1,0 0 0,0 0-1,1-1 1,-1 1 0,1 0-1,-1-1 1,1 1 0,0-1-1,0 1 1,0-1 0,-1 0-1,1 0 1,0 0 0,1 0-1,-1 0 1,0 0 0,0 0-1,0-1 1,0 1 0,1-1-1,1 0 1,9 2-164,0-1 0,-1-1-1,21-1 1,-29 0 104,4 1-68,1-2-1,-1 1 1,0-1 0,0 0 0,0-1-1,0 0 1,0 0 0,0-1 0,-1 0-1,0 0 1,0-1 0,0 0 0,0 0 0,-1 0-1,1-1 1,-2 0 0,1 0 0,9-14-1,-9 10 101,0 0 0,0-1 0,-1 1 0,-1-1 0,1 0 0,-2 0 0,0 0 0,0-1 0,-1 1 0,0-1 0,-1 1 0,-1-1 0,0-14 0,-1 22 62,1 0-1,-1 0 1,0 0 0,-1 0 0,1 0 0,-1 0 0,0 0-1,1 0 1,-2 0 0,1 1 0,-5-6 0,-1 1-3997,-1 3-4326,27 11-1952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3954,'0'0'19049,"-12"3"-17059,-16 4-210,-43 17 0,62-20-1504,0-1 0,1 1 0,-1 1 0,1 0 0,0 0-1,0 1 1,0 0 0,1 0 0,0 1 0,-8 9 0,14-15-265,0 0 0,0 1 1,0-1-1,0 1 0,0 0 1,0-1-1,1 1 0,-1 0 0,0-1 1,1 1-1,-1 0 0,1 0 1,0-1-1,0 1 0,0 0 0,0 0 1,0 0-1,0-1 0,0 1 1,0 0-1,1 0 0,-1 0 0,1-1 1,-1 1-1,1 0 0,0-1 1,0 1-1,-1-1 0,1 1 0,0 0 1,1-1-1,-1 0 0,0 1 1,0-1-1,0 0 0,1 0 0,-1 1 1,1-1-1,1 1 0,7 4-89,0-1 0,0 0 0,0 0 0,22 6 0,-25-8 14,37 9-687,25 9-835,-63-19 1339,0 1-1,-1-1 1,0 1 0,0 0 0,1 0 0,-2 1-1,1 0 1,8 8 0,-11-11 251,-1 1-1,1 0 1,-1-1-1,0 1 1,0 0-1,1 0 1,-1 0 0,-1 0-1,1 0 1,0 0-1,0 0 1,-1 0-1,1 0 1,-1 0 0,0 0-1,1 1 1,-1-1-1,0 0 1,0 0-1,-1 0 1,1 4 0,-2-3 103,1 0 0,0-1 0,-1 1 0,0 0 0,1-1 0,-1 1 0,0-1 0,0 1 0,0-1 0,-1 0 0,1 0 1,-1 0-1,-2 2 0,-9 4 383,-1-1 0,1 0 0,-1 0 0,-22 5 1,-22 11 491,42-15-1180,1-1 1,-1-1-1,0-1 1,-25 4-1,42-9-23,0 0-1,-1 0 0,1 0 1,0 0-1,-1 0 1,1 0-1,0 0 0,-1 0 1,1 0-1,0 0 1,-1 0-1,1-1 1,0 1-1,0 0 0,-1 0 1,1 0-1,0-1 1,0 1-1,-1 0 0,1 0 1,0-1-1,0 1 1,0 0-1,-1 0 0,1-1 1,0 1-1,0 0 1,0-1-1,0 1 0,0 0 1,0-1-1,0 1 1,0 0-1,-1-1 0,1 1 1,0 0-1,1-1 1,-1-16-2258,0 13 394,2-29-7877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8:59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7555,'0'0'12342,"126"-27"-7220,-76 22-1696,4 3-1905,-4 0-849,-8 2-480,-10 0-192,-14 0 0,-11 0-528,-30 4-6755,-2 3-849,4-7-6067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3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2513,'0'0'15333,"5"-1"-11708,188-1 882,-100 3-4190,-81-1-315,-1-1 0,1 2 0,0 0 0,-1 0 0,1 1 0,-1 0 0,0 1 0,15 5 0,-25-7-2,0-1-1,0 0 0,-1 0 0,1 1 1,0-1-1,0 1 0,0-1 0,0 1 1,0-1-1,-1 1 0,1-1 0,0 1 1,0 0-1,-1 0 0,1-1 0,-1 1 1,1 0-1,0 0 0,-1 0 0,1-1 1,-1 1-1,0 0 0,1 0 0,-1 0 1,0 0-1,0 0 0,1 0 0,-1 0 1,0 0-1,0 0 0,0 0 0,0 0 1,0 0-1,0 0 0,-1 0 0,1 0 1,0 0-1,0 0 0,-1 0 0,1-1 1,0 1-1,-1 0 0,0 1 0,-1 1 18,-1 0 0,1-1 1,-1 1-1,1 0 0,-1-1 0,0 0 0,0 0 0,0 0 0,0 0 0,-5 1 0,-33 14 469,-66 15-1,28-10 468,78-21-937,-1-1 0,0 1 1,1-1-1,-1 1 0,0 0 0,1-1 1,-1 1-1,1 0 0,-1 0 1,1 0-1,0 0 0,-1 0 0,1 1 1,0-1-1,0 0 0,0 0 1,0 1-1,0-1 0,0 1 0,0-1 1,-1 4-1,2-4-25,0 1 0,0-1 0,0 1 0,1-1 1,-1 0-1,0 1 0,1-1 0,-1 0 0,1 1 0,-1-1 0,1 0 0,0 0 0,0 1 1,-1-1-1,1 0 0,0 0 0,0 0 0,0 0 0,0 0 0,0 0 0,0 0 0,1-1 0,-1 1 1,0 0-1,0 0 0,0-1 0,2 1 0,28 14-436,42 15-1,-51-23 44,0 2-1,0 0 1,0 2-1,-2 0 1,25 18 0,-41-26 326,-1 0 1,1 1-1,-1 0 1,0-1-1,5 8 1,-7-10 72,-1 0 1,1-1 0,-1 1-1,1 0 1,-1 0-1,1 0 1,-1 0 0,0 0-1,1 0 1,-1-1-1,0 1 1,0 0 0,1 0-1,-1 0 1,0 0-1,0 0 1,0 0-1,0 0 1,-1 0 0,1 0-1,0 0 1,0 0-1,0 0 1,-1 0 0,1 0-1,-1 0 1,1 0-1,0-1 1,-1 1 0,0 0-1,1 0 1,-1 0-1,1-1 1,-1 1-1,0 0 1,1-1 0,-3 2-1,-3 1 158,-1 0 0,0 0 0,0 0-1,0-1 1,0 0 0,0-1 0,-12 2 0,-60 2 1657,33-3-1069,-19 5-687,51-3-2490,43-4-1460,22-4-2968,13-14-4463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3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1 464,'0'0'12184,"-4"0"-9540,4 0-2367,-1 0-1,0 0 1,1 0-1,-1 0 1,0 0-1,1 0 0,-1 0 1,0 0-1,1 0 1,-1 0-1,0 0 1,1 1-1,-1-1 1,0 0-1,1 0 1,-1 1-1,1-1 0,-1 0 1,1 1-1,-1-1 1,0 1-1,1-1 1,-1 0-1,1 1 1,0-1-1,-1 1 0,1 0 1,-1-1-1,1 1 1,0-1-1,-1 1 1,1-1-1,0 1 1,0 0-1,0-1 0,-1 1 1,1 0-1,0-1 1,0 1-1,0 0 1,0 0-1,-6 19 402,-34 64 2279,-31 76-2177,71-160-786,-1 1 0,1-1 0,0 1 0,0-1 0,-1 1 0,1-1 0,0 1 0,0 0 0,0-1 0,0 1 0,0 0 0,0-1 0,0 1 0,0-1 0,0 1 0,0 0 0,0-1-1,0 1 1,0-1 0,0 1 0,1 0 0,-1-1 0,0 1 0,0-1 0,1 1 0,-1-1 0,0 1 0,1-1 0,-1 1 0,1-1 0,-1 1 0,0-1 0,1 0 0,-1 1 0,1-1 0,-1 0 0,1 1 0,-1-1-1,1 0 1,0 1 0,-1-1 0,1 0 0,-1 0 0,2 0 0,32 1-12,-22-2 15,439 1 160,-467-6-1018,10 6-16,-13-2-5067,11-8-3691,3-5 396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5426,'0'0'18681,"-113"125"-14903,88-83-1489,8 0-752,7-5-689,5-5-640,5-7-208,0-4 0,0-5-640,13-3-1169,6-7-2161,0-6-2257,10 0-8099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4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289 154 3426,'0'0'14574,"-18"-4"-11874,5 1-2179,7 1-300,-1 0 0,1 0 0,-1 1 0,0 0 1,0 1-1,1-1 0,-1 1 0,0 0 0,0 1 0,1 0 0,-1 0 0,0 0 0,1 1 0,-1 0 1,1 0-1,0 0 0,-8 5 0,2 0 227,0 1 0,1 1 0,0 0 0,0 1 1,1-1-1,0 2 0,-15 19 0,22-24-381,-1 0-1,0 0 1,1 0-1,0 0 1,1 1 0,0-1-1,0 1 1,0 0-1,0 0 1,1 0-1,0-1 1,1 1 0,0 0-1,0 0 1,0 0-1,1 0 1,0 0 0,2 7-1,-2-10-74,1 0-1,0 0 1,0 0 0,0-1-1,0 1 1,1 0 0,0-1-1,-1 0 1,1 0 0,0 0-1,1 0 1,-1 0 0,0 0-1,1-1 1,0 0-1,-1 0 1,1 0 0,0 0-1,0 0 1,0-1 0,0 1-1,1-1 1,-1 0 0,4 0-1,7 1-168,-1 0-1,0-1 1,1-1-1,-1 0 1,0-1-1,16-2 1,-23 2 55,0-1 1,0 0-1,0 0 0,-1-1 1,1 0-1,-1 0 1,0 0-1,0-1 1,0 1-1,0-2 0,0 1 1,7-8-1,-5 3-33,0-1 0,0 0 0,-1 0 0,0-1 0,-1 1 0,8-19 0,-3 0-43,-2-1-1,0 1 1,-2-2-1,6-57 1,-9-19-816,7 115-3372,9 13-202,12 3-2442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5.5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 8228,'0'0'9372,"-11"6"-7905,11 2-464,0-8-818,0 1 0,-1-1 0,1 1 1,0-1-1,0 1 0,0-1 0,0 1 1,0-1-1,0 1 0,0-1 0,0 1 0,0-1 1,0 1-1,0-1 0,0 1 0,0-1 1,0 1-1,0-1 0,1 1 0,-1-1 0,0 1 1,0-1-1,0 1 0,1-1 0,-1 1 1,0-1-1,1 0 0,-1 1 0,0-1 0,1 0 1,-1 1-1,1-1 0,-1 0 0,1 1 0,-1-1 1,0 0-1,1 0 0,-1 0 0,1 1 1,-1-1-1,1 0 0,-1 0 0,1 0 0,-1 0 1,1 0-1,-1 0 0,1 0 0,-1 0 1,2 0 1359,-2 2-1046,-1 2-442,1 0 1,-1-1-1,0 1 0,0-1 0,0 0 0,0 1 0,0-1 0,-1 0 1,0 0-1,0 1 0,0-1 0,-4 4 0,-35 36 694,28-29-668,-17 14-83,16-16 0,2 0 0,0 0 0,0 1 0,-9 15 0,20-27 0,1-1 0,0 0 0,-1 1 0,1-1 0,0 1 0,0-1 0,0 1 0,0-1 0,-1 1 0,1-1 0,0 1 0,0-1 0,0 1 0,0-1 0,0 1 0,0-1 0,0 1 0,0-1 0,0 1 0,1-1 0,-1 1 0,0-1 0,0 1 0,0-1 0,0 1 0,1-1 0,-1 1 0,0-1 0,1 0 0,-1 1 0,0-1 0,1 1 0,-1-1 0,0 0 0,1 1 0,-1-1 0,1 0 0,-1 0 0,0 1 0,1-1 0,-1 0 0,1 0 0,-1 0 0,1 1 0,-1-1 0,1 0 0,-1 0 0,1 0 0,-1 0 0,1 0 0,-1 0 0,1 0 0,-1 0 0,1 0 0,0 0 0,40 0 0,-28-1 0,65-1-377,-23 1-215,56 5 0,-110-4 599,0 0-1,0 0 0,-1 0 1,1 0-1,0 0 0,0 0 1,0 0-1,0 0 0,-1 0 1,1 1-1,0-1 0,0 0 1,0 1-1,-1-1 1,1 1-1,0-1 0,-1 1 1,1-1-1,0 1 0,-1-1 1,1 1-1,0 0 0,-1-1 1,1 1-1,-1 0 0,0 0 1,1-1-1,-1 1 0,1 0 1,-1 0-1,0-1 0,0 1 1,1 0-1,-1 0 1,0 0-1,0 0 0,0-1 1,0 1-1,0 0 0,0 0 1,0 0-1,0 0 0,-1 0 1,1-1-1,0 2 0,-1 1 83,-1 0 0,1 0-1,0 0 1,-1 0 0,0 0-1,1 0 1,-1-1 0,0 1-1,0-1 1,-4 4 0,-22 19 57,-40 48 1,33-34-147,31-36-101,0 0 0,0 0 1,0-1-1,0 1 0,-1-1 0,1 1 0,-1-2 1,1 1-1,-1 0 0,0-1 0,0 0 1,0 0-1,1 0 0,-1-1 0,0 1 0,0-1 1,-10-1-1,14 1-145,-1 0 1,1 0 0,-1-1-1,1 1 1,-1 0-1,1-1 1,0 1-1,-1 0 1,1-1 0,-1 0-1,1 1 1,0-1-1,0 0 1,-1 0 0,1 0-1,0 0 1,0 0-1,0 0 1,0 0-1,0 0 1,0 0 0,0 0-1,0 0 1,0-2-1,-1-2-928,0 0 0,0 1 0,0-1 0,1 0 0,-2-10 0,0-30-7395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5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10389,'0'0'15383,"130"-4"-12614,-86 14-736,8 3-576,-4-5-721,-4 1-736,-9-5 0,-12-4-240,-8 0-993,-48-8-14326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6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0 384,'0'0'3682,"15"9"-3586,-7-7 0,0 0-96,-4-2-352,5 4-833,-7-4-976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6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1409,'65'17'26748,"-54"-17"-25492,91-6-353,-63 2-910,46 2 0,-84 2 0,1-1 0,-1 1 0,0 0 0,1 0 0,-1 0 0,0 1 0,1-1 0,-1 0 0,0 1 0,1-1 0,-1 0 0,0 1 0,0-1 0,1 1 0,-1 0 1,0-1-1,0 1 0,0 0 0,0 0 0,0 0 0,0 0 0,0 0 0,0 0 0,0 0 0,0 0 0,-1 0 0,1 0 0,0 1 0,-1-1 0,1 0 0,-1 0 0,1 1 0,-1-1 0,0 0 0,0 1 0,1-1 0,-1 0 0,0 1 0,0-1 0,0 0 0,0 1 1,0-1-1,-1 0 0,1 1 0,0-1 0,-1 0 0,1 1 0,-1-1 0,1 0 0,-2 2 0,0 3-6,-1 1 1,-1 0 0,1-1-1,-1 0 1,0 0-1,0 0 1,-1 0-1,-6 5 1,-51 41-79,40-35 3,1 0-1,1 1 1,1 1-1,-24 30 0,42-48 70,0 1 1,0-1-1,0 0 0,1 0 0,-1 0 0,0 0 0,1 1 0,-1-1 0,1 0 0,-1 0 0,1 1 0,0-1 0,0 0 0,-1 1 1,1-1-1,0 0 0,0 1 0,0-1 0,1 3 0,-1-3 11,1 0 0,0 0 0,-1 0 0,1 0 0,0 0 0,-1 0 0,1-1 0,0 1 0,0 0 0,0 0 0,0-1 0,0 1 0,0-1 0,0 1 0,0-1 0,0 1 0,0-1 0,2 1 0,7 1 20,1 0 0,-1-1 1,0-1-1,14 0 0,-8 0 31,36 1-281,66-7-1,-82 1-2457,40-10-1,-19-1-3724,-4-1-4320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07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 8180,'0'0'21802,"-56"102"-21018,41-64-480,0 0-288,3 1-16,4-1-368,-1 2-1185,3 2-2112,-7-1-1810,9-1-5218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2.3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228 172 5555,'0'0'12584,"-2"-2"-11397,2 1-1108,-1 0 0,1 0-1,-1 1 1,0-1 0,1 0 0,-1 1-1,0-1 1,1 0 0,-1 1 0,0-1-1,0 1 1,0-1 0,1 1 0,-1 0-1,0-1 1,0 1 0,0 0 0,0-1-1,0 1 1,0 0 0,0 0 0,0 0-1,-1 0 1,-29 8 744,15 0-514,-30 20 0,39-23-81,-2 1-181,1 1 0,0-1 0,0 1 0,1 1 0,0 0 0,0 0-1,1 0 1,0 0 0,1 1 0,0 0 0,0 1 0,0-1 0,2 1 0,-1 0 0,1 0-1,0 0 1,1 0 0,0 0 0,1 0 0,0 1 0,1-1 0,0 1 0,0-1 0,1 0-1,4 16 1,-4-21-46,0 1-1,1-1 0,-1 0 0,1 0 1,0-1-1,1 1 0,-1 0 1,1-1-1,0 1 0,0-1 0,0 0 1,1 0-1,-1 0 0,1-1 1,0 1-1,0-1 0,1 0 0,-1 0 1,0 0-1,1-1 0,0 1 0,0-1 1,0 0-1,-1-1 0,2 1 1,-1-1-1,0 0 0,0 0 0,9 0 1,-3-1 9,-1 0 1,0 0 0,0-1-1,1 0 1,-1-1 0,0 0-1,0 0 1,-1-1 0,1-1-1,0 1 1,-1-2 0,0 1-1,0-1 1,12-9-1,-8 2 9,0 0-1,-1-1 0,-1 0 1,0-1-1,-1 0 0,0-1 1,-1 0-1,-1 0 0,0-1 1,-1 0-1,7-25 0,-11 31 1,0 0-1,0-1 1,-1 1-1,-1-1 1,0 0-1,0 1 1,-1-1-1,0 0 1,-1 1-1,0-1 1,-1 0-1,0 1 1,-1 0-1,0-1 1,0 1-1,-1 0 1,-1 1-1,0-1 1,-10-15-1,7 15 58,0 1 0,-1-1 1,0 1-1,-1 1 0,-15-11 0,19 15-41,-1 0 0,1 1-1,0 0 1,-1 0-1,1 0 1,-1 1 0,0 0-1,0 0 1,0 1-1,0 0 1,-9 0-1,16 1-94,-1 0 0,0 1-1,1-1 1,-1 0-1,1 0 1,-1 1 0,1-1-1,-1 0 1,1 1-1,0-1 1,-1 1-1,1-1 1,-1 1 0,1-1-1,0 1 1,-1-1-1,1 1 1,0-1 0,0 1-1,-1-1 1,1 1-1,0 0 1,0-1 0,0 1-1,0-1 1,0 1-1,0 0 1,0-1-1,0 1 1,0-1 0,0 1-1,0 0 1,0 0-1,3 24-2751,-3-25 2657,0 3-415,1 1-1,0-1 0,0 0 0,0 0 0,0 0 0,0 0 0,1-1 0,-1 1 0,3 3 0,29 25-7182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2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8 1217,'0'0'18445,"3"-3"-16241,1-2 2781,-8 8-2085,-21 15-1383,-33 34-1797,46-40 330,1 2 1,-17 25-1,25-34-70,1 0 1,-1 0-1,1 0 0,0 0 1,0 1-1,1-1 0,0 0 1,-1 1-1,2-1 0,-1 1 1,1-1-1,0 12 0,1-16 16,-1 0 0,0 1 0,1-1-1,0 0 1,-1 0 0,1 0 0,0 0-1,-1 0 1,1 0 0,0 0-1,0 0 1,0 0 0,0 0 0,0 0-1,0 0 1,0 0 0,0-1 0,0 1-1,3 0 1,27 11 14,-23-9-7,20 5 48,0 0 0,1-3 0,50 5-1,90-6 48,-138-4-94,-3-3 40,-27 3-28,0-1 0,-1 1 0,1 0-1,0 0 1,0 0 0,0-1 0,0 1-1,-1 0 1,1-1 0,0 1-1,0-1 1,-1 1 0,1-1 0,0 1-1,-1-1 1,1 1 0,0-1 0,-1 0-1,1 1 1,-1-1 0,1 0-1,-1 0 1,1 1 0,-1-1 0,0 0-1,1-1 1,-1 1 86,0-22-27611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0 4978,'0'0'19673,"-106"59"-18728,95-28-321,5-2-80,2 3-432,2-5-112,2-2-544,0 2-801,0 0-1984,0-2-2642,4-2-3809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13 3458,'0'0'11733,"5"-2"-9575,1-1-1207,6-3 183,-1 4 5220,-20 2-3737,-6 1-2381,1-1 1,0 2-1,0 0 0,-21 6 1,28-6-256,1 0 0,-1 0 1,1 1-1,0 0 0,0 0 1,0 1-1,0 0 0,1 0 1,-1 0-1,1 0 0,-9 10 1,13-12-86,-1 0 0,1 0 1,-1-1-1,1 1 0,0 0 0,0 0 1,0 0-1,0 1 0,0-1 0,0 0 1,1 0-1,-1 0 0,1 1 0,-1-1 1,1 0-1,0 0 0,0 1 0,0-1 1,0 0-1,1 1 0,-1-1 0,0 0 1,1 0-1,0 1 0,-1-1 0,1 0 1,0 0-1,0 0 0,0 0 0,1 0 1,-1 0-1,0 0 0,1 0 0,-1-1 1,1 1-1,0 0 0,2 1 0,6 5-201,1 0-1,0-1 0,1 0 0,-1-1 0,15 5 0,-18-7 401,121 58-634,-128-62 547,-1 0 0,1 0 1,-1 0-1,1 1 0,-1-1 0,0 0 0,1 0 0,-1 1 0,1-1 0,-1 0 0,0 1 0,1-1 1,-1 0-1,1 1 0,-1-1 0,0 0 0,0 1 0,1-1 0,-1 1 0,0-1 0,0 1 0,1-1 0,-1 0 1,0 1-1,0-1 0,0 1 0,0-1 0,0 1 0,0-1 0,0 1 0,0-1 0,0 1 0,0-1 1,0 1-1,0-1 0,0 1 0,0-1 0,0 1 0,0-1 0,-1 1 0,1-1 0,0 1 0,0-1 0,0 1 1,-1-1-1,1 0 0,0 1 0,-1-1 0,1 0 0,0 1 0,-1-1 0,1 0 0,-1 1 0,0-1 0,-29 18 1650,23-15-1298,-10 7 1063,-30 24 0,7-1-2653,39-31 799,-1-1-1,1-1 0,-1 1 1,1 0-1,-1 0 0,1 0 1,-1-1-1,0 1 0,1-1 0,-1 1 1,-2-1-1,3 0 0,0 1 0,0-1-1,0 0 1,0 0 0,0 0 0,0-1-1,0 1 1,0 0 0,0 0 0,0 0 0,1-1-1,-1 1 1,0 0 0,0-1 0,0 1-1,0-1 1,0 1 0,1-1 0,-1 0 0,0 1-1,1-1 1,-1 0 0,0 1 0,0-2-1,-8-25-9392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3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13398,'0'0'11637,"117"-36"-10292,-60 36-336,1 0-401,-3 0-112,-16 0-464,-13 0-32,-16 4-160,-10-2-1121,-6 0-6066,-24-2 16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6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9 64,'0'0'13331,"-9"1"-11783,-35 0 618,18-1 3685,229-10-4680,-201 10-1155,0 0-1,-1 0 1,1 0 0,0 0 0,0 0-1,0 0 1,0 1 0,0-1-1,0 1 1,-1-1 0,1 1-1,0 0 1,0 0 0,-1 0-1,1 0 1,0 0 0,-1 0 0,1 0-1,-1 0 1,0 1 0,1-1-1,-1 1 1,0-1 0,0 1-1,0-1 1,0 1 0,0 0 0,0-1-1,0 1 1,0 0 0,-1 0-1,1-1 1,-1 1 0,0 0-1,1 0 1,-1 0 0,0 4 0,0-1 41,0-1 1,-1 1 0,0 0 0,0 0 0,0 0-1,0 0 1,-1 0 0,0-1 0,0 1 0,0-1 0,0 1-1,-1-1 1,-4 6 0,-15 13 82,-1-2 0,0 0 0,-37 23 0,46-33-129,13-10-13,0-1 0,1 0 0,-1 1-1,0-1 1,1 0 0,-1 1 0,1-1 0,-1 1 0,1 0 0,-1-1 0,1 1-1,-1-1 1,1 1 0,-1 0 0,1-1 0,0 1 0,-1 0 0,1-1 0,0 1-1,0 0 1,0-1 0,-1 1 0,1 0 0,0 0 0,0-1 0,0 1 0,0 0 0,0 0-1,1 0-5,0 1 0,-1-1-1,1 0 1,0-1 0,0 1 0,-1 0-1,1 0 1,0 0 0,0 0-1,0-1 1,0 1 0,0 0-1,0-1 1,0 1 0,2 0 0,45 12-160,-47-13 172,40 6-363,-1-3 0,77-2 0,-53-2-2037,15-3-3575,3-15-3596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6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2593,'0'0'20794,"0"6"-20074,0 11-480,-2 8 48,-6 8 209,-5-2-289,5 5-208,-1-3-16,1-1-689,6-1-943,2-4-2114,0-8-4242,0 0-2177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18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19 5282,'0'0'15954,"0"0"-15933,0 0-1,0 0 0,-1 0 0,1 0 0,0 0 1,0-1-1,0 1 0,0 0 0,0 0 0,-1 0 1,1-1-1,0 1 0,0 0 0,0 0 0,0 0 1,0-1-1,0 1 0,0 0 0,0 0 0,0-1 0,0 1 1,0 0-1,0 0 0,0 0 0,0-1 0,0 1 1,0 0-1,0 0 0,0-1 0,0 1 0,0 0 1,0 0-1,0 0 0,0-1 0,1 1 0,-1 0 1,0 0-1,0 0 0,0-1 0,0 1 0,0 0 1,1 0-1,-1 0 0,0 0 0,0 0 0,0-1 1,1 1-1,-1 0 0,0 0 0,0 0 0,0 0 1,1 0-1,-1 0 0,0 0 0,0 0 0,1 0 0,-1 0 1,0 0-1,0 0 0,0 0 0,1 0 0,-1 0 1,0 0-1,1 0 0,11-3 7,1 0 0,0 2 0,0-1 0,0 1 0,1 1 0,16 2 0,3-1 64,-2-2-12,-13 0-55,1 0 0,-1 2 0,22 3 1,-36-4-9,-1 1 0,1-1 0,-1 1 0,1 0 0,-1 1 0,0-1 0,1 0 0,-1 1 0,0 0 0,0 0 0,0 0 0,0 0 0,0 0 0,0 1 0,-1-1 0,1 1 0,-1 0 0,0-1 0,1 1 0,-1 0 0,2 7 0,-3-9 18,0 1-1,0 0 0,0 1 0,0-1 1,-1 0-1,1 0 0,-1 0 0,0 0 1,0 0-1,0 1 0,0-1 0,0 0 1,0 0-1,0 0 0,-1 0 0,1 0 1,-1 1-1,1-1 0,-1 0 0,0 0 1,0 0-1,0 0 0,0-1 0,0 1 0,-1 0 1,1 0-1,-2 1 0,-3 2 163,0 0 0,-1-1 0,0 1 0,1-2-1,-1 1 1,-9 3 0,-25 14 386,41-20-612,-1-1 0,1 0-1,0 1 1,-1-1-1,1 0 1,0 1-1,0-1 1,-1 1 0,1-1-1,0 1 1,0-1-1,0 0 1,0 1 0,0-1-1,-1 1 1,1-1-1,0 1 1,0-1-1,0 1 1,0-1 0,0 1-1,0-1 1,1 0-1,-1 1 1,0-1 0,0 1-1,0-1 1,0 1-1,0-1 1,1 1 0,-1-1-1,0 0 1,0 1-1,1-1 1,-1 0-1,0 1 1,1-1 0,-1 0-1,0 1 1,1-1-1,-1 0 1,0 1 0,1-1-1,-1 0 1,1 0-1,0 1 1,21 11-953,-21-11 992,118 66-437,-103-56 433,0 1 1,-1 0-1,0 1 1,23 28-1,-36-40 16,0 1 0,-1 0-1,1 0 1,-1 0-1,0 0 1,0 0-1,0 0 1,1 0-1,-2 0 1,1 0-1,0 0 1,0 1 0,-1-1-1,1 0 1,-1 1-1,0-1 1,0 0-1,0 1 1,0-1-1,-1 5 1,0-5 81,0 0 0,0 0 0,0 0 0,0 0 0,-1 0 0,1 0 1,-1 0-1,0-1 0,1 1 0,-1 0 0,0-1 0,0 1 0,0-1 0,0 0 0,0 0 0,-4 2 1,-7 2 468,-1-1 1,1-1 0,0 0-1,-1 0 1,-22 0 0,-98-1 2389,63-3-2206,70 1-1035,15 4-2425,14 7-22,-16-6-113,-1-1-1,24 6 1,-1-6-6058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2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2209,'4'-2'13973,"13"-7"-12478,-7 4-786,0 1 1,1 0-1,-1 0 0,1 1 0,0 0 0,0 1 0,20-2 0,83 3-895,-65 2 441,-48-1-257,1 0 1,-1 0 0,0 0-1,1 0 1,-1 0-1,1 0 1,-1 0 0,0 1-1,1-1 1,-1 0-1,0 1 1,0-1 0,1 1-1,-1 0 1,0-1-1,0 1 1,0 0 0,1 0-1,-1 0 1,0-1-1,0 1 1,0 0 0,-1 1-1,1-1 1,1 1-1,-1 0 16,-1 1-1,1-1 0,-1 0 1,1 0-1,-1 1 0,0-1 1,0 0-1,0 0 0,0 1 1,-1-1-1,1 0 0,-1 0 1,0 5-1,-3 3 135,0-1 0,0 1 0,-1-1 0,0 0 0,-9 12 0,-58 60 716,19-23-419,53-57-445,-1-1 0,1 0 0,-1 1 0,1-1 0,-1 1 0,1-1 0,0 0 0,-1 1 0,1-1 0,0 1 0,0-1 0,-1 1 0,1 0 0,0-1 0,0 1 0,0-1 0,0 1 0,-1-1 0,1 1 0,0-1 0,0 1 0,0 0 0,0-1 0,0 1 0,0-1 0,1 1 0,-1-1 0,0 1 0,0 0 0,0-1 0,1 1 0,-1-1 0,0 1 0,2 0-1,-1 0 1,0 0 0,1 0 0,-1 0 0,0-1 0,1 1 0,-1 0 0,1-1 0,-1 1 0,1-1 0,-1 0 0,3 1 0,60 1 102,-52-3-24,126 3 232,41-1-677,-61-4-5469,-83-1-1346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2.8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 0 320,'0'0'23579,"-21"31"-21738,2-1-144,0 1-545,3-4-384,3 7-511,3-3-257,3-2-48,3 5-385,4-7-1071,0 0-1442,0-8-1776,0-11-3666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3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 5715,'0'0'13024,"21"-3"-12778,-1-2-143,4 0 80,0 1-1,1 1 0,33 0 0,-16 2 77,-24 0-116,-1 0 0,0 1 0,0 1 0,20 4 0,-36-5-126,0 0 1,-1 1 0,1-1-1,0 0 1,-1 0-1,1 1 1,0-1-1,-1 0 1,1 1 0,0-1-1,-1 0 1,1 1-1,-1-1 1,1 1 0,-1-1-1,1 1 1,-1 0-1,1-1 1,-1 1-1,0-1 1,1 1 0,-1 0-1,0-1 1,0 1-1,1 0 1,-1-1-1,0 1 1,0 0 0,0-1-1,0 1 1,0 0-1,0 0 1,0-1-1,0 1 1,0 0 0,0-1-1,0 1 1,0 0-1,0 0 1,-1-1 0,1 1-1,-1 0 1,0 2 109,0 0 1,0 0 0,-1-1-1,0 1 1,1 0 0,-1-1-1,0 0 1,-4 5 0,-10 5 900,-32 19 1,36-24-749,-1 1 0,1 0 0,1 0 0,-1 2 0,-15 16 0,26-25-304,0 0-1,0 0 0,0 0 0,0 0 0,0 1 0,1-1 0,-1 0 0,1 0 0,-1 1 0,1-1 0,-1 0 0,1 1 1,-1-1-1,1 1 0,0-1 0,0 1 0,0-1 0,0 0 0,0 1 0,0-1 0,0 1 0,0-1 0,1 0 0,-1 1 1,1-1-1,-1 1 0,1-1 0,-1 0 0,1 0 0,0 1 0,-1-1 0,1 0 0,0 0 0,0 0 0,0 0 0,0 0 1,0 0-1,0 0 0,0 0 0,1 0 0,-1 0 0,2 0 0,7 6-289,1-2 0,0 1-1,0-1 1,14 4 0,-4-1-88,-14-5 230,0 1-1,-1-1 0,1 1 0,-1 1 0,0-1 1,10 10-1,-14-12 162,0 0 1,-1 1 0,1-1-1,0 1 1,-1 0 0,1-1-1,-1 1 1,0 0 0,0 0-1,0 0 1,0-1 0,0 1-1,-1 0 1,1 0-1,-1 0 1,0 0 0,0 0-1,0 1 1,-1 3 0,0-4 108,0-1 0,0 1 0,0-1 1,-1 1-1,1-1 0,0 0 0,-1 0 1,0 0-1,1 0 0,-1 0 0,0 0 1,0 0-1,0-1 0,-1 1 0,1 0 1,0-1-1,0 0 0,-5 2 0,-51 19 1835,47-18-1597,-33 8 812,32-10-1000,0 1-1,0 0 1,1 1 0,-22 10-1,70-33-19129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4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209 138 3009,'0'0'16432,"-12"-7"-15280,-43-23-359,52 29-720,0 1 1,0-1 0,0 0 0,-1 1-1,1-1 1,0 1 0,-1 0-1,1 0 1,0 1 0,0-1-1,-1 1 1,1-1 0,0 1-1,0 0 1,0 0 0,0 0-1,0 1 1,0-1 0,0 1-1,0-1 1,0 1 0,1 0 0,-1 0-1,1 1 1,-1-1 0,1 0-1,0 1 1,0-1 0,-3 6-1,-1 1 81,0 0-1,0 1 0,1 0 0,0 0 0,1 0 1,0 0-1,-3 13 0,5-12-133,-1 0 0,2 1 0,-1-1-1,1 1 1,1-1 0,0 1 0,2 13 0,-1-22-26,0 0 0,-1 0 0,1 0 0,0 0 0,0 0 0,0 0 0,1-1 0,-1 1 0,1 0 0,0 0 0,-1-1 0,1 1 0,0-1 0,1 0 0,-1 0 0,0 1 0,1-1 0,-1-1 0,1 1 0,-1 0 0,1-1 0,0 1 0,0-1 0,0 0 0,0 0 0,0 0 0,0 0 0,0 0 0,5 0 0,1 0 18,-1-1 0,1 0 0,-1 0 0,1-1 0,-1 0 0,1-1 0,-1 1 0,0-2 1,1 1-1,-1-1 0,0 0 0,-1-1 0,1 0 0,-1 0 0,8-5 0,-4 0 15,1-1 0,-1 0 0,-1 0 0,0-1-1,0 0 1,-1-1 0,14-24 0,-17 25 11,-1 0 1,0 0-1,-1-1 0,0 1 1,-1-1-1,0 0 1,1-15-1,-1-10 236,-2-38-1,-1 47-225,0 26-819,23 13-13556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5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201 8 8180,'0'0'16218,"4"-2"-13950,4-1-1273,-4 1 590,-7 4 51,-15 15 249,-34 33-1885,17-18 0,2 1 0,-29 40 0,61-72 0,-1 0 0,1 0 0,0 1 0,0-1 0,0 0 0,0 1 0,1-1 0,-1 1 0,0-1 0,0 1 0,1-1 0,-1 1 0,1-1 0,0 1 0,-1 0 0,1-1 0,0 1 0,0 0 0,0-1 0,0 1 0,0 0 0,0-1 0,1 1 0,-1 0 0,0-1 0,1 1 0,0-1 0,-1 1 0,1-1 0,0 1 0,0-1 0,-1 1 0,1-1 0,0 0 0,0 1 0,1-1 0,-1 0 0,0 0 0,0 0 0,1 0 0,-1 0 0,0 0 0,1 0 0,-1 0 0,1-1 0,1 2 0,9 2 0,0 1 0,1-1 0,-1-1 0,23 3 0,-29-5 0,60 6 0,131-2 0,-127-6 0,-64 1 0,0 0 0,-1-1 0,1 0 0,0 0 0,0 0 0,-1-1 0,1 0 0,8-3 0,-8 2 0,-2 2-283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5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0 11637,'0'0'21130,"-117"128"-21130,107-82 0,5-2 0,5-2 0,0-5 0,7-5-2273,18-12-1873,6-5-1953,15-15-4225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6.8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1 3762,'-3'0'25586,"-1"3"-26297,-51 78 1321,-11 14-230,43-60-361,22-33-30,1-1-1,-1 1 1,0 0-1,0 0 0,1 0 1,-1 0-1,1 0 1,0 0-1,0 0 0,-1 0 1,1 0-1,1 0 1,-1 1-1,0-1 0,0 0 1,1 0-1,0 3 0,1-4-7,0 0-1,1 0 0,-1 0 0,0 0 0,0 0 1,0-1-1,0 1 0,1-1 0,-1 1 0,0-1 1,0 0-1,1 0 0,-1 0 0,0 0 0,5-1 0,-1 0-9,30 0 1,-15 0-312,0 1 0,0 0 0,28 5 0,-45-4 376,0-1 0,0 1 0,0 0 0,0 0 0,0 1 0,0-1 0,0 1 0,0 0 1,-1 0-1,1 0 0,-1 1 0,1-1 0,-1 1 0,0 0 0,0 0 0,0 0 0,0 0 1,-1 0-1,1 0 0,-1 1 0,0 0 0,3 5 0,0 10 150,0-1 1,-1 1-1,-1 0 0,-1-1 1,0 28-1,-2-44-172,0 0-1,-1-1 1,0 1 0,1-1 0,-1 1-1,0-1 1,0 0 0,0 1-1,0-1 1,0 0 0,0 0 0,0 1-1,-1-1 1,1 0 0,0 0-1,-1 0 1,1 0 0,0-1 0,-1 1-1,1 0 1,-1-1 0,1 1-1,-1-1 1,0 1 0,1-1 0,-1 0-1,0 1 1,-1-1 0,-50 5 371,52-5-378,-286 5 588,286-5-753,7-10-6894,11-1 5404,-12 8 426,53-37-9441,-27 14 3668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29:27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11 1985,'0'0'17304,"-5"-4"-13669,5 4-3578,0 0 0,0 0 0,0 0-1,0 0 1,0 0 0,0 0 0,1 0 0,-1 0 0,0 0 0,0 0 0,0 0 0,0 0-1,0 0 1,0 0 0,0 0 0,0 0 0,0 0 0,1 0 0,-1 0 0,0 0 0,0 0 0,0 0-1,0 0 1,0 0 0,0-1 0,0 1 0,0 0 0,0 0 0,0 0 0,0 0 0,0 0-1,1 0 1,-1 0 0,0 0 0,0 0 0,0-1 0,0 1 0,0 0 0,0 0 0,0 0 0,0 0-1,0 0 1,0 0 0,0 0 0,0 0 0,0-1 0,0 1 0,0 0 0,0 0 0,0 0-1,0 0 1,0 0 0,-1 0 0,1 0 0,0 0 0,0 0 0,0-1 0,0 1 0,0 0 0,0 0-1,0 0 1,0 0 0,0 0 0,0 0 0,0 0 0,81-1 789,-9-1-388,110 13-1,-171-8 570,-9 5-8306,-2-5 4569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6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397 1 2913,'0'0'7481,"-9"-1"-1126,4 4-6139,0 5 202,0 0 0,0 0-1,1 0 1,1 1 0,-1 0-1,-2 10 1,-3 8 102,-37 77 990,-5-3-1,-92 137 0,128-213-1336,-42 75 360,51-90-528,2 1 0,0 0 0,0 0 1,1 0-1,0 0 0,1 0 0,-2 22 0,4-32-93,3-4-1472,0-1 695,0 1-1,1 0 0,-1 0 0,1 1 1,-1-1-1,1 1 0,0-1 0,7-2 1,-2 0-1294,24-11-4788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7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26 2513,'0'0'10501,"-7"-4"-9098,-3 0-921,-1 0-1,0 1 0,-1 0 0,1 0 1,0 1-1,-1 1 0,1 0 0,-1 0 1,1 1-1,-18 3 0,20-3-309,1 2 0,-1-1 0,0 1 0,0 0-1,1 1 1,-1 0 0,1 1 0,0-1 0,0 2 0,0-1 0,1 1-1,0 0 1,-1 0 0,2 1 0,-8 7 0,12-10-182,0-1 0,0 1 0,0 0 1,0 0-1,0 0 0,1 0 0,-1 0 0,1 0 0,0 0 0,0 0 1,0 1-1,0-1 0,1 1 0,-1-1 0,1 0 0,0 1 0,0-1 1,0 1-1,0-1 0,1 0 0,-1 1 0,1-1 0,0 0 0,0 1 1,0-1-1,1 0 0,-1 0 0,1 0 0,-1 0 0,1 0 0,0 0 1,0 0-1,1-1 0,-1 1 0,0-1 0,1 0 0,0 1 0,-1-1 1,1 0-1,0-1 0,0 1 0,0 0 0,0-1 0,0 0 0,1 0 1,-1 0-1,0 0 0,7 1 0,-3-1-36,1 1 1,-1-2-1,0 1 1,1-1-1,-1 0 0,0-1 1,1 0-1,8-2 0,-11 1 56,-1 1 0,1-1 0,-1 0 0,0-1 0,0 1 0,0-1 0,0 0 0,0 0-1,0 0 1,-1 0 0,0 0 0,1-1 0,3-6 0,0 2 9,-1-1 1,0 0-1,0 0 0,-1 0 0,0 0 1,-1-1-1,0 0 0,0 0 1,-1 0-1,-1 0 0,1-1 0,0-20 1,-3 30-46,0 1 0,0 0 0,0-1 0,0 1 0,0 0 0,0-1 0,-1 1 0,1 0 0,0-1 0,0 1 0,-1 0 0,1 0 0,0-1 0,0 1 0,-1 0 0,1 0 0,0-1 1,0 1-1,-1 0 0,1 0 0,0 0 0,-1 0 0,1-1 0,0 1 0,-1 0 0,1 0 0,-1 0 0,1 0 0,0 0 0,-1 0 0,1 0 0,0 0 0,-1 0 0,1 0 0,0 0 0,-1 0 0,1 0 0,-1 0 1,1 0-1,0 1 0,-1-1 0,1 0 0,0 0 0,0 0 0,-1 1 0,1-1 0,0 0 0,-1 0 0,1 1 0,-2 0-167,1-1-1,-1 1 1,1 0-1,0 0 1,0 0-1,-1-1 1,1 1 0,0 1-1,0-1 1,0 0-1,0 0 1,-2 3-1,0 32-8220,3-23 1677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7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713 3 4706,'0'0'14722,"-19"-1"-13557,-67 0-249,79 2-857,-1 0 0,1 0 0,0 1 0,0 1 0,0-1 0,0 1 0,0 0 0,0 0 0,1 1 0,-1 0 1,1 0-1,0 1 0,0 0 0,1 0 0,-1 0 0,1 0 0,0 1 0,1 0 0,-5 7 0,6-8-62,1 0 0,0 0 0,0 0 0,0 1 0,1-1 0,-2 9 0,2-12-11,1 0-1,-1 0 1,1 1 0,0-1 0,0 0 0,0 1 0,0-1-1,1 0 1,-1 1 0,0-1 0,1 0 0,0 0 0,0 1-1,-1-1 1,1 0 0,0 0 0,1 0 0,1 3 0,1-2-53,1 1 1,0-1 0,-1 0 0,1 0 0,1-1 0,-1 1 0,0-1 0,0-1-1,1 1 1,0-1 0,-1 1 0,7-1 0,0 1-182,1-1 1,-1-1 0,1 0-1,20-3 1,-27 1 226,0 0 0,0 0 0,0 0 0,0-1 0,-1 0 1,1 0-1,-1-1 0,0 1 0,0-1 0,0 0 1,0 0-1,-1-1 0,1 0 0,5-7 0,1-3 55,-1 0-1,0-1 0,12-28 1,-17 27 396,-5 17-407,0 0 1,0 0 0,0 0-1,0 0 1,0 0-1,0-1 1,0 1 0,0 0-1,0 0 1,-1 0 0,1 0-1,0 0 1,0 0 0,0-1-1,0 1 1,0 0 0,0 0-1,0 0 1,0 0-1,0 0 1,-1 0 0,1 0-1,0 0 1,0 0 0,0 0-1,0 0 1,0 0 0,0-1-1,-1 1 1,1 0 0,0 0-1,0 0 1,0 0 0,0 0-1,0 0 1,-1 0-1,1 0 1,0 0 0,0 0-1,0 0 1,0 1 0,0-1-1,0 0 1,-1 0 0,1 0-1,0 0 1,0 0 0,0 0-1,0 0 1,0 0-1,-25 21 855,-3 9-658,2 2-1,1 0 1,2 2-1,-30 57 1,-57 154 474,58-120-605,39-96-95,-30 49 1,38-70 37,-1 1 1,-1 0-1,1-1 0,-2 0 1,1-1-1,-1 0 0,0 0 0,0 0 1,-11 5-1,15-9 92,-1-1 0,0 0 0,1 0 1,-1 0-1,0 0 0,0-1 0,0 0 0,0 0 0,0 0 0,0-1 1,0 0-1,0 0 0,-1 0 0,1-1 0,0 1 0,0-1 0,0 0 0,0-1 1,0 1-1,-7-4 0,-1-3-21,0 0 0,0-1 1,0-1-1,1 0 0,-13-14 1,13 13-402,0-1 0,-1 2 0,0 0 0,-21-12 0,32 20-2971,13 3-7196,15-1 2370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8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1 768,'0'0'18081,"-8"3"-16491,-27 14-203,33-16-1215,0 2 0,0-1 0,0 0 0,0 0 0,0 1 0,0-1 0,0 1 0,1-1 0,0 1 0,-1 0 1,1-1-1,0 1 0,0 0 0,0 0 0,0 5 0,-4 9 527,-25 44 1203,21-45-1794,0 0-1,2 1 1,0 0 0,0 1-1,-5 27 1,12-44 164,-1 4-1700,25-1-24186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8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0 4690,'0'0'14644,"-8"5"-13265,-14 8-225,-34 28-1,49-35-1049,-1 0-1,1 1 0,0 0 0,1 0 0,0 0 0,0 1 0,0 0 0,1 0 0,-4 9 0,8-15-109,0-1-1,0 1 1,1-1 0,-1 1-1,1-1 1,-1 1 0,1 0-1,0-1 1,0 1 0,-1 0-1,1-1 1,0 1 0,0 0-1,1-1 1,-1 1 0,0 0-1,1-1 1,-1 1 0,1 0-1,-1-1 1,1 1 0,0-1-1,-1 1 1,1-1 0,0 1-1,0-1 1,0 0 0,0 1-1,1-1 1,-1 0 0,0 0-1,0 0 1,1 0 0,-1 0-1,1 0 1,-1 0 0,1 0-1,-1-1 1,1 1 0,-1-1-1,1 1 1,3 0 0,7 1-28,1 0 0,-1-1 0,1-1 0,23-1 1,-12 0-73,-15 1 77,0 0 1,0 0-1,0-1 1,0 0-1,0-1 0,0 0 1,10-4-1,-16 5 32,-1-1 0,1 1 1,-1-1-1,0 1 0,1-1 0,-1 0 1,0 1-1,0-1 0,0 0 0,0-1 1,0 1-1,-1 0 0,1 0 0,-1-1 1,1 1-1,-1-1 0,0 1 0,0-1 1,0 0-1,0 1 0,-1-1 0,1 0 1,-1 0-1,1 1 0,-1-1 0,0-5 1,0 4 94,0 0 1,0-1 0,-1 1-1,1 0 1,-1 0-1,0 0 1,0 0 0,-2-6-1,2 8-27,-1 0 0,1 0 0,-1 0 0,1 0 0,-1 0 0,0 1 0,0-1 0,1 1 0,-1-1-1,0 1 1,0 0 0,-1 0 0,1 0 0,0 0 0,-5-2 0,-8-1 101,-1 0 0,0 1 0,0 1 0,-1 0 0,1 2 0,-18 0 0,24 0-386,24 2-5314,8 0 2462,20-2-4678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9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5410,'0'0'10987,"-6"24"-7900,-38 145 1293,16-50-1426,16-63-2206,-30 85 0,40-135-1455,0 1 0,0 0 0,1 1 0,0-1 0,-1 10 0,3-16 550,-1 0-1,1-1 1,-1 1-1,1 0 1,-1-1-1,1 1 0,-1-1 1,1 1-1,0-1 1,-1 1-1,1-1 1,0 1-1,-1-1 0,1 0 1,0 1-1,0-1 1,-1 0-1,1 0 1,0 0-1,0 0 1,0 1-1,-1-1 0,1 0 1,0 0-1,0 0 1,0-1-1,-1 1 1,1 0-1,0 0 0,0 0 1,1-1-1,3 1-976,33-4-4706,4-17-2502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5:59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12 7043,'0'0'13713,"-12"5"-12579,1-1-805,1 1 1,-1 0-1,1 1 0,1 0 1,-1 1-1,1 0 0,0 0 1,-15 17-1,18-16-270,0 0 1,0 0-1,0 0 0,1 1 0,1-1 1,0 1-1,0 1 0,0-1 1,1 0-1,1 1 0,-1 0 0,2 0 1,-1-1-1,1 1 0,1 0 1,0 0-1,1 13 0,0-21-72,-1 0 0,1 1-1,0-1 1,-1 0-1,1 0 1,0 0 0,0 0-1,1 0 1,-1 0 0,0 0-1,1 0 1,-1 0 0,1-1-1,-1 1 1,1 0 0,0-1-1,0 0 1,0 1 0,0-1-1,0 0 1,0 0 0,0 0-1,0 0 1,0 0 0,0-1-1,1 1 1,2 0 0,7 1-70,1 0 1,-1-1 0,24-1 0,-24 0 51,-4 0 7,1 0 0,-1-1 0,1 0 1,-1-1-1,0 1 0,0-2 0,0 1 1,0-1-1,0 0 0,0-1 0,-1 0 1,0 0-1,0-1 0,0 1 1,0-2-1,-1 1 0,1-1 0,-1 0 1,-1 0-1,6-7 0,-4 2 45,0 1 1,-1-1-1,-1-1 0,1 1 1,-2-1-1,0 0 0,0 0 1,-1 0-1,0-1 0,-1 1 0,-1-1 1,0-18-1,-1 28 13,0 0-1,-1 1 1,1-1-1,-1 1 1,0-1 0,0 1-1,0-1 1,0 1-1,0-1 1,0 1 0,-1 0-1,1-1 1,-1 1 0,1 0-1,-1 0 1,0 0-1,0 1 1,0-1 0,0 0-1,0 1 1,0-1-1,-1 1 1,1 0 0,-1 0-1,1-1 1,0 2-1,-1-1 1,0 0 0,1 0-1,-6 0 1,-5-1-33,-1 0-1,1 1 1,0 0 0,-26 3 0,38-2-61,0 0 0,0 0 0,1 1 1,-1-1-1,0 0 0,0 0 0,0 1 0,1-1 0,-1 0 1,0 1-1,1-1 0,-1 1 0,0-1 0,1 1 1,-1-1-1,0 1 0,1 0 0,-1-1 0,1 1 0,-1 0 1,1-1-1,0 1 0,-1 0 0,1 0 0,0-1 0,-1 1 1,1 0-1,0 0 0,0 0 0,-1-1 0,1 1 1,0 0-1,0 0 0,0 0 0,0 0 0,0-1 0,1 1 1,-1 0-1,0 0 0,0 0 0,0-1 0,1 1 0,-1 0 1,1 1-1,0 1-330,0-1 0,0 1 1,0-1-1,0 1 0,1-1 1,-1 1-1,1-1 0,-1 0 1,1 0-1,0 0 0,0 0 1,0 0-1,4 3 0,27 7-5343,10-3-2492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0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365 6 7684,'0'0'7667,"-19"-1"-3945,-4-1-2706,13 1-639,-1 0 0,1 0 1,-1 1-1,0 0 0,1 1 0,-1 1 1,1-1-1,-1 2 0,-15 4 1,7 0 270,1 1 0,-1 1 1,-31 21-1,41-24-474,0 0 1,1 1-1,0 0 0,0 1 0,1 0 1,-1 0-1,2 1 0,-11 16 0,14-19-149,1-1 0,0 1-1,0 1 1,0-1 0,-1 9-1,3-13-38,-1 0 0,1 0 0,0 1 0,0-1 0,0 0-1,0 0 1,0 0 0,0 0 0,0 0 0,1 0 0,-1 0-1,1 0 1,-1 0 0,1 0 0,0 0 0,0 0 0,0 0 0,0-1-1,0 1 1,3 3 0,2-2-37,0 0 0,0-1 0,0 1-1,0-1 1,1 0 0,-1-1 0,1 1 0,-1-1 0,1-1 0,12 1-1,4-1-296,44-6 0,-53 3 223,0 0 1,-1-1-1,1 0 1,-1-1-1,0-1 1,21-12-1,-26 13 89,0 0 0,0-1-1,-1 0 1,1 0 0,-1-1 0,-1 1 0,1-1 0,-1-1-1,0 1 1,8-15 0,-12 18 77,-1 0-1,1 0 1,-1 0 0,1-1-1,-1 1 1,0 0 0,-1-1 0,1 1-1,-1 0 1,0-1 0,0 1-1,0 0 1,-1-1 0,1 1 0,-1 0-1,0-1 1,-3-6 0,3 8-69,-1 1 0,1-1 0,-1 1 0,0-1 0,0 1 0,1 0 1,-2-1-1,1 1 0,0 0 0,0 0 0,-1 1 0,1-1 0,-1 0 0,1 1 1,-1 0-1,0-1 0,0 1 0,0 0 0,1 0 0,-1 1 0,0-1 0,0 1 1,0-1-1,0 1 0,-5 0 0,10 12-4249,1-10 3547,-1 0 0,1 0 0,0 0 0,0 0 0,0-1-1,0 0 1,0 1 0,0-1 0,0 0 0,0 0 0,7 0 0,-8 0 122,31 6-7305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0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7 7027,'0'0'8943,"-21"-2"-4834,-70-3-1071,84 5-2804,0 0 0,0 1 0,0-1 0,0 1-1,0 1 1,0-1 0,0 1 0,0 0 0,0 1 0,1 0-1,0 0 1,-1 0 0,1 1 0,0-1 0,-5 6 0,7-5-194,0-1 1,0 1 0,1 0 0,-1 0 0,1 1 0,0-1 0,0 1-1,1-1 1,-1 1 0,1 0 0,0 0 0,1 0 0,-1 0 0,1 1-1,0-1 1,0 0 0,0 6 0,1 0-4,-1-1-88,0-1-1,1 1 0,1-1 0,0 0 0,0 1 1,4 14-1,-4-21 9,1 0 0,-1-1 0,1 1 1,-1 0-1,1-1 0,0 0 0,0 1 0,0-1 1,0 0-1,0 0 0,1 0 0,-1 0 0,1 0 1,-1-1-1,1 1 0,0-1 0,0 1 0,-1-1 1,1 0-1,0 0 0,0 0 0,0-1 0,0 1 1,0-1-1,4 0 0,5 2-4,0-1-1,0 0 1,0-1 0,0 0-1,0-1 1,1-1-1,-1 0 1,13-4 0,-20 5 78,0-1 0,0-1 0,0 1 0,0-1 0,0 0 0,-1 0 0,0 0 1,1 0-1,-1-1 0,0 0 0,-1 0 0,1 0 0,-1 0 0,0-1 0,0 1 0,0-1 0,0 0 0,-1 1 1,0-1-1,3-10 0,-2 4 306,0-1 0,-1 0 1,-1 0-1,0 1 0,-1-1 1,-1-21-1,1 32-294,0-1 0,-1 1 0,1-1 0,0 1 0,-1-1 0,1 1 0,-1 0 0,1-1 0,-1 1 0,0 0 0,0 0 0,1 0 0,-1-1 0,0 1-1,0 0 1,0 0 0,0 0 0,-1 0 0,1 1 0,0-1 0,0 0 0,0 0 0,-1 1 0,1-1 0,0 0 0,-1 1 0,1 0 0,-3-1 0,-3 0 7,1 0 1,-1 0-1,0 1 0,-12 1 1,19-1-55,-1 0-69,-1 1 0,1-1 0,0 0 0,0 1-1,-1-1 1,1 1 0,0-1 0,0 1 0,0 0 0,0 0 0,0-1 0,0 1 0,0 0 0,0 0 0,0 0 0,0 0 0,0 0-1,1 0 1,-1 0 0,0 0 0,1 0 0,-1 0 0,1 1 0,-1-1 0,1 0 0,0 0 0,-1 0 0,1 1 0,0-1 0,0 0-1,0 1 1,0-1 0,0 0 0,0 0 0,0 3 0,0-2-340,0 0 0,1 0 1,-1 0-1,0 0 0,1 0 0,-1 0 0,1 0 1,0 0-1,0 0 0,0 0 0,0 0 0,0 0 0,0 0 1,0-1-1,1 1 0,-1 0 0,0-1 0,1 1 1,0-1-1,-1 0 0,1 1 0,3 1 0,31 8-9119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0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3682,'0'0'14662,"22"2"-12010,132 6 835,54-7-1334,-112-1-3423,-97 3-2778,-10 11 906,-11 0-1727,-4 1-1091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1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4578,'0'0'16135,"126"0"-14550,-82 0-208,6 0-193,-4 0-463,-2 0-465,-11 0-192,-4-3-64,-6 1-48,-4 2-689,-4 0-1215,-9-4-2562,5-2-4579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3298,'0'0'14950,"-9"0"-13055,-1 0-1584,-14 0 1164,24 0-1451,0 0 1,0 0-1,0 0 1,0 0-1,0 0 0,0 0 1,0 0-1,0 0 1,0 0-1,0 0 1,0 0-1,0 0 1,0 0-1,0 0 1,0 0-1,0 0 1,0 0-1,0 0 0,0 0 1,0 0-1,0 1 1,0-1-1,0 0 1,0 0-1,0 0 1,0 0-1,0 0 1,0 0-1,0 0 0,0 0 1,0 0-1,0 0 1,0 0-1,0 0 1,0 0-1,0 0 1,0 0-1,0 0 1,0 1-1,0-1 1,0 0-1,0 0 0,0 0 1,0 0-1,0 0 1,19 5 1345,30 5 255,41 9-379,163 56 0,-248-73-1254,-1 0 0,1 0-1,0 1 1,-1-1 0,1 1 0,5 5 0,-9-7 9,0 0 0,-1 0 1,1-1-1,0 1 0,-1 0 0,1 0 1,0 0-1,-1 0 0,1 0 0,-1 0 1,1 0-1,-1 0 0,0 0 0,1 0 1,-1 0-1,0 0 0,0 0 0,0 0 1,0 0-1,0 0 0,0 0 1,0 0-1,0 0 0,0 0 0,0 0 1,-1 0-1,1 0 0,0 0 0,-1 0 1,1 0-1,-1 0 0,1 0 0,-1 0 1,1 0-1,-1 0 0,0 0 1,1-1-1,-2 3 0,-5 2 61,0 1-1,0-1 1,0 0 0,0-1 0,-1 0-1,-12 6 1,-53 17 333,-33-2 223,2 0 373,103-25-986,0 1 0,0-1 1,0 0-1,0 0 0,0 1 1,0-1-1,0 1 0,0-1 0,0 1 1,0-1-1,0 1 0,0-1 1,1 1-1,-1 0 0,0-1 0,0 1 1,1 0-1,-1 0 0,0 0 1,1 0-1,-1 0 0,1-1 1,-2 3-1,3-2-9,-1 0 0,0 0 0,0 0 0,1 0 0,-1 0 0,0 0 0,1 0 0,-1 0 1,1 0-1,-1 0 0,1 0 0,0 0 0,-1-1 0,1 1 0,0 0 0,0 0 0,-1-1 0,1 1 0,1 0 0,7 5-22,0 0-1,1-1 1,12 5-1,-20-9 42,34 14-284,-1 2 0,0 2 0,38 27 0,-60-36 23,0 0 0,-1 0 0,-1 2 0,1-1 0,-2 2 0,0-1 0,0 1-1,-1 1 1,-1 0 0,11 24 0,-17-34 209,0 1-1,0 0 0,-1-1 1,0 1-1,0 0 1,0-1-1,-1 1 1,1 6-1,-2-9 56,1-1-1,0 1 0,0 0 1,-1 0-1,1-1 0,-1 1 1,1-1-1,-1 1 0,0 0 1,0-1-1,1 1 0,-1-1 1,0 1-1,0-1 1,-1 0-1,1 1 0,0-1 1,0 0-1,-1 0 0,1 0 1,0 0-1,-1 0 0,1 0 1,-4 1-1,-8 3 408,0 0 1,-1-1-1,0-1 0,0 0 0,-28 1 1,-76-4 1727,56-1-1437,32-1-682,0 0 0,-60-14 0,84 14-29,-11 2-365,26 10-840,28 9-4374,-3-14-1426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4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5539,'0'0'9556,"-82"124"-11637,61-106-3410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5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1 7043,'0'0'11768,"8"17"-9745,-4-9-1814,-1 0 0,1-1 0,-2 1 0,1 0 1,-1 0-1,0 1 0,0-1 0,-1 0 1,-1 1-1,1-1 0,-1 0 0,0 1 0,-1-1 1,0 1-1,-1-1 0,1 0 0,-2 0 0,-4 14 1,-116 249 3225,50-113-2860,18-51-453,51-102-127,6-23-406,2 9 282,1 1 1,0-1-1,0 1 1,1 0-1,0 1 1,0-1-1,1 1 0,0 1 1,0-1-1,0 1 1,1 0-1,0 1 1,14-8-1,-14 9 54,0 0 0,1 0 0,-1 1 0,1 0 0,0 0 0,0 1 0,0 0 1,0 1-1,0 0 0,0 1 0,0-1 0,0 2 0,0-1 0,17 4 0,-22-2 75,0-1 0,0 1 1,0 0-1,-1 0 0,1 0 0,-1 1 0,0-1 0,1 1 0,-1 0 1,0 0-1,-1 0 0,1 0 0,0 0 0,-1 1 0,0-1 0,0 1 1,0 0-1,0-1 0,0 1 0,-1 0 0,0 0 0,0 0 1,0 0-1,0 0 0,-1 0 0,1 1 0,-1 6 0,0-4 15,0-1-1,0 1 1,-1-1 0,1 1-1,-1-1 1,-1 1-1,1-1 1,-1 0 0,-1 0-1,1 0 1,-1 0-1,0 0 1,0 0-1,0-1 1,-1 0 0,0 1-1,-7 6 1,-2-2 121,-1 0 0,0-2 0,0 1 0,0-2 0,-1 0 0,0 0 0,-32 7 0,20-7 167,0-2 0,-1-1 0,-52 1 0,79-5-297,1 0 1,-1 0-1,0-1 0,1 1 1,-1 0-1,1 0 1,-1 0-1,1-1 1,-1 1-1,1 0 1,-1 0-1,1-1 1,-1 1-1,1-1 1,-1 1-1,1 0 1,-1-1-1,1 1 1,0-1-1,-1 1 1,1-1-1,0 1 0,-1-1 1,1 1-1,0-1 1,0 0-1,0 1 1,-1-1-1,1 1 1,0-1-1,0 0 1,0 1-1,0-1 1,0 1-1,0-1 1,0 0-1,0 1 1,0-1-1,1 1 1,-1-1-1,0 1 0,0-1 1,0 0-1,1 1 1,-1-1-1,0 1 1,1-2-1,0 0 13,0-1 0,0 1 0,0-1 0,1 1-1,-1 0 1,0-1 0,1 1 0,0 0 0,0 0-1,3-4 1,3 2-12,-1 0 0,1 1 0,0-1 0,0 1 0,1 1 0,-1 0 0,1 0 0,11-1 0,76-1 116,-77 4-98,56-1 70,-9 2-80,1-3 1,0-3 0,85-17-1,-139 19-18,1-1-1,-1-1 1,0 0-1,0 0 1,0-1-1,19-13 1,-28 16 4,0 0 0,0 0 0,-1 0 0,1 0-1,-1-1 1,0 1 0,0-1 0,0 0 0,0 0 0,-1 0 0,1 0 0,-1 0 0,0-1 0,-1 1 0,1-1-1,-1 1 1,0-1 0,0 1 0,0-1 0,0 0 0,-1 0 0,0 1 0,0-6 0,-1 7 6,1 1 1,-1-1 0,1 1-1,-1-1 1,0 1 0,0 0-1,0-1 1,0 1 0,0 0 0,0-1-1,-1 1 1,1 0 0,-1 0-1,1 0 1,-1 0 0,0 1-1,-2-3 1,0 1 48,0 1 1,-1-1-1,1 1 0,-1 0 1,1 0-1,-1 0 0,0 1 1,-7-2-1,-1 1 224,-1 0 0,0 2 0,0-1 1,1 2-1,-24 2 0,31-2-242,0 0-1,0 1 1,0 0-1,1 0 1,-1 0-1,0 0 1,1 1 0,0 0-1,0 0 1,0 1-1,0-1 1,0 1-1,0 0 1,1 0 0,0 1-1,0 0 1,0-1-1,1 1 1,-1 0-1,1 0 1,0 1-1,1-1 1,-1 1 0,1 0-1,0-1 1,1 1-1,-1 0 1,1 0-1,0 0 1,1 0 0,-1 0-1,1 0 1,0 0-1,1 0 1,-1 0-1,3 8 1,-2-10-45,0 0 0,1 0-1,-1 0 1,1 0 0,0 0 0,0 0 0,0 0 0,1 0-1,-1-1 1,1 1 0,0-1 0,0 0 0,0 0 0,1 0-1,-1 0 1,1 0 0,-1-1 0,1 0 0,0 0 0,0 0-1,0 0 1,0 0 0,0-1 0,0 1 0,5-1 0,11 3-345,0 0 0,1-2 0,-1-1 0,22-1 0,-30 0 25,22-3-623,0-2 0,-1-1 0,0-1 0,0-2 0,48-20 0,-8 4 599,-54 20 510,1-2 0,-1 0 0,0-1 0,-1-1 0,0 0 0,-1-2-1,0 0 1,31-26 2788,-34 47-711,-12-7-2102,0 0 0,0 0 0,0 0 1,0 0-1,-1 0 0,1 0 0,-1 1 1,0-1-1,0 0 0,0 1 0,0-1 0,0 7 1,-29-10-295,-41-2-764,43 0 739,0 1 0,1 1-1,-48 7 1,67-6 183,-1 1 0,1 0 0,0 1 0,1 0 0,-1 0 0,0 0 0,1 0 0,0 1 0,0 0 1,0 0-1,-5 6 0,8-9-4,0 1 1,1 0 0,-1-1 0,1 1-1,0 0 1,0 0 0,-1 0-1,1 0 1,1 0 0,-1 0 0,0 0-1,0 0 1,1 1 0,-1-1-1,1 0 1,0 0 0,-1 1 0,1-1-1,0 0 1,0 0 0,1 1-1,-1-1 1,0 0 0,1 0 0,-1 1-1,1-1 1,0 0 0,0 0-1,0 0 1,0 0 0,0 0-1,0 0 1,1 0 0,-1-1 0,3 3-1,1 2-45,1 0 0,1-1 0,-1 0 1,1 0-1,0 0 0,0-1 0,1 0 0,-1-1 0,1 1 0,0-2 0,0 1 0,0-1 0,11 2 0,11 0-1113,0-1 1,42-2-1,-50-2 286,-4 1-491,1-2 0,-1 0-1,30-7 1,55-23-7473,-101 31 8669,80-26-7943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6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6963,'0'0'17293,"-13"3"-15622,13-3-1664,-113 31 3332,100-28-3126,1 2 0,0 0 0,0 0 0,0 1 0,1 0 0,0 1 0,0 0 0,-12 12 0,20-15-238,1 0 0,-1-1-1,1 1 1,0 1 0,0-1-1,1 0 1,-1 0 0,1 1-1,0-1 1,0 0-1,0 1 1,1-1 0,0 1-1,0 0 1,0 5 0,1-9-22,1 0 0,-1-1 1,1 1-1,-1 0 1,1-1-1,-1 1 0,1-1 1,-1 1-1,1-1 0,-1 0 1,1 0-1,-1 0 1,1 0-1,0 0 0,-1 0 1,1 0-1,-1 0 0,3-1 1,2 1-77,1-1 0,1 0-1,-1 0 0,1-1 1,-1 0-1,0 0 0,0 0 1,0-1-1,0-1 0,0 1 1,12-9-1,5-6-808,31-27 0,-47 38 672,-7 6 271,0 1 0,0-1 0,-1 1 1,1-1-1,0 1 0,-1-1 0,1 0 0,0 1 0,-1-1 0,1 0 0,-1 0 1,0 1-1,1-1 0,-1 0 0,1 0 0,-1 0 0,0 1 0,0-1 1,1-1-1,-1 1 41,-1 1 1,1 0 0,0 0 0,-1-1-1,1 1 1,0 0 0,-1-1 0,1 1-1,-1 0 1,1 0 0,0 0 0,-1-1 0,1 1-1,-1 0 1,1 0 0,0 0 0,-1 0-1,1 0 1,-1 0 0,1 0 0,-1 0-1,1 0 1,-1 0 0,1 0 0,-1 0-1,-34 8 1371,32-7-1335,0 1 0,0-1-1,0 1 1,0 0-1,0 0 1,1 1-1,-1-1 1,1 0-1,-1 1 1,1 0-1,0-1 1,0 1-1,0 0 1,0 0 0,0 0-1,1 0 1,0 1-1,-1-1 1,1 0-1,0 1 1,1-1-1,-1 0 1,0 6-1,1-6-70,0-1 0,1 1 0,-1 0 0,1-1 0,-1 1-1,1-1 1,0 1 0,0-1 0,0 1 0,0-1-1,0 0 1,1 1 0,-1-1 0,1 0 0,-1 0 0,1 0-1,0 0 1,0 0 0,0 0 0,0-1 0,0 1 0,0-1-1,1 1 1,-1-1 0,0 0 0,1 0 0,-1 0-1,1 0 1,-1 0 0,5 1 0,2-1-139,0 1 0,-1-1 0,1-1 0,0 1 0,0-1 0,-1-1 0,1 0 0,0 0 0,-1-1 0,1 0 0,-1 0 0,1-1 0,-1 0 0,0 0 0,0-1 0,-1 0 0,1-1 0,11-8 0,-3-1-121,-1 1 0,0-2 0,-1 0-1,-1 0 1,0-2 0,18-31-1,-30 56 4344,-3 31-3344,1-34-756,-1 3 0,1-1 0,0 1 0,1 0 0,-1 0 0,2 14 0,0-20 0,-1 0 0,1 0 0,0 0 0,-1 0 0,1 0 0,0-1 0,0 1 0,0 0 0,0 0 0,0-1 0,1 1 0,-1-1 0,0 1 0,1-1 0,-1 0 0,1 0 0,-1 1 0,1-1 0,0 0 0,0 0 0,-1-1 0,1 1 0,0 0 0,0 0 0,0-1 0,0 1 0,3-1 0,10 3-1067,0-1 0,27-1 1,-31-1-1114,0-1 1,1-1 0,-1 0-1,16-4 1,16-13-9672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6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11941,'0'0'15501,"-11"19"-13895,-35 59-368,44-76-1179,1 0 0,-1 1 1,1-1-1,0 0 0,-1 1 1,1 0-1,0-1 0,0 1 1,1-1-1,-1 1 0,1 0 1,-1 0-1,1-1 0,0 1 0,0 0 1,0 0-1,1 5 0,1 2 61,-2-9-115,0 0 1,0 0-1,1 0 1,-1 0-1,0 0 1,1 0-1,-1 0 0,1 0 1,-1 0-1,1 0 1,-1 0-1,1 0 0,0 0 1,-1 0-1,1 0 1,0 0-1,0-1 0,0 1 1,0 0-1,-1-1 1,1 1-1,0-1 0,0 1 1,2 0-1,1 0-2,0 0 0,0 0-1,0 0 1,0 0 0,0-1 0,0 0-1,5 0 1,6-1-105,1-1 0,25-6 0,-17 3-1,48-15-168,-65 18 307,0-1 0,-1 0 0,1 0 0,-1 0 0,0-1 0,0 0 0,11-9 651,-18 13-663,0-1-1,0 1 0,0 0 0,1 0 1,-1 0-1,0 0 0,0 0 1,0 0-1,0 0 0,0 0 0,1 0 1,-1 0-1,0 0 0,0 1 1,0-1-1,0 0 0,1 1 0,-1-1 1,0 0-1,0 1 0,1-1 1,-1 1-1,0-1 0,1 1 0,-1 0 1,0-1-1,1 1 0,-1 0 1,1-1-1,-1 1 0,1 0 0,0-1 1,-1 1-1,1 0 0,-1 0 1,1 0-1,0-1 0,0 1 0,0 0 1,-1 1-1,-6 35-100,7-36 37,1 0 0,-1 1 0,0-1 0,0 0 0,1 0 0,-1 0 0,0 1 0,1-1 1,-1 0-1,1 0 0,0 0 0,-1 0 0,1 0 0,0 0 0,0 0 0,0 0 0,-1 0 0,1 0 0,0-1 0,0 1 0,0 0 0,0-1 0,1 1 0,-1 0 0,0-1 0,0 1 1,0-1-1,0 0 0,2 1 0,41 5-4169,-39-6 3507,40 1-5045,7-1-2710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6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99 13846,'0'0'5640,"-21"0"-856,-69 2-1185,87-2-3532,1 0-1,-1 1 1,0-1 0,1 0 0,-1 1 0,0 0 0,1-1-1,-1 1 1,1 0 0,-1 0 0,1 1 0,-1-1 0,1 0 0,0 1-1,-1 0 1,1-1 0,0 1 0,0 0 0,0 0 0,1 0-1,-1 0 1,0 0 0,1 1 0,-1-1 0,1 1 0,0-1-1,0 0 1,0 1 0,0 0 0,0-1 0,1 1 0,-1 0-1,1-1 1,0 1 0,-1 0 0,1-1 0,0 1 0,1 0 0,-1 0-1,0-1 1,1 1 0,0 0 0,-1-1 0,1 1 0,0-1-1,0 1 1,1-1 0,-1 1 0,0-1 0,1 0 0,0 1-1,-1-1 1,1 0 0,0 0 0,2 2 0,46 36-75,-34-28-254,0 1 0,25 27-1,-37-36 169,-1 1-1,1 0 0,-1-1 1,0 1-1,0 0 0,-1 0 1,0 1-1,0-1 0,0 0 1,0 1-1,-1 0 0,0-1 1,0 1-1,0 9 0,-1-14 60,-1 1-1,1 0 1,-1-1-1,0 1 1,0 0-1,1-1 0,-1 1 1,0-1-1,0 1 1,-1-1-1,1 0 1,0 1-1,0-1 0,-1 0 1,1 0-1,-1 0 1,1 0-1,-1 0 0,1 0 1,-1 0-1,1 0 1,-1-1-1,0 1 1,0-1-1,1 1 0,-1-1 1,0 0-1,-2 1 1,-62 7 189,52-7-189,-102 3 382,131-7-314,0-1 0,-1 0 0,1-1 0,22-12 0,4 1-78,69-26-391,-2-4 0,167-99 1,-274 145 435,12-9 102,1 0 1,-2-1-1,15-12 1,-24 19-59,-1 0 1,1 0 0,-1 0 0,1 0 0,-1 0 0,0 0 0,0-1-1,-1 1 1,1-1 0,-1 1 0,1-1 0,-1 0 0,0 1-1,-1-1 1,1 0 0,0 0 0,-1 0 0,0-5 0,-1 7 43,1 0 0,-1 0 0,0 0 0,1 0 0,-1 0 0,0 0 1,0 0-1,-1 0 0,1 0 0,0 0 0,-1 1 0,1-1 0,-1 0 1,1 1-1,-1-1 0,0 1 0,1 0 0,-1 0 0,0 0 0,0 0 1,0 0-1,0 0 0,0 0 0,0 0 0,0 1 0,0-1 0,-4 0 1,-6-1 227,0 0 1,0 1 0,-18 0 0,26 1-309,0 0 1,0 0-1,0 0 1,0 1-1,1-1 1,-1 1-1,0 0 1,0 0-1,1 0 1,-1 1-1,0-1 1,1 1-1,-1 0 1,1 0-1,-5 4 1,5-3-10,1 0 1,0 0-1,0 0 0,0 0 1,1 0-1,-1 0 0,1 0 1,-1 1-1,1-1 1,0 1-1,0-1 0,1 1 1,-1-1-1,1 1 0,0-1 1,0 8-1,1-5-8,0 0 1,0-1-1,0 1 0,1 0 0,0 0 1,0-1-1,1 1 0,-1-1 0,1 0 1,0 1-1,1-1 0,-1-1 0,1 1 1,0 0-1,0-1 0,1 0 0,-1 0 1,9 5-1,9 7-1098,1-1 0,43 21 0,22 2-3447,6-6-275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8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 7139,'0'0'7457,"24"3"-5299,-13-3-1962,34 4 678,1-2 0,87-7 0,110-32 1306,94-9 74,468 24 1729,-672 26-4307,243 38 0,-417-37 454,-1205 70 1837,811-44-895,409-29-982,-223 9 1127,262-11-1221,169-4-211,32-10-201,750-5-1398,-314 46 1569,-522-15 182,133 9-1384,-181-18 665,-78-4 1068,-7-1-25,-20-3 202,-48-6 314,-478-25 1660,-2 35-1038,270 2-1121,246-1-264,-284 9 7,314-9-21,-1 1 0,1 0 0,-1 1 0,-11 3 0,19-5 0,0 0 0,0 0 0,0 0 0,0 0 0,0 1 0,0-1 0,-1 0 0,1 0 0,0 0 0,0 0 0,0 0 0,0 0 0,0 1 0,0-1 0,0 0 0,0 0 0,0 0 0,0 0 0,0 0 0,0 0 0,0 1 0,0-1 0,0 0 0,0 0 0,0 0 0,0 0 0,0 0 0,0 1 0,0-1 0,0 0 0,0 0 0,0 0 0,0 0 0,0 0 0,0 0 0,0 1 0,0-1 0,1 0 0,-1 0 0,0 0 0,0 0 0,0 0 0,0 0 0,0 0 0,0 0 0,0 1 0,1-1 0,-1 0 0,0 0 0,0 0 0,0 0 0,0 0 0,0 0 0,1 0 0,-1 0 0,0 0 0,0 0 0,0 0 0,0 0 0,0 0 0,1 0 0,-1 0 0,0 0 0,0 0 0,0 0 0,0 0 0,0 0 0,1 0 0,31 5 0,427 7-700,-298-13-67,1402-66-3369,-1499 63 4133,-27 2 11,1-1 0,-1-2 1,0-1-1,49-16 0,-84 21 19,0 1 0,0-1 0,0 0 0,0 0 0,0 0 0,0 0 0,0 0 0,0 0 1,0 0-1,-1 0 0,1-1 0,-1 1 0,1-1 0,-1 0 0,1 1 0,1-4 0,-3 4 3,0 1-1,0-1 1,0 1 0,0-1-1,0 1 1,0-1-1,0 1 1,0-1-1,0 1 1,0-1 0,0 1-1,0-1 1,-1 1-1,1-1 1,0 1-1,0-1 1,0 1 0,-1-1-1,1 1 1,0-1-1,-1 1 1,1 0-1,0-1 1,-1 0 0,-22-10 1120,-21 1-399,-1 1 0,0 3-1,-65-1 1,102 6-723,-464-7 141,368 8-154,67 0-15,12-1 0,0 1 0,0 1 0,0 1 0,0 1 0,-28 8 0,52-11-13,0 0 1,0 0-1,0 0 0,0 0 1,0 1-1,0-1 0,0 0 1,0 1-1,0-1 0,0 0 1,0 1-1,1-1 0,-1 1 1,0 0-1,0-1 0,1 1 1,-1-1-1,0 1 0,1 0 1,-1 0-1,0 0 0,1-1 1,-1 1-1,1 0 0,-1 0 1,1 0-1,0 0 0,-1 1 1,2-1-94,0 0 0,0 0 0,0 0 1,1 0-1,-1 0 0,0-1 1,0 1-1,1 0 0,-1 0 1,0-1-1,1 1 0,-1-1 1,1 1-1,-1-1 0,1 0 1,-1 0-1,0 1 0,1-1 1,2 0-1,88 3-4806,44-3-2998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8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0 4018,'0'0'16669,"-11"27"-13988,-71 175 806,2 59-583,60-186-2993,13-44-610,8-11-2650,6-19-124,4-1 1484,0 0 1,0-1-1,0-1 1,0 0-1,11-3 1,38-20-6757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09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30 2961,'0'0'8610,"-22"3"-3237,1-1-4153,11-1-725,-1-1-1,1 2 1,0 0-1,-1 0 1,1 1 0,0 0-1,1 0 1,-1 1-1,0 1 1,1-1-1,-11 9 1,10-6-115,0 1 0,1 0 0,1 0-1,-1 1 1,1 0 0,1 0 0,-1 1 0,2 0 0,-9 16 0,11-18-325,1 0 1,0 1 0,0-1 0,1 0 0,0 1 0,0 0 0,1-1 0,0 1-1,1 0 1,-1 0 0,2-1 0,-1 1 0,5 16 0,-4-20-58,1-1 1,-1 0 0,1 0-1,0 0 1,0 0 0,1 0-1,-1-1 1,1 1-1,0-1 1,0 1 0,0-1-1,0 0 1,1 0 0,-1 0-1,1-1 1,0 1-1,0-1 1,0 0 0,0 0-1,0 0 1,0-1 0,9 3-1,4 0-77,0-1-1,0-1 0,1 0 1,25-1-1,-37-1 28,0 0-1,-1 0 0,1-1 1,0 0-1,0 0 0,-1-1 1,1 1-1,-1-1 0,1-1 1,-1 1-1,0-1 0,0 1 0,0-1 1,8-7-1,-7 4 13,-1 1 1,0-1-1,0 0 0,0-1 1,-1 1-1,0-1 0,0 0 0,-1 0 1,5-13-1,-1-5 27,-1 0 0,-1-1 0,-2 0 0,0 1 1,-2-40-1,-1 58 31,0-1 0,0 0 0,-1 0 0,0 1 0,-1-1 0,-4-13 0,5 19-113,0-1 1,0 1 0,0 0 0,0 0-1,0 1 1,-1-1 0,1 0 0,-1 0-1,1 1 1,-1-1 0,0 1 0,0-1-1,1 1 1,-1 0 0,0-1 0,0 1-1,0 0 1,0 0 0,0 1 0,-1-1-1,1 0 1,0 1 0,0-1 0,-1 1-1,1 0 1,0 0 0,-3 0 0,4 0-103,1 0 1,-1-1 0,0 1-1,1 0 1,-1 0 0,0 1-1,1-1 1,-1 0 0,0 0 0,1 0-1,-1 0 1,0 1 0,1-1-1,-1 0 1,1 0 0,-1 1-1,0-1 1,1 1 0,-1-1 0,1 0-1,-1 1 1,1-1 0,-1 1-1,1-1 1,-1 1 0,1 0-1,0-1 1,-1 1 0,1-1 0,0 1-1,0 0 1,-1-1 0,1 1-1,0 0 1,0-1 0,0 1-1,0 1 1,-1 14-7149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0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40 2369,'0'0'12886,"-2"-4"-11213,2 4-1594,0-1 0,-1 1 0,1-1 0,0 0 1,0 0-1,0 1 0,0-1 0,0 0 0,-1 1 0,1-1 1,0 0-1,1 1 0,-1-1 0,0 0 0,0 0 1,0 1-1,0-1 0,1 0 0,-1 1 0,0-1 0,0 0 1,1 1-1,-1-1 0,1 1 0,-1-1 0,0 1 0,1-1 1,-1 0-1,1 1 0,-1 0 0,2-2 0,1 1 100,-1-1-1,1 1 0,0 0 1,0 0-1,0 0 0,0 0 0,0 0 1,4 0-1,13-1 475,38 1 1,-45 1-563,11 0-42,-11-1-44,-1 0 0,1 1-1,-1 1 1,24 4 0,-34-5-6,0 1 0,0-1 0,0 1 0,-1 0 0,1-1 1,0 1-1,0 0 0,0 0 0,-1 0 0,1 0 1,0 1-1,-1-1 0,1 0 0,-1 1 0,0-1 0,1 1 1,-1-1-1,0 1 0,0 0 0,0 0 0,0-1 1,0 1-1,0 0 0,-1 0 0,1 0 0,0 0 0,-1 0 1,0 0-1,1 0 0,-1 0 0,0 0 0,0 0 1,0 0-1,0 0 0,-1 0 0,0 2 0,0 0 19,0 1 0,-1-1 0,0 0 0,0 0 0,-1 0 0,1 0 0,-1 0 0,1 0-1,-1-1 1,0 1 0,-1-1 0,1 0 0,-1 0 0,1 0 0,-5 2 0,-11 8 201,-32 16 0,48-28-207,-43 22 996,48-22-995,0 1 0,0-1 0,0 1 0,-1-1 1,1 0-1,1 0 0,-1 0 0,0 0 0,0 0 0,3 0 0,24 8-102,32 13 1,-52-18 51,0 0-1,0 1 1,-1 0 0,0 0 0,0 1 0,0 0-1,11 11 1,-18-16 30,0 0-1,0 0 1,0 0 0,0 0-1,0 0 1,0 1-1,0-1 1,0 0 0,0 0-1,-1 1 1,1-1-1,0 1 1,-1-1 0,1 0-1,-1 1 1,0-1-1,1 1 1,-1-1 0,0 1-1,0-1 1,0 1-1,0-1 1,0 1 0,0-1-1,-1 1 1,1-1-1,0 1 1,-1-1 0,1 1-1,-1-1 1,1 0-1,-1 1 1,0-1 0,0 0-1,0 1 1,1-1-1,-1 0 1,0 0 0,0 0-1,-1 0 1,1 0-1,0 0 1,0 0 0,0 0-1,-1-1 1,1 1-1,0 0 1,-2 0 0,-7 3 169,0 0 1,0 0 0,0-1 0,0 0-1,-17 2 1,-27 0 1667,-78-1 0,118-4-1718,14 0-125,0 0-1,0 0 1,0 0 0,1 0-1,-1 0 1,0 1-1,0-1 1,0 0-1,0 0 1,0 0 0,1 1-1,-1-1 1,0 0-1,0 0 1,0 0-1,0 1 1,0-1 0,0 0-1,0 0 1,0 1-1,0-1 1,0 0 0,0 0-1,0 1 1,0-1-1,0 0 1,0 0-1,0 0 1,0 1 0,0-1-1,0 0 1,0 0-1,0 1 1,0-1-1,0 0 1,0 0 0,-1 0-1,1 1 1,0-1-1,0 0 1,0 0-1,0 0 1,-1 0 0,1 1-1,0-1 1,0 0-1,0 0 1,0 0-1,-1 0 1,1 0 0,0 0-1,0 1 1,-1-1-1,1 0 1,0 0-1,0 0 1,-1 0 0,1 0-1,0 0 1,0 0-1,-1 0 1,14 4-925,0 0 1,0-1-1,0 0 0,14 0 0,31 2-5124,-46-4 4140,44 3-7709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0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5747,'0'0'11525,"131"-2"-9092,-72 2-1072,4 0-769,-7 0-512,-1 0-64,-9 0-16,-17 0-208,-13-4-833,-28 4-10836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0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6771,'0'0'8324,"117"0"-5539,-65 0-1680,0 0-897,1 0-208,1 0-416,-2-9-2322,0-1-3713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0 9957,'0'0'16695,"-119"86"-14758,83-40-432,1 4-481,4 3-351,3-3-321,10-4-336,3-5-16,7-5-432,1-9-801,5-4-768,2-8-1489,0-11-1728,17-4-4066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1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4914,'0'0'18921,"-18"14"-16944,-61 49-697,71-56-1128,0 1-1,0 0 0,1 0 0,0 1 1,0 0-1,1 0 0,0 1 0,1-1 0,0 1 1,-7 21-1,8-15-165,1 0 0,0 0 0,1 0 0,1 0 0,1 30 0,0-44-14,0 0-1,0-1 1,0 1 0,1 0 0,-1 0 0,1-1 0,-1 1-1,1 0 1,0-1 0,0 1 0,0-1 0,0 1 0,0-1-1,0 1 1,0-1 0,0 1 0,0-1 0,1 0 0,-1 0-1,1 0 1,1 2 0,2-1-43,-1 0 0,1 0 1,-1 0-1,1-1 0,0 1 0,0-1 1,8 1-1,6-1-204,0 0 1,0-1 0,20-3-1,-29 1 189,0 0 0,-1 0 0,1-1 0,0 0-1,-1 0 1,1-1 0,-1-1 0,0 1 0,0-2 0,-1 1 0,0-1 0,0 0 0,0-1-1,-1 0 1,13-15 0,-12 12 119,-1 1 0,0-1-1,-1-1 1,-1 1 0,1-1 0,-2 0-1,1 0 1,-2-1 0,1 1-1,-2-1 1,1 0 0,0-23 0,-2 21 57,0 4 241,-1 0 1,0 0-1,-3-18 1,3 26-334,0 1 0,0-1 0,-1 1 1,1-1-1,-1 1 0,1 0 0,-1-1 1,1 1-1,-1 0 0,0-1 0,1 1 1,-1 0-1,0 0 0,0-1 0,0 1 1,0 0-1,0 0 0,0 0 0,-1 1 0,1-1 1,0 0-1,0 0 0,-1 0 0,1 1 1,0-1-1,-1 1 0,1-1 0,0 1 1,-1 0-1,1-1 0,-1 1 0,-1 0 1,2 1-205,1-1 0,-1 1 0,1-1 1,-1 1-1,1 0 0,0-1 1,-1 1-1,1 0 0,0 0 0,-1-1 1,1 1-1,0 0 0,0 0 1,0 0-1,0-1 0,-1 1 1,1 0-1,0 0 0,1 0 0,-1-1 1,0 2-1,1 18-3555,-1-19 3321,0 0 0,0 0 0,0 1 0,0-1 0,1 0 0,-1 0 0,0 0 0,1 0 0,-1 0 0,1 0 0,-1 0 0,1 0 0,0 0 0,-1 0 0,3 2 0,23 12-9026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1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44 6659,'0'0'6630,"-23"-7"-2084,-74-21-630,88 26-3346,-1 0-1,1 0 0,0 1 0,-1 0 0,1 1 1,-12 1-1,4 0-32,11-1-451,-1 1-1,1 0 0,0 0 0,-1 1 0,1 0 1,0 0-1,0 0 0,0 1 0,1 0 0,-1 0 1,0 1-1,1-1 0,0 1 0,0 0 0,0 1 1,1-1-1,-1 1 0,1 0 0,0 0 0,-5 9 1,4-6-69,0 1 1,0 0-1,1 1 1,0-1-1,1 1 1,0-1-1,1 1 1,0 0-1,0 0 1,1 0-1,0 0 1,2 17-1,-1-22-35,1-1-1,0 0 1,1 0-1,-1 1 1,1-1-1,0 0 1,0 0-1,0 0 1,0-1-1,1 1 1,-1 0-1,1-1 1,0 0-1,0 0 0,0 1 1,1-2-1,-1 1 1,1 0-1,-1-1 1,1 0-1,0 1 1,0-2-1,0 1 1,0 0-1,1-1 1,7 2-1,3 1-129,0-1 0,0-1 0,0-1 0,0 0 0,0 0 0,27-4 0,-36 2 129,0 0-1,0-1 1,-1 0 0,1 0 0,0 0 0,-1-1 0,0 0 0,1 0 0,-1 0 0,0 0 0,0-1 0,-1 0 0,1 0 0,-1 0 0,0-1 0,0 1 0,0-1 0,-1 0 0,0 0 0,5-10 0,-4 7 143,0-1 1,-1 0 0,0 1 0,-1-1 0,1 0-1,-2 0 1,1 0 0,-1-1 0,-1 1 0,0 0-1,0 0 1,-1-1 0,-1-8 0,0 13-21,0 0 1,1 1 0,-2-1-1,1 1 1,0-1-1,-1 1 1,-4-6-1,5 8-130,1 0-1,-1 0 1,1 0-1,-1 0 1,0 1 0,0-1-1,0 0 1,0 1-1,0-1 1,0 1-1,0 0 1,0 0-1,-1 0 1,1 0-1,0 0 1,-1 0-1,-2 0 1,5 5-3883,1 11 1910,-1-13 1414,1 0 113,0 0 0,0 0 0,0 0 1,0-1-1,1 1 0,-1 0 0,0 0 0,1-1 0,-1 1 1,1-1-1,0 0 0,-1 1 0,1-1 0,0 0 1,0 0-1,0 0 0,0 0 0,3 1 0,31 13-7761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2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99 7123,'0'0'13550,"-19"-1"-10473,-62 1-1269,75 1-1642,-1 1-1,0 0 0,1 0 1,-1 0-1,1 1 0,-1 0 1,1 0-1,0 0 1,1 1-1,-1 0 0,0 0 1,1 1-1,0-1 0,0 1 1,-7 9-1,1-2 44,1-4-183,2 1-1,-1 1 1,1-1-1,0 2 1,1-1-1,0 1 1,1 0 0,0 0-1,0 1 1,2-1-1,-1 1 1,2 0 0,-1 1-1,2-1 1,-1 1-1,0 19 1,4-27-49,-1-1-1,1 1 1,0-1 0,0 1 0,0-1-1,1 0 1,-1 1 0,1-1-1,0 0 1,0 0 0,1 0 0,-1 0-1,1-1 1,0 1 0,0-1-1,0 1 1,0-1 0,1 0 0,-1 0-1,1-1 1,0 1 0,0-1 0,0 0-1,0 0 1,0 0 0,6 2-1,6 1-94,0 0-1,0 0 0,1-2 1,0 0-1,-1-1 0,19 0 1,-20-1 45,0 0 1,1-1-1,-1-1 0,1-1 1,-1 0-1,0-1 1,0-1-1,0 0 1,0-1-1,24-11 1,-20 5 64,-1 0 0,-1-1 0,0-1 0,0 0 0,-2-2 0,1 1 0,-2-2 0,24-32 0,-31 38 81,-1 0 1,0-1-1,-1 1 0,0-1 1,0 0-1,-1 0 0,-1-1 1,0 1-1,0-1 0,-1 0 1,-1 0-1,0 1 1,0-1-1,-2 0 0,1 0 1,-1 0-1,-4-15 0,4 22-26,-1 1-1,1-1 0,-1 1 0,0-1 0,-1 1 1,1 0-1,-1 0 0,0 0 0,0 0 1,0 1-1,0-1 0,-1 1 0,1 0 0,-1 0 1,0 0-1,0 0 0,0 0 0,0 1 1,0 0-1,-1 0 0,1 0 0,-6-1 0,-3 0-27,0 0-1,0 0 0,0 1 0,0 1 0,-1 0 0,-23 2 0,30 0-201,-1 0-1,1 1 1,0 0 0,0 0-1,0 0 1,0 1-1,1 0 1,-1 0-1,1 1 1,0-1-1,-12 10 1,-30 34-7044,30-23-2049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9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11 160,'0'0'16093,"19"0"-14789,60 0 225,-7 0 2345,82-5-2277,0-1-6457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19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3778,'0'0'9383,"8"0"-8668,294 0 6029,-198 0-9065,-2 0-5883,-97 0 3872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0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0 2225,'0'0'13841,"-11"12"-11683,-4 6-1227,1-1 0,0 2-1,2 0 1,0 0 0,-11 26-1,10-9 406,1 0 0,-13 67 0,17-43-3251,6 1-4785,5-60 591,8-1 3803,-9-1 988,21 1-5637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0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 5699,'0'0'10156,"-19"5"-7344,5-1-2277,3-1-272,1 0 1,0 0-1,0 0 1,0 2-1,0-1 1,1 1 0,0 0-1,0 1 1,0 0-1,-10 10 1,8-6-87,0 1 0,1 1 0,0 0 1,0 0-1,2 1 0,-1 0 0,2 1 0,0-1 0,0 2 1,1-1-1,1 1 0,0-1 0,2 1 0,-1 1 0,2-1 1,-2 26-1,4-35-195,-1 1-1,2 0 1,-1 0 0,1 0 0,0-1-1,0 1 1,1 0 0,5 11 0,-6-15-14,1 0 1,0-1-1,0 0 1,0 1-1,0-1 1,1 0 0,-1 0-1,1 0 1,-1 0-1,1-1 1,0 1-1,-1-1 1,1 0-1,0 1 1,0-1-1,0 0 1,0-1-1,0 1 1,0-1-1,0 1 1,7-1-1,-3 1 15,1-1-1,0 0 0,0 0 1,0-1-1,0 0 0,0 0 1,-1-1-1,1 0 0,0 0 0,-1-1 1,0 0-1,9-5 0,-4 0 8,0 0-1,-1 0 1,0-1-1,-1-1 0,0 0 1,10-12-1,-5 4 13,-1 0 0,0-1-1,19-38 1,-28 46-1,0-1-1,0 0 1,-1-1 0,-1 1 0,0 0-1,0-1 1,-2 0 0,1-18 0,-2 30-12,1-3 0,-1 0 0,0 0 0,-1 0 0,1 0 0,-1 0 0,1 0 0,-3-7 0,2 10-138,0 0 0,0 0 1,0 0-1,0 0 1,0 0-1,0 0 1,0 0-1,0 0 0,0 1 1,0-1-1,0 0 1,-1 1-1,1-1 1,0 1-1,0-1 0,-1 1 1,1-1-1,0 1 1,-1 0-1,1 0 1,-1 0-1,1 0 1,0 0-1,-1 0 0,-1 0 1,3 0-15,0 0-1,-1 0 1,1 0 0,0 0-1,0 0 1,-1 0 0,1 0-1,0 0 1,-1 0 0,1 0 0,0 0-1,-1 0 1,1 0 0,0 0-1,-1 0 1,1 0 0,0 0-1,0 0 1,-1 1 0,1-1 0,0 0-1,0 0 1,-1 0 0,1 0-1,0 1 1,0-1 0,-1 0 0,1 0-1,0 1 1,0-1 0,0 0-1,0 0 1,-1 1 0,1-1-1,0 0 1,0 1 0,0-1 0,0 0-1,0 0 1,0 1 0,0-1-1,0 0 1,0 1 0,0-1 0,0 0-1,0 1 1,0-1 0,0 0-1,0 0 1,0 1 0,0-1-1,0 1 1,0 12-5904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1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0 7940,'0'0'10615,"-23"13"-7984,-2 1-2020,-15 8 744,-62 45 0,65-37-547,1 3-1,2 1 1,-44 55 0,51-57-811,20-24-311,-16 18 368,8-17-5412,13-20-1758,2 10 6271,-2-24-5438,0-5-502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1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4914,'0'0'18601,"104"113"-17721,-70-82-592,1-4-288,-1-4-16,3-6-560,3-6-881,6-5-1024,0 2-1441,-4-8-3969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1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0 5298,'0'0'16074,"-13"18"-13563,5-7-2231,-16 20 1382,1 2 0,-32 62 0,43-69-1235,-1 1-435,1 0 0,2 1 0,-14 52 0,24-80-163,0 0 0,0 1 0,0-1 0,0 1 0,0-1 1,0 0-1,0 1 0,0-1 0,0 1 0,0-1 0,0 0 0,0 1 0,0-1 0,0 1 0,0-1 0,0 0 0,0 1 0,0-1 0,0 1 0,1-1 0,-1 0 0,0 1 1,0-1-1,0 0 0,1 1 0,-1-1 0,0 0 0,1 1 0,-1-1 0,0 0 0,0 0 0,1 1 0,-1-1 0,1 0 0,-1 0 0,17-1-5171,13-10-1725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1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45 9124,'0'0'7945,"-24"12"-3690,-80 39-1232,96-47-2739,0 1-1,0 0 1,1 1-1,-1-1 1,1 1-1,0 1 1,0-1-1,1 1 1,0 0-1,1 1 1,-1 0-1,1 0 1,0 0-1,-5 13 1,7-13-238,0-1 1,1 1 0,0 1 0,0-1-1,0 0 1,1 0 0,0 1-1,1-1 1,1 14 0,-1-20-64,0 0-1,1 1 1,0-1 0,-1 0 0,1 0 0,0 0 0,0 0 0,0 0 0,0 0 0,1 0 0,-1 0-1,0-1 1,1 1 0,-1 0 0,1-1 0,0 1 0,0-1 0,-1 0 0,1 1 0,0-1 0,0 0-1,0 0 1,0 0 0,0-1 0,0 1 0,1 0 0,-1-1 0,0 1 0,0-1 0,3 0 0,11 3-246,0-2 0,0 0 0,19-1 0,-19 0 129,-5-1 85,0 1-1,-1-2 0,1 0 1,-1 0-1,1-1 1,-1 0-1,0 0 1,0-1-1,0-1 0,-1 0 1,1 0-1,-1-1 1,0 0-1,-1 0 0,1-1 1,-1-1-1,-1 1 1,1-1-1,-1 0 1,9-15-1,-6 7 67,-1 1 0,0-1 0,-1-1 0,-1 1 0,-1-1 0,-1-1 0,0 1 0,-1-1 0,-1 0 0,0 0 0,0-27-1,-8 30-1375,5 15 1135,0 0-1,0 0 1,0-1-1,-1 1 1,1 0-1,0 0 0,0 0 1,-1 0-1,1-1 1,0 1-1,-1 0 1,1 0-1,0 0 0,0 0 1,-1 0-1,1 0 1,0 0-1,-1 0 0,1 0 1,0 0-1,-1 0 1,1 0-1,0 0 1,0 0-1,-1 0 0,1 0 1,0 0-1,-1 0 1,1 0-1,0 0 1,0 0-1,-1 0 0,1 1 1,0-1-1,-1 0 1,1 0-1,0 0 1,0 1-1,0-1 0,-1 0 1,1 0-1,0 1 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2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 11637,'0'0'11590,"-111"27"-9317,75 6-753,-1 7-463,-3 4-353,2 0-304,5 0-352,2-5-48,5-5-576,6-5-1009,3-10-816,6-9-1344,7-10-1426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2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8564,'0'0'17560,"0"129"-16536,29-89-671,5-7-353,3-3-401,7-9-1167,6-9-977,5-10-2354,5-2-5938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2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0 6371,'0'0'18280,"-10"4"-16249,-3 2-1545,0 1 1,0 1 0,1 0-1,-1 1 1,2 1 0,0-1-1,0 2 1,0 0 0,1 0-1,1 0 1,-11 19 0,7-8-439,1 1 0,1 1 0,1 0 0,1 0 0,2 1 1,-6 27-1,10-32-2108,0 0 0,0 26 0,22-44-9687,4-9-128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23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48 9620,'0'0'14797,"3"-2"-13816,1-7-42,-17 15-423,-26 22 118,21-13-430,1 2 0,0 0-1,1 1 1,1 1 0,-17 28 0,25-35-281,0 0 1,1 1-1,0 0 1,1 0-1,1 1 1,0 0 0,1-1-1,0 1 1,1 0-1,0 21 1,2-32 25,0 0 0,0 0-1,1 1 1,-1-1 0,1 0 0,-1 0 0,1 0 0,0 0 0,0 0 0,1 0 0,-1 0 0,1-1-1,-1 1 1,1 0 0,0-1 0,0 1 0,3 3 0,-1-3-25,0 0 1,0 0 0,0-1-1,1 1 1,-1-1-1,0 0 1,1-1-1,-1 1 1,1-1-1,7 2 1,8-1-141,1 0 0,0-2 1,-1 0-1,27-4 0,-46 4 214,9-1-22,1-1 0,-1-1 0,0 0 0,0 0 0,0-1 0,0 0 0,0 0 0,-1-1 0,0-1 0,0 0 0,0 0 0,-1 0 0,0-1 0,0-1 0,0 1 0,10-15 0,-10 10 90,1 0 1,-2 0-1,1-1 1,-2 0-1,0 0 1,0-1-1,-2 1 1,1-1-1,-2 0 1,0-1-1,2-23 1,-4 24 169,0 0 0,-1-1 1,-1 1-1,0 0 0,-6-25 0,6 35-149,0 1-1,0 0 1,0 0-1,0 0 1,-1 0-1,1 0 1,-1 0-1,0 0 0,0 0 1,0 0-1,0 1 1,-1-1-1,1 1 1,-1 0-1,1 0 1,-1 0-1,0 0 1,0 0-1,0 0 0,0 1 1,0-1-1,0 1 1,0 0-1,0 0 1,-1 0-1,1 0 1,0 1-1,-1 0 1,1-1-1,-5 1 1,6 0-149,-1 0 0,0 0 0,1 0 0,-1 1 0,0-1 0,1 1 0,-1-1 0,1 1 1,-1 0-1,1 0 0,0 0 0,-1 0 0,1 1 0,0-1 0,-1 1 0,1-1 0,0 1 1,0 0-1,1-1 0,-1 1 0,0 0 0,0 0 0,1 1 0,-1-1 0,1 0 0,-2 4 1,-6 7-1131,-7 8-2925,-3 0-3350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7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2961,'0'0'15231,"-4"24"-13502,-28 158 1478,27-151-2529,-13 65 696,-53 170-1,71-272-7706,-1-13 1860,1-11-280,0-19-3344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7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0 257 9444,'0'0'4899,"111"-52"-3107,-2 33 850,29-6-802,19 2-447,8 0-400,-13 0-625,-16 2-352,-23 5-16,-25-1-913,-9 0-1280,-20 7-1440,-24-1-4291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7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1 9732,'0'0'2001,"-134"62"833,59-16 447,2 9-1008,12 3-1120,24 3-449,20-1-480,17-3-176,0-3-48,21-10-224,21-8-960,6-5-769,6-16-1361,7-13-3281,-5-2-2177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8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9973,'0'0'13051,"8"17"-11947,-5-11-1021,5 9 290,-1 1 1,-1 0-1,0 1 0,-1-1 0,-1 1 0,0 0 0,2 29 0,-7-45-367,1-1-1,0 1 0,0 0 0,0 0 1,0 0-1,0-1 0,0 1 0,1 0 1,-1 0-1,0 0 0,0-1 0,1 1 1,-1 0-1,0 0 0,1-1 0,-1 1 1,0 0-1,1-1 0,-1 1 0,1 0 1,-1-1-1,1 1 0,0-1 0,-1 1 1,2 0-1,-1-1-20,1 1 1,-1-1 0,0 0-1,0 0 1,1 0 0,-1 0-1,0 0 1,1 0 0,-1 0-1,0-1 1,0 1 0,0 0-1,1-1 1,-1 1 0,1-2-1,10-4-245,-1 0 0,20-16 0,-14 10 98,67-38-686,-82 49 1984,-4 58 1609,2 26-2811,0-80-88,0-1-1,0 1 1,1-1-1,-1 0 1,1 1-1,0-1 1,-1 0 0,1 0-1,0 1 1,0-1-1,1 0 1,-1 0 0,0 0-1,1 0 1,-1 0-1,1-1 1,0 1-1,-1 0 1,1-1 0,0 1-1,0-1 1,0 0-1,0 1 1,0-1-1,0 0 1,1 0 0,-1 0-1,0-1 1,3 2-1,3-1-1105,-1 0 0,1 0 0,-1 0 0,1-1 0,0 0 0,-1 0 0,1-1 0,10-2 0,24-11-8069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8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13670,'0'0'12390,"46"150"-10805,-23-81-289,-4 6-639,-2-1-177,-3-3-416,-5-15-64,-7-10-256,-2-10-529,0-13-1232,0-7-544,0-9-1217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8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12582,'0'0'10389,"117"-13"-7780,-56 13-1345,4 0-303,-9 2-497,-6 2-304,-10 1-160,-13-1-48,-12-2-1041,-13 0-1039,-2 2-1554,-23-2-2049,-21 2-4161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6:58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8644,'0'0'7603,"159"13"-4881,-92-13-2722,4 0-689,8-25-7746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0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0 128 1056,'0'0'13207,"14"-14"-11353,46-44-195,-58 56-1476,0 0 0,0 0 0,0 0 0,0 0 0,1 1 0,-1-1 0,1 1 0,-1 0 0,1-1 0,-1 1 0,1 0 0,0 1 0,0-1 0,-1 0 0,5 1 0,-6 0-102,0 0 0,0 0 0,0 1 0,0-1-1,1 1 1,-1-1 0,0 1 0,0-1 0,0 1-1,0-1 1,0 1 0,-1 0 0,1 0 0,0 0-1,0-1 1,0 1 0,-1 0 0,1 0 0,0 0-1,-1 0 1,1 0 0,-1 0 0,1 0 0,0 2-1,1 6 219,0 0 0,0 0 0,-1 0 0,0 1 0,-1-1 0,0 11 0,0-13-142,0 30 722,-1 53 248,0-79-1066,0-1 0,-1 0 0,0 0 0,-1 0 0,0 0 0,-7 15 0,12-86-314,2 47 208,0-1-1,1 1 1,1 0 0,0 0 0,1 0-1,1 1 1,-1 0 0,14-15 0,-7 11-13,1-1 1,1 2 0,0 0-1,34-25 1,-43 36 57,0 1 1,0-1-1,1 1 0,-1 0 0,1 1 0,0 0 1,0 0-1,0 0 0,0 1 0,0 0 0,1 1 1,8-1-1,-16 2 19,0 1 1,0-1-1,-1 0 0,1 0 1,0 1-1,-1-1 1,1 0-1,0 1 1,-1-1-1,1 0 0,0 1 1,-1-1-1,1 1 1,-1-1-1,1 1 0,-1 0 1,1-1-1,-1 1 1,1-1-1,-1 1 1,1 0-1,-1-1 0,0 1 1,0 0-1,1 0 1,-1-1-1,0 1 0,0 0 1,0 0-1,0-1 1,0 3-1,1 29 567,-1-23-387,-1 29 1013,-11 70 1,11-105-1222,-1 29 187,2-31-212,0 0 0,1 0 1,-1 0-1,0-1 0,0 1 1,1 0-1,-1 0 0,0 0 0,1 0 1,-1 0-1,1-1 0,-1 1 1,1 0-1,-1-1 0,1 1 0,0 0 1,-1-1-1,1 1 0,0 0 1,0-1-1,-1 1 0,1-1 0,0 0 1,0 1-1,0-1 0,0 1 1,-1-1-1,1 0 0,0 0 1,0 0-1,1 1 0,24 0-3187,37-2-1,1-5-3520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1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0 3922,'0'0'17253,"-16"21"-14750,-39 50 7,3 2 0,-55 105 1,97-156-2526,2 0 0,0 1 0,1-1-1,1 2 1,1-1 0,2 0 0,0 1 0,1 36 0,2-59-110,0 0-1,0 0 1,0-1 0,1 1-1,-1 0 1,0-1-1,0 1 1,1 0 0,-1-1-1,0 1 1,1 0 0,-1-1-1,1 1 1,-1-1 0,1 1-1,-1-1 1,1 1 0,-1-1-1,1 1 1,0-1 0,-1 0-1,1 1 1,0-1 0,-1 0-1,1 1 1,0-1 0,-1 0-1,1 0 1,0 0-1,0 0 1,-1 0 0,2 0-1,30 1-2496,-22-1 1756,13 0-1022,61-2-7304,-18-11 538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1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16 10597,'0'0'3970,"-20"0"341,-65 3-152,82-3-3942,-1 0-1,0 0 1,1 1-1,-1-1 0,1 1 1,-1 0-1,1 0 1,-1 1-1,1-1 1,0 1-1,-1 0 0,1-1 1,0 1-1,0 1 1,0-1-1,1 0 1,-1 1-1,0-1 0,1 1 1,0 0-1,-1 0 1,-2 5-1,3-1-93,-1-1 0,1 1-1,1 0 1,0-1 0,0 1 0,0 0-1,0 0 1,1 0 0,1 7 0,0-9-120,0-1 0,0 0 0,0 0 0,0 1 0,1-1 0,0 0 0,0 0 1,0-1-1,0 1 0,0 0 0,1-1 0,0 1 0,0-1 0,0 0 0,0 0 0,0 0 0,0 0 1,1-1-1,0 1 0,-1-1 0,1 0 0,0 0 0,6 2 0,1 1-61,1-1 0,0 0-1,-1-1 1,1 0 0,0-1-1,1 0 1,16 0 0,-24-2-2,-1 0 0,1 0 0,0 0 1,0 0-1,-1-1 0,1 0 1,0 0-1,-1-1 0,1 1 0,-1-1 1,0 0-1,7-3 0,-8 2 46,-1 1-1,0-1 0,1 0 1,-1 0-1,0 1 0,0-2 1,0 1-1,-1 0 0,1 0 0,-1 0 1,0-1-1,0 1 0,0-1 1,0 1-1,0-1 0,-1 1 1,1-7-1,1-11 61,-1 0 1,-2-23-1,1 39-115,0 1 1,-1 0-1,1-1 1,-1 1-1,0-1 0,-1 1 1,1 0-1,-1 0 1,1 0-1,-1 0 0,0 0 1,-1 0-1,1 0 1,-1 1-1,1-1 1,-7-5-1,9 9-76,0 0 0,0-1-1,-1 1 1,1 0 0,0 0 0,0-1 0,0 1 0,0 0 0,-1 0-1,1 0 1,0-1 0,0 1 0,0 0 0,-1 0 0,1 0-1,0 0 1,0-1 0,-1 1 0,1 0 0,0 0 0,-1 0-1,1 0 1,0 0 0,0 0 0,-1 0 0,1 0 0,0 0 0,0 0-1,-1 0 1,1 0 0,0 0 0,-1 0 0,1 0 0,0 0-1,0 0 1,-1 0 0,1 1 0,0-1 0,0 0 0,-1 0-1,1 0 1,0 0 0,0 0 0,-1 1 0,1-1 0,0 0 0,0 0-1,0 1 1,0-1 0,-1 0 0,1 0 0,0 0 0,0 1-1,0-1 1,0 0 0,0 1 0,0-1 0,2 16-7043,14 5-1203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1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870 83 6723,'0'0'4989,"-18"-11"-846,-63-35-114,75 42-3668,-1 1 0,1 0 0,0 0 0,-1 0 0,0 1 0,0 0 0,0 0 0,0 1 0,0 0 0,0 0 0,0 1 0,0 0 0,0 0 1,0 0-1,0 1 0,0 0 0,-8 3 0,12-3-341,0 1-1,0 0 1,0 0 0,0 0 0,0 0 0,1 1-1,-1-1 1,1 1 0,0 0 0,0-1 0,0 1-1,0 0 1,0 0 0,0 1 0,1-1 0,0 0 0,0 0-1,-1 1 1,2-1 0,-1 1 0,0-1 0,1 4-1,-2 8-14,0 0-1,2-1 0,1 28 0,0-38-18,0 0 1,0 0 0,0-1-1,0 1 1,0 0-1,1 0 1,0-1-1,-1 1 1,1-1-1,1 0 1,-1 1-1,0-1 1,1 0-1,-1 0 1,1-1 0,0 1-1,0 0 1,0-1-1,1 0 1,-1 0-1,0 0 1,1 0-1,0 0 1,-1-1-1,1 1 1,0-1-1,0 0 1,-1 0-1,1-1 1,5 1 0,-1 0-23,0 0 0,0-1 0,0 1 0,0-2 0,0 1 0,0-1 1,0-1-1,0 1 0,0-1 0,-1-1 0,1 1 0,-1-1 1,1-1-1,6-3 0,8-9 1,32-28-1,-45 36 47,-1 0 0,-1-1 0,1 1 0,-1-2 0,-1 1-1,8-14 1,-14 23 11,0-1-1,1 1 0,-1 0 1,0-1-1,1 1 0,-1-1 1,0 1-1,0-1 1,1 1-1,-1 0 0,0-1 1,0 1-1,0-1 0,0 1 1,0-1-1,0 0 1,0 1-1,0-1 0,0 1 1,0-1-1,0 1 0,0-1 1,0 1-1,0-1 1,0 1-1,0-1 0,-1 1 1,1-1-1,0 1 0,0 0 1,-1-1-1,1 1 1,0-1-1,0 1 0,-1 0 1,1-1-1,-1 1 0,1-1 1,0 1-1,-1 0 1,1 0-1,-1-1 0,1 1 1,-1 0-1,1 0 0,-1 0 1,1-1-1,-1 1 1,0 0-1,-1 0 34,-1 0 0,1 0-1,-1 0 1,1 0 0,-1 1 0,1-1 0,-1 1-1,1 0 1,-5 1 0,-1 2-45,1 0 0,0 1 0,0 0 0,0 0 0,1 0 0,0 1 0,0 0 0,0 0 0,1 1 0,-6 7 0,-5 12 5,-22 42-1,14-17 4,3 1 1,2 2 0,-17 75 0,-20 173 18,19-87-35,31-188 1,0 7 20,-12 33-1,15-57-4,-1-1 1,0 1-1,0-1 1,-1 0-1,0-1 0,-1 1 1,-12 14-1,14-19 86,1-1 0,-1 0-1,-1 0 1,1 0 0,0 0 0,-1 0-1,1-1 1,-1 0 0,0 0 0,0 0-1,0-1 1,0 0 0,0 1 0,0-2-1,0 1 1,0-1 0,-1 1 0,1-1-1,0-1 1,0 1 0,0-1 0,-10-2-1,1-1 78,1-1 0,0 0-1,0 0 1,0-1-1,1-1 1,0 0 0,-13-10-1,-5-5-354,0-2 0,2-2 0,1 0 0,1-2 0,1 0 0,1-2 0,-32-55 0,53 80-144,0-1 1,1 1 0,-1-1 0,1 0 0,1 0 0,-1 0 0,1 0 0,0 0 0,0 0 0,1 0-1,0 0 1,0 0 0,2-12 0,-1 13-253,1-1 0,0 1 1,0-1-1,0 1 0,1 0 0,0 0 0,0 0 0,0 0 0,0 1 1,1-1-1,0 1 0,0 0 0,0 0 0,8-5 0,51-37-8975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2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8500,'0'0'5309,"20"-10"-1801,64-32-314,-75 38-2714,1 0-1,0 1 1,0 0 0,0 1 0,1 0 0,-1 1 0,1 0 0,-1 0-1,0 1 1,1 1 0,16 2 0,-15-2-73,-8-1-308,1 1 0,-1 0 0,0 0-1,1 1 1,-1-1 0,0 1 0,0 0-1,0 0 1,0 0 0,-1 1 0,1-1-1,0 1 1,-1 0 0,0 0 0,0 0 0,0 0-1,0 1 1,0-1 0,-1 1 0,1 0-1,-1-1 1,0 1 0,0 0 0,0 1 0,1 7-1,0-2 4,0-1 1,-2 1-1,1 0 0,-1 0 0,-1 0 1,1 1-1,-2-1 0,0 0 0,0 0 0,-4 15 1,3-19-36,0 0 0,-1 0 0,1-1 0,-1 1 1,0-1-1,-1 0 0,0 0 0,1 0 1,-10 8-1,13-13 37,0-2-86,1 0 0,0 0 0,0 0 0,0 0 0,0 0 0,0 0 1,0 0-1,3-3 0,6-5-31,0 0 0,1 1 1,0 0-1,1 0 1,-1 2-1,1-1 1,1 1-1,0 1 0,22-8 1,-5 4-55,2 1 1,-1 1-1,36-4 0,-63 11 100,0 1-1,0-1 0,0 1 0,0 0 0,-1 0 0,1 0 0,0 0 0,0 1 0,0 0 0,6 1 1,-9-1 23,1 0 1,-1 0 0,0 0 0,0 0 0,1 1 0,-1-1 0,0 0 0,0 1-1,0-1 1,0 1 0,0-1 0,-1 1 0,1-1 0,0 1 0,-1 0 0,1-1-1,-1 1 1,0 0 0,1-1 0,-1 1 0,0 0 0,0 0 0,-1 3 0,0 76 89,0-53-160,0-1 0,6 41 0,-5-67-133,0 0 0,0 0 1,0 0-1,1 0 0,-1-1 1,0 1-1,1 0 0,-1 0 1,1 0-1,-1-1 0,1 1 1,-1 0-1,1 0 1,0-1-1,-1 1 0,1-1 1,0 1-1,-1 0 0,1-1 1,0 1-1,0-1 0,0 0 1,0 1-1,-1-1 0,1 0 1,0 1-1,0-1 0,0 0 1,0 0-1,0 0 0,0 0 1,1 0-1,25 1-5261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2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4946,'0'0'23355,"138"0"-22283,-82 0-303,0 0-417,-3 0-240,-5 0-112,-11 0-256,-14 0-705,-14 0-863,-22 0-6084,-29 0-3345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2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8820,'0'0'9829,"148"19"-5267,-77-17-2690,0-2-1872,-4 0-432,4-4-3602,-2-19-5538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3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 4002,'0'0'19001,"1"23"-15693,0-7-2692,0-2-187,0-1 0,-1 0 1,0 1-1,-1-1 0,-1 1 1,0-1-1,-1 0 0,0 0 1,-1 0-1,-8 18 0,-39 80 680,-81 148-1100,131-256-592,-12 20 1097,13-12-4520,10-6-8220,24-5-1551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3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44 13558,'-19'-5'3191,"-7"0"-966,0 0 1,-51-2-1,67 7-1831,0 0 1,0 0-1,0 1 1,0 1-1,0 0 0,0 0 1,1 1-1,-1 0 1,1 0-1,0 1 0,0 1 1,0-1-1,-10 9 1,10-6-331,2 1 0,-1 0 0,1 0 0,0 1 0,1 0 0,0 0 0,0 0 0,1 1 0,1 0 0,-1 0 0,2 0 0,-1 0 0,1 1 0,1-1 0,-2 16 1,3-19-76,0-1 0,0 1 0,1-1 0,0 1 0,1-1 0,-1 1 0,1-1 0,0 1 0,1-1 0,0 0 0,0 1 0,0-1 0,0 0 0,1 0 0,0-1 0,1 1 0,-1 0 0,1-1 0,0 0 0,0 0 0,1 0 0,-1-1 0,1 1 0,0-1 0,1 0 0,7 4 0,-3-3-73,-1-1 0,1-1 0,0 0-1,0 0 1,1-1 0,-1 0 0,18 1 0,3-3-263,42-4 1,-53 1 167,1 0 0,-2-2 1,1 0-1,0-1 0,-1-1 0,0-1 0,-1 0 1,27-17-1,-31 16 98,-1 0 0,0-1 1,-1 0-1,0-1 0,0 0 1,-1-1-1,0 0 0,-1-1 1,-1 0-1,0 0 0,8-18 1,-14 24 91,0-1 0,0 1 0,-1-1 0,0 0 0,0 0 0,-1 1 0,0-1 0,0 0 0,-1-13 0,0 17 31,-1 1 1,1-1-1,-1 0 0,0 1 1,0-1-1,0 1 1,-1-1-1,1 1 1,-1 0-1,0-1 0,0 1 1,0 0-1,0 0 1,0 0-1,-1 1 0,1-1 1,-1 0-1,0 1 1,0 0-1,0-1 1,-6-2-1,1 1-10,-1 0 0,0 1 1,0 0-1,-1 1 0,1 0 1,-1 0-1,1 1 0,-1 0 0,-17 1 1,22 0-247,1 1 0,0 0 1,0-1-1,0 1 0,0 1 1,0-1-1,0 1 0,0-1 0,0 1 1,-6 4-1,8-4-159,0 0 0,0 0 0,0 0 0,0 0 0,1 0 0,-1 0 1,1 0-1,-1 0 0,1 1 0,0-1 0,0 1 0,0-1 0,0 1 0,0-1 0,0 1 0,1 0 0,0-1 0,-1 4 0,1-4-97,0 0 0,0 0 0,-1 0 0,2-1-1,-1 1 1,0 0 0,0 0 0,1 0-1,-1-1 1,0 1 0,1 0 0,0-1 0,-1 1-1,1 0 1,2 2 0,1 0-1105,0 0 0,1-1 0,-1 1 0,1-1 0,9 5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4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478 85 10421,'0'0'5202,"-29"-13"-373,-98-38-326,114 46-3939,-1 1 1,0 0-1,1 2 0,-1-1 0,0 2 0,0 0 0,-23 1 0,14 0-90,14 0-340,0 0 0,-1 1 1,1 0-1,0 1 1,0 0-1,1 0 0,-1 1 1,0 0-1,-14 7 1,19-7-123,0 0 0,0 0 0,0 0 0,0 0 0,0 0 1,1 1-1,-1 0 0,1 0 0,0 0 0,0 0 1,0 0-1,1 0 0,0 1 0,-1-1 0,1 1 0,1 0 1,-1 0-1,1-1 0,-1 7 0,0-2-14,2-1 1,-1 0-1,1 1 0,0-1 1,0 0-1,1 0 1,0 1-1,1-1 0,0 0 1,0 0-1,1 0 0,0 0 1,0-1-1,1 1 0,0-1 1,5 7-1,-1-3 0,1-1 1,0 0-1,0 0 0,1-1 0,1-1 1,-1 0-1,2 0 0,-1-1 0,17 8 1,-8-6-45,2-1 1,-1 0-1,1-2 0,0 0 1,0-2-1,1 0 1,0-1-1,-1-2 1,1 0-1,0-2 0,34-4 1,-48 4 27,0-1 1,0 0 0,-1-1-1,1 0 1,0 0-1,-1-1 1,1 0-1,-1 0 1,0-1 0,-1 0-1,1 0 1,-1-1-1,0 0 1,0 0 0,-1-1-1,11-13 1,-11 10 25,0 0 1,0 0 0,-1 0-1,0-1 1,-1 0-1,0 0 1,-1 0 0,0 0-1,-1-1 1,0 1-1,-1-1 1,0-21 0,-2 27-18,1 0 0,-1 0 1,-1 0-1,1 1 0,-1-1 1,0 0-1,0 1 0,-1-1 1,1 1-1,-1 0 0,0 0 1,-1 0-1,1 0 0,-1 1 1,0-1-1,0 1 0,-1 0 1,1 0-1,-1 0 0,0 1 1,0 0-1,0 0 0,0 0 1,-1 0-1,1 1 0,-1 0 1,1 0-1,-1 1 0,0-1 1,0 1-1,-11 0 0,16 1-113,0 0-1,0 0 0,0 0 1,0 0-1,0 0 0,0 0 1,1 1-1,-1-1 1,0 0-1,0 0 0,0 1 1,0-1-1,0 1 0,1-1 1,-1 1-1,0-1 0,1 1 1,-1 0-1,0-1 1,1 1-1,-1 0 0,0-1 1,1 1-1,-1 0 0,1 0 1,-1 1-1,0 0-186,0 0 0,1 1 0,-1-1 0,1 1 0,0-1 0,-1 1 0,1-1 0,0 1 0,1 4 0,0-2-419,0 0 0,0 0 1,0 0-1,0 0 0,1 0 0,0-1 1,0 1-1,0-1 0,1 1 0,3 4 1,-1-4-688,1 0 0,0-1 0,-1 0-1,11 6 1,36 15-6906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4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423 115 8612,'0'0'4498,"-20"-7"53,7 3-3693,-5-3 254,0 2 0,-1 0 0,1 1 0,-1 1-1,-38-2 1,39 5-502,0 0-1,1 2 1,-1 0-1,0 0 0,-28 9 1,40-8-560,0-1 1,1 0-1,-1 1 0,0 0 1,1 0-1,0 1 0,0 0 1,0 0-1,0 0 0,1 0 1,-1 1-1,1-1 0,0 1 1,0 0-1,1 1 0,0-1 1,0 1-1,0-1 0,-3 11 1,2-6-35,2-1 1,0 1-1,0-1 1,1 1-1,0 0 1,0 0 0,1-1-1,0 1 1,1 0-1,0 0 1,4 13-1,-3-16-8,0 0 0,1-1 0,-1 1 0,1-1 0,1 0 0,-1 0 0,1 0 0,0 0 0,0-1 0,1 1 0,0-1 0,0 0-1,0 0 1,0-1 0,1 0 0,9 6 0,-3-4 0,1-1-1,-1-1 0,1 0 1,0 0-1,0-1 1,0-1-1,25 2 1,-18-3-1,0-1 1,0-1 0,0-1 0,32-7 0,-42 6 2,1 0-1,-1-1 1,0 0 0,-1-1-1,1 0 1,-1 0 0,0-1-1,0 0 1,0 0 0,-1-1 0,0 0-1,-1-1 1,1 0 0,-2 0-1,1-1 1,-1 1 0,0-1-1,-1-1 1,0 1 0,0-1 0,-1 0-1,0 0 1,-1 0 0,0 0-1,-1-1 1,0 1 0,-1-1-1,0 0 1,0 1 0,-1-1 0,-1 0-1,-2-14 1,2 18 8,-1 0 0,0 0-1,0 1 1,-1-1 0,0 0 0,0 1 0,-1-1-1,0 1 1,0 0 0,0 1 0,-1-1 0,0 1-1,0-1 1,0 1 0,-1 1 0,0-1 0,1 1-1,-9-4 1,3 1-349,0 2 0,0 0-1,0 0 1,0 1 0,-1 0 0,0 1-1,0 0 1,0 1 0,0 1 0,-14-1 0,15 2-983,9-1 595,-1 1-1,1 0 1,-1-1-1,1 1 1,-1 0-1,1 1 0,-1-1 1,1 0-1,0 1 1,-5 1-1,4 9-3137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4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436 1 6675,'0'0'16728,"-24"15"-14218,-78 51-151,78-49-1165,2 1 1,-32 30 0,22-12-716,-41 59 0,30-38-526,-1 5 91,28-34-2687,15-25 837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5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8548,'0'0'14294,"125"-6"-12053,-110 18-288,-5 7-368,-7 8-368,1 3-241,-2 5-240,6 1-479,5 1-177,5-3-80,12-5-208,9 0-913,16-10-1296,8-9-2017,12-10-3538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5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0 114 5523,'0'0'18157,"13"-15"-16396,45-47 37,-53 58-1659,1 0-1,0 0 1,0 1-1,0-1 0,1 1 1,-1 1-1,1-1 1,-1 1-1,1 0 1,0 0-1,0 1 1,0 0-1,0 1 1,0-1-1,0 1 1,0 0-1,9 2 0,6-1 107,27-3 72,-27 1-243,0 1 0,0 0-1,-1 2 1,30 5 0,-49-7-73,-1 0-1,0 1 0,1-1 1,-1 0-1,0 1 1,0-1-1,0 1 1,1-1-1,-1 1 1,0 0-1,0 0 1,0-1-1,0 1 1,0 0-1,0 0 1,0 0-1,0 0 1,-1 0-1,1 0 0,0 0 1,0 0-1,-1 1 1,1-1-1,-1 0 1,1 0-1,-1 1 1,0-1-1,1 0 1,-1 0-1,0 1 1,0-1-1,0 0 1,0 1-1,0-1 1,0 0-1,0 1 1,0-1-1,-1 0 0,1 0 1,-1 1-1,1-1 1,-2 2-1,1 2 15,-2-1-1,1 0 1,0 0-1,-1 0 0,0 0 1,0 0-1,0 0 1,0-1-1,0 0 0,-6 5 1,-17 8 187,-1-1 1,-31 12-1,33-16-56,1 1-1,0 1 1,-23 17 0,44-29-156,1 1 1,0-1 0,1 1 0,-1 0 0,0 0-1,0 0 1,1 0 0,-1 0 0,1 0 0,-1 0-1,1 0 1,0 1 0,0-1 0,0 0 0,0 1-1,1-1 1,-1 1 0,1-1 0,-1 5 0,1-5-4,0 0 1,1 0 0,-1 0 0,1 0 0,-1 0 0,1 0-1,0 0 1,0 0 0,0 0 0,0 0 0,0-1-1,0 1 1,1 0 0,-1 0 0,0-1 0,1 1 0,0-1-1,-1 0 1,1 1 0,0-1 0,-1 0 0,4 2-1,20 9-423,52 17 0,-60-24 146,0 1-1,0 0 1,-1 1 0,0 1 0,0 0 0,-1 1 0,0 1-1,15 13 1,-28-20 317,1 0 0,-1 0 0,0 1 0,0-1 0,0 1 0,0 0 0,-1-1 0,0 1-1,0 0 1,0 0 0,0 0 0,0 0 0,-1 0 0,1-1 0,-1 1 0,0 0 0,-1 0 0,1 0 0,-1 0 0,1 0 0,-1 0-1,0 0 1,-1 0 0,1-1 0,-1 1 0,1 0 0,-1-1 0,0 1 0,0-1 0,-1 0 0,1 0 0,-6 6 0,-6-2 354,1 0 1,-1-2 0,0 1 0,0-2 0,-1 0 0,1 0 0,-1-2 0,-15 2 0,6-1-238,1 2 1,-27 7 0,42-9-152,1 0 0,0 0 0,0 0 1,0 1-1,1 0 0,-1 1 0,1-1 0,0 1 1,0 0-1,-9 11 0,5 4-331,9-10-3571,24-9-22162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6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4930,'0'0'18523,"25"-1"-15983,176-2 1401,12 3-1642,-169 0-5463,-1 0-3585,-70 0-159,-16 0-3254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6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6659,'0'0'11589,"150"6"-7315,-87-6-1713,-6 0-1184,1 0-1089,-8-2-288,-10-7-512,4 1-1537,-9-2-3041,-1-3 848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7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3394,'0'0'12603,"19"-8"-8959,0-2-2740,-9 4-489,1 1 1,0 0 0,0 0 0,0 1-1,1 1 1,-1 0 0,1 1 0,0 0-1,16-1 1,209 2 3863,-200 3-4169,0 2 0,0 1 0,0 2 0,47 15 0,-82-21-108,0 0 1,1 0-1,-1 0 0,0 0 1,0 0-1,1 0 0,-1 1 1,0-1-1,0 1 0,-1-1 1,1 1-1,0 0 1,-1 0-1,3 2 0,-4-4 0,0 1 0,0 0 0,1-1 0,-1 1 0,0-1 0,0 1 0,0 0 0,0-1 0,0 1 0,0-1 0,0 1 1,0 0-1,0-1 0,0 1 0,0 0 0,0-1 0,0 1 0,0-1 0,-1 1 0,1 0 0,-1 0 0,0 1 6,0-1 1,0 0-1,0 0 0,0 0 1,0 0-1,0 0 1,-1 0-1,1 0 1,-1 0-1,1 0 0,-1 0 1,-1 0-1,-20 7 105,0-1-1,-1 0 1,1-2 0,-2-1-1,-24 1 1,24-3-34,0 1 0,0 1 0,1 1 0,0 1 0,-27 11 0,50-17-81,0 1 0,0-1-1,0 1 1,0-1 0,-1 1 0,1-1-1,0 1 1,0 0 0,0-1 0,0 1-1,0 0 1,1 0 0,-1 0 0,0 0-1,0-1 1,0 1 0,1 0 0,-1 1 0,1-1-1,-1 0 1,1 0 0,-1 0 0,1 0-1,-1 0 1,1 0 0,0 1 0,0-1-1,0 0 1,0 0 0,-1 0 0,2 1-1,-1-1 1,0 0 0,0 0 0,0 1-1,0-1 1,1 0 0,-1 0 0,1 0-1,-1 0 1,1 0 0,-1 0 0,1 0-1,0 0 1,-1 0 0,1 0 0,0 0 0,1 1-1,3 5-19,1-1-1,0 0 0,0-1 1,1 0-1,12 8 1,30 17-244,-8-5-383,53 41 0,-83-58 537,0 2 0,-1-1 0,-1 1 0,0 1 0,0 0 0,-1 0 0,0 0 0,-1 1 0,8 19 0,-13-27 94,0 0-1,-1 0 1,1 0 0,-1 0 0,0 1-1,-1-1 1,1 0 0,-1 1 0,0-1-1,0 1 1,0 4 0,-1-7 31,1 0 1,-1-1 0,0 1-1,1 0 1,-1-1-1,0 1 1,0 0-1,0-1 1,0 1-1,-1-1 1,1 0-1,0 1 1,0-1 0,-1 0-1,1 0 1,-1 0-1,1 0 1,-1 0-1,1 0 1,-1 0-1,0-1 1,0 1-1,1 0 1,-1-1-1,0 0 1,-3 1 0,-24 3 670,0-1 0,1-1 0,-44-3 0,-88-16 1263,126 13-1951,30 4-173,-24-4 546,28 3-407,0 1 0,1 0 1,-1 0-1,0 0 1,0 0-1,1 0 0,-1-1 1,0 1-1,0 0 1,0 0-1,1 0 1,-1-1-1,0 1 0,0 0 1,0 0-1,0-1 1,0 1-1,1 0 0,-1 0 1,0-1-1,0 1 1,0 0-1,0 0 1,0-1-1,0 1 0,0 0 1,0-1-1,0 1 1,0 0-1,0 0 0,0-1 1,0 1-1,0 0 1,0 0-1,0-1 1,0 1-1,-1 0 0,1-1 1,0 1-1,0 0 1,0 0-1,0 0 1,0-1-1,-1 1 0,1 0 1,0 0-1,0 0 1,0-1-1,-1 1 0,1 0 1,0 0-1,0 0 1,-1 0-1,1 0 1,0-1-1,0 1 0,-1 0 1,1 0-1,0 0 1,-1 0-1,1 0 0,0 0 1,0 0-1,-1 0 1,1 0-1,-1 0 1,7-3-797,0 1 0,0-1 0,0 1 0,0 0 0,0 1 1,11-2-1,7-2-1811,46-12-5644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7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400 139 6371,'0'0'18440,"1"-4"-15991,-1 3-2342,1 0 0,-1 1 0,0-1 0,0 0 0,0 0 0,1 0 0,-1 1 0,0-1 0,0 0 0,0 0 0,0 0 0,-1 1 0,1-1 0,0 0 0,0 0-1,0 0 1,-1 1 0,1-1 0,0 0 0,-1 0 0,1 1 0,0-1 0,-1 0 0,1 1 0,-1-1 0,0 0 0,-2 0 75,-1 0 1,1 0-1,0 1 1,0-1-1,0 1 1,0 0 0,-1 0-1,-2 0 1,-18 0-11,1 1 1,0 1 0,-1 1 0,1 1-1,-27 9 1,38-9-178,0 1 0,0 0 0,0 0 0,1 2 0,0-1 0,0 1 0,1 1 0,0 0 0,0 1 0,0-1 0,-9 14 0,12-13 5,0 1 0,1 1 0,0-1 0,1 1 0,0 0 0,0 0 0,1 1 0,-4 20 0,7-26 0,0-1 0,0 1 0,0-1 0,1 0 0,-1 1 0,1-1 0,1 1 0,-1-1 0,1 1 0,0-1 0,0 1 0,1-1 0,-1 0 0,1 0 0,0 0 0,1 0 0,-1 0 0,1 0 0,0-1 0,0 1 0,6 5 0,-1-3-22,1-1 0,1 0 0,-1 0-1,1-1 1,0 0 0,0-1 0,1 0 0,-1-1 0,1 0 0,0 0 0,13 1-1,-2-2-188,1 0-1,-1-1 1,1-1-1,36-6 1,-53 5 175,-1 0 0,1 0 0,0-1 0,-1 0 0,0 0 0,1 0 0,-1-1 1,0 0-1,0 0 0,0 0 0,0-1 0,-1 1 0,8-9 0,-6 5 19,0 0-1,-1-1 1,0 1-1,-1-1 0,0 0 1,0-1-1,0 1 1,2-10-1,0-10 26,0 0 0,-2-1 0,-1 1-1,-1-47 1,-2 44 12,-2-52 84,1 76-1,0 0 1,0 0-1,-1 0 0,0 0 1,-1 0-1,1 1 1,-1-1-1,0 1 1,-5-8-1,7 13-79,0 0 1,1-1-1,-1 1 1,0 0-1,0 0 0,1 0 1,-1 0-1,0 0 1,0 0-1,0 0 0,0 0 1,0 0-1,0 1 1,-1-1-1,1 0 1,0 1-1,0-1 0,-1 1 1,1-1-1,0 1 1,0-1-1,-1 1 0,1 0 1,-1 0-1,1 0 1,0 0-1,-1 0 0,1 0 1,0 0-1,-1 0 1,1 0-1,0 1 0,-1-1 1,-1 1-1,1 0-85,0 1 0,1-1 0,-1 1 0,0 0 0,1 0 0,-1-1-1,1 1 1,0 0 0,-1 0 0,1 0 0,0 0 0,0 1 0,0-1 0,1 0 0,-1 0 0,0 1-1,1-1 1,-1 4 0,0 0-554,1 0-1,-1 0 0,1 0 1,0 0-1,1 0 0,0 0 1,2 8-1,-2-10-43,0-1 0,0 1 0,1-1 0,0 0-1,-1 0 1,1 0 0,0 0 0,1 0 0,-1-1 0,0 1-1,1 0 1,0-1 0,5 4 0,26 15-9129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8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252 103 2289,'0'0'21050,"-8"-8"-18969,4 4-1835,-1 1 1,0-1 0,1 1 0,-1 0-1,0 0 1,0 0 0,-1 1-1,1-1 1,-1 1 0,1 1 0,-1-1-1,0 1 1,1 0 0,-1 0-1,0 1 1,0-1 0,0 1 0,1 1-1,-1-1 1,0 1 0,0 0 0,-10 3-1,9-1-209,1 1-1,0-1 0,0 1 1,0 0-1,0 0 0,0 1 0,1-1 1,0 1-1,0 0 0,1 1 1,-1-1-1,1 1 0,0 0 1,1 0-1,-1 1 0,1-1 1,0 1-1,-2 8 0,1-1-28,0 0-1,1 0 1,1 0-1,1 0 1,0 1-1,0-1 1,1 1-1,3 14 1,-2-25-10,0 1-1,0-1 1,0 0-1,1 1 1,0-1 0,0 0-1,0 0 1,1 0-1,-1 0 1,1-1-1,0 1 1,0-1 0,0 1-1,0-1 1,0 0-1,1 0 1,0-1 0,0 1-1,-1-1 1,1 1-1,8 2 1,-6-3-5,0 1 0,0-1 1,0 0-1,1-1 0,-1 1 0,1-1 1,-1-1-1,1 1 0,-1-1 0,1 0 0,0-1 1,-1 1-1,1-1 0,10-3 0,-12 1 8,0 1 1,-1-1-1,0 0 0,1 0 0,-1 0 0,0 0 1,-1-1-1,1 0 0,0 0 0,-1 0 0,0 0 1,0 0-1,3-6 0,2-5 14,0 0 0,9-29 0,-7 11 153,-2-2 0,-2 1 0,-1-1 0,-1 0 0,-3-63 0,-1 98-168,0 0 0,0 0 0,0 0 0,0 0 0,0 0 0,0 0 0,0 0 0,-1 0 0,1 0 0,0 0 0,0 0 0,0 0 0,0 0 0,0 0 0,0 0 1,0 0-1,0 0 0,-1 0 0,1 0 0,0 0 0,0 0 0,0 0 0,0 0 0,0 0 0,0 0 0,0 0 0,0 0 0,-1 0 0,1 0 0,0 0 0,0 0 0,0 0 0,0-1 0,0 1 0,0 0 0,0 0 0,0 0 0,0 0 0,0 0 0,0 0 0,0 0 0,0 0 0,-1 0 0,1-1 0,0 1 0,0 0 0,0 0 1,0 0-1,0 0 0,0 0 0,0 0 0,-4 8-258,4-5-230,-1 0-1,1 0 1,0 0-1,0 0 1,0 0 0,0 0-1,0 1 1,1-1-1,0 0 1,-1 0 0,1 0-1,0-1 1,0 1 0,1 0-1,-1 0 1,1 0-1,-1-1 1,1 1 0,0-1-1,0 1 1,0-1 0,0 0-1,0 0 1,0 0-1,1 0 1,-1 0 0,1 0-1,0-1 1,-1 1-1,1-1 1,0 0 0,0 0-1,3 1 1,34 15-8999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5:47:08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276 111 2049,'0'0'22130,"-7"-4"-20377,1 0-1397,0 1 0,-1 0 0,1 0 0,-1 1 1,0 0-1,-8-2 0,11 3-249,0 1 1,0-1-1,0 1 0,-1 0 0,1 0 1,0 0-1,0 1 0,0-1 1,0 1-1,0 0 0,1 0 1,-1 1-1,0-1 0,0 1 0,-4 2 1,-5 6-86,2-1-1,-1 1 1,1 1 0,1 0 0,0 0-1,1 1 1,0 1 0,0-1-1,2 1 1,-1 1 0,2-1 0,0 1-1,0 0 1,2 1 0,-1-1 0,2 1-1,0 0 1,1 0 0,-1 29 0,3-41-21,0 0 0,1 0 0,-1 0 1,1 1-1,-1-1 0,1 0 0,0 0 0,0 0 1,0 0-1,1 0 0,-1-1 0,1 1 0,-1 0 1,1-1-1,0 1 0,0-1 0,0 1 0,3 1 1,0 0-1,0 0 1,0-1-1,0 0 1,1 0-1,-1 0 1,1-1 0,0 0-1,10 3 1,7 0 6,1-2 1,0 0-1,39-2 1,-62-1-8,9 0 15,0-1 0,-1 0 1,1-1-1,-1 0 0,1-1 0,-1 0 1,0 0-1,0-1 0,0 0 1,0-1-1,8-6 0,6-5 140,-1-1-1,32-32 0,-46 42-58,-1-1 1,0 0-1,-1 0 0,0-1 0,0 0 0,-1 0 0,0 0 0,0 0 0,-1-1 0,-1 0 1,1 0-1,2-17 0,-5 21-88,0-1 0,-1 1 0,0-1 1,0 1-1,0-1 0,-1 1 0,0-1 1,0 1-1,-1 0 0,0-1 0,0 1 1,0 0-1,-1 0 0,0 0 0,0 1 1,0-1-1,-1 1 0,0 0 0,0-1 1,-9-8-1,-1 3-9,0-1 0,0 1 0,-1 1 0,-1 1 0,0 0 0,0 1 0,-29-10 0,39 18 0,5 2-15,1 0 0,-1 0-1,1 0 1,-1 0 0,1 0 0,0 0 0,0 1-1,0-1 1,0 0 0,0 4 0,0-4-194,0 10-1366,-1-8 287,1-1-1,0 1 1,0-1-1,0 1 1,0-1-1,1 0 0,0 1 1,1 4-1,8 5-6885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B28E-7FBF-E099-DE5C-195A4DFA3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72265-0B95-2A23-9E32-508F8DC6D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F0558-253C-263A-B6A4-80E7553EA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44BD2-A9E9-812B-50E7-930C10EF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0444F-CD10-C6AE-8A25-B8641AA5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5126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BDC8-1E32-E8BE-C9C6-47B850DF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C28B9-385C-1476-6183-821A21AE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47E0F-1FB1-B451-462D-B04C26D69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6BA52-326A-BF43-56A5-1B7D15FF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13F9-0807-7387-0E6C-C9769120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931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49B72-A861-B865-3400-E8B7CF39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BF805-C2BB-EE23-ED03-7CD4A61E6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90F5E-A172-8E7F-33E8-40D00B65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8D82-1936-53E6-49DB-76AB53DD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9CD67-A799-340A-F33B-6071931B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547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FCB3-8BC8-9D29-CE8B-CEC70E50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C898-B967-2D87-DB26-EBB164818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27A20-8415-A029-648D-6FB41FDEB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18CF3-CBD6-002D-56F7-88C4A32E9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E8B87-4C96-FC4A-9F46-C5B295F7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55ABD-703D-524E-9A35-0BE031D5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537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E32E-5259-A300-EE49-B6892C11B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0B63C-C5A9-40E9-FEF1-AE6E222A7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B1383-F7F5-23DD-CE94-1DEB81E8A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922EC-FA73-B110-683C-5829DD5DD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2D07A-FD74-A2E6-E9AD-E386EF354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E65F5-8009-DD24-2CD5-B49C2A99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576BE-2565-99C2-3965-D3A44550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26CFD-84D2-9031-71ED-44269896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5544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93B8-8ABE-E3B3-857E-24B6DF0C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66569-8D43-4055-9BF4-D6700B87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ABBE-C853-CE93-ACE0-CFC268C2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1715D-76AD-2B5F-9D09-CA21E746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388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D4E11-3134-C9EE-B488-D7557FA6F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E895AA-95FF-5A5E-BD39-3BA6C1EA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383DA-2267-315B-B6BC-F7B67F8C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360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BF30-3C35-04B4-0DB3-1A345FF7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0A4BB-5ED3-BCB0-677B-9A228B716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FA44D-BC67-34E0-4BF5-C164D7FDA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AFA90-E4E5-27CD-C81D-BCFD92B3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3087B-BFE4-7CCE-24EB-2C42AFD2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D05D9-F0A8-9978-7F88-9DEB3A54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827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D1F6-FB42-289D-A9E1-76798DAC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09DC6C-FF73-C43E-3BBF-3C6548924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80A69-D254-95E2-9577-E8D111C4F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C4E50-91B3-7C04-240F-F3C51871E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3DDED-9561-107C-2271-D053E45E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1E21D-728A-A0D4-334D-862F1BB2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740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B657-AEE5-F04D-61EF-483DA4A9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B311-D7E0-1D71-BD27-C94C63310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0EFD0-3004-7B25-4A84-64C7C933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0F9F-5C4C-52C2-1F72-C5739AF17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ED4E2-7AE8-9896-C255-048C15CF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7730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C966C5-6135-FBC3-2506-4126778F8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E62EB-E3D2-5A2F-9C74-107DF32B2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E36FE-3749-6446-E6F8-C79BFBAF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276BC-81FD-6A87-F068-D6287FBCD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A5B36-59F9-7AA0-A8AB-762E48C6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889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3C8C36-592D-20AE-AEBD-DC660BD49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66537-1B50-BD23-56A5-63FFB8D35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C3DE8-B52B-7BA8-E794-47D12BBB7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1590C6-2CB9-4FA1-BCBA-B4C41D32759F}" type="datetimeFigureOut">
              <a:rPr lang="en-ZA" smtClean="0"/>
              <a:t>2026/03/05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A95E4-EE9B-3F1F-7897-36E670946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6C81-2F70-81AA-102A-F1AF61BD1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79536-75FE-4568-8CF3-314174D4A68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574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72" Type="http://schemas.openxmlformats.org/officeDocument/2006/relationships/customXml" Target="../ink/ink86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.png"/><Relationship Id="rId299" Type="http://schemas.openxmlformats.org/officeDocument/2006/relationships/image" Target="../media/image240.png"/><Relationship Id="rId21" Type="http://schemas.openxmlformats.org/officeDocument/2006/relationships/image" Target="../media/image101.png"/><Relationship Id="rId63" Type="http://schemas.openxmlformats.org/officeDocument/2006/relationships/image" Target="../media/image122.png"/><Relationship Id="rId159" Type="http://schemas.openxmlformats.org/officeDocument/2006/relationships/image" Target="../media/image170.png"/><Relationship Id="rId324" Type="http://schemas.openxmlformats.org/officeDocument/2006/relationships/customXml" Target="../ink/ink253.xml"/><Relationship Id="rId366" Type="http://schemas.openxmlformats.org/officeDocument/2006/relationships/customXml" Target="../ink/ink274.xml"/><Relationship Id="rId170" Type="http://schemas.openxmlformats.org/officeDocument/2006/relationships/customXml" Target="../ink/ink176.xml"/><Relationship Id="rId226" Type="http://schemas.openxmlformats.org/officeDocument/2006/relationships/customXml" Target="../ink/ink204.xml"/><Relationship Id="rId268" Type="http://schemas.openxmlformats.org/officeDocument/2006/relationships/customXml" Target="../ink/ink225.xml"/><Relationship Id="rId32" Type="http://schemas.openxmlformats.org/officeDocument/2006/relationships/customXml" Target="../ink/ink107.xml"/><Relationship Id="rId74" Type="http://schemas.openxmlformats.org/officeDocument/2006/relationships/customXml" Target="../ink/ink128.xml"/><Relationship Id="rId128" Type="http://schemas.openxmlformats.org/officeDocument/2006/relationships/customXml" Target="../ink/ink155.xml"/><Relationship Id="rId335" Type="http://schemas.openxmlformats.org/officeDocument/2006/relationships/image" Target="../media/image258.png"/><Relationship Id="rId377" Type="http://schemas.openxmlformats.org/officeDocument/2006/relationships/image" Target="../media/image279.png"/><Relationship Id="rId5" Type="http://schemas.openxmlformats.org/officeDocument/2006/relationships/image" Target="../media/image93.png"/><Relationship Id="rId181" Type="http://schemas.openxmlformats.org/officeDocument/2006/relationships/image" Target="../media/image181.png"/><Relationship Id="rId237" Type="http://schemas.openxmlformats.org/officeDocument/2006/relationships/image" Target="../media/image209.png"/><Relationship Id="rId279" Type="http://schemas.openxmlformats.org/officeDocument/2006/relationships/image" Target="../media/image230.png"/><Relationship Id="rId43" Type="http://schemas.openxmlformats.org/officeDocument/2006/relationships/image" Target="../media/image112.png"/><Relationship Id="rId139" Type="http://schemas.openxmlformats.org/officeDocument/2006/relationships/image" Target="../media/image160.png"/><Relationship Id="rId290" Type="http://schemas.openxmlformats.org/officeDocument/2006/relationships/customXml" Target="../ink/ink236.xml"/><Relationship Id="rId304" Type="http://schemas.openxmlformats.org/officeDocument/2006/relationships/customXml" Target="../ink/ink243.xml"/><Relationship Id="rId346" Type="http://schemas.openxmlformats.org/officeDocument/2006/relationships/customXml" Target="../ink/ink264.xml"/><Relationship Id="rId85" Type="http://schemas.openxmlformats.org/officeDocument/2006/relationships/image" Target="../media/image133.png"/><Relationship Id="rId150" Type="http://schemas.openxmlformats.org/officeDocument/2006/relationships/customXml" Target="../ink/ink166.xml"/><Relationship Id="rId192" Type="http://schemas.openxmlformats.org/officeDocument/2006/relationships/customXml" Target="../ink/ink187.xml"/><Relationship Id="rId206" Type="http://schemas.openxmlformats.org/officeDocument/2006/relationships/customXml" Target="../ink/ink194.xml"/><Relationship Id="rId248" Type="http://schemas.openxmlformats.org/officeDocument/2006/relationships/customXml" Target="../ink/ink215.xml"/><Relationship Id="rId12" Type="http://schemas.openxmlformats.org/officeDocument/2006/relationships/customXml" Target="../ink/ink97.xml"/><Relationship Id="rId108" Type="http://schemas.openxmlformats.org/officeDocument/2006/relationships/customXml" Target="../ink/ink145.xml"/><Relationship Id="rId315" Type="http://schemas.openxmlformats.org/officeDocument/2006/relationships/image" Target="../media/image248.png"/><Relationship Id="rId357" Type="http://schemas.openxmlformats.org/officeDocument/2006/relationships/image" Target="../media/image269.png"/><Relationship Id="rId54" Type="http://schemas.openxmlformats.org/officeDocument/2006/relationships/customXml" Target="../ink/ink118.xml"/><Relationship Id="rId96" Type="http://schemas.openxmlformats.org/officeDocument/2006/relationships/customXml" Target="../ink/ink139.xml"/><Relationship Id="rId161" Type="http://schemas.openxmlformats.org/officeDocument/2006/relationships/image" Target="../media/image171.png"/><Relationship Id="rId217" Type="http://schemas.openxmlformats.org/officeDocument/2006/relationships/image" Target="../media/image199.png"/><Relationship Id="rId259" Type="http://schemas.openxmlformats.org/officeDocument/2006/relationships/image" Target="../media/image220.png"/><Relationship Id="rId23" Type="http://schemas.openxmlformats.org/officeDocument/2006/relationships/image" Target="../media/image102.png"/><Relationship Id="rId119" Type="http://schemas.openxmlformats.org/officeDocument/2006/relationships/image" Target="../media/image150.png"/><Relationship Id="rId270" Type="http://schemas.openxmlformats.org/officeDocument/2006/relationships/customXml" Target="../ink/ink226.xml"/><Relationship Id="rId326" Type="http://schemas.openxmlformats.org/officeDocument/2006/relationships/customXml" Target="../ink/ink254.xml"/><Relationship Id="rId65" Type="http://schemas.openxmlformats.org/officeDocument/2006/relationships/image" Target="../media/image123.png"/><Relationship Id="rId130" Type="http://schemas.openxmlformats.org/officeDocument/2006/relationships/customXml" Target="../ink/ink156.xml"/><Relationship Id="rId368" Type="http://schemas.openxmlformats.org/officeDocument/2006/relationships/customXml" Target="../ink/ink275.xml"/><Relationship Id="rId172" Type="http://schemas.openxmlformats.org/officeDocument/2006/relationships/customXml" Target="../ink/ink177.xml"/><Relationship Id="rId228" Type="http://schemas.openxmlformats.org/officeDocument/2006/relationships/customXml" Target="../ink/ink205.xml"/><Relationship Id="rId281" Type="http://schemas.openxmlformats.org/officeDocument/2006/relationships/image" Target="../media/image231.png"/><Relationship Id="rId337" Type="http://schemas.openxmlformats.org/officeDocument/2006/relationships/image" Target="../media/image259.png"/><Relationship Id="rId34" Type="http://schemas.openxmlformats.org/officeDocument/2006/relationships/customXml" Target="../ink/ink108.xml"/><Relationship Id="rId76" Type="http://schemas.openxmlformats.org/officeDocument/2006/relationships/customXml" Target="../ink/ink129.xml"/><Relationship Id="rId141" Type="http://schemas.openxmlformats.org/officeDocument/2006/relationships/image" Target="../media/image161.png"/><Relationship Id="rId379" Type="http://schemas.openxmlformats.org/officeDocument/2006/relationships/image" Target="../media/image280.png"/><Relationship Id="rId7" Type="http://schemas.openxmlformats.org/officeDocument/2006/relationships/image" Target="../media/image94.png"/><Relationship Id="rId183" Type="http://schemas.openxmlformats.org/officeDocument/2006/relationships/image" Target="../media/image182.png"/><Relationship Id="rId239" Type="http://schemas.openxmlformats.org/officeDocument/2006/relationships/image" Target="../media/image210.png"/><Relationship Id="rId250" Type="http://schemas.openxmlformats.org/officeDocument/2006/relationships/customXml" Target="../ink/ink216.xml"/><Relationship Id="rId292" Type="http://schemas.openxmlformats.org/officeDocument/2006/relationships/customXml" Target="../ink/ink237.xml"/><Relationship Id="rId306" Type="http://schemas.openxmlformats.org/officeDocument/2006/relationships/customXml" Target="../ink/ink244.xml"/><Relationship Id="rId45" Type="http://schemas.openxmlformats.org/officeDocument/2006/relationships/image" Target="../media/image113.png"/><Relationship Id="rId87" Type="http://schemas.openxmlformats.org/officeDocument/2006/relationships/image" Target="../media/image134.png"/><Relationship Id="rId110" Type="http://schemas.openxmlformats.org/officeDocument/2006/relationships/customXml" Target="../ink/ink146.xml"/><Relationship Id="rId348" Type="http://schemas.openxmlformats.org/officeDocument/2006/relationships/customXml" Target="../ink/ink265.xml"/><Relationship Id="rId152" Type="http://schemas.openxmlformats.org/officeDocument/2006/relationships/customXml" Target="../ink/ink167.xml"/><Relationship Id="rId194" Type="http://schemas.openxmlformats.org/officeDocument/2006/relationships/customXml" Target="../ink/ink188.xml"/><Relationship Id="rId208" Type="http://schemas.openxmlformats.org/officeDocument/2006/relationships/customXml" Target="../ink/ink195.xml"/><Relationship Id="rId261" Type="http://schemas.openxmlformats.org/officeDocument/2006/relationships/image" Target="../media/image221.png"/><Relationship Id="rId14" Type="http://schemas.openxmlformats.org/officeDocument/2006/relationships/customXml" Target="../ink/ink98.xml"/><Relationship Id="rId56" Type="http://schemas.openxmlformats.org/officeDocument/2006/relationships/customXml" Target="../ink/ink119.xml"/><Relationship Id="rId317" Type="http://schemas.openxmlformats.org/officeDocument/2006/relationships/image" Target="../media/image249.png"/><Relationship Id="rId359" Type="http://schemas.openxmlformats.org/officeDocument/2006/relationships/image" Target="../media/image270.png"/><Relationship Id="rId98" Type="http://schemas.openxmlformats.org/officeDocument/2006/relationships/customXml" Target="../ink/ink140.xml"/><Relationship Id="rId121" Type="http://schemas.openxmlformats.org/officeDocument/2006/relationships/image" Target="../media/image151.png"/><Relationship Id="rId163" Type="http://schemas.openxmlformats.org/officeDocument/2006/relationships/image" Target="../media/image172.png"/><Relationship Id="rId219" Type="http://schemas.openxmlformats.org/officeDocument/2006/relationships/image" Target="../media/image200.png"/><Relationship Id="rId370" Type="http://schemas.openxmlformats.org/officeDocument/2006/relationships/customXml" Target="../ink/ink276.xml"/><Relationship Id="rId230" Type="http://schemas.openxmlformats.org/officeDocument/2006/relationships/customXml" Target="../ink/ink206.xml"/><Relationship Id="rId25" Type="http://schemas.openxmlformats.org/officeDocument/2006/relationships/image" Target="../media/image103.png"/><Relationship Id="rId67" Type="http://schemas.openxmlformats.org/officeDocument/2006/relationships/image" Target="../media/image124.png"/><Relationship Id="rId272" Type="http://schemas.openxmlformats.org/officeDocument/2006/relationships/customXml" Target="../ink/ink227.xml"/><Relationship Id="rId328" Type="http://schemas.openxmlformats.org/officeDocument/2006/relationships/customXml" Target="../ink/ink255.xml"/><Relationship Id="rId132" Type="http://schemas.openxmlformats.org/officeDocument/2006/relationships/customXml" Target="../ink/ink157.xml"/><Relationship Id="rId174" Type="http://schemas.openxmlformats.org/officeDocument/2006/relationships/customXml" Target="../ink/ink178.xml"/><Relationship Id="rId241" Type="http://schemas.openxmlformats.org/officeDocument/2006/relationships/image" Target="../media/image211.png"/><Relationship Id="rId36" Type="http://schemas.openxmlformats.org/officeDocument/2006/relationships/customXml" Target="../ink/ink109.xml"/><Relationship Id="rId283" Type="http://schemas.openxmlformats.org/officeDocument/2006/relationships/image" Target="../media/image232.png"/><Relationship Id="rId339" Type="http://schemas.openxmlformats.org/officeDocument/2006/relationships/image" Target="../media/image260.png"/><Relationship Id="rId78" Type="http://schemas.openxmlformats.org/officeDocument/2006/relationships/customXml" Target="../ink/ink130.xml"/><Relationship Id="rId101" Type="http://schemas.openxmlformats.org/officeDocument/2006/relationships/image" Target="../media/image141.png"/><Relationship Id="rId143" Type="http://schemas.openxmlformats.org/officeDocument/2006/relationships/image" Target="../media/image162.png"/><Relationship Id="rId185" Type="http://schemas.openxmlformats.org/officeDocument/2006/relationships/image" Target="../media/image183.png"/><Relationship Id="rId350" Type="http://schemas.openxmlformats.org/officeDocument/2006/relationships/customXml" Target="../ink/ink266.xml"/><Relationship Id="rId9" Type="http://schemas.openxmlformats.org/officeDocument/2006/relationships/image" Target="../media/image95.png"/><Relationship Id="rId210" Type="http://schemas.openxmlformats.org/officeDocument/2006/relationships/customXml" Target="../ink/ink196.xml"/><Relationship Id="rId26" Type="http://schemas.openxmlformats.org/officeDocument/2006/relationships/customXml" Target="../ink/ink104.xml"/><Relationship Id="rId231" Type="http://schemas.openxmlformats.org/officeDocument/2006/relationships/image" Target="../media/image206.png"/><Relationship Id="rId252" Type="http://schemas.openxmlformats.org/officeDocument/2006/relationships/customXml" Target="../ink/ink217.xml"/><Relationship Id="rId273" Type="http://schemas.openxmlformats.org/officeDocument/2006/relationships/image" Target="../media/image227.png"/><Relationship Id="rId294" Type="http://schemas.openxmlformats.org/officeDocument/2006/relationships/customXml" Target="../ink/ink238.xml"/><Relationship Id="rId308" Type="http://schemas.openxmlformats.org/officeDocument/2006/relationships/customXml" Target="../ink/ink245.xml"/><Relationship Id="rId329" Type="http://schemas.openxmlformats.org/officeDocument/2006/relationships/image" Target="../media/image255.png"/><Relationship Id="rId47" Type="http://schemas.openxmlformats.org/officeDocument/2006/relationships/image" Target="../media/image114.png"/><Relationship Id="rId68" Type="http://schemas.openxmlformats.org/officeDocument/2006/relationships/customXml" Target="../ink/ink125.xml"/><Relationship Id="rId89" Type="http://schemas.openxmlformats.org/officeDocument/2006/relationships/image" Target="../media/image135.png"/><Relationship Id="rId112" Type="http://schemas.openxmlformats.org/officeDocument/2006/relationships/customXml" Target="../ink/ink147.xml"/><Relationship Id="rId133" Type="http://schemas.openxmlformats.org/officeDocument/2006/relationships/image" Target="../media/image157.png"/><Relationship Id="rId154" Type="http://schemas.openxmlformats.org/officeDocument/2006/relationships/customXml" Target="../ink/ink168.xml"/><Relationship Id="rId175" Type="http://schemas.openxmlformats.org/officeDocument/2006/relationships/image" Target="../media/image178.png"/><Relationship Id="rId340" Type="http://schemas.openxmlformats.org/officeDocument/2006/relationships/customXml" Target="../ink/ink261.xml"/><Relationship Id="rId361" Type="http://schemas.openxmlformats.org/officeDocument/2006/relationships/image" Target="../media/image271.png"/><Relationship Id="rId196" Type="http://schemas.openxmlformats.org/officeDocument/2006/relationships/customXml" Target="../ink/ink189.xml"/><Relationship Id="rId200" Type="http://schemas.openxmlformats.org/officeDocument/2006/relationships/customXml" Target="../ink/ink191.xml"/><Relationship Id="rId16" Type="http://schemas.openxmlformats.org/officeDocument/2006/relationships/customXml" Target="../ink/ink99.xml"/><Relationship Id="rId221" Type="http://schemas.openxmlformats.org/officeDocument/2006/relationships/image" Target="../media/image201.png"/><Relationship Id="rId242" Type="http://schemas.openxmlformats.org/officeDocument/2006/relationships/customXml" Target="../ink/ink212.xml"/><Relationship Id="rId263" Type="http://schemas.openxmlformats.org/officeDocument/2006/relationships/image" Target="../media/image222.png"/><Relationship Id="rId284" Type="http://schemas.openxmlformats.org/officeDocument/2006/relationships/customXml" Target="../ink/ink233.xml"/><Relationship Id="rId319" Type="http://schemas.openxmlformats.org/officeDocument/2006/relationships/image" Target="../media/image250.png"/><Relationship Id="rId37" Type="http://schemas.openxmlformats.org/officeDocument/2006/relationships/image" Target="../media/image109.png"/><Relationship Id="rId58" Type="http://schemas.openxmlformats.org/officeDocument/2006/relationships/customXml" Target="../ink/ink120.xml"/><Relationship Id="rId79" Type="http://schemas.openxmlformats.org/officeDocument/2006/relationships/image" Target="../media/image130.png"/><Relationship Id="rId102" Type="http://schemas.openxmlformats.org/officeDocument/2006/relationships/customXml" Target="../ink/ink142.xml"/><Relationship Id="rId123" Type="http://schemas.openxmlformats.org/officeDocument/2006/relationships/image" Target="../media/image152.png"/><Relationship Id="rId144" Type="http://schemas.openxmlformats.org/officeDocument/2006/relationships/customXml" Target="../ink/ink163.xml"/><Relationship Id="rId330" Type="http://schemas.openxmlformats.org/officeDocument/2006/relationships/customXml" Target="../ink/ink256.xml"/><Relationship Id="rId90" Type="http://schemas.openxmlformats.org/officeDocument/2006/relationships/customXml" Target="../ink/ink136.xml"/><Relationship Id="rId165" Type="http://schemas.openxmlformats.org/officeDocument/2006/relationships/image" Target="../media/image173.png"/><Relationship Id="rId186" Type="http://schemas.openxmlformats.org/officeDocument/2006/relationships/customXml" Target="../ink/ink184.xml"/><Relationship Id="rId351" Type="http://schemas.openxmlformats.org/officeDocument/2006/relationships/image" Target="../media/image266.png"/><Relationship Id="rId372" Type="http://schemas.openxmlformats.org/officeDocument/2006/relationships/customXml" Target="../ink/ink277.xml"/><Relationship Id="rId211" Type="http://schemas.openxmlformats.org/officeDocument/2006/relationships/image" Target="../media/image196.png"/><Relationship Id="rId232" Type="http://schemas.openxmlformats.org/officeDocument/2006/relationships/customXml" Target="../ink/ink207.xml"/><Relationship Id="rId253" Type="http://schemas.openxmlformats.org/officeDocument/2006/relationships/image" Target="../media/image217.png"/><Relationship Id="rId274" Type="http://schemas.openxmlformats.org/officeDocument/2006/relationships/customXml" Target="../ink/ink228.xml"/><Relationship Id="rId295" Type="http://schemas.openxmlformats.org/officeDocument/2006/relationships/image" Target="../media/image238.png"/><Relationship Id="rId309" Type="http://schemas.openxmlformats.org/officeDocument/2006/relationships/image" Target="../media/image245.png"/><Relationship Id="rId27" Type="http://schemas.openxmlformats.org/officeDocument/2006/relationships/image" Target="../media/image104.png"/><Relationship Id="rId48" Type="http://schemas.openxmlformats.org/officeDocument/2006/relationships/customXml" Target="../ink/ink115.xml"/><Relationship Id="rId69" Type="http://schemas.openxmlformats.org/officeDocument/2006/relationships/image" Target="../media/image125.png"/><Relationship Id="rId113" Type="http://schemas.openxmlformats.org/officeDocument/2006/relationships/image" Target="../media/image147.png"/><Relationship Id="rId134" Type="http://schemas.openxmlformats.org/officeDocument/2006/relationships/customXml" Target="../ink/ink158.xml"/><Relationship Id="rId320" Type="http://schemas.openxmlformats.org/officeDocument/2006/relationships/customXml" Target="../ink/ink251.xml"/><Relationship Id="rId80" Type="http://schemas.openxmlformats.org/officeDocument/2006/relationships/customXml" Target="../ink/ink131.xml"/><Relationship Id="rId155" Type="http://schemas.openxmlformats.org/officeDocument/2006/relationships/image" Target="../media/image168.png"/><Relationship Id="rId176" Type="http://schemas.openxmlformats.org/officeDocument/2006/relationships/customXml" Target="../ink/ink179.xml"/><Relationship Id="rId197" Type="http://schemas.openxmlformats.org/officeDocument/2006/relationships/image" Target="../media/image189.png"/><Relationship Id="rId341" Type="http://schemas.openxmlformats.org/officeDocument/2006/relationships/image" Target="../media/image261.png"/><Relationship Id="rId362" Type="http://schemas.openxmlformats.org/officeDocument/2006/relationships/customXml" Target="../ink/ink272.xml"/><Relationship Id="rId201" Type="http://schemas.openxmlformats.org/officeDocument/2006/relationships/image" Target="../media/image191.png"/><Relationship Id="rId222" Type="http://schemas.openxmlformats.org/officeDocument/2006/relationships/customXml" Target="../ink/ink202.xml"/><Relationship Id="rId243" Type="http://schemas.openxmlformats.org/officeDocument/2006/relationships/image" Target="../media/image212.png"/><Relationship Id="rId264" Type="http://schemas.openxmlformats.org/officeDocument/2006/relationships/customXml" Target="../ink/ink223.xml"/><Relationship Id="rId285" Type="http://schemas.openxmlformats.org/officeDocument/2006/relationships/image" Target="../media/image233.png"/><Relationship Id="rId17" Type="http://schemas.openxmlformats.org/officeDocument/2006/relationships/image" Target="../media/image99.png"/><Relationship Id="rId38" Type="http://schemas.openxmlformats.org/officeDocument/2006/relationships/customXml" Target="../ink/ink110.xml"/><Relationship Id="rId59" Type="http://schemas.openxmlformats.org/officeDocument/2006/relationships/image" Target="../media/image120.png"/><Relationship Id="rId103" Type="http://schemas.openxmlformats.org/officeDocument/2006/relationships/image" Target="../media/image142.png"/><Relationship Id="rId124" Type="http://schemas.openxmlformats.org/officeDocument/2006/relationships/customXml" Target="../ink/ink153.xml"/><Relationship Id="rId310" Type="http://schemas.openxmlformats.org/officeDocument/2006/relationships/customXml" Target="../ink/ink246.xml"/><Relationship Id="rId70" Type="http://schemas.openxmlformats.org/officeDocument/2006/relationships/customXml" Target="../ink/ink126.xml"/><Relationship Id="rId91" Type="http://schemas.openxmlformats.org/officeDocument/2006/relationships/image" Target="../media/image136.png"/><Relationship Id="rId145" Type="http://schemas.openxmlformats.org/officeDocument/2006/relationships/image" Target="../media/image163.png"/><Relationship Id="rId166" Type="http://schemas.openxmlformats.org/officeDocument/2006/relationships/customXml" Target="../ink/ink174.xml"/><Relationship Id="rId187" Type="http://schemas.openxmlformats.org/officeDocument/2006/relationships/image" Target="../media/image184.png"/><Relationship Id="rId331" Type="http://schemas.openxmlformats.org/officeDocument/2006/relationships/image" Target="../media/image256.png"/><Relationship Id="rId352" Type="http://schemas.openxmlformats.org/officeDocument/2006/relationships/customXml" Target="../ink/ink267.xml"/><Relationship Id="rId373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97.xml"/><Relationship Id="rId233" Type="http://schemas.openxmlformats.org/officeDocument/2006/relationships/image" Target="../media/image207.png"/><Relationship Id="rId254" Type="http://schemas.openxmlformats.org/officeDocument/2006/relationships/customXml" Target="../ink/ink218.xml"/><Relationship Id="rId28" Type="http://schemas.openxmlformats.org/officeDocument/2006/relationships/customXml" Target="../ink/ink105.xml"/><Relationship Id="rId49" Type="http://schemas.openxmlformats.org/officeDocument/2006/relationships/image" Target="../media/image115.png"/><Relationship Id="rId114" Type="http://schemas.openxmlformats.org/officeDocument/2006/relationships/customXml" Target="../ink/ink148.xml"/><Relationship Id="rId275" Type="http://schemas.openxmlformats.org/officeDocument/2006/relationships/image" Target="../media/image228.png"/><Relationship Id="rId296" Type="http://schemas.openxmlformats.org/officeDocument/2006/relationships/customXml" Target="../ink/ink239.xml"/><Relationship Id="rId300" Type="http://schemas.openxmlformats.org/officeDocument/2006/relationships/customXml" Target="../ink/ink241.xml"/><Relationship Id="rId60" Type="http://schemas.openxmlformats.org/officeDocument/2006/relationships/customXml" Target="../ink/ink121.xml"/><Relationship Id="rId81" Type="http://schemas.openxmlformats.org/officeDocument/2006/relationships/image" Target="../media/image131.png"/><Relationship Id="rId135" Type="http://schemas.openxmlformats.org/officeDocument/2006/relationships/image" Target="../media/image158.png"/><Relationship Id="rId156" Type="http://schemas.openxmlformats.org/officeDocument/2006/relationships/customXml" Target="../ink/ink169.xml"/><Relationship Id="rId177" Type="http://schemas.openxmlformats.org/officeDocument/2006/relationships/image" Target="../media/image179.png"/><Relationship Id="rId198" Type="http://schemas.openxmlformats.org/officeDocument/2006/relationships/customXml" Target="../ink/ink190.xml"/><Relationship Id="rId321" Type="http://schemas.openxmlformats.org/officeDocument/2006/relationships/image" Target="../media/image251.png"/><Relationship Id="rId342" Type="http://schemas.openxmlformats.org/officeDocument/2006/relationships/customXml" Target="../ink/ink262.xml"/><Relationship Id="rId363" Type="http://schemas.openxmlformats.org/officeDocument/2006/relationships/image" Target="../media/image272.png"/><Relationship Id="rId202" Type="http://schemas.openxmlformats.org/officeDocument/2006/relationships/customXml" Target="../ink/ink192.xml"/><Relationship Id="rId223" Type="http://schemas.openxmlformats.org/officeDocument/2006/relationships/image" Target="../media/image202.png"/><Relationship Id="rId244" Type="http://schemas.openxmlformats.org/officeDocument/2006/relationships/customXml" Target="../ink/ink213.xml"/><Relationship Id="rId18" Type="http://schemas.openxmlformats.org/officeDocument/2006/relationships/customXml" Target="../ink/ink100.xml"/><Relationship Id="rId39" Type="http://schemas.openxmlformats.org/officeDocument/2006/relationships/image" Target="../media/image110.png"/><Relationship Id="rId265" Type="http://schemas.openxmlformats.org/officeDocument/2006/relationships/image" Target="../media/image223.png"/><Relationship Id="rId286" Type="http://schemas.openxmlformats.org/officeDocument/2006/relationships/customXml" Target="../ink/ink234.xml"/><Relationship Id="rId50" Type="http://schemas.openxmlformats.org/officeDocument/2006/relationships/customXml" Target="../ink/ink116.xml"/><Relationship Id="rId104" Type="http://schemas.openxmlformats.org/officeDocument/2006/relationships/customXml" Target="../ink/ink143.xml"/><Relationship Id="rId125" Type="http://schemas.openxmlformats.org/officeDocument/2006/relationships/image" Target="../media/image153.png"/><Relationship Id="rId146" Type="http://schemas.openxmlformats.org/officeDocument/2006/relationships/customXml" Target="../ink/ink164.xml"/><Relationship Id="rId167" Type="http://schemas.openxmlformats.org/officeDocument/2006/relationships/image" Target="../media/image174.png"/><Relationship Id="rId188" Type="http://schemas.openxmlformats.org/officeDocument/2006/relationships/customXml" Target="../ink/ink185.xml"/><Relationship Id="rId311" Type="http://schemas.openxmlformats.org/officeDocument/2006/relationships/image" Target="../media/image246.png"/><Relationship Id="rId332" Type="http://schemas.openxmlformats.org/officeDocument/2006/relationships/customXml" Target="../ink/ink257.xml"/><Relationship Id="rId353" Type="http://schemas.openxmlformats.org/officeDocument/2006/relationships/image" Target="../media/image267.png"/><Relationship Id="rId374" Type="http://schemas.openxmlformats.org/officeDocument/2006/relationships/customXml" Target="../ink/ink278.xml"/><Relationship Id="rId71" Type="http://schemas.openxmlformats.org/officeDocument/2006/relationships/image" Target="../media/image126.png"/><Relationship Id="rId92" Type="http://schemas.openxmlformats.org/officeDocument/2006/relationships/customXml" Target="../ink/ink137.xml"/><Relationship Id="rId213" Type="http://schemas.openxmlformats.org/officeDocument/2006/relationships/image" Target="../media/image197.png"/><Relationship Id="rId234" Type="http://schemas.openxmlformats.org/officeDocument/2006/relationships/customXml" Target="../ink/ink208.xml"/><Relationship Id="rId2" Type="http://schemas.openxmlformats.org/officeDocument/2006/relationships/customXml" Target="../ink/ink92.xml"/><Relationship Id="rId29" Type="http://schemas.openxmlformats.org/officeDocument/2006/relationships/image" Target="../media/image105.png"/><Relationship Id="rId255" Type="http://schemas.openxmlformats.org/officeDocument/2006/relationships/image" Target="../media/image218.png"/><Relationship Id="rId276" Type="http://schemas.openxmlformats.org/officeDocument/2006/relationships/customXml" Target="../ink/ink229.xml"/><Relationship Id="rId297" Type="http://schemas.openxmlformats.org/officeDocument/2006/relationships/image" Target="../media/image239.png"/><Relationship Id="rId40" Type="http://schemas.openxmlformats.org/officeDocument/2006/relationships/customXml" Target="../ink/ink111.xml"/><Relationship Id="rId115" Type="http://schemas.openxmlformats.org/officeDocument/2006/relationships/image" Target="../media/image148.png"/><Relationship Id="rId136" Type="http://schemas.openxmlformats.org/officeDocument/2006/relationships/customXml" Target="../ink/ink159.xml"/><Relationship Id="rId157" Type="http://schemas.openxmlformats.org/officeDocument/2006/relationships/image" Target="../media/image169.png"/><Relationship Id="rId178" Type="http://schemas.openxmlformats.org/officeDocument/2006/relationships/customXml" Target="../ink/ink180.xml"/><Relationship Id="rId301" Type="http://schemas.openxmlformats.org/officeDocument/2006/relationships/image" Target="../media/image241.png"/><Relationship Id="rId322" Type="http://schemas.openxmlformats.org/officeDocument/2006/relationships/customXml" Target="../ink/ink252.xml"/><Relationship Id="rId343" Type="http://schemas.openxmlformats.org/officeDocument/2006/relationships/image" Target="../media/image262.png"/><Relationship Id="rId364" Type="http://schemas.openxmlformats.org/officeDocument/2006/relationships/customXml" Target="../ink/ink273.xml"/><Relationship Id="rId61" Type="http://schemas.openxmlformats.org/officeDocument/2006/relationships/image" Target="../media/image121.png"/><Relationship Id="rId82" Type="http://schemas.openxmlformats.org/officeDocument/2006/relationships/customXml" Target="../ink/ink132.xml"/><Relationship Id="rId199" Type="http://schemas.openxmlformats.org/officeDocument/2006/relationships/image" Target="../media/image190.png"/><Relationship Id="rId203" Type="http://schemas.openxmlformats.org/officeDocument/2006/relationships/image" Target="../media/image192.png"/><Relationship Id="rId19" Type="http://schemas.openxmlformats.org/officeDocument/2006/relationships/image" Target="../media/image100.png"/><Relationship Id="rId224" Type="http://schemas.openxmlformats.org/officeDocument/2006/relationships/customXml" Target="../ink/ink203.xml"/><Relationship Id="rId245" Type="http://schemas.openxmlformats.org/officeDocument/2006/relationships/image" Target="../media/image213.png"/><Relationship Id="rId266" Type="http://schemas.openxmlformats.org/officeDocument/2006/relationships/customXml" Target="../ink/ink224.xml"/><Relationship Id="rId287" Type="http://schemas.openxmlformats.org/officeDocument/2006/relationships/image" Target="../media/image234.png"/><Relationship Id="rId30" Type="http://schemas.openxmlformats.org/officeDocument/2006/relationships/customXml" Target="../ink/ink106.xml"/><Relationship Id="rId105" Type="http://schemas.openxmlformats.org/officeDocument/2006/relationships/image" Target="../media/image143.png"/><Relationship Id="rId126" Type="http://schemas.openxmlformats.org/officeDocument/2006/relationships/customXml" Target="../ink/ink154.xml"/><Relationship Id="rId147" Type="http://schemas.openxmlformats.org/officeDocument/2006/relationships/image" Target="../media/image164.png"/><Relationship Id="rId168" Type="http://schemas.openxmlformats.org/officeDocument/2006/relationships/customXml" Target="../ink/ink175.xml"/><Relationship Id="rId312" Type="http://schemas.openxmlformats.org/officeDocument/2006/relationships/customXml" Target="../ink/ink247.xml"/><Relationship Id="rId333" Type="http://schemas.openxmlformats.org/officeDocument/2006/relationships/image" Target="../media/image257.png"/><Relationship Id="rId354" Type="http://schemas.openxmlformats.org/officeDocument/2006/relationships/customXml" Target="../ink/ink268.xml"/><Relationship Id="rId51" Type="http://schemas.openxmlformats.org/officeDocument/2006/relationships/image" Target="../media/image116.png"/><Relationship Id="rId72" Type="http://schemas.openxmlformats.org/officeDocument/2006/relationships/customXml" Target="../ink/ink127.xml"/><Relationship Id="rId93" Type="http://schemas.openxmlformats.org/officeDocument/2006/relationships/image" Target="../media/image137.png"/><Relationship Id="rId189" Type="http://schemas.openxmlformats.org/officeDocument/2006/relationships/image" Target="../media/image185.png"/><Relationship Id="rId375" Type="http://schemas.openxmlformats.org/officeDocument/2006/relationships/image" Target="../media/image278.png"/><Relationship Id="rId3" Type="http://schemas.openxmlformats.org/officeDocument/2006/relationships/image" Target="../media/image92.png"/><Relationship Id="rId214" Type="http://schemas.openxmlformats.org/officeDocument/2006/relationships/customXml" Target="../ink/ink198.xml"/><Relationship Id="rId235" Type="http://schemas.openxmlformats.org/officeDocument/2006/relationships/image" Target="../media/image208.png"/><Relationship Id="rId256" Type="http://schemas.openxmlformats.org/officeDocument/2006/relationships/customXml" Target="../ink/ink219.xml"/><Relationship Id="rId277" Type="http://schemas.openxmlformats.org/officeDocument/2006/relationships/image" Target="../media/image229.png"/><Relationship Id="rId298" Type="http://schemas.openxmlformats.org/officeDocument/2006/relationships/customXml" Target="../ink/ink240.xml"/><Relationship Id="rId116" Type="http://schemas.openxmlformats.org/officeDocument/2006/relationships/customXml" Target="../ink/ink149.xml"/><Relationship Id="rId137" Type="http://schemas.openxmlformats.org/officeDocument/2006/relationships/image" Target="../media/image159.png"/><Relationship Id="rId158" Type="http://schemas.openxmlformats.org/officeDocument/2006/relationships/customXml" Target="../ink/ink170.xml"/><Relationship Id="rId302" Type="http://schemas.openxmlformats.org/officeDocument/2006/relationships/customXml" Target="../ink/ink242.xml"/><Relationship Id="rId323" Type="http://schemas.openxmlformats.org/officeDocument/2006/relationships/image" Target="../media/image252.png"/><Relationship Id="rId344" Type="http://schemas.openxmlformats.org/officeDocument/2006/relationships/customXml" Target="../ink/ink263.xml"/><Relationship Id="rId20" Type="http://schemas.openxmlformats.org/officeDocument/2006/relationships/customXml" Target="../ink/ink101.xml"/><Relationship Id="rId41" Type="http://schemas.openxmlformats.org/officeDocument/2006/relationships/image" Target="../media/image111.png"/><Relationship Id="rId62" Type="http://schemas.openxmlformats.org/officeDocument/2006/relationships/customXml" Target="../ink/ink122.xml"/><Relationship Id="rId83" Type="http://schemas.openxmlformats.org/officeDocument/2006/relationships/image" Target="../media/image132.png"/><Relationship Id="rId179" Type="http://schemas.openxmlformats.org/officeDocument/2006/relationships/image" Target="../media/image180.png"/><Relationship Id="rId365" Type="http://schemas.openxmlformats.org/officeDocument/2006/relationships/image" Target="../media/image273.png"/><Relationship Id="rId190" Type="http://schemas.openxmlformats.org/officeDocument/2006/relationships/customXml" Target="../ink/ink186.xml"/><Relationship Id="rId204" Type="http://schemas.openxmlformats.org/officeDocument/2006/relationships/customXml" Target="../ink/ink193.xml"/><Relationship Id="rId225" Type="http://schemas.openxmlformats.org/officeDocument/2006/relationships/image" Target="../media/image203.png"/><Relationship Id="rId246" Type="http://schemas.openxmlformats.org/officeDocument/2006/relationships/customXml" Target="../ink/ink214.xml"/><Relationship Id="rId267" Type="http://schemas.openxmlformats.org/officeDocument/2006/relationships/image" Target="../media/image224.png"/><Relationship Id="rId288" Type="http://schemas.openxmlformats.org/officeDocument/2006/relationships/customXml" Target="../ink/ink235.xml"/><Relationship Id="rId106" Type="http://schemas.openxmlformats.org/officeDocument/2006/relationships/customXml" Target="../ink/ink144.xml"/><Relationship Id="rId127" Type="http://schemas.openxmlformats.org/officeDocument/2006/relationships/image" Target="../media/image154.png"/><Relationship Id="rId313" Type="http://schemas.openxmlformats.org/officeDocument/2006/relationships/image" Target="../media/image247.png"/><Relationship Id="rId10" Type="http://schemas.openxmlformats.org/officeDocument/2006/relationships/customXml" Target="../ink/ink96.xml"/><Relationship Id="rId31" Type="http://schemas.openxmlformats.org/officeDocument/2006/relationships/image" Target="../media/image106.png"/><Relationship Id="rId52" Type="http://schemas.openxmlformats.org/officeDocument/2006/relationships/customXml" Target="../ink/ink117.xml"/><Relationship Id="rId73" Type="http://schemas.openxmlformats.org/officeDocument/2006/relationships/image" Target="../media/image127.png"/><Relationship Id="rId94" Type="http://schemas.openxmlformats.org/officeDocument/2006/relationships/customXml" Target="../ink/ink138.xml"/><Relationship Id="rId148" Type="http://schemas.openxmlformats.org/officeDocument/2006/relationships/customXml" Target="../ink/ink165.xml"/><Relationship Id="rId169" Type="http://schemas.openxmlformats.org/officeDocument/2006/relationships/image" Target="../media/image175.png"/><Relationship Id="rId334" Type="http://schemas.openxmlformats.org/officeDocument/2006/relationships/customXml" Target="../ink/ink258.xml"/><Relationship Id="rId355" Type="http://schemas.openxmlformats.org/officeDocument/2006/relationships/image" Target="../media/image268.png"/><Relationship Id="rId376" Type="http://schemas.openxmlformats.org/officeDocument/2006/relationships/customXml" Target="../ink/ink279.xml"/><Relationship Id="rId4" Type="http://schemas.openxmlformats.org/officeDocument/2006/relationships/customXml" Target="../ink/ink93.xml"/><Relationship Id="rId180" Type="http://schemas.openxmlformats.org/officeDocument/2006/relationships/customXml" Target="../ink/ink181.xml"/><Relationship Id="rId215" Type="http://schemas.openxmlformats.org/officeDocument/2006/relationships/image" Target="../media/image198.png"/><Relationship Id="rId236" Type="http://schemas.openxmlformats.org/officeDocument/2006/relationships/customXml" Target="../ink/ink209.xml"/><Relationship Id="rId257" Type="http://schemas.openxmlformats.org/officeDocument/2006/relationships/image" Target="../media/image219.png"/><Relationship Id="rId278" Type="http://schemas.openxmlformats.org/officeDocument/2006/relationships/customXml" Target="../ink/ink230.xml"/><Relationship Id="rId303" Type="http://schemas.openxmlformats.org/officeDocument/2006/relationships/image" Target="../media/image242.png"/><Relationship Id="rId42" Type="http://schemas.openxmlformats.org/officeDocument/2006/relationships/customXml" Target="../ink/ink112.xml"/><Relationship Id="rId84" Type="http://schemas.openxmlformats.org/officeDocument/2006/relationships/customXml" Target="../ink/ink133.xml"/><Relationship Id="rId138" Type="http://schemas.openxmlformats.org/officeDocument/2006/relationships/customXml" Target="../ink/ink160.xml"/><Relationship Id="rId345" Type="http://schemas.openxmlformats.org/officeDocument/2006/relationships/image" Target="../media/image263.png"/><Relationship Id="rId191" Type="http://schemas.openxmlformats.org/officeDocument/2006/relationships/image" Target="../media/image186.png"/><Relationship Id="rId205" Type="http://schemas.openxmlformats.org/officeDocument/2006/relationships/image" Target="../media/image193.png"/><Relationship Id="rId247" Type="http://schemas.openxmlformats.org/officeDocument/2006/relationships/image" Target="../media/image214.png"/><Relationship Id="rId107" Type="http://schemas.openxmlformats.org/officeDocument/2006/relationships/image" Target="../media/image144.png"/><Relationship Id="rId289" Type="http://schemas.openxmlformats.org/officeDocument/2006/relationships/image" Target="../media/image235.png"/><Relationship Id="rId11" Type="http://schemas.openxmlformats.org/officeDocument/2006/relationships/image" Target="../media/image96.png"/><Relationship Id="rId53" Type="http://schemas.openxmlformats.org/officeDocument/2006/relationships/image" Target="../media/image117.png"/><Relationship Id="rId149" Type="http://schemas.openxmlformats.org/officeDocument/2006/relationships/image" Target="../media/image165.png"/><Relationship Id="rId314" Type="http://schemas.openxmlformats.org/officeDocument/2006/relationships/customXml" Target="../ink/ink248.xml"/><Relationship Id="rId356" Type="http://schemas.openxmlformats.org/officeDocument/2006/relationships/customXml" Target="../ink/ink269.xml"/><Relationship Id="rId95" Type="http://schemas.openxmlformats.org/officeDocument/2006/relationships/image" Target="../media/image138.png"/><Relationship Id="rId160" Type="http://schemas.openxmlformats.org/officeDocument/2006/relationships/customXml" Target="../ink/ink171.xml"/><Relationship Id="rId216" Type="http://schemas.openxmlformats.org/officeDocument/2006/relationships/customXml" Target="../ink/ink199.xml"/><Relationship Id="rId258" Type="http://schemas.openxmlformats.org/officeDocument/2006/relationships/customXml" Target="../ink/ink220.xml"/><Relationship Id="rId22" Type="http://schemas.openxmlformats.org/officeDocument/2006/relationships/customXml" Target="../ink/ink102.xml"/><Relationship Id="rId64" Type="http://schemas.openxmlformats.org/officeDocument/2006/relationships/customXml" Target="../ink/ink123.xml"/><Relationship Id="rId118" Type="http://schemas.openxmlformats.org/officeDocument/2006/relationships/customXml" Target="../ink/ink150.xml"/><Relationship Id="rId325" Type="http://schemas.openxmlformats.org/officeDocument/2006/relationships/image" Target="../media/image253.png"/><Relationship Id="rId367" Type="http://schemas.openxmlformats.org/officeDocument/2006/relationships/image" Target="../media/image274.png"/><Relationship Id="rId171" Type="http://schemas.openxmlformats.org/officeDocument/2006/relationships/image" Target="../media/image176.png"/><Relationship Id="rId227" Type="http://schemas.openxmlformats.org/officeDocument/2006/relationships/image" Target="../media/image204.png"/><Relationship Id="rId269" Type="http://schemas.openxmlformats.org/officeDocument/2006/relationships/image" Target="../media/image225.png"/><Relationship Id="rId33" Type="http://schemas.openxmlformats.org/officeDocument/2006/relationships/image" Target="../media/image107.png"/><Relationship Id="rId129" Type="http://schemas.openxmlformats.org/officeDocument/2006/relationships/image" Target="../media/image155.png"/><Relationship Id="rId280" Type="http://schemas.openxmlformats.org/officeDocument/2006/relationships/customXml" Target="../ink/ink231.xml"/><Relationship Id="rId336" Type="http://schemas.openxmlformats.org/officeDocument/2006/relationships/customXml" Target="../ink/ink259.xml"/><Relationship Id="rId75" Type="http://schemas.openxmlformats.org/officeDocument/2006/relationships/image" Target="../media/image128.png"/><Relationship Id="rId140" Type="http://schemas.openxmlformats.org/officeDocument/2006/relationships/customXml" Target="../ink/ink161.xml"/><Relationship Id="rId182" Type="http://schemas.openxmlformats.org/officeDocument/2006/relationships/customXml" Target="../ink/ink182.xml"/><Relationship Id="rId378" Type="http://schemas.openxmlformats.org/officeDocument/2006/relationships/customXml" Target="../ink/ink280.xml"/><Relationship Id="rId6" Type="http://schemas.openxmlformats.org/officeDocument/2006/relationships/customXml" Target="../ink/ink94.xml"/><Relationship Id="rId238" Type="http://schemas.openxmlformats.org/officeDocument/2006/relationships/customXml" Target="../ink/ink210.xml"/><Relationship Id="rId291" Type="http://schemas.openxmlformats.org/officeDocument/2006/relationships/image" Target="../media/image236.png"/><Relationship Id="rId305" Type="http://schemas.openxmlformats.org/officeDocument/2006/relationships/image" Target="../media/image243.png"/><Relationship Id="rId347" Type="http://schemas.openxmlformats.org/officeDocument/2006/relationships/image" Target="../media/image264.png"/><Relationship Id="rId44" Type="http://schemas.openxmlformats.org/officeDocument/2006/relationships/customXml" Target="../ink/ink113.xml"/><Relationship Id="rId86" Type="http://schemas.openxmlformats.org/officeDocument/2006/relationships/customXml" Target="../ink/ink134.xml"/><Relationship Id="rId151" Type="http://schemas.openxmlformats.org/officeDocument/2006/relationships/image" Target="../media/image166.png"/><Relationship Id="rId193" Type="http://schemas.openxmlformats.org/officeDocument/2006/relationships/image" Target="../media/image187.png"/><Relationship Id="rId207" Type="http://schemas.openxmlformats.org/officeDocument/2006/relationships/image" Target="../media/image194.png"/><Relationship Id="rId249" Type="http://schemas.openxmlformats.org/officeDocument/2006/relationships/image" Target="../media/image215.png"/><Relationship Id="rId13" Type="http://schemas.openxmlformats.org/officeDocument/2006/relationships/image" Target="../media/image97.png"/><Relationship Id="rId109" Type="http://schemas.openxmlformats.org/officeDocument/2006/relationships/image" Target="../media/image145.png"/><Relationship Id="rId260" Type="http://schemas.openxmlformats.org/officeDocument/2006/relationships/customXml" Target="../ink/ink221.xml"/><Relationship Id="rId316" Type="http://schemas.openxmlformats.org/officeDocument/2006/relationships/customXml" Target="../ink/ink249.xml"/><Relationship Id="rId55" Type="http://schemas.openxmlformats.org/officeDocument/2006/relationships/image" Target="../media/image118.png"/><Relationship Id="rId97" Type="http://schemas.openxmlformats.org/officeDocument/2006/relationships/image" Target="../media/image139.png"/><Relationship Id="rId120" Type="http://schemas.openxmlformats.org/officeDocument/2006/relationships/customXml" Target="../ink/ink151.xml"/><Relationship Id="rId358" Type="http://schemas.openxmlformats.org/officeDocument/2006/relationships/customXml" Target="../ink/ink270.xml"/><Relationship Id="rId162" Type="http://schemas.openxmlformats.org/officeDocument/2006/relationships/customXml" Target="../ink/ink172.xml"/><Relationship Id="rId218" Type="http://schemas.openxmlformats.org/officeDocument/2006/relationships/customXml" Target="../ink/ink200.xml"/><Relationship Id="rId271" Type="http://schemas.openxmlformats.org/officeDocument/2006/relationships/image" Target="../media/image226.png"/><Relationship Id="rId24" Type="http://schemas.openxmlformats.org/officeDocument/2006/relationships/customXml" Target="../ink/ink103.xml"/><Relationship Id="rId66" Type="http://schemas.openxmlformats.org/officeDocument/2006/relationships/customXml" Target="../ink/ink124.xml"/><Relationship Id="rId131" Type="http://schemas.openxmlformats.org/officeDocument/2006/relationships/image" Target="../media/image156.png"/><Relationship Id="rId327" Type="http://schemas.openxmlformats.org/officeDocument/2006/relationships/image" Target="../media/image254.png"/><Relationship Id="rId369" Type="http://schemas.openxmlformats.org/officeDocument/2006/relationships/image" Target="../media/image275.png"/><Relationship Id="rId173" Type="http://schemas.openxmlformats.org/officeDocument/2006/relationships/image" Target="../media/image177.png"/><Relationship Id="rId229" Type="http://schemas.openxmlformats.org/officeDocument/2006/relationships/image" Target="../media/image205.png"/><Relationship Id="rId240" Type="http://schemas.openxmlformats.org/officeDocument/2006/relationships/customXml" Target="../ink/ink211.xml"/><Relationship Id="rId35" Type="http://schemas.openxmlformats.org/officeDocument/2006/relationships/image" Target="../media/image108.png"/><Relationship Id="rId77" Type="http://schemas.openxmlformats.org/officeDocument/2006/relationships/image" Target="../media/image129.png"/><Relationship Id="rId100" Type="http://schemas.openxmlformats.org/officeDocument/2006/relationships/customXml" Target="../ink/ink141.xml"/><Relationship Id="rId282" Type="http://schemas.openxmlformats.org/officeDocument/2006/relationships/customXml" Target="../ink/ink232.xml"/><Relationship Id="rId338" Type="http://schemas.openxmlformats.org/officeDocument/2006/relationships/customXml" Target="../ink/ink260.xml"/><Relationship Id="rId8" Type="http://schemas.openxmlformats.org/officeDocument/2006/relationships/customXml" Target="../ink/ink95.xml"/><Relationship Id="rId142" Type="http://schemas.openxmlformats.org/officeDocument/2006/relationships/customXml" Target="../ink/ink162.xml"/><Relationship Id="rId184" Type="http://schemas.openxmlformats.org/officeDocument/2006/relationships/customXml" Target="../ink/ink183.xml"/><Relationship Id="rId251" Type="http://schemas.openxmlformats.org/officeDocument/2006/relationships/image" Target="../media/image216.png"/><Relationship Id="rId46" Type="http://schemas.openxmlformats.org/officeDocument/2006/relationships/customXml" Target="../ink/ink114.xml"/><Relationship Id="rId293" Type="http://schemas.openxmlformats.org/officeDocument/2006/relationships/image" Target="../media/image237.png"/><Relationship Id="rId307" Type="http://schemas.openxmlformats.org/officeDocument/2006/relationships/image" Target="../media/image244.png"/><Relationship Id="rId349" Type="http://schemas.openxmlformats.org/officeDocument/2006/relationships/image" Target="../media/image265.png"/><Relationship Id="rId88" Type="http://schemas.openxmlformats.org/officeDocument/2006/relationships/customXml" Target="../ink/ink135.xml"/><Relationship Id="rId111" Type="http://schemas.openxmlformats.org/officeDocument/2006/relationships/image" Target="../media/image146.png"/><Relationship Id="rId153" Type="http://schemas.openxmlformats.org/officeDocument/2006/relationships/image" Target="../media/image167.png"/><Relationship Id="rId195" Type="http://schemas.openxmlformats.org/officeDocument/2006/relationships/image" Target="../media/image188.png"/><Relationship Id="rId209" Type="http://schemas.openxmlformats.org/officeDocument/2006/relationships/image" Target="../media/image195.png"/><Relationship Id="rId360" Type="http://schemas.openxmlformats.org/officeDocument/2006/relationships/customXml" Target="../ink/ink271.xml"/><Relationship Id="rId220" Type="http://schemas.openxmlformats.org/officeDocument/2006/relationships/customXml" Target="../ink/ink201.xml"/><Relationship Id="rId15" Type="http://schemas.openxmlformats.org/officeDocument/2006/relationships/image" Target="../media/image98.png"/><Relationship Id="rId57" Type="http://schemas.openxmlformats.org/officeDocument/2006/relationships/image" Target="../media/image119.png"/><Relationship Id="rId262" Type="http://schemas.openxmlformats.org/officeDocument/2006/relationships/customXml" Target="../ink/ink222.xml"/><Relationship Id="rId318" Type="http://schemas.openxmlformats.org/officeDocument/2006/relationships/customXml" Target="../ink/ink250.xml"/><Relationship Id="rId99" Type="http://schemas.openxmlformats.org/officeDocument/2006/relationships/image" Target="../media/image140.png"/><Relationship Id="rId122" Type="http://schemas.openxmlformats.org/officeDocument/2006/relationships/customXml" Target="../ink/ink152.xml"/><Relationship Id="rId164" Type="http://schemas.openxmlformats.org/officeDocument/2006/relationships/customXml" Target="../ink/ink173.xml"/><Relationship Id="rId371" Type="http://schemas.openxmlformats.org/officeDocument/2006/relationships/image" Target="../media/image27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05.png"/><Relationship Id="rId299" Type="http://schemas.openxmlformats.org/officeDocument/2006/relationships/image" Target="../media/image396.png"/><Relationship Id="rId21" Type="http://schemas.openxmlformats.org/officeDocument/2006/relationships/image" Target="../media/image257.png"/><Relationship Id="rId63" Type="http://schemas.openxmlformats.org/officeDocument/2006/relationships/image" Target="../media/image278.png"/><Relationship Id="rId159" Type="http://schemas.openxmlformats.org/officeDocument/2006/relationships/image" Target="../media/image326.png"/><Relationship Id="rId324" Type="http://schemas.openxmlformats.org/officeDocument/2006/relationships/customXml" Target="../ink/ink442.xml"/><Relationship Id="rId366" Type="http://schemas.openxmlformats.org/officeDocument/2006/relationships/customXml" Target="../ink/ink463.xml"/><Relationship Id="rId170" Type="http://schemas.openxmlformats.org/officeDocument/2006/relationships/customXml" Target="../ink/ink365.xml"/><Relationship Id="rId226" Type="http://schemas.openxmlformats.org/officeDocument/2006/relationships/customXml" Target="../ink/ink393.xml"/><Relationship Id="rId433" Type="http://schemas.openxmlformats.org/officeDocument/2006/relationships/image" Target="../media/image463.png"/><Relationship Id="rId268" Type="http://schemas.openxmlformats.org/officeDocument/2006/relationships/customXml" Target="../ink/ink414.xml"/><Relationship Id="rId32" Type="http://schemas.openxmlformats.org/officeDocument/2006/relationships/customXml" Target="../ink/ink296.xml"/><Relationship Id="rId74" Type="http://schemas.openxmlformats.org/officeDocument/2006/relationships/customXml" Target="../ink/ink317.xml"/><Relationship Id="rId128" Type="http://schemas.openxmlformats.org/officeDocument/2006/relationships/customXml" Target="../ink/ink344.xml"/><Relationship Id="rId335" Type="http://schemas.openxmlformats.org/officeDocument/2006/relationships/image" Target="../media/image414.png"/><Relationship Id="rId377" Type="http://schemas.openxmlformats.org/officeDocument/2006/relationships/image" Target="../media/image435.png"/><Relationship Id="rId5" Type="http://schemas.openxmlformats.org/officeDocument/2006/relationships/image" Target="../media/image249.png"/><Relationship Id="rId181" Type="http://schemas.openxmlformats.org/officeDocument/2006/relationships/image" Target="../media/image337.png"/><Relationship Id="rId237" Type="http://schemas.openxmlformats.org/officeDocument/2006/relationships/image" Target="../media/image365.png"/><Relationship Id="rId402" Type="http://schemas.openxmlformats.org/officeDocument/2006/relationships/customXml" Target="../ink/ink481.xml"/><Relationship Id="rId279" Type="http://schemas.openxmlformats.org/officeDocument/2006/relationships/image" Target="../media/image386.png"/><Relationship Id="rId444" Type="http://schemas.openxmlformats.org/officeDocument/2006/relationships/customXml" Target="../ink/ink502.xml"/><Relationship Id="rId43" Type="http://schemas.openxmlformats.org/officeDocument/2006/relationships/image" Target="../media/image268.png"/><Relationship Id="rId139" Type="http://schemas.openxmlformats.org/officeDocument/2006/relationships/image" Target="../media/image316.png"/><Relationship Id="rId290" Type="http://schemas.openxmlformats.org/officeDocument/2006/relationships/customXml" Target="../ink/ink425.xml"/><Relationship Id="rId304" Type="http://schemas.openxmlformats.org/officeDocument/2006/relationships/customXml" Target="../ink/ink432.xml"/><Relationship Id="rId346" Type="http://schemas.openxmlformats.org/officeDocument/2006/relationships/customXml" Target="../ink/ink453.xml"/><Relationship Id="rId388" Type="http://schemas.openxmlformats.org/officeDocument/2006/relationships/customXml" Target="../ink/ink474.xml"/><Relationship Id="rId85" Type="http://schemas.openxmlformats.org/officeDocument/2006/relationships/image" Target="../media/image289.png"/><Relationship Id="rId150" Type="http://schemas.openxmlformats.org/officeDocument/2006/relationships/customXml" Target="../ink/ink355.xml"/><Relationship Id="rId192" Type="http://schemas.openxmlformats.org/officeDocument/2006/relationships/customXml" Target="../ink/ink376.xml"/><Relationship Id="rId206" Type="http://schemas.openxmlformats.org/officeDocument/2006/relationships/customXml" Target="../ink/ink383.xml"/><Relationship Id="rId413" Type="http://schemas.openxmlformats.org/officeDocument/2006/relationships/image" Target="../media/image453.png"/><Relationship Id="rId248" Type="http://schemas.openxmlformats.org/officeDocument/2006/relationships/customXml" Target="../ink/ink404.xml"/><Relationship Id="rId455" Type="http://schemas.openxmlformats.org/officeDocument/2006/relationships/image" Target="../media/image474.png"/><Relationship Id="rId12" Type="http://schemas.openxmlformats.org/officeDocument/2006/relationships/customXml" Target="../ink/ink286.xml"/><Relationship Id="rId108" Type="http://schemas.openxmlformats.org/officeDocument/2006/relationships/customXml" Target="../ink/ink334.xml"/><Relationship Id="rId315" Type="http://schemas.openxmlformats.org/officeDocument/2006/relationships/image" Target="../media/image404.png"/><Relationship Id="rId357" Type="http://schemas.openxmlformats.org/officeDocument/2006/relationships/image" Target="../media/image425.png"/><Relationship Id="rId54" Type="http://schemas.openxmlformats.org/officeDocument/2006/relationships/customXml" Target="../ink/ink307.xml"/><Relationship Id="rId96" Type="http://schemas.openxmlformats.org/officeDocument/2006/relationships/customXml" Target="../ink/ink328.xml"/><Relationship Id="rId161" Type="http://schemas.openxmlformats.org/officeDocument/2006/relationships/image" Target="../media/image327.png"/><Relationship Id="rId217" Type="http://schemas.openxmlformats.org/officeDocument/2006/relationships/image" Target="../media/image355.png"/><Relationship Id="rId399" Type="http://schemas.openxmlformats.org/officeDocument/2006/relationships/image" Target="../media/image446.png"/><Relationship Id="rId259" Type="http://schemas.openxmlformats.org/officeDocument/2006/relationships/image" Target="../media/image376.png"/><Relationship Id="rId424" Type="http://schemas.openxmlformats.org/officeDocument/2006/relationships/customXml" Target="../ink/ink492.xml"/><Relationship Id="rId23" Type="http://schemas.openxmlformats.org/officeDocument/2006/relationships/image" Target="../media/image258.png"/><Relationship Id="rId119" Type="http://schemas.openxmlformats.org/officeDocument/2006/relationships/image" Target="../media/image306.png"/><Relationship Id="rId270" Type="http://schemas.openxmlformats.org/officeDocument/2006/relationships/customXml" Target="../ink/ink415.xml"/><Relationship Id="rId326" Type="http://schemas.openxmlformats.org/officeDocument/2006/relationships/customXml" Target="../ink/ink443.xml"/><Relationship Id="rId65" Type="http://schemas.openxmlformats.org/officeDocument/2006/relationships/image" Target="../media/image279.png"/><Relationship Id="rId130" Type="http://schemas.openxmlformats.org/officeDocument/2006/relationships/customXml" Target="../ink/ink345.xml"/><Relationship Id="rId368" Type="http://schemas.openxmlformats.org/officeDocument/2006/relationships/customXml" Target="../ink/ink464.xml"/><Relationship Id="rId172" Type="http://schemas.openxmlformats.org/officeDocument/2006/relationships/customXml" Target="../ink/ink366.xml"/><Relationship Id="rId228" Type="http://schemas.openxmlformats.org/officeDocument/2006/relationships/customXml" Target="../ink/ink394.xml"/><Relationship Id="rId435" Type="http://schemas.openxmlformats.org/officeDocument/2006/relationships/image" Target="../media/image464.png"/><Relationship Id="rId281" Type="http://schemas.openxmlformats.org/officeDocument/2006/relationships/image" Target="../media/image387.png"/><Relationship Id="rId337" Type="http://schemas.openxmlformats.org/officeDocument/2006/relationships/image" Target="../media/image415.png"/><Relationship Id="rId34" Type="http://schemas.openxmlformats.org/officeDocument/2006/relationships/customXml" Target="../ink/ink297.xml"/><Relationship Id="rId76" Type="http://schemas.openxmlformats.org/officeDocument/2006/relationships/customXml" Target="../ink/ink318.xml"/><Relationship Id="rId141" Type="http://schemas.openxmlformats.org/officeDocument/2006/relationships/image" Target="../media/image317.png"/><Relationship Id="rId379" Type="http://schemas.openxmlformats.org/officeDocument/2006/relationships/image" Target="../media/image436.png"/><Relationship Id="rId7" Type="http://schemas.openxmlformats.org/officeDocument/2006/relationships/image" Target="../media/image250.png"/><Relationship Id="rId183" Type="http://schemas.openxmlformats.org/officeDocument/2006/relationships/image" Target="../media/image338.png"/><Relationship Id="rId239" Type="http://schemas.openxmlformats.org/officeDocument/2006/relationships/image" Target="../media/image366.png"/><Relationship Id="rId390" Type="http://schemas.openxmlformats.org/officeDocument/2006/relationships/customXml" Target="../ink/ink475.xml"/><Relationship Id="rId404" Type="http://schemas.openxmlformats.org/officeDocument/2006/relationships/customXml" Target="../ink/ink482.xml"/><Relationship Id="rId446" Type="http://schemas.openxmlformats.org/officeDocument/2006/relationships/customXml" Target="../ink/ink503.xml"/><Relationship Id="rId250" Type="http://schemas.openxmlformats.org/officeDocument/2006/relationships/customXml" Target="../ink/ink405.xml"/><Relationship Id="rId292" Type="http://schemas.openxmlformats.org/officeDocument/2006/relationships/customXml" Target="../ink/ink426.xml"/><Relationship Id="rId306" Type="http://schemas.openxmlformats.org/officeDocument/2006/relationships/customXml" Target="../ink/ink433.xml"/><Relationship Id="rId45" Type="http://schemas.openxmlformats.org/officeDocument/2006/relationships/image" Target="../media/image269.png"/><Relationship Id="rId87" Type="http://schemas.openxmlformats.org/officeDocument/2006/relationships/image" Target="../media/image290.png"/><Relationship Id="rId110" Type="http://schemas.openxmlformats.org/officeDocument/2006/relationships/customXml" Target="../ink/ink335.xml"/><Relationship Id="rId348" Type="http://schemas.openxmlformats.org/officeDocument/2006/relationships/customXml" Target="../ink/ink454.xml"/><Relationship Id="rId152" Type="http://schemas.openxmlformats.org/officeDocument/2006/relationships/customXml" Target="../ink/ink356.xml"/><Relationship Id="rId194" Type="http://schemas.openxmlformats.org/officeDocument/2006/relationships/customXml" Target="../ink/ink377.xml"/><Relationship Id="rId208" Type="http://schemas.openxmlformats.org/officeDocument/2006/relationships/customXml" Target="../ink/ink384.xml"/><Relationship Id="rId415" Type="http://schemas.openxmlformats.org/officeDocument/2006/relationships/image" Target="../media/image454.png"/><Relationship Id="rId261" Type="http://schemas.openxmlformats.org/officeDocument/2006/relationships/image" Target="../media/image377.png"/><Relationship Id="rId14" Type="http://schemas.openxmlformats.org/officeDocument/2006/relationships/customXml" Target="../ink/ink287.xml"/><Relationship Id="rId56" Type="http://schemas.openxmlformats.org/officeDocument/2006/relationships/customXml" Target="../ink/ink308.xml"/><Relationship Id="rId317" Type="http://schemas.openxmlformats.org/officeDocument/2006/relationships/image" Target="../media/image405.png"/><Relationship Id="rId359" Type="http://schemas.openxmlformats.org/officeDocument/2006/relationships/image" Target="../media/image426.png"/><Relationship Id="rId98" Type="http://schemas.openxmlformats.org/officeDocument/2006/relationships/customXml" Target="../ink/ink329.xml"/><Relationship Id="rId121" Type="http://schemas.openxmlformats.org/officeDocument/2006/relationships/image" Target="../media/image307.png"/><Relationship Id="rId163" Type="http://schemas.openxmlformats.org/officeDocument/2006/relationships/image" Target="../media/image328.png"/><Relationship Id="rId219" Type="http://schemas.openxmlformats.org/officeDocument/2006/relationships/image" Target="../media/image356.png"/><Relationship Id="rId370" Type="http://schemas.openxmlformats.org/officeDocument/2006/relationships/customXml" Target="../ink/ink465.xml"/><Relationship Id="rId426" Type="http://schemas.openxmlformats.org/officeDocument/2006/relationships/customXml" Target="../ink/ink493.xml"/><Relationship Id="rId230" Type="http://schemas.openxmlformats.org/officeDocument/2006/relationships/customXml" Target="../ink/ink395.xml"/><Relationship Id="rId25" Type="http://schemas.openxmlformats.org/officeDocument/2006/relationships/image" Target="../media/image259.png"/><Relationship Id="rId67" Type="http://schemas.openxmlformats.org/officeDocument/2006/relationships/image" Target="../media/image280.png"/><Relationship Id="rId272" Type="http://schemas.openxmlformats.org/officeDocument/2006/relationships/customXml" Target="../ink/ink416.xml"/><Relationship Id="rId328" Type="http://schemas.openxmlformats.org/officeDocument/2006/relationships/customXml" Target="../ink/ink444.xml"/><Relationship Id="rId132" Type="http://schemas.openxmlformats.org/officeDocument/2006/relationships/customXml" Target="../ink/ink346.xml"/><Relationship Id="rId174" Type="http://schemas.openxmlformats.org/officeDocument/2006/relationships/customXml" Target="../ink/ink367.xml"/><Relationship Id="rId381" Type="http://schemas.openxmlformats.org/officeDocument/2006/relationships/image" Target="../media/image437.png"/><Relationship Id="rId241" Type="http://schemas.openxmlformats.org/officeDocument/2006/relationships/image" Target="../media/image367.png"/><Relationship Id="rId437" Type="http://schemas.openxmlformats.org/officeDocument/2006/relationships/image" Target="../media/image465.png"/><Relationship Id="rId36" Type="http://schemas.openxmlformats.org/officeDocument/2006/relationships/customXml" Target="../ink/ink298.xml"/><Relationship Id="rId283" Type="http://schemas.openxmlformats.org/officeDocument/2006/relationships/image" Target="../media/image388.png"/><Relationship Id="rId339" Type="http://schemas.openxmlformats.org/officeDocument/2006/relationships/image" Target="../media/image416.png"/><Relationship Id="rId78" Type="http://schemas.openxmlformats.org/officeDocument/2006/relationships/customXml" Target="../ink/ink319.xml"/><Relationship Id="rId101" Type="http://schemas.openxmlformats.org/officeDocument/2006/relationships/image" Target="../media/image297.png"/><Relationship Id="rId143" Type="http://schemas.openxmlformats.org/officeDocument/2006/relationships/image" Target="../media/image318.png"/><Relationship Id="rId185" Type="http://schemas.openxmlformats.org/officeDocument/2006/relationships/image" Target="../media/image339.png"/><Relationship Id="rId350" Type="http://schemas.openxmlformats.org/officeDocument/2006/relationships/customXml" Target="../ink/ink455.xml"/><Relationship Id="rId406" Type="http://schemas.openxmlformats.org/officeDocument/2006/relationships/customXml" Target="../ink/ink483.xml"/><Relationship Id="rId9" Type="http://schemas.openxmlformats.org/officeDocument/2006/relationships/image" Target="../media/image251.png"/><Relationship Id="rId210" Type="http://schemas.openxmlformats.org/officeDocument/2006/relationships/customXml" Target="../ink/ink385.xml"/><Relationship Id="rId392" Type="http://schemas.openxmlformats.org/officeDocument/2006/relationships/customXml" Target="../ink/ink476.xml"/><Relationship Id="rId448" Type="http://schemas.openxmlformats.org/officeDocument/2006/relationships/customXml" Target="../ink/ink504.xml"/><Relationship Id="rId252" Type="http://schemas.openxmlformats.org/officeDocument/2006/relationships/customXml" Target="../ink/ink406.xml"/><Relationship Id="rId294" Type="http://schemas.openxmlformats.org/officeDocument/2006/relationships/customXml" Target="../ink/ink427.xml"/><Relationship Id="rId308" Type="http://schemas.openxmlformats.org/officeDocument/2006/relationships/customXml" Target="../ink/ink434.xml"/><Relationship Id="rId47" Type="http://schemas.openxmlformats.org/officeDocument/2006/relationships/image" Target="../media/image270.png"/><Relationship Id="rId89" Type="http://schemas.openxmlformats.org/officeDocument/2006/relationships/image" Target="../media/image291.png"/><Relationship Id="rId112" Type="http://schemas.openxmlformats.org/officeDocument/2006/relationships/customXml" Target="../ink/ink336.xml"/><Relationship Id="rId154" Type="http://schemas.openxmlformats.org/officeDocument/2006/relationships/customXml" Target="../ink/ink357.xml"/><Relationship Id="rId361" Type="http://schemas.openxmlformats.org/officeDocument/2006/relationships/image" Target="../media/image427.png"/><Relationship Id="rId196" Type="http://schemas.openxmlformats.org/officeDocument/2006/relationships/customXml" Target="../ink/ink378.xml"/><Relationship Id="rId417" Type="http://schemas.openxmlformats.org/officeDocument/2006/relationships/image" Target="../media/image455.png"/><Relationship Id="rId16" Type="http://schemas.openxmlformats.org/officeDocument/2006/relationships/customXml" Target="../ink/ink288.xml"/><Relationship Id="rId221" Type="http://schemas.openxmlformats.org/officeDocument/2006/relationships/image" Target="../media/image357.png"/><Relationship Id="rId263" Type="http://schemas.openxmlformats.org/officeDocument/2006/relationships/image" Target="../media/image378.png"/><Relationship Id="rId319" Type="http://schemas.openxmlformats.org/officeDocument/2006/relationships/image" Target="../media/image406.png"/><Relationship Id="rId58" Type="http://schemas.openxmlformats.org/officeDocument/2006/relationships/customXml" Target="../ink/ink309.xml"/><Relationship Id="rId123" Type="http://schemas.openxmlformats.org/officeDocument/2006/relationships/image" Target="../media/image308.png"/><Relationship Id="rId330" Type="http://schemas.openxmlformats.org/officeDocument/2006/relationships/customXml" Target="../ink/ink445.xml"/><Relationship Id="rId165" Type="http://schemas.openxmlformats.org/officeDocument/2006/relationships/image" Target="../media/image329.png"/><Relationship Id="rId372" Type="http://schemas.openxmlformats.org/officeDocument/2006/relationships/customXml" Target="../ink/ink466.xml"/><Relationship Id="rId428" Type="http://schemas.openxmlformats.org/officeDocument/2006/relationships/customXml" Target="../ink/ink494.xml"/><Relationship Id="rId232" Type="http://schemas.openxmlformats.org/officeDocument/2006/relationships/customXml" Target="../ink/ink396.xml"/><Relationship Id="rId274" Type="http://schemas.openxmlformats.org/officeDocument/2006/relationships/customXml" Target="../ink/ink417.xml"/><Relationship Id="rId27" Type="http://schemas.openxmlformats.org/officeDocument/2006/relationships/image" Target="../media/image260.png"/><Relationship Id="rId69" Type="http://schemas.openxmlformats.org/officeDocument/2006/relationships/image" Target="../media/image281.png"/><Relationship Id="rId134" Type="http://schemas.openxmlformats.org/officeDocument/2006/relationships/customXml" Target="../ink/ink347.xml"/><Relationship Id="rId80" Type="http://schemas.openxmlformats.org/officeDocument/2006/relationships/customXml" Target="../ink/ink320.xml"/><Relationship Id="rId176" Type="http://schemas.openxmlformats.org/officeDocument/2006/relationships/customXml" Target="../ink/ink368.xml"/><Relationship Id="rId341" Type="http://schemas.openxmlformats.org/officeDocument/2006/relationships/image" Target="../media/image417.png"/><Relationship Id="rId383" Type="http://schemas.openxmlformats.org/officeDocument/2006/relationships/image" Target="../media/image438.png"/><Relationship Id="rId439" Type="http://schemas.openxmlformats.org/officeDocument/2006/relationships/image" Target="../media/image466.png"/><Relationship Id="rId201" Type="http://schemas.openxmlformats.org/officeDocument/2006/relationships/image" Target="../media/image347.png"/><Relationship Id="rId243" Type="http://schemas.openxmlformats.org/officeDocument/2006/relationships/image" Target="../media/image368.png"/><Relationship Id="rId285" Type="http://schemas.openxmlformats.org/officeDocument/2006/relationships/image" Target="../media/image389.png"/><Relationship Id="rId450" Type="http://schemas.openxmlformats.org/officeDocument/2006/relationships/customXml" Target="../ink/ink505.xml"/><Relationship Id="rId38" Type="http://schemas.openxmlformats.org/officeDocument/2006/relationships/customXml" Target="../ink/ink299.xml"/><Relationship Id="rId103" Type="http://schemas.openxmlformats.org/officeDocument/2006/relationships/image" Target="../media/image298.png"/><Relationship Id="rId310" Type="http://schemas.openxmlformats.org/officeDocument/2006/relationships/customXml" Target="../ink/ink435.xml"/><Relationship Id="rId91" Type="http://schemas.openxmlformats.org/officeDocument/2006/relationships/image" Target="../media/image292.png"/><Relationship Id="rId145" Type="http://schemas.openxmlformats.org/officeDocument/2006/relationships/image" Target="../media/image319.png"/><Relationship Id="rId187" Type="http://schemas.openxmlformats.org/officeDocument/2006/relationships/image" Target="../media/image340.png"/><Relationship Id="rId352" Type="http://schemas.openxmlformats.org/officeDocument/2006/relationships/customXml" Target="../ink/ink456.xml"/><Relationship Id="rId394" Type="http://schemas.openxmlformats.org/officeDocument/2006/relationships/customXml" Target="../ink/ink477.xml"/><Relationship Id="rId408" Type="http://schemas.openxmlformats.org/officeDocument/2006/relationships/customXml" Target="../ink/ink484.xml"/><Relationship Id="rId212" Type="http://schemas.openxmlformats.org/officeDocument/2006/relationships/customXml" Target="../ink/ink386.xml"/><Relationship Id="rId254" Type="http://schemas.openxmlformats.org/officeDocument/2006/relationships/customXml" Target="../ink/ink407.xml"/><Relationship Id="rId49" Type="http://schemas.openxmlformats.org/officeDocument/2006/relationships/image" Target="../media/image271.png"/><Relationship Id="rId114" Type="http://schemas.openxmlformats.org/officeDocument/2006/relationships/customXml" Target="../ink/ink337.xml"/><Relationship Id="rId296" Type="http://schemas.openxmlformats.org/officeDocument/2006/relationships/customXml" Target="../ink/ink428.xml"/><Relationship Id="rId60" Type="http://schemas.openxmlformats.org/officeDocument/2006/relationships/customXml" Target="../ink/ink310.xml"/><Relationship Id="rId156" Type="http://schemas.openxmlformats.org/officeDocument/2006/relationships/customXml" Target="../ink/ink358.xml"/><Relationship Id="rId198" Type="http://schemas.openxmlformats.org/officeDocument/2006/relationships/customXml" Target="../ink/ink379.xml"/><Relationship Id="rId321" Type="http://schemas.openxmlformats.org/officeDocument/2006/relationships/image" Target="../media/image407.png"/><Relationship Id="rId363" Type="http://schemas.openxmlformats.org/officeDocument/2006/relationships/image" Target="../media/image428.png"/><Relationship Id="rId419" Type="http://schemas.openxmlformats.org/officeDocument/2006/relationships/image" Target="../media/image456.png"/><Relationship Id="rId223" Type="http://schemas.openxmlformats.org/officeDocument/2006/relationships/image" Target="../media/image358.png"/><Relationship Id="rId430" Type="http://schemas.openxmlformats.org/officeDocument/2006/relationships/customXml" Target="../ink/ink495.xml"/><Relationship Id="rId18" Type="http://schemas.openxmlformats.org/officeDocument/2006/relationships/customXml" Target="../ink/ink289.xml"/><Relationship Id="rId265" Type="http://schemas.openxmlformats.org/officeDocument/2006/relationships/image" Target="../media/image379.png"/><Relationship Id="rId125" Type="http://schemas.openxmlformats.org/officeDocument/2006/relationships/image" Target="../media/image309.png"/><Relationship Id="rId167" Type="http://schemas.openxmlformats.org/officeDocument/2006/relationships/image" Target="../media/image330.png"/><Relationship Id="rId332" Type="http://schemas.openxmlformats.org/officeDocument/2006/relationships/customXml" Target="../ink/ink446.xml"/><Relationship Id="rId374" Type="http://schemas.openxmlformats.org/officeDocument/2006/relationships/customXml" Target="../ink/ink467.xml"/><Relationship Id="rId71" Type="http://schemas.openxmlformats.org/officeDocument/2006/relationships/image" Target="../media/image282.png"/><Relationship Id="rId92" Type="http://schemas.openxmlformats.org/officeDocument/2006/relationships/customXml" Target="../ink/ink326.xml"/><Relationship Id="rId213" Type="http://schemas.openxmlformats.org/officeDocument/2006/relationships/image" Target="../media/image353.png"/><Relationship Id="rId234" Type="http://schemas.openxmlformats.org/officeDocument/2006/relationships/customXml" Target="../ink/ink397.xml"/><Relationship Id="rId420" Type="http://schemas.openxmlformats.org/officeDocument/2006/relationships/customXml" Target="../ink/ink490.xml"/><Relationship Id="rId2" Type="http://schemas.openxmlformats.org/officeDocument/2006/relationships/customXml" Target="../ink/ink281.xml"/><Relationship Id="rId29" Type="http://schemas.openxmlformats.org/officeDocument/2006/relationships/image" Target="../media/image261.png"/><Relationship Id="rId255" Type="http://schemas.openxmlformats.org/officeDocument/2006/relationships/image" Target="../media/image374.png"/><Relationship Id="rId276" Type="http://schemas.openxmlformats.org/officeDocument/2006/relationships/customXml" Target="../ink/ink418.xml"/><Relationship Id="rId297" Type="http://schemas.openxmlformats.org/officeDocument/2006/relationships/image" Target="../media/image395.png"/><Relationship Id="rId441" Type="http://schemas.openxmlformats.org/officeDocument/2006/relationships/image" Target="../media/image467.png"/><Relationship Id="rId40" Type="http://schemas.openxmlformats.org/officeDocument/2006/relationships/customXml" Target="../ink/ink300.xml"/><Relationship Id="rId115" Type="http://schemas.openxmlformats.org/officeDocument/2006/relationships/image" Target="../media/image304.png"/><Relationship Id="rId136" Type="http://schemas.openxmlformats.org/officeDocument/2006/relationships/customXml" Target="../ink/ink348.xml"/><Relationship Id="rId157" Type="http://schemas.openxmlformats.org/officeDocument/2006/relationships/image" Target="../media/image325.png"/><Relationship Id="rId178" Type="http://schemas.openxmlformats.org/officeDocument/2006/relationships/customXml" Target="../ink/ink369.xml"/><Relationship Id="rId301" Type="http://schemas.openxmlformats.org/officeDocument/2006/relationships/image" Target="../media/image397.png"/><Relationship Id="rId322" Type="http://schemas.openxmlformats.org/officeDocument/2006/relationships/customXml" Target="../ink/ink441.xml"/><Relationship Id="rId343" Type="http://schemas.openxmlformats.org/officeDocument/2006/relationships/image" Target="../media/image418.png"/><Relationship Id="rId364" Type="http://schemas.openxmlformats.org/officeDocument/2006/relationships/customXml" Target="../ink/ink462.xml"/><Relationship Id="rId61" Type="http://schemas.openxmlformats.org/officeDocument/2006/relationships/image" Target="../media/image277.png"/><Relationship Id="rId82" Type="http://schemas.openxmlformats.org/officeDocument/2006/relationships/customXml" Target="../ink/ink321.xml"/><Relationship Id="rId199" Type="http://schemas.openxmlformats.org/officeDocument/2006/relationships/image" Target="../media/image346.png"/><Relationship Id="rId203" Type="http://schemas.openxmlformats.org/officeDocument/2006/relationships/image" Target="../media/image348.png"/><Relationship Id="rId385" Type="http://schemas.openxmlformats.org/officeDocument/2006/relationships/image" Target="../media/image439.png"/><Relationship Id="rId19" Type="http://schemas.openxmlformats.org/officeDocument/2006/relationships/image" Target="../media/image256.png"/><Relationship Id="rId224" Type="http://schemas.openxmlformats.org/officeDocument/2006/relationships/customXml" Target="../ink/ink392.xml"/><Relationship Id="rId245" Type="http://schemas.openxmlformats.org/officeDocument/2006/relationships/image" Target="../media/image369.png"/><Relationship Id="rId266" Type="http://schemas.openxmlformats.org/officeDocument/2006/relationships/customXml" Target="../ink/ink413.xml"/><Relationship Id="rId287" Type="http://schemas.openxmlformats.org/officeDocument/2006/relationships/image" Target="../media/image390.png"/><Relationship Id="rId410" Type="http://schemas.openxmlformats.org/officeDocument/2006/relationships/customXml" Target="../ink/ink485.xml"/><Relationship Id="rId431" Type="http://schemas.openxmlformats.org/officeDocument/2006/relationships/image" Target="../media/image462.png"/><Relationship Id="rId452" Type="http://schemas.openxmlformats.org/officeDocument/2006/relationships/customXml" Target="../ink/ink506.xml"/><Relationship Id="rId30" Type="http://schemas.openxmlformats.org/officeDocument/2006/relationships/customXml" Target="../ink/ink295.xml"/><Relationship Id="rId105" Type="http://schemas.openxmlformats.org/officeDocument/2006/relationships/image" Target="../media/image299.png"/><Relationship Id="rId126" Type="http://schemas.openxmlformats.org/officeDocument/2006/relationships/customXml" Target="../ink/ink343.xml"/><Relationship Id="rId147" Type="http://schemas.openxmlformats.org/officeDocument/2006/relationships/image" Target="../media/image320.png"/><Relationship Id="rId168" Type="http://schemas.openxmlformats.org/officeDocument/2006/relationships/customXml" Target="../ink/ink364.xml"/><Relationship Id="rId312" Type="http://schemas.openxmlformats.org/officeDocument/2006/relationships/customXml" Target="../ink/ink436.xml"/><Relationship Id="rId333" Type="http://schemas.openxmlformats.org/officeDocument/2006/relationships/image" Target="../media/image413.png"/><Relationship Id="rId354" Type="http://schemas.openxmlformats.org/officeDocument/2006/relationships/customXml" Target="../ink/ink457.xml"/><Relationship Id="rId51" Type="http://schemas.openxmlformats.org/officeDocument/2006/relationships/image" Target="../media/image272.png"/><Relationship Id="rId72" Type="http://schemas.openxmlformats.org/officeDocument/2006/relationships/customXml" Target="../ink/ink316.xml"/><Relationship Id="rId93" Type="http://schemas.openxmlformats.org/officeDocument/2006/relationships/image" Target="../media/image293.png"/><Relationship Id="rId189" Type="http://schemas.openxmlformats.org/officeDocument/2006/relationships/image" Target="../media/image341.png"/><Relationship Id="rId375" Type="http://schemas.openxmlformats.org/officeDocument/2006/relationships/image" Target="../media/image434.png"/><Relationship Id="rId396" Type="http://schemas.openxmlformats.org/officeDocument/2006/relationships/customXml" Target="../ink/ink478.xml"/><Relationship Id="rId3" Type="http://schemas.openxmlformats.org/officeDocument/2006/relationships/image" Target="../media/image248.png"/><Relationship Id="rId214" Type="http://schemas.openxmlformats.org/officeDocument/2006/relationships/customXml" Target="../ink/ink387.xml"/><Relationship Id="rId235" Type="http://schemas.openxmlformats.org/officeDocument/2006/relationships/image" Target="../media/image364.png"/><Relationship Id="rId256" Type="http://schemas.openxmlformats.org/officeDocument/2006/relationships/customXml" Target="../ink/ink408.xml"/><Relationship Id="rId277" Type="http://schemas.openxmlformats.org/officeDocument/2006/relationships/image" Target="../media/image385.png"/><Relationship Id="rId298" Type="http://schemas.openxmlformats.org/officeDocument/2006/relationships/customXml" Target="../ink/ink429.xml"/><Relationship Id="rId400" Type="http://schemas.openxmlformats.org/officeDocument/2006/relationships/customXml" Target="../ink/ink480.xml"/><Relationship Id="rId421" Type="http://schemas.openxmlformats.org/officeDocument/2006/relationships/image" Target="../media/image457.png"/><Relationship Id="rId442" Type="http://schemas.openxmlformats.org/officeDocument/2006/relationships/customXml" Target="../ink/ink501.xml"/><Relationship Id="rId116" Type="http://schemas.openxmlformats.org/officeDocument/2006/relationships/customXml" Target="../ink/ink338.xml"/><Relationship Id="rId137" Type="http://schemas.openxmlformats.org/officeDocument/2006/relationships/image" Target="../media/image315.png"/><Relationship Id="rId158" Type="http://schemas.openxmlformats.org/officeDocument/2006/relationships/customXml" Target="../ink/ink359.xml"/><Relationship Id="rId302" Type="http://schemas.openxmlformats.org/officeDocument/2006/relationships/customXml" Target="../ink/ink431.xml"/><Relationship Id="rId323" Type="http://schemas.openxmlformats.org/officeDocument/2006/relationships/image" Target="../media/image408.png"/><Relationship Id="rId344" Type="http://schemas.openxmlformats.org/officeDocument/2006/relationships/customXml" Target="../ink/ink452.xml"/><Relationship Id="rId20" Type="http://schemas.openxmlformats.org/officeDocument/2006/relationships/customXml" Target="../ink/ink290.xml"/><Relationship Id="rId41" Type="http://schemas.openxmlformats.org/officeDocument/2006/relationships/image" Target="../media/image267.png"/><Relationship Id="rId62" Type="http://schemas.openxmlformats.org/officeDocument/2006/relationships/customXml" Target="../ink/ink311.xml"/><Relationship Id="rId83" Type="http://schemas.openxmlformats.org/officeDocument/2006/relationships/image" Target="../media/image288.png"/><Relationship Id="rId179" Type="http://schemas.openxmlformats.org/officeDocument/2006/relationships/image" Target="../media/image336.png"/><Relationship Id="rId365" Type="http://schemas.openxmlformats.org/officeDocument/2006/relationships/image" Target="../media/image429.png"/><Relationship Id="rId386" Type="http://schemas.openxmlformats.org/officeDocument/2006/relationships/customXml" Target="../ink/ink473.xml"/><Relationship Id="rId190" Type="http://schemas.openxmlformats.org/officeDocument/2006/relationships/customXml" Target="../ink/ink375.xml"/><Relationship Id="rId204" Type="http://schemas.openxmlformats.org/officeDocument/2006/relationships/customXml" Target="../ink/ink382.xml"/><Relationship Id="rId225" Type="http://schemas.openxmlformats.org/officeDocument/2006/relationships/image" Target="../media/image359.png"/><Relationship Id="rId246" Type="http://schemas.openxmlformats.org/officeDocument/2006/relationships/customXml" Target="../ink/ink403.xml"/><Relationship Id="rId267" Type="http://schemas.openxmlformats.org/officeDocument/2006/relationships/image" Target="../media/image380.png"/><Relationship Id="rId288" Type="http://schemas.openxmlformats.org/officeDocument/2006/relationships/customXml" Target="../ink/ink424.xml"/><Relationship Id="rId411" Type="http://schemas.openxmlformats.org/officeDocument/2006/relationships/image" Target="../media/image452.png"/><Relationship Id="rId432" Type="http://schemas.openxmlformats.org/officeDocument/2006/relationships/customXml" Target="../ink/ink496.xml"/><Relationship Id="rId453" Type="http://schemas.openxmlformats.org/officeDocument/2006/relationships/image" Target="../media/image473.png"/><Relationship Id="rId106" Type="http://schemas.openxmlformats.org/officeDocument/2006/relationships/customXml" Target="../ink/ink333.xml"/><Relationship Id="rId127" Type="http://schemas.openxmlformats.org/officeDocument/2006/relationships/image" Target="../media/image310.png"/><Relationship Id="rId313" Type="http://schemas.openxmlformats.org/officeDocument/2006/relationships/image" Target="../media/image403.png"/><Relationship Id="rId10" Type="http://schemas.openxmlformats.org/officeDocument/2006/relationships/customXml" Target="../ink/ink285.xml"/><Relationship Id="rId31" Type="http://schemas.openxmlformats.org/officeDocument/2006/relationships/image" Target="../media/image262.png"/><Relationship Id="rId52" Type="http://schemas.openxmlformats.org/officeDocument/2006/relationships/customXml" Target="../ink/ink306.xml"/><Relationship Id="rId73" Type="http://schemas.openxmlformats.org/officeDocument/2006/relationships/image" Target="../media/image283.png"/><Relationship Id="rId94" Type="http://schemas.openxmlformats.org/officeDocument/2006/relationships/customXml" Target="../ink/ink327.xml"/><Relationship Id="rId148" Type="http://schemas.openxmlformats.org/officeDocument/2006/relationships/customXml" Target="../ink/ink354.xml"/><Relationship Id="rId169" Type="http://schemas.openxmlformats.org/officeDocument/2006/relationships/image" Target="../media/image331.png"/><Relationship Id="rId334" Type="http://schemas.openxmlformats.org/officeDocument/2006/relationships/customXml" Target="../ink/ink447.xml"/><Relationship Id="rId355" Type="http://schemas.openxmlformats.org/officeDocument/2006/relationships/image" Target="../media/image424.png"/><Relationship Id="rId376" Type="http://schemas.openxmlformats.org/officeDocument/2006/relationships/customXml" Target="../ink/ink468.xml"/><Relationship Id="rId397" Type="http://schemas.openxmlformats.org/officeDocument/2006/relationships/image" Target="../media/image445.png"/><Relationship Id="rId4" Type="http://schemas.openxmlformats.org/officeDocument/2006/relationships/customXml" Target="../ink/ink282.xml"/><Relationship Id="rId180" Type="http://schemas.openxmlformats.org/officeDocument/2006/relationships/customXml" Target="../ink/ink370.xml"/><Relationship Id="rId215" Type="http://schemas.openxmlformats.org/officeDocument/2006/relationships/image" Target="../media/image354.png"/><Relationship Id="rId236" Type="http://schemas.openxmlformats.org/officeDocument/2006/relationships/customXml" Target="../ink/ink398.xml"/><Relationship Id="rId257" Type="http://schemas.openxmlformats.org/officeDocument/2006/relationships/image" Target="../media/image375.png"/><Relationship Id="rId278" Type="http://schemas.openxmlformats.org/officeDocument/2006/relationships/customXml" Target="../ink/ink419.xml"/><Relationship Id="rId401" Type="http://schemas.openxmlformats.org/officeDocument/2006/relationships/image" Target="../media/image447.png"/><Relationship Id="rId422" Type="http://schemas.openxmlformats.org/officeDocument/2006/relationships/customXml" Target="../ink/ink491.xml"/><Relationship Id="rId443" Type="http://schemas.openxmlformats.org/officeDocument/2006/relationships/image" Target="../media/image468.png"/><Relationship Id="rId303" Type="http://schemas.openxmlformats.org/officeDocument/2006/relationships/image" Target="../media/image398.png"/><Relationship Id="rId42" Type="http://schemas.openxmlformats.org/officeDocument/2006/relationships/customXml" Target="../ink/ink301.xml"/><Relationship Id="rId84" Type="http://schemas.openxmlformats.org/officeDocument/2006/relationships/customXml" Target="../ink/ink322.xml"/><Relationship Id="rId138" Type="http://schemas.openxmlformats.org/officeDocument/2006/relationships/customXml" Target="../ink/ink349.xml"/><Relationship Id="rId345" Type="http://schemas.openxmlformats.org/officeDocument/2006/relationships/image" Target="../media/image419.png"/><Relationship Id="rId387" Type="http://schemas.openxmlformats.org/officeDocument/2006/relationships/image" Target="../media/image440.png"/><Relationship Id="rId191" Type="http://schemas.openxmlformats.org/officeDocument/2006/relationships/image" Target="../media/image342.png"/><Relationship Id="rId205" Type="http://schemas.openxmlformats.org/officeDocument/2006/relationships/image" Target="../media/image349.png"/><Relationship Id="rId247" Type="http://schemas.openxmlformats.org/officeDocument/2006/relationships/image" Target="../media/image370.png"/><Relationship Id="rId412" Type="http://schemas.openxmlformats.org/officeDocument/2006/relationships/customXml" Target="../ink/ink486.xml"/><Relationship Id="rId107" Type="http://schemas.openxmlformats.org/officeDocument/2006/relationships/image" Target="../media/image300.png"/><Relationship Id="rId289" Type="http://schemas.openxmlformats.org/officeDocument/2006/relationships/image" Target="../media/image391.png"/><Relationship Id="rId454" Type="http://schemas.openxmlformats.org/officeDocument/2006/relationships/customXml" Target="../ink/ink507.xml"/><Relationship Id="rId11" Type="http://schemas.openxmlformats.org/officeDocument/2006/relationships/image" Target="../media/image252.png"/><Relationship Id="rId53" Type="http://schemas.openxmlformats.org/officeDocument/2006/relationships/image" Target="../media/image273.png"/><Relationship Id="rId149" Type="http://schemas.openxmlformats.org/officeDocument/2006/relationships/image" Target="../media/image321.png"/><Relationship Id="rId314" Type="http://schemas.openxmlformats.org/officeDocument/2006/relationships/customXml" Target="../ink/ink437.xml"/><Relationship Id="rId356" Type="http://schemas.openxmlformats.org/officeDocument/2006/relationships/customXml" Target="../ink/ink458.xml"/><Relationship Id="rId398" Type="http://schemas.openxmlformats.org/officeDocument/2006/relationships/customXml" Target="../ink/ink479.xml"/><Relationship Id="rId95" Type="http://schemas.openxmlformats.org/officeDocument/2006/relationships/image" Target="../media/image294.png"/><Relationship Id="rId160" Type="http://schemas.openxmlformats.org/officeDocument/2006/relationships/customXml" Target="../ink/ink360.xml"/><Relationship Id="rId216" Type="http://schemas.openxmlformats.org/officeDocument/2006/relationships/customXml" Target="../ink/ink388.xml"/><Relationship Id="rId423" Type="http://schemas.openxmlformats.org/officeDocument/2006/relationships/image" Target="../media/image458.png"/><Relationship Id="rId258" Type="http://schemas.openxmlformats.org/officeDocument/2006/relationships/customXml" Target="../ink/ink409.xml"/><Relationship Id="rId22" Type="http://schemas.openxmlformats.org/officeDocument/2006/relationships/customXml" Target="../ink/ink291.xml"/><Relationship Id="rId64" Type="http://schemas.openxmlformats.org/officeDocument/2006/relationships/customXml" Target="../ink/ink312.xml"/><Relationship Id="rId118" Type="http://schemas.openxmlformats.org/officeDocument/2006/relationships/customXml" Target="../ink/ink339.xml"/><Relationship Id="rId325" Type="http://schemas.openxmlformats.org/officeDocument/2006/relationships/image" Target="../media/image409.png"/><Relationship Id="rId367" Type="http://schemas.openxmlformats.org/officeDocument/2006/relationships/image" Target="../media/image430.png"/><Relationship Id="rId171" Type="http://schemas.openxmlformats.org/officeDocument/2006/relationships/image" Target="../media/image332.png"/><Relationship Id="rId227" Type="http://schemas.openxmlformats.org/officeDocument/2006/relationships/image" Target="../media/image360.png"/><Relationship Id="rId269" Type="http://schemas.openxmlformats.org/officeDocument/2006/relationships/image" Target="../media/image381.png"/><Relationship Id="rId434" Type="http://schemas.openxmlformats.org/officeDocument/2006/relationships/customXml" Target="../ink/ink497.xml"/><Relationship Id="rId33" Type="http://schemas.openxmlformats.org/officeDocument/2006/relationships/image" Target="../media/image263.png"/><Relationship Id="rId129" Type="http://schemas.openxmlformats.org/officeDocument/2006/relationships/image" Target="../media/image311.png"/><Relationship Id="rId280" Type="http://schemas.openxmlformats.org/officeDocument/2006/relationships/customXml" Target="../ink/ink420.xml"/><Relationship Id="rId336" Type="http://schemas.openxmlformats.org/officeDocument/2006/relationships/customXml" Target="../ink/ink448.xml"/><Relationship Id="rId75" Type="http://schemas.openxmlformats.org/officeDocument/2006/relationships/image" Target="../media/image284.png"/><Relationship Id="rId140" Type="http://schemas.openxmlformats.org/officeDocument/2006/relationships/customXml" Target="../ink/ink350.xml"/><Relationship Id="rId182" Type="http://schemas.openxmlformats.org/officeDocument/2006/relationships/customXml" Target="../ink/ink371.xml"/><Relationship Id="rId378" Type="http://schemas.openxmlformats.org/officeDocument/2006/relationships/customXml" Target="../ink/ink469.xml"/><Relationship Id="rId403" Type="http://schemas.openxmlformats.org/officeDocument/2006/relationships/image" Target="../media/image448.png"/><Relationship Id="rId6" Type="http://schemas.openxmlformats.org/officeDocument/2006/relationships/customXml" Target="../ink/ink283.xml"/><Relationship Id="rId238" Type="http://schemas.openxmlformats.org/officeDocument/2006/relationships/customXml" Target="../ink/ink399.xml"/><Relationship Id="rId445" Type="http://schemas.openxmlformats.org/officeDocument/2006/relationships/image" Target="../media/image469.png"/><Relationship Id="rId291" Type="http://schemas.openxmlformats.org/officeDocument/2006/relationships/image" Target="../media/image392.png"/><Relationship Id="rId305" Type="http://schemas.openxmlformats.org/officeDocument/2006/relationships/image" Target="../media/image399.png"/><Relationship Id="rId347" Type="http://schemas.openxmlformats.org/officeDocument/2006/relationships/image" Target="../media/image420.png"/><Relationship Id="rId44" Type="http://schemas.openxmlformats.org/officeDocument/2006/relationships/customXml" Target="../ink/ink302.xml"/><Relationship Id="rId86" Type="http://schemas.openxmlformats.org/officeDocument/2006/relationships/customXml" Target="../ink/ink323.xml"/><Relationship Id="rId151" Type="http://schemas.openxmlformats.org/officeDocument/2006/relationships/image" Target="../media/image322.png"/><Relationship Id="rId389" Type="http://schemas.openxmlformats.org/officeDocument/2006/relationships/image" Target="../media/image441.png"/><Relationship Id="rId193" Type="http://schemas.openxmlformats.org/officeDocument/2006/relationships/image" Target="../media/image343.png"/><Relationship Id="rId207" Type="http://schemas.openxmlformats.org/officeDocument/2006/relationships/image" Target="../media/image350.png"/><Relationship Id="rId249" Type="http://schemas.openxmlformats.org/officeDocument/2006/relationships/image" Target="../media/image371.png"/><Relationship Id="rId414" Type="http://schemas.openxmlformats.org/officeDocument/2006/relationships/customXml" Target="../ink/ink487.xml"/><Relationship Id="rId13" Type="http://schemas.openxmlformats.org/officeDocument/2006/relationships/image" Target="../media/image253.png"/><Relationship Id="rId109" Type="http://schemas.openxmlformats.org/officeDocument/2006/relationships/image" Target="../media/image301.png"/><Relationship Id="rId260" Type="http://schemas.openxmlformats.org/officeDocument/2006/relationships/customXml" Target="../ink/ink410.xml"/><Relationship Id="rId316" Type="http://schemas.openxmlformats.org/officeDocument/2006/relationships/customXml" Target="../ink/ink438.xml"/><Relationship Id="rId55" Type="http://schemas.openxmlformats.org/officeDocument/2006/relationships/image" Target="../media/image274.png"/><Relationship Id="rId97" Type="http://schemas.openxmlformats.org/officeDocument/2006/relationships/image" Target="../media/image295.png"/><Relationship Id="rId120" Type="http://schemas.openxmlformats.org/officeDocument/2006/relationships/customXml" Target="../ink/ink340.xml"/><Relationship Id="rId358" Type="http://schemas.openxmlformats.org/officeDocument/2006/relationships/customXml" Target="../ink/ink459.xml"/><Relationship Id="rId162" Type="http://schemas.openxmlformats.org/officeDocument/2006/relationships/customXml" Target="../ink/ink361.xml"/><Relationship Id="rId218" Type="http://schemas.openxmlformats.org/officeDocument/2006/relationships/customXml" Target="../ink/ink389.xml"/><Relationship Id="rId425" Type="http://schemas.openxmlformats.org/officeDocument/2006/relationships/image" Target="../media/image459.png"/><Relationship Id="rId271" Type="http://schemas.openxmlformats.org/officeDocument/2006/relationships/image" Target="../media/image382.png"/><Relationship Id="rId24" Type="http://schemas.openxmlformats.org/officeDocument/2006/relationships/customXml" Target="../ink/ink292.xml"/><Relationship Id="rId66" Type="http://schemas.openxmlformats.org/officeDocument/2006/relationships/customXml" Target="../ink/ink313.xml"/><Relationship Id="rId131" Type="http://schemas.openxmlformats.org/officeDocument/2006/relationships/image" Target="../media/image312.png"/><Relationship Id="rId327" Type="http://schemas.openxmlformats.org/officeDocument/2006/relationships/image" Target="../media/image410.png"/><Relationship Id="rId369" Type="http://schemas.openxmlformats.org/officeDocument/2006/relationships/image" Target="../media/image431.png"/><Relationship Id="rId173" Type="http://schemas.openxmlformats.org/officeDocument/2006/relationships/image" Target="../media/image333.png"/><Relationship Id="rId229" Type="http://schemas.openxmlformats.org/officeDocument/2006/relationships/image" Target="../media/image361.png"/><Relationship Id="rId380" Type="http://schemas.openxmlformats.org/officeDocument/2006/relationships/customXml" Target="../ink/ink470.xml"/><Relationship Id="rId436" Type="http://schemas.openxmlformats.org/officeDocument/2006/relationships/customXml" Target="../ink/ink498.xml"/><Relationship Id="rId240" Type="http://schemas.openxmlformats.org/officeDocument/2006/relationships/customXml" Target="../ink/ink400.xml"/><Relationship Id="rId35" Type="http://schemas.openxmlformats.org/officeDocument/2006/relationships/image" Target="../media/image264.png"/><Relationship Id="rId77" Type="http://schemas.openxmlformats.org/officeDocument/2006/relationships/image" Target="../media/image285.png"/><Relationship Id="rId100" Type="http://schemas.openxmlformats.org/officeDocument/2006/relationships/customXml" Target="../ink/ink330.xml"/><Relationship Id="rId282" Type="http://schemas.openxmlformats.org/officeDocument/2006/relationships/customXml" Target="../ink/ink421.xml"/><Relationship Id="rId338" Type="http://schemas.openxmlformats.org/officeDocument/2006/relationships/customXml" Target="../ink/ink449.xml"/><Relationship Id="rId8" Type="http://schemas.openxmlformats.org/officeDocument/2006/relationships/customXml" Target="../ink/ink284.xml"/><Relationship Id="rId142" Type="http://schemas.openxmlformats.org/officeDocument/2006/relationships/customXml" Target="../ink/ink351.xml"/><Relationship Id="rId184" Type="http://schemas.openxmlformats.org/officeDocument/2006/relationships/customXml" Target="../ink/ink372.xml"/><Relationship Id="rId391" Type="http://schemas.openxmlformats.org/officeDocument/2006/relationships/image" Target="../media/image442.png"/><Relationship Id="rId405" Type="http://schemas.openxmlformats.org/officeDocument/2006/relationships/image" Target="../media/image449.png"/><Relationship Id="rId447" Type="http://schemas.openxmlformats.org/officeDocument/2006/relationships/image" Target="../media/image470.png"/><Relationship Id="rId251" Type="http://schemas.openxmlformats.org/officeDocument/2006/relationships/image" Target="../media/image372.png"/><Relationship Id="rId46" Type="http://schemas.openxmlformats.org/officeDocument/2006/relationships/customXml" Target="../ink/ink303.xml"/><Relationship Id="rId293" Type="http://schemas.openxmlformats.org/officeDocument/2006/relationships/image" Target="../media/image393.png"/><Relationship Id="rId307" Type="http://schemas.openxmlformats.org/officeDocument/2006/relationships/image" Target="../media/image400.png"/><Relationship Id="rId349" Type="http://schemas.openxmlformats.org/officeDocument/2006/relationships/image" Target="../media/image421.png"/><Relationship Id="rId88" Type="http://schemas.openxmlformats.org/officeDocument/2006/relationships/customXml" Target="../ink/ink324.xml"/><Relationship Id="rId111" Type="http://schemas.openxmlformats.org/officeDocument/2006/relationships/image" Target="../media/image302.png"/><Relationship Id="rId153" Type="http://schemas.openxmlformats.org/officeDocument/2006/relationships/image" Target="../media/image323.png"/><Relationship Id="rId195" Type="http://schemas.openxmlformats.org/officeDocument/2006/relationships/image" Target="../media/image344.png"/><Relationship Id="rId209" Type="http://schemas.openxmlformats.org/officeDocument/2006/relationships/image" Target="../media/image351.png"/><Relationship Id="rId360" Type="http://schemas.openxmlformats.org/officeDocument/2006/relationships/customXml" Target="../ink/ink460.xml"/><Relationship Id="rId416" Type="http://schemas.openxmlformats.org/officeDocument/2006/relationships/customXml" Target="../ink/ink488.xml"/><Relationship Id="rId220" Type="http://schemas.openxmlformats.org/officeDocument/2006/relationships/customXml" Target="../ink/ink390.xml"/><Relationship Id="rId15" Type="http://schemas.openxmlformats.org/officeDocument/2006/relationships/image" Target="../media/image254.png"/><Relationship Id="rId57" Type="http://schemas.openxmlformats.org/officeDocument/2006/relationships/image" Target="../media/image275.png"/><Relationship Id="rId262" Type="http://schemas.openxmlformats.org/officeDocument/2006/relationships/customXml" Target="../ink/ink411.xml"/><Relationship Id="rId318" Type="http://schemas.openxmlformats.org/officeDocument/2006/relationships/customXml" Target="../ink/ink439.xml"/><Relationship Id="rId99" Type="http://schemas.openxmlformats.org/officeDocument/2006/relationships/image" Target="../media/image296.png"/><Relationship Id="rId122" Type="http://schemas.openxmlformats.org/officeDocument/2006/relationships/customXml" Target="../ink/ink341.xml"/><Relationship Id="rId164" Type="http://schemas.openxmlformats.org/officeDocument/2006/relationships/customXml" Target="../ink/ink362.xml"/><Relationship Id="rId371" Type="http://schemas.openxmlformats.org/officeDocument/2006/relationships/image" Target="../media/image432.png"/><Relationship Id="rId427" Type="http://schemas.openxmlformats.org/officeDocument/2006/relationships/image" Target="../media/image460.png"/><Relationship Id="rId26" Type="http://schemas.openxmlformats.org/officeDocument/2006/relationships/customXml" Target="../ink/ink293.xml"/><Relationship Id="rId231" Type="http://schemas.openxmlformats.org/officeDocument/2006/relationships/image" Target="../media/image362.png"/><Relationship Id="rId273" Type="http://schemas.openxmlformats.org/officeDocument/2006/relationships/image" Target="../media/image383.png"/><Relationship Id="rId329" Type="http://schemas.openxmlformats.org/officeDocument/2006/relationships/image" Target="../media/image411.png"/><Relationship Id="rId68" Type="http://schemas.openxmlformats.org/officeDocument/2006/relationships/customXml" Target="../ink/ink314.xml"/><Relationship Id="rId133" Type="http://schemas.openxmlformats.org/officeDocument/2006/relationships/image" Target="../media/image313.png"/><Relationship Id="rId175" Type="http://schemas.openxmlformats.org/officeDocument/2006/relationships/image" Target="../media/image334.png"/><Relationship Id="rId340" Type="http://schemas.openxmlformats.org/officeDocument/2006/relationships/customXml" Target="../ink/ink450.xml"/><Relationship Id="rId200" Type="http://schemas.openxmlformats.org/officeDocument/2006/relationships/customXml" Target="../ink/ink380.xml"/><Relationship Id="rId382" Type="http://schemas.openxmlformats.org/officeDocument/2006/relationships/customXml" Target="../ink/ink471.xml"/><Relationship Id="rId438" Type="http://schemas.openxmlformats.org/officeDocument/2006/relationships/customXml" Target="../ink/ink499.xml"/><Relationship Id="rId242" Type="http://schemas.openxmlformats.org/officeDocument/2006/relationships/customXml" Target="../ink/ink401.xml"/><Relationship Id="rId284" Type="http://schemas.openxmlformats.org/officeDocument/2006/relationships/customXml" Target="../ink/ink422.xml"/><Relationship Id="rId37" Type="http://schemas.openxmlformats.org/officeDocument/2006/relationships/image" Target="../media/image265.png"/><Relationship Id="rId79" Type="http://schemas.openxmlformats.org/officeDocument/2006/relationships/image" Target="../media/image286.png"/><Relationship Id="rId102" Type="http://schemas.openxmlformats.org/officeDocument/2006/relationships/customXml" Target="../ink/ink331.xml"/><Relationship Id="rId144" Type="http://schemas.openxmlformats.org/officeDocument/2006/relationships/customXml" Target="../ink/ink352.xml"/><Relationship Id="rId90" Type="http://schemas.openxmlformats.org/officeDocument/2006/relationships/customXml" Target="../ink/ink325.xml"/><Relationship Id="rId186" Type="http://schemas.openxmlformats.org/officeDocument/2006/relationships/customXml" Target="../ink/ink373.xml"/><Relationship Id="rId351" Type="http://schemas.openxmlformats.org/officeDocument/2006/relationships/image" Target="../media/image422.png"/><Relationship Id="rId393" Type="http://schemas.openxmlformats.org/officeDocument/2006/relationships/image" Target="../media/image443.png"/><Relationship Id="rId407" Type="http://schemas.openxmlformats.org/officeDocument/2006/relationships/image" Target="../media/image450.png"/><Relationship Id="rId449" Type="http://schemas.openxmlformats.org/officeDocument/2006/relationships/image" Target="../media/image471.png"/><Relationship Id="rId211" Type="http://schemas.openxmlformats.org/officeDocument/2006/relationships/image" Target="../media/image352.png"/><Relationship Id="rId253" Type="http://schemas.openxmlformats.org/officeDocument/2006/relationships/image" Target="../media/image373.png"/><Relationship Id="rId295" Type="http://schemas.openxmlformats.org/officeDocument/2006/relationships/image" Target="../media/image394.png"/><Relationship Id="rId309" Type="http://schemas.openxmlformats.org/officeDocument/2006/relationships/image" Target="../media/image401.png"/><Relationship Id="rId48" Type="http://schemas.openxmlformats.org/officeDocument/2006/relationships/customXml" Target="../ink/ink304.xml"/><Relationship Id="rId113" Type="http://schemas.openxmlformats.org/officeDocument/2006/relationships/image" Target="../media/image303.png"/><Relationship Id="rId320" Type="http://schemas.openxmlformats.org/officeDocument/2006/relationships/customXml" Target="../ink/ink440.xml"/><Relationship Id="rId155" Type="http://schemas.openxmlformats.org/officeDocument/2006/relationships/image" Target="../media/image324.png"/><Relationship Id="rId197" Type="http://schemas.openxmlformats.org/officeDocument/2006/relationships/image" Target="../media/image345.png"/><Relationship Id="rId362" Type="http://schemas.openxmlformats.org/officeDocument/2006/relationships/customXml" Target="../ink/ink461.xml"/><Relationship Id="rId418" Type="http://schemas.openxmlformats.org/officeDocument/2006/relationships/customXml" Target="../ink/ink489.xml"/><Relationship Id="rId222" Type="http://schemas.openxmlformats.org/officeDocument/2006/relationships/customXml" Target="../ink/ink391.xml"/><Relationship Id="rId264" Type="http://schemas.openxmlformats.org/officeDocument/2006/relationships/customXml" Target="../ink/ink412.xml"/><Relationship Id="rId17" Type="http://schemas.openxmlformats.org/officeDocument/2006/relationships/image" Target="../media/image255.png"/><Relationship Id="rId59" Type="http://schemas.openxmlformats.org/officeDocument/2006/relationships/image" Target="../media/image276.png"/><Relationship Id="rId124" Type="http://schemas.openxmlformats.org/officeDocument/2006/relationships/customXml" Target="../ink/ink342.xml"/><Relationship Id="rId70" Type="http://schemas.openxmlformats.org/officeDocument/2006/relationships/customXml" Target="../ink/ink315.xml"/><Relationship Id="rId166" Type="http://schemas.openxmlformats.org/officeDocument/2006/relationships/customXml" Target="../ink/ink363.xml"/><Relationship Id="rId331" Type="http://schemas.openxmlformats.org/officeDocument/2006/relationships/image" Target="../media/image412.png"/><Relationship Id="rId373" Type="http://schemas.openxmlformats.org/officeDocument/2006/relationships/image" Target="../media/image433.png"/><Relationship Id="rId429" Type="http://schemas.openxmlformats.org/officeDocument/2006/relationships/image" Target="../media/image46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63.png"/><Relationship Id="rId440" Type="http://schemas.openxmlformats.org/officeDocument/2006/relationships/customXml" Target="../ink/ink500.xml"/><Relationship Id="rId28" Type="http://schemas.openxmlformats.org/officeDocument/2006/relationships/customXml" Target="../ink/ink294.xml"/><Relationship Id="rId275" Type="http://schemas.openxmlformats.org/officeDocument/2006/relationships/image" Target="../media/image384.png"/><Relationship Id="rId300" Type="http://schemas.openxmlformats.org/officeDocument/2006/relationships/customXml" Target="../ink/ink430.xml"/><Relationship Id="rId81" Type="http://schemas.openxmlformats.org/officeDocument/2006/relationships/image" Target="../media/image287.png"/><Relationship Id="rId135" Type="http://schemas.openxmlformats.org/officeDocument/2006/relationships/image" Target="../media/image314.png"/><Relationship Id="rId177" Type="http://schemas.openxmlformats.org/officeDocument/2006/relationships/image" Target="../media/image335.png"/><Relationship Id="rId342" Type="http://schemas.openxmlformats.org/officeDocument/2006/relationships/customXml" Target="../ink/ink451.xml"/><Relationship Id="rId384" Type="http://schemas.openxmlformats.org/officeDocument/2006/relationships/customXml" Target="../ink/ink472.xml"/><Relationship Id="rId202" Type="http://schemas.openxmlformats.org/officeDocument/2006/relationships/customXml" Target="../ink/ink381.xml"/><Relationship Id="rId244" Type="http://schemas.openxmlformats.org/officeDocument/2006/relationships/customXml" Target="../ink/ink402.xml"/><Relationship Id="rId39" Type="http://schemas.openxmlformats.org/officeDocument/2006/relationships/image" Target="../media/image266.png"/><Relationship Id="rId286" Type="http://schemas.openxmlformats.org/officeDocument/2006/relationships/customXml" Target="../ink/ink423.xml"/><Relationship Id="rId451" Type="http://schemas.openxmlformats.org/officeDocument/2006/relationships/image" Target="../media/image472.png"/><Relationship Id="rId50" Type="http://schemas.openxmlformats.org/officeDocument/2006/relationships/customXml" Target="../ink/ink305.xml"/><Relationship Id="rId104" Type="http://schemas.openxmlformats.org/officeDocument/2006/relationships/customXml" Target="../ink/ink332.xml"/><Relationship Id="rId146" Type="http://schemas.openxmlformats.org/officeDocument/2006/relationships/customXml" Target="../ink/ink353.xml"/><Relationship Id="rId188" Type="http://schemas.openxmlformats.org/officeDocument/2006/relationships/customXml" Target="../ink/ink374.xml"/><Relationship Id="rId311" Type="http://schemas.openxmlformats.org/officeDocument/2006/relationships/image" Target="../media/image402.png"/><Relationship Id="rId353" Type="http://schemas.openxmlformats.org/officeDocument/2006/relationships/image" Target="../media/image423.png"/><Relationship Id="rId395" Type="http://schemas.openxmlformats.org/officeDocument/2006/relationships/image" Target="../media/image444.png"/><Relationship Id="rId409" Type="http://schemas.openxmlformats.org/officeDocument/2006/relationships/image" Target="../media/image45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6.xml"/><Relationship Id="rId299" Type="http://schemas.openxmlformats.org/officeDocument/2006/relationships/image" Target="../media/image586.png"/><Relationship Id="rId21" Type="http://schemas.openxmlformats.org/officeDocument/2006/relationships/image" Target="../media/image484.png"/><Relationship Id="rId63" Type="http://schemas.openxmlformats.org/officeDocument/2006/relationships/customXml" Target="../ink/ink542.xml"/><Relationship Id="rId159" Type="http://schemas.openxmlformats.org/officeDocument/2006/relationships/image" Target="../media/image517.png"/><Relationship Id="rId324" Type="http://schemas.openxmlformats.org/officeDocument/2006/relationships/customXml" Target="../ink/ink706.xml"/><Relationship Id="rId366" Type="http://schemas.openxmlformats.org/officeDocument/2006/relationships/customXml" Target="../ink/ink735.xml"/><Relationship Id="rId170" Type="http://schemas.openxmlformats.org/officeDocument/2006/relationships/customXml" Target="../ink/ink628.xml"/><Relationship Id="rId226" Type="http://schemas.openxmlformats.org/officeDocument/2006/relationships/customXml" Target="../ink/ink656.xml"/><Relationship Id="rId268" Type="http://schemas.openxmlformats.org/officeDocument/2006/relationships/customXml" Target="../ink/ink678.xml"/><Relationship Id="rId32" Type="http://schemas.openxmlformats.org/officeDocument/2006/relationships/customXml" Target="../ink/ink523.xml"/><Relationship Id="rId74" Type="http://schemas.openxmlformats.org/officeDocument/2006/relationships/customXml" Target="../ink/ink553.xml"/><Relationship Id="rId128" Type="http://schemas.openxmlformats.org/officeDocument/2006/relationships/customXml" Target="../ink/ink607.xml"/><Relationship Id="rId335" Type="http://schemas.openxmlformats.org/officeDocument/2006/relationships/image" Target="../media/image604.png"/><Relationship Id="rId5" Type="http://schemas.openxmlformats.org/officeDocument/2006/relationships/image" Target="../media/image476.png"/><Relationship Id="rId181" Type="http://schemas.openxmlformats.org/officeDocument/2006/relationships/image" Target="../media/image528.png"/><Relationship Id="rId237" Type="http://schemas.openxmlformats.org/officeDocument/2006/relationships/image" Target="../media/image556.png"/><Relationship Id="rId279" Type="http://schemas.openxmlformats.org/officeDocument/2006/relationships/image" Target="../media/image576.png"/><Relationship Id="rId43" Type="http://schemas.openxmlformats.org/officeDocument/2006/relationships/image" Target="../media/image495.png"/><Relationship Id="rId139" Type="http://schemas.openxmlformats.org/officeDocument/2006/relationships/image" Target="../media/image507.png"/><Relationship Id="rId290" Type="http://schemas.openxmlformats.org/officeDocument/2006/relationships/customXml" Target="../ink/ink689.xml"/><Relationship Id="rId304" Type="http://schemas.openxmlformats.org/officeDocument/2006/relationships/customXml" Target="../ink/ink696.xml"/><Relationship Id="rId346" Type="http://schemas.openxmlformats.org/officeDocument/2006/relationships/customXml" Target="../ink/ink717.xml"/><Relationship Id="rId85" Type="http://schemas.openxmlformats.org/officeDocument/2006/relationships/customXml" Target="../ink/ink564.xml"/><Relationship Id="rId150" Type="http://schemas.openxmlformats.org/officeDocument/2006/relationships/customXml" Target="../ink/ink618.xml"/><Relationship Id="rId192" Type="http://schemas.openxmlformats.org/officeDocument/2006/relationships/customXml" Target="../ink/ink639.xml"/><Relationship Id="rId206" Type="http://schemas.openxmlformats.org/officeDocument/2006/relationships/customXml" Target="../ink/ink646.xml"/><Relationship Id="rId248" Type="http://schemas.openxmlformats.org/officeDocument/2006/relationships/customXml" Target="../ink/ink667.xml"/><Relationship Id="rId12" Type="http://schemas.openxmlformats.org/officeDocument/2006/relationships/customXml" Target="../ink/ink513.xml"/><Relationship Id="rId108" Type="http://schemas.openxmlformats.org/officeDocument/2006/relationships/customXml" Target="../ink/ink587.xml"/><Relationship Id="rId315" Type="http://schemas.openxmlformats.org/officeDocument/2006/relationships/image" Target="../media/image594.png"/><Relationship Id="rId357" Type="http://schemas.openxmlformats.org/officeDocument/2006/relationships/customXml" Target="../ink/ink727.xml"/><Relationship Id="rId54" Type="http://schemas.openxmlformats.org/officeDocument/2006/relationships/customXml" Target="../ink/ink534.xml"/><Relationship Id="rId96" Type="http://schemas.openxmlformats.org/officeDocument/2006/relationships/customXml" Target="../ink/ink575.xml"/><Relationship Id="rId161" Type="http://schemas.openxmlformats.org/officeDocument/2006/relationships/image" Target="../media/image518.png"/><Relationship Id="rId217" Type="http://schemas.openxmlformats.org/officeDocument/2006/relationships/image" Target="../media/image546.png"/><Relationship Id="rId259" Type="http://schemas.openxmlformats.org/officeDocument/2006/relationships/image" Target="../media/image567.png"/><Relationship Id="rId23" Type="http://schemas.openxmlformats.org/officeDocument/2006/relationships/image" Target="../media/image485.png"/><Relationship Id="rId119" Type="http://schemas.openxmlformats.org/officeDocument/2006/relationships/customXml" Target="../ink/ink598.xml"/><Relationship Id="rId270" Type="http://schemas.openxmlformats.org/officeDocument/2006/relationships/customXml" Target="../ink/ink679.xml"/><Relationship Id="rId326" Type="http://schemas.openxmlformats.org/officeDocument/2006/relationships/customXml" Target="../ink/ink707.xml"/><Relationship Id="rId65" Type="http://schemas.openxmlformats.org/officeDocument/2006/relationships/customXml" Target="../ink/ink544.xml"/><Relationship Id="rId130" Type="http://schemas.openxmlformats.org/officeDocument/2006/relationships/customXml" Target="../ink/ink608.xml"/><Relationship Id="rId368" Type="http://schemas.openxmlformats.org/officeDocument/2006/relationships/customXml" Target="../ink/ink736.xml"/><Relationship Id="rId172" Type="http://schemas.openxmlformats.org/officeDocument/2006/relationships/customXml" Target="../ink/ink629.xml"/><Relationship Id="rId228" Type="http://schemas.openxmlformats.org/officeDocument/2006/relationships/customXml" Target="../ink/ink657.xml"/><Relationship Id="rId281" Type="http://schemas.openxmlformats.org/officeDocument/2006/relationships/image" Target="../media/image577.png"/><Relationship Id="rId337" Type="http://schemas.openxmlformats.org/officeDocument/2006/relationships/image" Target="../media/image605.png"/><Relationship Id="rId34" Type="http://schemas.openxmlformats.org/officeDocument/2006/relationships/customXml" Target="../ink/ink524.xml"/><Relationship Id="rId76" Type="http://schemas.openxmlformats.org/officeDocument/2006/relationships/customXml" Target="../ink/ink555.xml"/><Relationship Id="rId141" Type="http://schemas.openxmlformats.org/officeDocument/2006/relationships/image" Target="../media/image508.png"/><Relationship Id="rId7" Type="http://schemas.openxmlformats.org/officeDocument/2006/relationships/image" Target="../media/image477.png"/><Relationship Id="rId183" Type="http://schemas.openxmlformats.org/officeDocument/2006/relationships/image" Target="../media/image529.png"/><Relationship Id="rId239" Type="http://schemas.openxmlformats.org/officeDocument/2006/relationships/image" Target="../media/image557.png"/><Relationship Id="rId250" Type="http://schemas.openxmlformats.org/officeDocument/2006/relationships/customXml" Target="../ink/ink668.xml"/><Relationship Id="rId292" Type="http://schemas.openxmlformats.org/officeDocument/2006/relationships/customXml" Target="../ink/ink690.xml"/><Relationship Id="rId306" Type="http://schemas.openxmlformats.org/officeDocument/2006/relationships/customXml" Target="../ink/ink697.xml"/><Relationship Id="rId45" Type="http://schemas.openxmlformats.org/officeDocument/2006/relationships/image" Target="../media/image496.png"/><Relationship Id="rId87" Type="http://schemas.openxmlformats.org/officeDocument/2006/relationships/customXml" Target="../ink/ink566.xml"/><Relationship Id="rId110" Type="http://schemas.openxmlformats.org/officeDocument/2006/relationships/customXml" Target="../ink/ink589.xml"/><Relationship Id="rId348" Type="http://schemas.openxmlformats.org/officeDocument/2006/relationships/customXml" Target="../ink/ink718.xml"/><Relationship Id="rId152" Type="http://schemas.openxmlformats.org/officeDocument/2006/relationships/customXml" Target="../ink/ink619.xml"/><Relationship Id="rId194" Type="http://schemas.openxmlformats.org/officeDocument/2006/relationships/customXml" Target="../ink/ink640.xml"/><Relationship Id="rId208" Type="http://schemas.openxmlformats.org/officeDocument/2006/relationships/customXml" Target="../ink/ink647.xml"/><Relationship Id="rId261" Type="http://schemas.openxmlformats.org/officeDocument/2006/relationships/image" Target="../media/image568.png"/><Relationship Id="rId14" Type="http://schemas.openxmlformats.org/officeDocument/2006/relationships/customXml" Target="../ink/ink514.xml"/><Relationship Id="rId56" Type="http://schemas.openxmlformats.org/officeDocument/2006/relationships/customXml" Target="../ink/ink535.xml"/><Relationship Id="rId317" Type="http://schemas.openxmlformats.org/officeDocument/2006/relationships/image" Target="../media/image595.png"/><Relationship Id="rId359" Type="http://schemas.openxmlformats.org/officeDocument/2006/relationships/customXml" Target="../ink/ink729.xml"/><Relationship Id="rId98" Type="http://schemas.openxmlformats.org/officeDocument/2006/relationships/customXml" Target="../ink/ink577.xml"/><Relationship Id="rId121" Type="http://schemas.openxmlformats.org/officeDocument/2006/relationships/customXml" Target="../ink/ink600.xml"/><Relationship Id="rId163" Type="http://schemas.openxmlformats.org/officeDocument/2006/relationships/image" Target="../media/image519.png"/><Relationship Id="rId219" Type="http://schemas.openxmlformats.org/officeDocument/2006/relationships/image" Target="../media/image547.png"/><Relationship Id="rId230" Type="http://schemas.openxmlformats.org/officeDocument/2006/relationships/customXml" Target="../ink/ink658.xml"/><Relationship Id="rId25" Type="http://schemas.openxmlformats.org/officeDocument/2006/relationships/image" Target="../media/image486.png"/><Relationship Id="rId67" Type="http://schemas.openxmlformats.org/officeDocument/2006/relationships/customXml" Target="../ink/ink546.xml"/><Relationship Id="rId272" Type="http://schemas.openxmlformats.org/officeDocument/2006/relationships/customXml" Target="../ink/ink680.xml"/><Relationship Id="rId328" Type="http://schemas.openxmlformats.org/officeDocument/2006/relationships/customXml" Target="../ink/ink708.xml"/><Relationship Id="rId132" Type="http://schemas.openxmlformats.org/officeDocument/2006/relationships/customXml" Target="../ink/ink609.xml"/><Relationship Id="rId174" Type="http://schemas.openxmlformats.org/officeDocument/2006/relationships/customXml" Target="../ink/ink630.xml"/><Relationship Id="rId241" Type="http://schemas.openxmlformats.org/officeDocument/2006/relationships/image" Target="../media/image558.png"/><Relationship Id="rId15" Type="http://schemas.openxmlformats.org/officeDocument/2006/relationships/image" Target="../media/image481.png"/><Relationship Id="rId36" Type="http://schemas.openxmlformats.org/officeDocument/2006/relationships/customXml" Target="../ink/ink525.xml"/><Relationship Id="rId57" Type="http://schemas.openxmlformats.org/officeDocument/2006/relationships/customXml" Target="../ink/ink536.xml"/><Relationship Id="rId262" Type="http://schemas.openxmlformats.org/officeDocument/2006/relationships/customXml" Target="../ink/ink674.xml"/><Relationship Id="rId283" Type="http://schemas.openxmlformats.org/officeDocument/2006/relationships/image" Target="../media/image578.png"/><Relationship Id="rId318" Type="http://schemas.openxmlformats.org/officeDocument/2006/relationships/customXml" Target="../ink/ink703.xml"/><Relationship Id="rId339" Type="http://schemas.openxmlformats.org/officeDocument/2006/relationships/image" Target="../media/image606.png"/><Relationship Id="rId78" Type="http://schemas.openxmlformats.org/officeDocument/2006/relationships/customXml" Target="../ink/ink557.xml"/><Relationship Id="rId99" Type="http://schemas.openxmlformats.org/officeDocument/2006/relationships/customXml" Target="../ink/ink578.xml"/><Relationship Id="rId101" Type="http://schemas.openxmlformats.org/officeDocument/2006/relationships/customXml" Target="../ink/ink580.xml"/><Relationship Id="rId122" Type="http://schemas.openxmlformats.org/officeDocument/2006/relationships/customXml" Target="../ink/ink601.xml"/><Relationship Id="rId143" Type="http://schemas.openxmlformats.org/officeDocument/2006/relationships/image" Target="../media/image509.png"/><Relationship Id="rId164" Type="http://schemas.openxmlformats.org/officeDocument/2006/relationships/customXml" Target="../ink/ink625.xml"/><Relationship Id="rId185" Type="http://schemas.openxmlformats.org/officeDocument/2006/relationships/image" Target="../media/image530.png"/><Relationship Id="rId350" Type="http://schemas.openxmlformats.org/officeDocument/2006/relationships/customXml" Target="../ink/ink720.xml"/><Relationship Id="rId9" Type="http://schemas.openxmlformats.org/officeDocument/2006/relationships/image" Target="../media/image478.png"/><Relationship Id="rId210" Type="http://schemas.openxmlformats.org/officeDocument/2006/relationships/customXml" Target="../ink/ink648.xml"/><Relationship Id="rId26" Type="http://schemas.openxmlformats.org/officeDocument/2006/relationships/customXml" Target="../ink/ink520.xml"/><Relationship Id="rId231" Type="http://schemas.openxmlformats.org/officeDocument/2006/relationships/image" Target="../media/image553.png"/><Relationship Id="rId252" Type="http://schemas.openxmlformats.org/officeDocument/2006/relationships/customXml" Target="../ink/ink669.xml"/><Relationship Id="rId273" Type="http://schemas.openxmlformats.org/officeDocument/2006/relationships/image" Target="../media/image573.png"/><Relationship Id="rId294" Type="http://schemas.openxmlformats.org/officeDocument/2006/relationships/customXml" Target="../ink/ink691.xml"/><Relationship Id="rId308" Type="http://schemas.openxmlformats.org/officeDocument/2006/relationships/customXml" Target="../ink/ink698.xml"/><Relationship Id="rId329" Type="http://schemas.openxmlformats.org/officeDocument/2006/relationships/image" Target="../media/image601.png"/><Relationship Id="rId47" Type="http://schemas.openxmlformats.org/officeDocument/2006/relationships/image" Target="../media/image497.png"/><Relationship Id="rId68" Type="http://schemas.openxmlformats.org/officeDocument/2006/relationships/customXml" Target="../ink/ink547.xml"/><Relationship Id="rId89" Type="http://schemas.openxmlformats.org/officeDocument/2006/relationships/customXml" Target="../ink/ink568.xml"/><Relationship Id="rId112" Type="http://schemas.openxmlformats.org/officeDocument/2006/relationships/customXml" Target="../ink/ink591.xml"/><Relationship Id="rId133" Type="http://schemas.openxmlformats.org/officeDocument/2006/relationships/image" Target="../media/image504.png"/><Relationship Id="rId154" Type="http://schemas.openxmlformats.org/officeDocument/2006/relationships/customXml" Target="../ink/ink620.xml"/><Relationship Id="rId175" Type="http://schemas.openxmlformats.org/officeDocument/2006/relationships/image" Target="../media/image525.png"/><Relationship Id="rId340" Type="http://schemas.openxmlformats.org/officeDocument/2006/relationships/customXml" Target="../ink/ink714.xml"/><Relationship Id="rId361" Type="http://schemas.openxmlformats.org/officeDocument/2006/relationships/customXml" Target="../ink/ink731.xml"/><Relationship Id="rId196" Type="http://schemas.openxmlformats.org/officeDocument/2006/relationships/customXml" Target="../ink/ink641.xml"/><Relationship Id="rId200" Type="http://schemas.openxmlformats.org/officeDocument/2006/relationships/customXml" Target="../ink/ink643.xml"/><Relationship Id="rId16" Type="http://schemas.openxmlformats.org/officeDocument/2006/relationships/customXml" Target="../ink/ink515.xml"/><Relationship Id="rId221" Type="http://schemas.openxmlformats.org/officeDocument/2006/relationships/image" Target="../media/image548.png"/><Relationship Id="rId242" Type="http://schemas.openxmlformats.org/officeDocument/2006/relationships/customXml" Target="../ink/ink664.xml"/><Relationship Id="rId263" Type="http://schemas.openxmlformats.org/officeDocument/2006/relationships/customXml" Target="../ink/ink675.xml"/><Relationship Id="rId284" Type="http://schemas.openxmlformats.org/officeDocument/2006/relationships/customXml" Target="../ink/ink686.xml"/><Relationship Id="rId319" Type="http://schemas.openxmlformats.org/officeDocument/2006/relationships/image" Target="../media/image596.png"/><Relationship Id="rId37" Type="http://schemas.openxmlformats.org/officeDocument/2006/relationships/image" Target="../media/image492.png"/><Relationship Id="rId58" Type="http://schemas.openxmlformats.org/officeDocument/2006/relationships/customXml" Target="../ink/ink537.xml"/><Relationship Id="rId79" Type="http://schemas.openxmlformats.org/officeDocument/2006/relationships/customXml" Target="../ink/ink558.xml"/><Relationship Id="rId102" Type="http://schemas.openxmlformats.org/officeDocument/2006/relationships/customXml" Target="../ink/ink581.xml"/><Relationship Id="rId123" Type="http://schemas.openxmlformats.org/officeDocument/2006/relationships/customXml" Target="../ink/ink602.xml"/><Relationship Id="rId144" Type="http://schemas.openxmlformats.org/officeDocument/2006/relationships/customXml" Target="../ink/ink615.xml"/><Relationship Id="rId330" Type="http://schemas.openxmlformats.org/officeDocument/2006/relationships/customXml" Target="../ink/ink709.xml"/><Relationship Id="rId90" Type="http://schemas.openxmlformats.org/officeDocument/2006/relationships/customXml" Target="../ink/ink569.xml"/><Relationship Id="rId165" Type="http://schemas.openxmlformats.org/officeDocument/2006/relationships/image" Target="../media/image520.png"/><Relationship Id="rId186" Type="http://schemas.openxmlformats.org/officeDocument/2006/relationships/customXml" Target="../ink/ink636.xml"/><Relationship Id="rId351" Type="http://schemas.openxmlformats.org/officeDocument/2006/relationships/customXml" Target="../ink/ink721.xml"/><Relationship Id="rId211" Type="http://schemas.openxmlformats.org/officeDocument/2006/relationships/image" Target="../media/image543.png"/><Relationship Id="rId232" Type="http://schemas.openxmlformats.org/officeDocument/2006/relationships/customXml" Target="../ink/ink659.xml"/><Relationship Id="rId253" Type="http://schemas.openxmlformats.org/officeDocument/2006/relationships/image" Target="../media/image564.png"/><Relationship Id="rId274" Type="http://schemas.openxmlformats.org/officeDocument/2006/relationships/customXml" Target="../ink/ink681.xml"/><Relationship Id="rId295" Type="http://schemas.openxmlformats.org/officeDocument/2006/relationships/image" Target="../media/image584.png"/><Relationship Id="rId309" Type="http://schemas.openxmlformats.org/officeDocument/2006/relationships/image" Target="../media/image591.png"/><Relationship Id="rId27" Type="http://schemas.openxmlformats.org/officeDocument/2006/relationships/image" Target="../media/image487.png"/><Relationship Id="rId48" Type="http://schemas.openxmlformats.org/officeDocument/2006/relationships/customXml" Target="../ink/ink531.xml"/><Relationship Id="rId69" Type="http://schemas.openxmlformats.org/officeDocument/2006/relationships/customXml" Target="../ink/ink548.xml"/><Relationship Id="rId113" Type="http://schemas.openxmlformats.org/officeDocument/2006/relationships/customXml" Target="../ink/ink592.xml"/><Relationship Id="rId134" Type="http://schemas.openxmlformats.org/officeDocument/2006/relationships/customXml" Target="../ink/ink610.xml"/><Relationship Id="rId320" Type="http://schemas.openxmlformats.org/officeDocument/2006/relationships/customXml" Target="../ink/ink704.xml"/><Relationship Id="rId80" Type="http://schemas.openxmlformats.org/officeDocument/2006/relationships/customXml" Target="../ink/ink559.xml"/><Relationship Id="rId155" Type="http://schemas.openxmlformats.org/officeDocument/2006/relationships/image" Target="../media/image515.png"/><Relationship Id="rId176" Type="http://schemas.openxmlformats.org/officeDocument/2006/relationships/customXml" Target="../ink/ink631.xml"/><Relationship Id="rId197" Type="http://schemas.openxmlformats.org/officeDocument/2006/relationships/image" Target="../media/image536.png"/><Relationship Id="rId341" Type="http://schemas.openxmlformats.org/officeDocument/2006/relationships/image" Target="../media/image607.png"/><Relationship Id="rId362" Type="http://schemas.openxmlformats.org/officeDocument/2006/relationships/customXml" Target="../ink/ink732.xml"/><Relationship Id="rId201" Type="http://schemas.openxmlformats.org/officeDocument/2006/relationships/image" Target="../media/image538.png"/><Relationship Id="rId222" Type="http://schemas.openxmlformats.org/officeDocument/2006/relationships/customXml" Target="../ink/ink654.xml"/><Relationship Id="rId243" Type="http://schemas.openxmlformats.org/officeDocument/2006/relationships/image" Target="../media/image559.png"/><Relationship Id="rId264" Type="http://schemas.openxmlformats.org/officeDocument/2006/relationships/customXml" Target="../ink/ink676.xml"/><Relationship Id="rId285" Type="http://schemas.openxmlformats.org/officeDocument/2006/relationships/image" Target="../media/image579.png"/><Relationship Id="rId17" Type="http://schemas.openxmlformats.org/officeDocument/2006/relationships/image" Target="../media/image482.png"/><Relationship Id="rId38" Type="http://schemas.openxmlformats.org/officeDocument/2006/relationships/customXml" Target="../ink/ink526.xml"/><Relationship Id="rId59" Type="http://schemas.openxmlformats.org/officeDocument/2006/relationships/customXml" Target="../ink/ink538.xml"/><Relationship Id="rId103" Type="http://schemas.openxmlformats.org/officeDocument/2006/relationships/customXml" Target="../ink/ink582.xml"/><Relationship Id="rId124" Type="http://schemas.openxmlformats.org/officeDocument/2006/relationships/customXml" Target="../ink/ink603.xml"/><Relationship Id="rId310" Type="http://schemas.openxmlformats.org/officeDocument/2006/relationships/customXml" Target="../ink/ink699.xml"/><Relationship Id="rId70" Type="http://schemas.openxmlformats.org/officeDocument/2006/relationships/customXml" Target="../ink/ink549.xml"/><Relationship Id="rId91" Type="http://schemas.openxmlformats.org/officeDocument/2006/relationships/customXml" Target="../ink/ink570.xml"/><Relationship Id="rId145" Type="http://schemas.openxmlformats.org/officeDocument/2006/relationships/image" Target="../media/image510.png"/><Relationship Id="rId166" Type="http://schemas.openxmlformats.org/officeDocument/2006/relationships/customXml" Target="../ink/ink626.xml"/><Relationship Id="rId187" Type="http://schemas.openxmlformats.org/officeDocument/2006/relationships/image" Target="../media/image531.png"/><Relationship Id="rId331" Type="http://schemas.openxmlformats.org/officeDocument/2006/relationships/image" Target="../media/image602.png"/><Relationship Id="rId352" Type="http://schemas.openxmlformats.org/officeDocument/2006/relationships/customXml" Target="../ink/ink72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49.xml"/><Relationship Id="rId233" Type="http://schemas.openxmlformats.org/officeDocument/2006/relationships/image" Target="../media/image554.png"/><Relationship Id="rId254" Type="http://schemas.openxmlformats.org/officeDocument/2006/relationships/customXml" Target="../ink/ink670.xml"/><Relationship Id="rId28" Type="http://schemas.openxmlformats.org/officeDocument/2006/relationships/customXml" Target="../ink/ink521.xml"/><Relationship Id="rId49" Type="http://schemas.openxmlformats.org/officeDocument/2006/relationships/image" Target="../media/image498.png"/><Relationship Id="rId114" Type="http://schemas.openxmlformats.org/officeDocument/2006/relationships/customXml" Target="../ink/ink593.xml"/><Relationship Id="rId275" Type="http://schemas.openxmlformats.org/officeDocument/2006/relationships/image" Target="../media/image574.png"/><Relationship Id="rId296" Type="http://schemas.openxmlformats.org/officeDocument/2006/relationships/customXml" Target="../ink/ink692.xml"/><Relationship Id="rId300" Type="http://schemas.openxmlformats.org/officeDocument/2006/relationships/customXml" Target="../ink/ink694.xml"/><Relationship Id="rId60" Type="http://schemas.openxmlformats.org/officeDocument/2006/relationships/customXml" Target="../ink/ink539.xml"/><Relationship Id="rId81" Type="http://schemas.openxmlformats.org/officeDocument/2006/relationships/customXml" Target="../ink/ink560.xml"/><Relationship Id="rId135" Type="http://schemas.openxmlformats.org/officeDocument/2006/relationships/image" Target="../media/image505.png"/><Relationship Id="rId156" Type="http://schemas.openxmlformats.org/officeDocument/2006/relationships/customXml" Target="../ink/ink621.xml"/><Relationship Id="rId177" Type="http://schemas.openxmlformats.org/officeDocument/2006/relationships/image" Target="../media/image526.png"/><Relationship Id="rId198" Type="http://schemas.openxmlformats.org/officeDocument/2006/relationships/customXml" Target="../ink/ink642.xml"/><Relationship Id="rId321" Type="http://schemas.openxmlformats.org/officeDocument/2006/relationships/image" Target="../media/image597.png"/><Relationship Id="rId342" Type="http://schemas.openxmlformats.org/officeDocument/2006/relationships/customXml" Target="../ink/ink715.xml"/><Relationship Id="rId363" Type="http://schemas.openxmlformats.org/officeDocument/2006/relationships/customXml" Target="../ink/ink733.xml"/><Relationship Id="rId202" Type="http://schemas.openxmlformats.org/officeDocument/2006/relationships/customXml" Target="../ink/ink644.xml"/><Relationship Id="rId223" Type="http://schemas.openxmlformats.org/officeDocument/2006/relationships/image" Target="../media/image549.png"/><Relationship Id="rId244" Type="http://schemas.openxmlformats.org/officeDocument/2006/relationships/customXml" Target="../ink/ink665.xml"/><Relationship Id="rId18" Type="http://schemas.openxmlformats.org/officeDocument/2006/relationships/customXml" Target="../ink/ink516.xml"/><Relationship Id="rId39" Type="http://schemas.openxmlformats.org/officeDocument/2006/relationships/image" Target="../media/image493.png"/><Relationship Id="rId265" Type="http://schemas.openxmlformats.org/officeDocument/2006/relationships/image" Target="../media/image569.png"/><Relationship Id="rId286" Type="http://schemas.openxmlformats.org/officeDocument/2006/relationships/customXml" Target="../ink/ink687.xml"/><Relationship Id="rId50" Type="http://schemas.openxmlformats.org/officeDocument/2006/relationships/customXml" Target="../ink/ink532.xml"/><Relationship Id="rId104" Type="http://schemas.openxmlformats.org/officeDocument/2006/relationships/customXml" Target="../ink/ink583.xml"/><Relationship Id="rId125" Type="http://schemas.openxmlformats.org/officeDocument/2006/relationships/customXml" Target="../ink/ink604.xml"/><Relationship Id="rId146" Type="http://schemas.openxmlformats.org/officeDocument/2006/relationships/customXml" Target="../ink/ink616.xml"/><Relationship Id="rId167" Type="http://schemas.openxmlformats.org/officeDocument/2006/relationships/image" Target="../media/image521.png"/><Relationship Id="rId188" Type="http://schemas.openxmlformats.org/officeDocument/2006/relationships/customXml" Target="../ink/ink637.xml"/><Relationship Id="rId311" Type="http://schemas.openxmlformats.org/officeDocument/2006/relationships/image" Target="../media/image592.png"/><Relationship Id="rId332" Type="http://schemas.openxmlformats.org/officeDocument/2006/relationships/customXml" Target="../ink/ink710.xml"/><Relationship Id="rId353" Type="http://schemas.openxmlformats.org/officeDocument/2006/relationships/customXml" Target="../ink/ink723.xml"/><Relationship Id="rId71" Type="http://schemas.openxmlformats.org/officeDocument/2006/relationships/customXml" Target="../ink/ink550.xml"/><Relationship Id="rId92" Type="http://schemas.openxmlformats.org/officeDocument/2006/relationships/customXml" Target="../ink/ink571.xml"/><Relationship Id="rId213" Type="http://schemas.openxmlformats.org/officeDocument/2006/relationships/image" Target="../media/image544.png"/><Relationship Id="rId234" Type="http://schemas.openxmlformats.org/officeDocument/2006/relationships/customXml" Target="../ink/ink660.xml"/><Relationship Id="rId2" Type="http://schemas.openxmlformats.org/officeDocument/2006/relationships/customXml" Target="../ink/ink508.xml"/><Relationship Id="rId29" Type="http://schemas.openxmlformats.org/officeDocument/2006/relationships/image" Target="../media/image488.png"/><Relationship Id="rId255" Type="http://schemas.openxmlformats.org/officeDocument/2006/relationships/image" Target="../media/image565.png"/><Relationship Id="rId276" Type="http://schemas.openxmlformats.org/officeDocument/2006/relationships/customXml" Target="../ink/ink682.xml"/><Relationship Id="rId297" Type="http://schemas.openxmlformats.org/officeDocument/2006/relationships/image" Target="../media/image585.png"/><Relationship Id="rId40" Type="http://schemas.openxmlformats.org/officeDocument/2006/relationships/customXml" Target="../ink/ink527.xml"/><Relationship Id="rId115" Type="http://schemas.openxmlformats.org/officeDocument/2006/relationships/customXml" Target="../ink/ink594.xml"/><Relationship Id="rId136" Type="http://schemas.openxmlformats.org/officeDocument/2006/relationships/customXml" Target="../ink/ink611.xml"/><Relationship Id="rId157" Type="http://schemas.openxmlformats.org/officeDocument/2006/relationships/image" Target="../media/image516.png"/><Relationship Id="rId178" Type="http://schemas.openxmlformats.org/officeDocument/2006/relationships/customXml" Target="../ink/ink632.xml"/><Relationship Id="rId301" Type="http://schemas.openxmlformats.org/officeDocument/2006/relationships/image" Target="../media/image587.png"/><Relationship Id="rId322" Type="http://schemas.openxmlformats.org/officeDocument/2006/relationships/customXml" Target="../ink/ink705.xml"/><Relationship Id="rId343" Type="http://schemas.openxmlformats.org/officeDocument/2006/relationships/image" Target="../media/image608.png"/><Relationship Id="rId364" Type="http://schemas.openxmlformats.org/officeDocument/2006/relationships/customXml" Target="../ink/ink734.xml"/><Relationship Id="rId61" Type="http://schemas.openxmlformats.org/officeDocument/2006/relationships/customXml" Target="../ink/ink540.xml"/><Relationship Id="rId82" Type="http://schemas.openxmlformats.org/officeDocument/2006/relationships/customXml" Target="../ink/ink561.xml"/><Relationship Id="rId199" Type="http://schemas.openxmlformats.org/officeDocument/2006/relationships/image" Target="../media/image537.png"/><Relationship Id="rId203" Type="http://schemas.openxmlformats.org/officeDocument/2006/relationships/image" Target="../media/image539.png"/><Relationship Id="rId19" Type="http://schemas.openxmlformats.org/officeDocument/2006/relationships/image" Target="../media/image483.png"/><Relationship Id="rId224" Type="http://schemas.openxmlformats.org/officeDocument/2006/relationships/customXml" Target="../ink/ink655.xml"/><Relationship Id="rId245" Type="http://schemas.openxmlformats.org/officeDocument/2006/relationships/image" Target="../media/image560.png"/><Relationship Id="rId266" Type="http://schemas.openxmlformats.org/officeDocument/2006/relationships/customXml" Target="../ink/ink677.xml"/><Relationship Id="rId287" Type="http://schemas.openxmlformats.org/officeDocument/2006/relationships/image" Target="../media/image580.png"/><Relationship Id="rId30" Type="http://schemas.openxmlformats.org/officeDocument/2006/relationships/customXml" Target="../ink/ink522.xml"/><Relationship Id="rId105" Type="http://schemas.openxmlformats.org/officeDocument/2006/relationships/customXml" Target="../ink/ink584.xml"/><Relationship Id="rId126" Type="http://schemas.openxmlformats.org/officeDocument/2006/relationships/customXml" Target="../ink/ink605.xml"/><Relationship Id="rId147" Type="http://schemas.openxmlformats.org/officeDocument/2006/relationships/image" Target="../media/image511.png"/><Relationship Id="rId168" Type="http://schemas.openxmlformats.org/officeDocument/2006/relationships/customXml" Target="../ink/ink627.xml"/><Relationship Id="rId312" Type="http://schemas.openxmlformats.org/officeDocument/2006/relationships/customXml" Target="../ink/ink700.xml"/><Relationship Id="rId333" Type="http://schemas.openxmlformats.org/officeDocument/2006/relationships/image" Target="../media/image603.png"/><Relationship Id="rId354" Type="http://schemas.openxmlformats.org/officeDocument/2006/relationships/customXml" Target="../ink/ink724.xml"/><Relationship Id="rId51" Type="http://schemas.openxmlformats.org/officeDocument/2006/relationships/image" Target="../media/image499.png"/><Relationship Id="rId72" Type="http://schemas.openxmlformats.org/officeDocument/2006/relationships/customXml" Target="../ink/ink551.xml"/><Relationship Id="rId93" Type="http://schemas.openxmlformats.org/officeDocument/2006/relationships/customXml" Target="../ink/ink572.xml"/><Relationship Id="rId189" Type="http://schemas.openxmlformats.org/officeDocument/2006/relationships/image" Target="../media/image532.png"/><Relationship Id="rId3" Type="http://schemas.openxmlformats.org/officeDocument/2006/relationships/image" Target="../media/image475.png"/><Relationship Id="rId214" Type="http://schemas.openxmlformats.org/officeDocument/2006/relationships/customXml" Target="../ink/ink650.xml"/><Relationship Id="rId235" Type="http://schemas.openxmlformats.org/officeDocument/2006/relationships/image" Target="../media/image555.png"/><Relationship Id="rId256" Type="http://schemas.openxmlformats.org/officeDocument/2006/relationships/customXml" Target="../ink/ink671.xml"/><Relationship Id="rId277" Type="http://schemas.openxmlformats.org/officeDocument/2006/relationships/image" Target="../media/image575.png"/><Relationship Id="rId298" Type="http://schemas.openxmlformats.org/officeDocument/2006/relationships/customXml" Target="../ink/ink693.xml"/><Relationship Id="rId116" Type="http://schemas.openxmlformats.org/officeDocument/2006/relationships/customXml" Target="../ink/ink595.xml"/><Relationship Id="rId137" Type="http://schemas.openxmlformats.org/officeDocument/2006/relationships/image" Target="../media/image506.png"/><Relationship Id="rId158" Type="http://schemas.openxmlformats.org/officeDocument/2006/relationships/customXml" Target="../ink/ink622.xml"/><Relationship Id="rId302" Type="http://schemas.openxmlformats.org/officeDocument/2006/relationships/customXml" Target="../ink/ink695.xml"/><Relationship Id="rId323" Type="http://schemas.openxmlformats.org/officeDocument/2006/relationships/image" Target="../media/image598.png"/><Relationship Id="rId344" Type="http://schemas.openxmlformats.org/officeDocument/2006/relationships/customXml" Target="../ink/ink716.xml"/><Relationship Id="rId20" Type="http://schemas.openxmlformats.org/officeDocument/2006/relationships/customXml" Target="../ink/ink517.xml"/><Relationship Id="rId41" Type="http://schemas.openxmlformats.org/officeDocument/2006/relationships/image" Target="../media/image494.png"/><Relationship Id="rId62" Type="http://schemas.openxmlformats.org/officeDocument/2006/relationships/customXml" Target="../ink/ink541.xml"/><Relationship Id="rId83" Type="http://schemas.openxmlformats.org/officeDocument/2006/relationships/customXml" Target="../ink/ink562.xml"/><Relationship Id="rId179" Type="http://schemas.openxmlformats.org/officeDocument/2006/relationships/image" Target="../media/image527.png"/><Relationship Id="rId365" Type="http://schemas.openxmlformats.org/officeDocument/2006/relationships/image" Target="../media/image611.png"/><Relationship Id="rId190" Type="http://schemas.openxmlformats.org/officeDocument/2006/relationships/customXml" Target="../ink/ink638.xml"/><Relationship Id="rId204" Type="http://schemas.openxmlformats.org/officeDocument/2006/relationships/customXml" Target="../ink/ink645.xml"/><Relationship Id="rId225" Type="http://schemas.openxmlformats.org/officeDocument/2006/relationships/image" Target="../media/image550.png"/><Relationship Id="rId246" Type="http://schemas.openxmlformats.org/officeDocument/2006/relationships/customXml" Target="../ink/ink666.xml"/><Relationship Id="rId267" Type="http://schemas.openxmlformats.org/officeDocument/2006/relationships/image" Target="../media/image570.png"/><Relationship Id="rId288" Type="http://schemas.openxmlformats.org/officeDocument/2006/relationships/customXml" Target="../ink/ink688.xml"/><Relationship Id="rId106" Type="http://schemas.openxmlformats.org/officeDocument/2006/relationships/customXml" Target="../ink/ink585.xml"/><Relationship Id="rId127" Type="http://schemas.openxmlformats.org/officeDocument/2006/relationships/customXml" Target="../ink/ink606.xml"/><Relationship Id="rId313" Type="http://schemas.openxmlformats.org/officeDocument/2006/relationships/image" Target="../media/image593.png"/><Relationship Id="rId10" Type="http://schemas.openxmlformats.org/officeDocument/2006/relationships/customXml" Target="../ink/ink512.xml"/><Relationship Id="rId31" Type="http://schemas.openxmlformats.org/officeDocument/2006/relationships/image" Target="../media/image489.png"/><Relationship Id="rId52" Type="http://schemas.openxmlformats.org/officeDocument/2006/relationships/customXml" Target="../ink/ink533.xml"/><Relationship Id="rId73" Type="http://schemas.openxmlformats.org/officeDocument/2006/relationships/customXml" Target="../ink/ink552.xml"/><Relationship Id="rId94" Type="http://schemas.openxmlformats.org/officeDocument/2006/relationships/customXml" Target="../ink/ink573.xml"/><Relationship Id="rId148" Type="http://schemas.openxmlformats.org/officeDocument/2006/relationships/customXml" Target="../ink/ink617.xml"/><Relationship Id="rId169" Type="http://schemas.openxmlformats.org/officeDocument/2006/relationships/image" Target="../media/image522.png"/><Relationship Id="rId334" Type="http://schemas.openxmlformats.org/officeDocument/2006/relationships/customXml" Target="../ink/ink711.xml"/><Relationship Id="rId355" Type="http://schemas.openxmlformats.org/officeDocument/2006/relationships/customXml" Target="../ink/ink725.xml"/><Relationship Id="rId4" Type="http://schemas.openxmlformats.org/officeDocument/2006/relationships/customXml" Target="../ink/ink509.xml"/><Relationship Id="rId180" Type="http://schemas.openxmlformats.org/officeDocument/2006/relationships/customXml" Target="../ink/ink633.xml"/><Relationship Id="rId215" Type="http://schemas.openxmlformats.org/officeDocument/2006/relationships/image" Target="../media/image545.png"/><Relationship Id="rId236" Type="http://schemas.openxmlformats.org/officeDocument/2006/relationships/customXml" Target="../ink/ink661.xml"/><Relationship Id="rId257" Type="http://schemas.openxmlformats.org/officeDocument/2006/relationships/image" Target="../media/image566.png"/><Relationship Id="rId278" Type="http://schemas.openxmlformats.org/officeDocument/2006/relationships/customXml" Target="../ink/ink683.xml"/><Relationship Id="rId303" Type="http://schemas.openxmlformats.org/officeDocument/2006/relationships/image" Target="../media/image588.png"/><Relationship Id="rId42" Type="http://schemas.openxmlformats.org/officeDocument/2006/relationships/customXml" Target="../ink/ink528.xml"/><Relationship Id="rId84" Type="http://schemas.openxmlformats.org/officeDocument/2006/relationships/customXml" Target="../ink/ink563.xml"/><Relationship Id="rId138" Type="http://schemas.openxmlformats.org/officeDocument/2006/relationships/customXml" Target="../ink/ink612.xml"/><Relationship Id="rId345" Type="http://schemas.openxmlformats.org/officeDocument/2006/relationships/image" Target="../media/image609.png"/><Relationship Id="rId191" Type="http://schemas.openxmlformats.org/officeDocument/2006/relationships/image" Target="../media/image533.png"/><Relationship Id="rId205" Type="http://schemas.openxmlformats.org/officeDocument/2006/relationships/image" Target="../media/image540.png"/><Relationship Id="rId247" Type="http://schemas.openxmlformats.org/officeDocument/2006/relationships/image" Target="../media/image561.png"/><Relationship Id="rId107" Type="http://schemas.openxmlformats.org/officeDocument/2006/relationships/customXml" Target="../ink/ink586.xml"/><Relationship Id="rId289" Type="http://schemas.openxmlformats.org/officeDocument/2006/relationships/image" Target="../media/image581.png"/><Relationship Id="rId11" Type="http://schemas.openxmlformats.org/officeDocument/2006/relationships/image" Target="../media/image479.png"/><Relationship Id="rId53" Type="http://schemas.openxmlformats.org/officeDocument/2006/relationships/image" Target="../media/image500.png"/><Relationship Id="rId149" Type="http://schemas.openxmlformats.org/officeDocument/2006/relationships/image" Target="../media/image512.png"/><Relationship Id="rId314" Type="http://schemas.openxmlformats.org/officeDocument/2006/relationships/customXml" Target="../ink/ink701.xml"/><Relationship Id="rId356" Type="http://schemas.openxmlformats.org/officeDocument/2006/relationships/customXml" Target="../ink/ink726.xml"/><Relationship Id="rId95" Type="http://schemas.openxmlformats.org/officeDocument/2006/relationships/customXml" Target="../ink/ink574.xml"/><Relationship Id="rId160" Type="http://schemas.openxmlformats.org/officeDocument/2006/relationships/customXml" Target="../ink/ink623.xml"/><Relationship Id="rId216" Type="http://schemas.openxmlformats.org/officeDocument/2006/relationships/customXml" Target="../ink/ink651.xml"/><Relationship Id="rId258" Type="http://schemas.openxmlformats.org/officeDocument/2006/relationships/customXml" Target="../ink/ink672.xml"/><Relationship Id="rId22" Type="http://schemas.openxmlformats.org/officeDocument/2006/relationships/customXml" Target="../ink/ink518.xml"/><Relationship Id="rId64" Type="http://schemas.openxmlformats.org/officeDocument/2006/relationships/customXml" Target="../ink/ink543.xml"/><Relationship Id="rId118" Type="http://schemas.openxmlformats.org/officeDocument/2006/relationships/customXml" Target="../ink/ink597.xml"/><Relationship Id="rId325" Type="http://schemas.openxmlformats.org/officeDocument/2006/relationships/image" Target="../media/image599.png"/><Relationship Id="rId367" Type="http://schemas.openxmlformats.org/officeDocument/2006/relationships/image" Target="../media/image612.png"/><Relationship Id="rId171" Type="http://schemas.openxmlformats.org/officeDocument/2006/relationships/image" Target="../media/image523.png"/><Relationship Id="rId227" Type="http://schemas.openxmlformats.org/officeDocument/2006/relationships/image" Target="../media/image551.png"/><Relationship Id="rId269" Type="http://schemas.openxmlformats.org/officeDocument/2006/relationships/image" Target="../media/image571.png"/><Relationship Id="rId33" Type="http://schemas.openxmlformats.org/officeDocument/2006/relationships/image" Target="../media/image490.png"/><Relationship Id="rId129" Type="http://schemas.openxmlformats.org/officeDocument/2006/relationships/image" Target="../media/image502.png"/><Relationship Id="rId280" Type="http://schemas.openxmlformats.org/officeDocument/2006/relationships/customXml" Target="../ink/ink684.xml"/><Relationship Id="rId336" Type="http://schemas.openxmlformats.org/officeDocument/2006/relationships/customXml" Target="../ink/ink712.xml"/><Relationship Id="rId75" Type="http://schemas.openxmlformats.org/officeDocument/2006/relationships/customXml" Target="../ink/ink554.xml"/><Relationship Id="rId140" Type="http://schemas.openxmlformats.org/officeDocument/2006/relationships/customXml" Target="../ink/ink613.xml"/><Relationship Id="rId182" Type="http://schemas.openxmlformats.org/officeDocument/2006/relationships/customXml" Target="../ink/ink634.xml"/><Relationship Id="rId6" Type="http://schemas.openxmlformats.org/officeDocument/2006/relationships/customXml" Target="../ink/ink510.xml"/><Relationship Id="rId238" Type="http://schemas.openxmlformats.org/officeDocument/2006/relationships/customXml" Target="../ink/ink662.xml"/><Relationship Id="rId291" Type="http://schemas.openxmlformats.org/officeDocument/2006/relationships/image" Target="../media/image582.png"/><Relationship Id="rId305" Type="http://schemas.openxmlformats.org/officeDocument/2006/relationships/image" Target="../media/image589.png"/><Relationship Id="rId347" Type="http://schemas.openxmlformats.org/officeDocument/2006/relationships/image" Target="../media/image610.png"/><Relationship Id="rId44" Type="http://schemas.openxmlformats.org/officeDocument/2006/relationships/customXml" Target="../ink/ink529.xml"/><Relationship Id="rId86" Type="http://schemas.openxmlformats.org/officeDocument/2006/relationships/customXml" Target="../ink/ink565.xml"/><Relationship Id="rId151" Type="http://schemas.openxmlformats.org/officeDocument/2006/relationships/image" Target="../media/image513.png"/><Relationship Id="rId193" Type="http://schemas.openxmlformats.org/officeDocument/2006/relationships/image" Target="../media/image534.png"/><Relationship Id="rId207" Type="http://schemas.openxmlformats.org/officeDocument/2006/relationships/image" Target="../media/image541.png"/><Relationship Id="rId249" Type="http://schemas.openxmlformats.org/officeDocument/2006/relationships/image" Target="../media/image562.png"/><Relationship Id="rId13" Type="http://schemas.openxmlformats.org/officeDocument/2006/relationships/image" Target="../media/image480.png"/><Relationship Id="rId109" Type="http://schemas.openxmlformats.org/officeDocument/2006/relationships/customXml" Target="../ink/ink588.xml"/><Relationship Id="rId260" Type="http://schemas.openxmlformats.org/officeDocument/2006/relationships/customXml" Target="../ink/ink673.xml"/><Relationship Id="rId316" Type="http://schemas.openxmlformats.org/officeDocument/2006/relationships/customXml" Target="../ink/ink702.xml"/><Relationship Id="rId55" Type="http://schemas.openxmlformats.org/officeDocument/2006/relationships/image" Target="../media/image501.png"/><Relationship Id="rId97" Type="http://schemas.openxmlformats.org/officeDocument/2006/relationships/customXml" Target="../ink/ink576.xml"/><Relationship Id="rId120" Type="http://schemas.openxmlformats.org/officeDocument/2006/relationships/customXml" Target="../ink/ink599.xml"/><Relationship Id="rId358" Type="http://schemas.openxmlformats.org/officeDocument/2006/relationships/customXml" Target="../ink/ink728.xml"/><Relationship Id="rId162" Type="http://schemas.openxmlformats.org/officeDocument/2006/relationships/customXml" Target="../ink/ink624.xml"/><Relationship Id="rId218" Type="http://schemas.openxmlformats.org/officeDocument/2006/relationships/customXml" Target="../ink/ink652.xml"/><Relationship Id="rId271" Type="http://schemas.openxmlformats.org/officeDocument/2006/relationships/image" Target="../media/image572.png"/><Relationship Id="rId24" Type="http://schemas.openxmlformats.org/officeDocument/2006/relationships/customXml" Target="../ink/ink519.xml"/><Relationship Id="rId66" Type="http://schemas.openxmlformats.org/officeDocument/2006/relationships/customXml" Target="../ink/ink545.xml"/><Relationship Id="rId131" Type="http://schemas.openxmlformats.org/officeDocument/2006/relationships/image" Target="../media/image503.png"/><Relationship Id="rId327" Type="http://schemas.openxmlformats.org/officeDocument/2006/relationships/image" Target="../media/image600.png"/><Relationship Id="rId369" Type="http://schemas.openxmlformats.org/officeDocument/2006/relationships/image" Target="../media/image613.png"/><Relationship Id="rId173" Type="http://schemas.openxmlformats.org/officeDocument/2006/relationships/image" Target="../media/image524.png"/><Relationship Id="rId229" Type="http://schemas.openxmlformats.org/officeDocument/2006/relationships/image" Target="../media/image552.png"/><Relationship Id="rId240" Type="http://schemas.openxmlformats.org/officeDocument/2006/relationships/customXml" Target="../ink/ink663.xml"/><Relationship Id="rId35" Type="http://schemas.openxmlformats.org/officeDocument/2006/relationships/image" Target="../media/image491.png"/><Relationship Id="rId77" Type="http://schemas.openxmlformats.org/officeDocument/2006/relationships/customXml" Target="../ink/ink556.xml"/><Relationship Id="rId100" Type="http://schemas.openxmlformats.org/officeDocument/2006/relationships/customXml" Target="../ink/ink579.xml"/><Relationship Id="rId282" Type="http://schemas.openxmlformats.org/officeDocument/2006/relationships/customXml" Target="../ink/ink685.xml"/><Relationship Id="rId338" Type="http://schemas.openxmlformats.org/officeDocument/2006/relationships/customXml" Target="../ink/ink713.xml"/><Relationship Id="rId8" Type="http://schemas.openxmlformats.org/officeDocument/2006/relationships/customXml" Target="../ink/ink511.xml"/><Relationship Id="rId142" Type="http://schemas.openxmlformats.org/officeDocument/2006/relationships/customXml" Target="../ink/ink614.xml"/><Relationship Id="rId184" Type="http://schemas.openxmlformats.org/officeDocument/2006/relationships/customXml" Target="../ink/ink635.xml"/><Relationship Id="rId251" Type="http://schemas.openxmlformats.org/officeDocument/2006/relationships/image" Target="../media/image563.png"/><Relationship Id="rId46" Type="http://schemas.openxmlformats.org/officeDocument/2006/relationships/customXml" Target="../ink/ink530.xml"/><Relationship Id="rId293" Type="http://schemas.openxmlformats.org/officeDocument/2006/relationships/image" Target="../media/image583.png"/><Relationship Id="rId307" Type="http://schemas.openxmlformats.org/officeDocument/2006/relationships/image" Target="../media/image590.png"/><Relationship Id="rId349" Type="http://schemas.openxmlformats.org/officeDocument/2006/relationships/customXml" Target="../ink/ink719.xml"/><Relationship Id="rId88" Type="http://schemas.openxmlformats.org/officeDocument/2006/relationships/customXml" Target="../ink/ink567.xml"/><Relationship Id="rId111" Type="http://schemas.openxmlformats.org/officeDocument/2006/relationships/customXml" Target="../ink/ink590.xml"/><Relationship Id="rId153" Type="http://schemas.openxmlformats.org/officeDocument/2006/relationships/image" Target="../media/image514.png"/><Relationship Id="rId195" Type="http://schemas.openxmlformats.org/officeDocument/2006/relationships/image" Target="../media/image535.png"/><Relationship Id="rId209" Type="http://schemas.openxmlformats.org/officeDocument/2006/relationships/image" Target="../media/image542.png"/><Relationship Id="rId360" Type="http://schemas.openxmlformats.org/officeDocument/2006/relationships/customXml" Target="../ink/ink730.xml"/><Relationship Id="rId220" Type="http://schemas.openxmlformats.org/officeDocument/2006/relationships/customXml" Target="../ink/ink65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23.xml"/><Relationship Id="rId21" Type="http://schemas.openxmlformats.org/officeDocument/2006/relationships/image" Target="../media/image484.png"/><Relationship Id="rId63" Type="http://schemas.openxmlformats.org/officeDocument/2006/relationships/image" Target="../media/image497.png"/><Relationship Id="rId159" Type="http://schemas.openxmlformats.org/officeDocument/2006/relationships/image" Target="../media/image547.png"/><Relationship Id="rId170" Type="http://schemas.openxmlformats.org/officeDocument/2006/relationships/customXml" Target="../ink/ink866.xml"/><Relationship Id="rId226" Type="http://schemas.openxmlformats.org/officeDocument/2006/relationships/customXml" Target="../ink/ink894.xml"/><Relationship Id="rId268" Type="http://schemas.openxmlformats.org/officeDocument/2006/relationships/customXml" Target="../ink/ink915.xml"/><Relationship Id="rId32" Type="http://schemas.openxmlformats.org/officeDocument/2006/relationships/customXml" Target="../ink/ink752.xml"/><Relationship Id="rId74" Type="http://schemas.openxmlformats.org/officeDocument/2006/relationships/customXml" Target="../ink/ink781.xml"/><Relationship Id="rId128" Type="http://schemas.openxmlformats.org/officeDocument/2006/relationships/customXml" Target="../ink/ink834.xml"/><Relationship Id="rId5" Type="http://schemas.openxmlformats.org/officeDocument/2006/relationships/image" Target="../media/image476.png"/><Relationship Id="rId181" Type="http://schemas.openxmlformats.org/officeDocument/2006/relationships/image" Target="../media/image624.png"/><Relationship Id="rId237" Type="http://schemas.openxmlformats.org/officeDocument/2006/relationships/image" Target="../media/image652.png"/><Relationship Id="rId279" Type="http://schemas.openxmlformats.org/officeDocument/2006/relationships/image" Target="../media/image673.png"/><Relationship Id="rId43" Type="http://schemas.openxmlformats.org/officeDocument/2006/relationships/customXml" Target="../ink/ink762.xml"/><Relationship Id="rId139" Type="http://schemas.openxmlformats.org/officeDocument/2006/relationships/customXml" Target="../ink/ink845.xml"/><Relationship Id="rId85" Type="http://schemas.openxmlformats.org/officeDocument/2006/relationships/customXml" Target="../ink/ink791.xml"/><Relationship Id="rId150" Type="http://schemas.openxmlformats.org/officeDocument/2006/relationships/customXml" Target="../ink/ink856.xml"/><Relationship Id="rId171" Type="http://schemas.openxmlformats.org/officeDocument/2006/relationships/image" Target="../media/image619.png"/><Relationship Id="rId192" Type="http://schemas.openxmlformats.org/officeDocument/2006/relationships/customXml" Target="../ink/ink877.xml"/><Relationship Id="rId206" Type="http://schemas.openxmlformats.org/officeDocument/2006/relationships/customXml" Target="../ink/ink884.xml"/><Relationship Id="rId227" Type="http://schemas.openxmlformats.org/officeDocument/2006/relationships/image" Target="../media/image647.png"/><Relationship Id="rId248" Type="http://schemas.openxmlformats.org/officeDocument/2006/relationships/customXml" Target="../ink/ink905.xml"/><Relationship Id="rId269" Type="http://schemas.openxmlformats.org/officeDocument/2006/relationships/image" Target="../media/image668.png"/><Relationship Id="rId12" Type="http://schemas.openxmlformats.org/officeDocument/2006/relationships/customXml" Target="../ink/ink742.xml"/><Relationship Id="rId33" Type="http://schemas.openxmlformats.org/officeDocument/2006/relationships/image" Target="../media/image490.png"/><Relationship Id="rId108" Type="http://schemas.openxmlformats.org/officeDocument/2006/relationships/customXml" Target="../ink/ink814.xml"/><Relationship Id="rId129" Type="http://schemas.openxmlformats.org/officeDocument/2006/relationships/customXml" Target="../ink/ink835.xml"/><Relationship Id="rId280" Type="http://schemas.openxmlformats.org/officeDocument/2006/relationships/customXml" Target="../ink/ink921.xml"/><Relationship Id="rId54" Type="http://schemas.openxmlformats.org/officeDocument/2006/relationships/customXml" Target="../ink/ink771.xml"/><Relationship Id="rId75" Type="http://schemas.openxmlformats.org/officeDocument/2006/relationships/customXml" Target="../ink/ink782.xml"/><Relationship Id="rId96" Type="http://schemas.openxmlformats.org/officeDocument/2006/relationships/customXml" Target="../ink/ink802.xml"/><Relationship Id="rId140" Type="http://schemas.openxmlformats.org/officeDocument/2006/relationships/customXml" Target="../ink/ink846.xml"/><Relationship Id="rId161" Type="http://schemas.openxmlformats.org/officeDocument/2006/relationships/image" Target="../media/image614.png"/><Relationship Id="rId182" Type="http://schemas.openxmlformats.org/officeDocument/2006/relationships/customXml" Target="../ink/ink872.xml"/><Relationship Id="rId217" Type="http://schemas.openxmlformats.org/officeDocument/2006/relationships/image" Target="../media/image642.png"/><Relationship Id="rId6" Type="http://schemas.openxmlformats.org/officeDocument/2006/relationships/customXml" Target="../ink/ink739.xml"/><Relationship Id="rId238" Type="http://schemas.openxmlformats.org/officeDocument/2006/relationships/customXml" Target="../ink/ink900.xml"/><Relationship Id="rId259" Type="http://schemas.openxmlformats.org/officeDocument/2006/relationships/image" Target="../media/image663.png"/><Relationship Id="rId23" Type="http://schemas.openxmlformats.org/officeDocument/2006/relationships/image" Target="../media/image485.png"/><Relationship Id="rId119" Type="http://schemas.openxmlformats.org/officeDocument/2006/relationships/customXml" Target="../ink/ink825.xml"/><Relationship Id="rId270" Type="http://schemas.openxmlformats.org/officeDocument/2006/relationships/customXml" Target="../ink/ink916.xml"/><Relationship Id="rId44" Type="http://schemas.openxmlformats.org/officeDocument/2006/relationships/customXml" Target="../ink/ink763.xml"/><Relationship Id="rId65" Type="http://schemas.openxmlformats.org/officeDocument/2006/relationships/image" Target="../media/image568.png"/><Relationship Id="rId86" Type="http://schemas.openxmlformats.org/officeDocument/2006/relationships/customXml" Target="../ink/ink792.xml"/><Relationship Id="rId130" Type="http://schemas.openxmlformats.org/officeDocument/2006/relationships/customXml" Target="../ink/ink836.xml"/><Relationship Id="rId151" Type="http://schemas.openxmlformats.org/officeDocument/2006/relationships/image" Target="../media/image543.png"/><Relationship Id="rId172" Type="http://schemas.openxmlformats.org/officeDocument/2006/relationships/customXml" Target="../ink/ink867.xml"/><Relationship Id="rId193" Type="http://schemas.openxmlformats.org/officeDocument/2006/relationships/image" Target="../media/image630.png"/><Relationship Id="rId207" Type="http://schemas.openxmlformats.org/officeDocument/2006/relationships/image" Target="../media/image637.png"/><Relationship Id="rId228" Type="http://schemas.openxmlformats.org/officeDocument/2006/relationships/customXml" Target="../ink/ink895.xml"/><Relationship Id="rId249" Type="http://schemas.openxmlformats.org/officeDocument/2006/relationships/image" Target="../media/image658.png"/><Relationship Id="rId13" Type="http://schemas.openxmlformats.org/officeDocument/2006/relationships/image" Target="../media/image480.png"/><Relationship Id="rId109" Type="http://schemas.openxmlformats.org/officeDocument/2006/relationships/customXml" Target="../ink/ink815.xml"/><Relationship Id="rId260" Type="http://schemas.openxmlformats.org/officeDocument/2006/relationships/customXml" Target="../ink/ink911.xml"/><Relationship Id="rId281" Type="http://schemas.openxmlformats.org/officeDocument/2006/relationships/image" Target="../media/image674.png"/><Relationship Id="rId34" Type="http://schemas.openxmlformats.org/officeDocument/2006/relationships/customXml" Target="../ink/ink753.xml"/><Relationship Id="rId55" Type="http://schemas.openxmlformats.org/officeDocument/2006/relationships/image" Target="../media/image493.png"/><Relationship Id="rId76" Type="http://schemas.openxmlformats.org/officeDocument/2006/relationships/customXml" Target="../ink/ink783.xml"/><Relationship Id="rId97" Type="http://schemas.openxmlformats.org/officeDocument/2006/relationships/customXml" Target="../ink/ink803.xml"/><Relationship Id="rId120" Type="http://schemas.openxmlformats.org/officeDocument/2006/relationships/customXml" Target="../ink/ink826.xml"/><Relationship Id="rId141" Type="http://schemas.openxmlformats.org/officeDocument/2006/relationships/customXml" Target="../ink/ink847.xml"/><Relationship Id="rId7" Type="http://schemas.openxmlformats.org/officeDocument/2006/relationships/image" Target="../media/image477.png"/><Relationship Id="rId162" Type="http://schemas.openxmlformats.org/officeDocument/2006/relationships/customXml" Target="../ink/ink862.xml"/><Relationship Id="rId183" Type="http://schemas.openxmlformats.org/officeDocument/2006/relationships/image" Target="../media/image625.png"/><Relationship Id="rId218" Type="http://schemas.openxmlformats.org/officeDocument/2006/relationships/customXml" Target="../ink/ink890.xml"/><Relationship Id="rId239" Type="http://schemas.openxmlformats.org/officeDocument/2006/relationships/image" Target="../media/image653.png"/><Relationship Id="rId250" Type="http://schemas.openxmlformats.org/officeDocument/2006/relationships/customXml" Target="../ink/ink906.xml"/><Relationship Id="rId271" Type="http://schemas.openxmlformats.org/officeDocument/2006/relationships/image" Target="../media/image669.png"/><Relationship Id="rId24" Type="http://schemas.openxmlformats.org/officeDocument/2006/relationships/customXml" Target="../ink/ink748.xml"/><Relationship Id="rId45" Type="http://schemas.openxmlformats.org/officeDocument/2006/relationships/customXml" Target="../ink/ink764.xml"/><Relationship Id="rId66" Type="http://schemas.openxmlformats.org/officeDocument/2006/relationships/customXml" Target="../ink/ink777.xml"/><Relationship Id="rId87" Type="http://schemas.openxmlformats.org/officeDocument/2006/relationships/customXml" Target="../ink/ink793.xml"/><Relationship Id="rId110" Type="http://schemas.openxmlformats.org/officeDocument/2006/relationships/customXml" Target="../ink/ink816.xml"/><Relationship Id="rId131" Type="http://schemas.openxmlformats.org/officeDocument/2006/relationships/customXml" Target="../ink/ink837.xml"/><Relationship Id="rId152" Type="http://schemas.openxmlformats.org/officeDocument/2006/relationships/customXml" Target="../ink/ink857.xml"/><Relationship Id="rId173" Type="http://schemas.openxmlformats.org/officeDocument/2006/relationships/image" Target="../media/image620.png"/><Relationship Id="rId194" Type="http://schemas.openxmlformats.org/officeDocument/2006/relationships/customXml" Target="../ink/ink878.xml"/><Relationship Id="rId208" Type="http://schemas.openxmlformats.org/officeDocument/2006/relationships/customXml" Target="../ink/ink885.xml"/><Relationship Id="rId229" Type="http://schemas.openxmlformats.org/officeDocument/2006/relationships/image" Target="../media/image648.png"/><Relationship Id="rId240" Type="http://schemas.openxmlformats.org/officeDocument/2006/relationships/customXml" Target="../ink/ink901.xml"/><Relationship Id="rId261" Type="http://schemas.openxmlformats.org/officeDocument/2006/relationships/image" Target="../media/image664.png"/><Relationship Id="rId14" Type="http://schemas.openxmlformats.org/officeDocument/2006/relationships/customXml" Target="../ink/ink743.xml"/><Relationship Id="rId35" Type="http://schemas.openxmlformats.org/officeDocument/2006/relationships/customXml" Target="../ink/ink754.xml"/><Relationship Id="rId56" Type="http://schemas.openxmlformats.org/officeDocument/2006/relationships/customXml" Target="../ink/ink772.xml"/><Relationship Id="rId77" Type="http://schemas.openxmlformats.org/officeDocument/2006/relationships/image" Target="../media/image501.png"/><Relationship Id="rId100" Type="http://schemas.openxmlformats.org/officeDocument/2006/relationships/customXml" Target="../ink/ink806.xml"/><Relationship Id="rId282" Type="http://schemas.openxmlformats.org/officeDocument/2006/relationships/customXml" Target="../ink/ink922.xml"/><Relationship Id="rId8" Type="http://schemas.openxmlformats.org/officeDocument/2006/relationships/customXml" Target="../ink/ink740.xml"/><Relationship Id="rId98" Type="http://schemas.openxmlformats.org/officeDocument/2006/relationships/customXml" Target="../ink/ink804.xml"/><Relationship Id="rId121" Type="http://schemas.openxmlformats.org/officeDocument/2006/relationships/customXml" Target="../ink/ink827.xml"/><Relationship Id="rId142" Type="http://schemas.openxmlformats.org/officeDocument/2006/relationships/customXml" Target="../ink/ink848.xml"/><Relationship Id="rId163" Type="http://schemas.openxmlformats.org/officeDocument/2006/relationships/image" Target="../media/image615.png"/><Relationship Id="rId184" Type="http://schemas.openxmlformats.org/officeDocument/2006/relationships/customXml" Target="../ink/ink873.xml"/><Relationship Id="rId219" Type="http://schemas.openxmlformats.org/officeDocument/2006/relationships/image" Target="../media/image643.png"/><Relationship Id="rId230" Type="http://schemas.openxmlformats.org/officeDocument/2006/relationships/customXml" Target="../ink/ink896.xml"/><Relationship Id="rId251" Type="http://schemas.openxmlformats.org/officeDocument/2006/relationships/image" Target="../media/image659.png"/><Relationship Id="rId25" Type="http://schemas.openxmlformats.org/officeDocument/2006/relationships/image" Target="../media/image486.png"/><Relationship Id="rId46" Type="http://schemas.openxmlformats.org/officeDocument/2006/relationships/customXml" Target="../ink/ink765.xml"/><Relationship Id="rId67" Type="http://schemas.openxmlformats.org/officeDocument/2006/relationships/image" Target="../media/image499.png"/><Relationship Id="rId272" Type="http://schemas.openxmlformats.org/officeDocument/2006/relationships/customXml" Target="../ink/ink917.xml"/><Relationship Id="rId88" Type="http://schemas.openxmlformats.org/officeDocument/2006/relationships/customXml" Target="../ink/ink794.xml"/><Relationship Id="rId111" Type="http://schemas.openxmlformats.org/officeDocument/2006/relationships/customXml" Target="../ink/ink817.xml"/><Relationship Id="rId132" Type="http://schemas.openxmlformats.org/officeDocument/2006/relationships/customXml" Target="../ink/ink838.xml"/><Relationship Id="rId153" Type="http://schemas.openxmlformats.org/officeDocument/2006/relationships/image" Target="../media/image544.png"/><Relationship Id="rId174" Type="http://schemas.openxmlformats.org/officeDocument/2006/relationships/customXml" Target="../ink/ink868.xml"/><Relationship Id="rId195" Type="http://schemas.openxmlformats.org/officeDocument/2006/relationships/image" Target="../media/image631.png"/><Relationship Id="rId209" Type="http://schemas.openxmlformats.org/officeDocument/2006/relationships/image" Target="../media/image638.png"/><Relationship Id="rId220" Type="http://schemas.openxmlformats.org/officeDocument/2006/relationships/customXml" Target="../ink/ink891.xml"/><Relationship Id="rId241" Type="http://schemas.openxmlformats.org/officeDocument/2006/relationships/image" Target="../media/image654.png"/><Relationship Id="rId15" Type="http://schemas.openxmlformats.org/officeDocument/2006/relationships/image" Target="../media/image481.png"/><Relationship Id="rId36" Type="http://schemas.openxmlformats.org/officeDocument/2006/relationships/customXml" Target="../ink/ink755.xml"/><Relationship Id="rId57" Type="http://schemas.openxmlformats.org/officeDocument/2006/relationships/image" Target="../media/image494.png"/><Relationship Id="rId262" Type="http://schemas.openxmlformats.org/officeDocument/2006/relationships/customXml" Target="../ink/ink912.xml"/><Relationship Id="rId283" Type="http://schemas.openxmlformats.org/officeDocument/2006/relationships/image" Target="../media/image675.png"/><Relationship Id="rId78" Type="http://schemas.openxmlformats.org/officeDocument/2006/relationships/customXml" Target="../ink/ink784.xml"/><Relationship Id="rId99" Type="http://schemas.openxmlformats.org/officeDocument/2006/relationships/customXml" Target="../ink/ink805.xml"/><Relationship Id="rId101" Type="http://schemas.openxmlformats.org/officeDocument/2006/relationships/customXml" Target="../ink/ink807.xml"/><Relationship Id="rId122" Type="http://schemas.openxmlformats.org/officeDocument/2006/relationships/customXml" Target="../ink/ink828.xml"/><Relationship Id="rId143" Type="http://schemas.openxmlformats.org/officeDocument/2006/relationships/customXml" Target="../ink/ink849.xml"/><Relationship Id="rId164" Type="http://schemas.openxmlformats.org/officeDocument/2006/relationships/customXml" Target="../ink/ink863.xml"/><Relationship Id="rId185" Type="http://schemas.openxmlformats.org/officeDocument/2006/relationships/image" Target="../media/image626.png"/><Relationship Id="rId9" Type="http://schemas.openxmlformats.org/officeDocument/2006/relationships/image" Target="../media/image478.png"/><Relationship Id="rId210" Type="http://schemas.openxmlformats.org/officeDocument/2006/relationships/customXml" Target="../ink/ink886.xml"/><Relationship Id="rId26" Type="http://schemas.openxmlformats.org/officeDocument/2006/relationships/customXml" Target="../ink/ink749.xml"/><Relationship Id="rId231" Type="http://schemas.openxmlformats.org/officeDocument/2006/relationships/image" Target="../media/image649.png"/><Relationship Id="rId252" Type="http://schemas.openxmlformats.org/officeDocument/2006/relationships/customXml" Target="../ink/ink907.xml"/><Relationship Id="rId273" Type="http://schemas.openxmlformats.org/officeDocument/2006/relationships/image" Target="../media/image670.png"/><Relationship Id="rId47" Type="http://schemas.openxmlformats.org/officeDocument/2006/relationships/customXml" Target="../ink/ink766.xml"/><Relationship Id="rId68" Type="http://schemas.openxmlformats.org/officeDocument/2006/relationships/customXml" Target="../ink/ink778.xml"/><Relationship Id="rId89" Type="http://schemas.openxmlformats.org/officeDocument/2006/relationships/customXml" Target="../ink/ink795.xml"/><Relationship Id="rId112" Type="http://schemas.openxmlformats.org/officeDocument/2006/relationships/customXml" Target="../ink/ink818.xml"/><Relationship Id="rId133" Type="http://schemas.openxmlformats.org/officeDocument/2006/relationships/customXml" Target="../ink/ink839.xml"/><Relationship Id="rId154" Type="http://schemas.openxmlformats.org/officeDocument/2006/relationships/customXml" Target="../ink/ink858.xml"/><Relationship Id="rId175" Type="http://schemas.openxmlformats.org/officeDocument/2006/relationships/image" Target="../media/image621.png"/><Relationship Id="rId196" Type="http://schemas.openxmlformats.org/officeDocument/2006/relationships/customXml" Target="../ink/ink879.xml"/><Relationship Id="rId200" Type="http://schemas.openxmlformats.org/officeDocument/2006/relationships/customXml" Target="../ink/ink881.xml"/><Relationship Id="rId16" Type="http://schemas.openxmlformats.org/officeDocument/2006/relationships/customXml" Target="../ink/ink744.xml"/><Relationship Id="rId221" Type="http://schemas.openxmlformats.org/officeDocument/2006/relationships/image" Target="../media/image644.png"/><Relationship Id="rId242" Type="http://schemas.openxmlformats.org/officeDocument/2006/relationships/customXml" Target="../ink/ink902.xml"/><Relationship Id="rId263" Type="http://schemas.openxmlformats.org/officeDocument/2006/relationships/image" Target="../media/image665.png"/><Relationship Id="rId284" Type="http://schemas.openxmlformats.org/officeDocument/2006/relationships/customXml" Target="../ink/ink923.xml"/><Relationship Id="rId37" Type="http://schemas.openxmlformats.org/officeDocument/2006/relationships/customXml" Target="../ink/ink756.xml"/><Relationship Id="rId58" Type="http://schemas.openxmlformats.org/officeDocument/2006/relationships/customXml" Target="../ink/ink773.xml"/><Relationship Id="rId79" Type="http://schemas.openxmlformats.org/officeDocument/2006/relationships/customXml" Target="../ink/ink785.xml"/><Relationship Id="rId102" Type="http://schemas.openxmlformats.org/officeDocument/2006/relationships/customXml" Target="../ink/ink808.xml"/><Relationship Id="rId123" Type="http://schemas.openxmlformats.org/officeDocument/2006/relationships/customXml" Target="../ink/ink829.xml"/><Relationship Id="rId144" Type="http://schemas.openxmlformats.org/officeDocument/2006/relationships/customXml" Target="../ink/ink850.xml"/><Relationship Id="rId90" Type="http://schemas.openxmlformats.org/officeDocument/2006/relationships/customXml" Target="../ink/ink796.xml"/><Relationship Id="rId165" Type="http://schemas.openxmlformats.org/officeDocument/2006/relationships/image" Target="../media/image616.png"/><Relationship Id="rId186" Type="http://schemas.openxmlformats.org/officeDocument/2006/relationships/customXml" Target="../ink/ink874.xml"/><Relationship Id="rId211" Type="http://schemas.openxmlformats.org/officeDocument/2006/relationships/image" Target="../media/image639.png"/><Relationship Id="rId232" Type="http://schemas.openxmlformats.org/officeDocument/2006/relationships/customXml" Target="../ink/ink897.xml"/><Relationship Id="rId253" Type="http://schemas.openxmlformats.org/officeDocument/2006/relationships/image" Target="../media/image660.png"/><Relationship Id="rId274" Type="http://schemas.openxmlformats.org/officeDocument/2006/relationships/customXml" Target="../ink/ink918.xml"/><Relationship Id="rId27" Type="http://schemas.openxmlformats.org/officeDocument/2006/relationships/image" Target="../media/image487.png"/><Relationship Id="rId48" Type="http://schemas.openxmlformats.org/officeDocument/2006/relationships/customXml" Target="../ink/ink767.xml"/><Relationship Id="rId69" Type="http://schemas.openxmlformats.org/officeDocument/2006/relationships/image" Target="../media/image500.png"/><Relationship Id="rId113" Type="http://schemas.openxmlformats.org/officeDocument/2006/relationships/customXml" Target="../ink/ink819.xml"/><Relationship Id="rId134" Type="http://schemas.openxmlformats.org/officeDocument/2006/relationships/customXml" Target="../ink/ink840.xml"/><Relationship Id="rId80" Type="http://schemas.openxmlformats.org/officeDocument/2006/relationships/customXml" Target="../ink/ink786.xml"/><Relationship Id="rId155" Type="http://schemas.openxmlformats.org/officeDocument/2006/relationships/image" Target="../media/image604.png"/><Relationship Id="rId176" Type="http://schemas.openxmlformats.org/officeDocument/2006/relationships/customXml" Target="../ink/ink869.xml"/><Relationship Id="rId197" Type="http://schemas.openxmlformats.org/officeDocument/2006/relationships/image" Target="../media/image632.png"/><Relationship Id="rId201" Type="http://schemas.openxmlformats.org/officeDocument/2006/relationships/image" Target="../media/image634.png"/><Relationship Id="rId222" Type="http://schemas.openxmlformats.org/officeDocument/2006/relationships/customXml" Target="../ink/ink892.xml"/><Relationship Id="rId243" Type="http://schemas.openxmlformats.org/officeDocument/2006/relationships/image" Target="../media/image655.png"/><Relationship Id="rId264" Type="http://schemas.openxmlformats.org/officeDocument/2006/relationships/customXml" Target="../ink/ink913.xml"/><Relationship Id="rId285" Type="http://schemas.openxmlformats.org/officeDocument/2006/relationships/image" Target="../media/image676.png"/><Relationship Id="rId17" Type="http://schemas.openxmlformats.org/officeDocument/2006/relationships/image" Target="../media/image482.png"/><Relationship Id="rId38" Type="http://schemas.openxmlformats.org/officeDocument/2006/relationships/customXml" Target="../ink/ink757.xml"/><Relationship Id="rId59" Type="http://schemas.openxmlformats.org/officeDocument/2006/relationships/image" Target="../media/image495.png"/><Relationship Id="rId103" Type="http://schemas.openxmlformats.org/officeDocument/2006/relationships/customXml" Target="../ink/ink809.xml"/><Relationship Id="rId124" Type="http://schemas.openxmlformats.org/officeDocument/2006/relationships/customXml" Target="../ink/ink830.xml"/><Relationship Id="rId70" Type="http://schemas.openxmlformats.org/officeDocument/2006/relationships/customXml" Target="../ink/ink779.xml"/><Relationship Id="rId91" Type="http://schemas.openxmlformats.org/officeDocument/2006/relationships/customXml" Target="../ink/ink797.xml"/><Relationship Id="rId145" Type="http://schemas.openxmlformats.org/officeDocument/2006/relationships/customXml" Target="../ink/ink851.xml"/><Relationship Id="rId166" Type="http://schemas.openxmlformats.org/officeDocument/2006/relationships/customXml" Target="../ink/ink864.xml"/><Relationship Id="rId187" Type="http://schemas.openxmlformats.org/officeDocument/2006/relationships/image" Target="../media/image62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87.xml"/><Relationship Id="rId233" Type="http://schemas.openxmlformats.org/officeDocument/2006/relationships/image" Target="../media/image650.png"/><Relationship Id="rId254" Type="http://schemas.openxmlformats.org/officeDocument/2006/relationships/customXml" Target="../ink/ink908.xml"/><Relationship Id="rId28" Type="http://schemas.openxmlformats.org/officeDocument/2006/relationships/customXml" Target="../ink/ink750.xml"/><Relationship Id="rId49" Type="http://schemas.openxmlformats.org/officeDocument/2006/relationships/customXml" Target="../ink/ink768.xml"/><Relationship Id="rId114" Type="http://schemas.openxmlformats.org/officeDocument/2006/relationships/customXml" Target="../ink/ink820.xml"/><Relationship Id="rId275" Type="http://schemas.openxmlformats.org/officeDocument/2006/relationships/image" Target="../media/image671.png"/><Relationship Id="rId60" Type="http://schemas.openxmlformats.org/officeDocument/2006/relationships/customXml" Target="../ink/ink774.xml"/><Relationship Id="rId81" Type="http://schemas.openxmlformats.org/officeDocument/2006/relationships/customXml" Target="../ink/ink787.xml"/><Relationship Id="rId135" Type="http://schemas.openxmlformats.org/officeDocument/2006/relationships/customXml" Target="../ink/ink841.xml"/><Relationship Id="rId156" Type="http://schemas.openxmlformats.org/officeDocument/2006/relationships/customXml" Target="../ink/ink859.xml"/><Relationship Id="rId177" Type="http://schemas.openxmlformats.org/officeDocument/2006/relationships/image" Target="../media/image622.png"/><Relationship Id="rId198" Type="http://schemas.openxmlformats.org/officeDocument/2006/relationships/customXml" Target="../ink/ink880.xml"/><Relationship Id="rId202" Type="http://schemas.openxmlformats.org/officeDocument/2006/relationships/customXml" Target="../ink/ink882.xml"/><Relationship Id="rId223" Type="http://schemas.openxmlformats.org/officeDocument/2006/relationships/image" Target="../media/image645.png"/><Relationship Id="rId244" Type="http://schemas.openxmlformats.org/officeDocument/2006/relationships/customXml" Target="../ink/ink903.xml"/><Relationship Id="rId18" Type="http://schemas.openxmlformats.org/officeDocument/2006/relationships/customXml" Target="../ink/ink745.xml"/><Relationship Id="rId39" Type="http://schemas.openxmlformats.org/officeDocument/2006/relationships/customXml" Target="../ink/ink758.xml"/><Relationship Id="rId265" Type="http://schemas.openxmlformats.org/officeDocument/2006/relationships/image" Target="../media/image666.png"/><Relationship Id="rId50" Type="http://schemas.openxmlformats.org/officeDocument/2006/relationships/customXml" Target="../ink/ink769.xml"/><Relationship Id="rId104" Type="http://schemas.openxmlformats.org/officeDocument/2006/relationships/customXml" Target="../ink/ink810.xml"/><Relationship Id="rId125" Type="http://schemas.openxmlformats.org/officeDocument/2006/relationships/customXml" Target="../ink/ink831.xml"/><Relationship Id="rId146" Type="http://schemas.openxmlformats.org/officeDocument/2006/relationships/customXml" Target="../ink/ink852.xml"/><Relationship Id="rId167" Type="http://schemas.openxmlformats.org/officeDocument/2006/relationships/image" Target="../media/image617.png"/><Relationship Id="rId188" Type="http://schemas.openxmlformats.org/officeDocument/2006/relationships/customXml" Target="../ink/ink875.xml"/><Relationship Id="rId71" Type="http://schemas.openxmlformats.org/officeDocument/2006/relationships/image" Target="../media/image569.png"/><Relationship Id="rId92" Type="http://schemas.openxmlformats.org/officeDocument/2006/relationships/customXml" Target="../ink/ink798.xml"/><Relationship Id="rId213" Type="http://schemas.openxmlformats.org/officeDocument/2006/relationships/image" Target="../media/image640.png"/><Relationship Id="rId234" Type="http://schemas.openxmlformats.org/officeDocument/2006/relationships/customXml" Target="../ink/ink898.xml"/><Relationship Id="rId2" Type="http://schemas.openxmlformats.org/officeDocument/2006/relationships/customXml" Target="../ink/ink737.xml"/><Relationship Id="rId29" Type="http://schemas.openxmlformats.org/officeDocument/2006/relationships/image" Target="../media/image488.png"/><Relationship Id="rId255" Type="http://schemas.openxmlformats.org/officeDocument/2006/relationships/image" Target="../media/image661.png"/><Relationship Id="rId276" Type="http://schemas.openxmlformats.org/officeDocument/2006/relationships/customXml" Target="../ink/ink919.xml"/><Relationship Id="rId40" Type="http://schemas.openxmlformats.org/officeDocument/2006/relationships/customXml" Target="../ink/ink759.xml"/><Relationship Id="rId115" Type="http://schemas.openxmlformats.org/officeDocument/2006/relationships/customXml" Target="../ink/ink821.xml"/><Relationship Id="rId136" Type="http://schemas.openxmlformats.org/officeDocument/2006/relationships/customXml" Target="../ink/ink842.xml"/><Relationship Id="rId157" Type="http://schemas.openxmlformats.org/officeDocument/2006/relationships/image" Target="../media/image605.png"/><Relationship Id="rId178" Type="http://schemas.openxmlformats.org/officeDocument/2006/relationships/customXml" Target="../ink/ink870.xml"/><Relationship Id="rId61" Type="http://schemas.openxmlformats.org/officeDocument/2006/relationships/image" Target="../media/image496.png"/><Relationship Id="rId82" Type="http://schemas.openxmlformats.org/officeDocument/2006/relationships/customXml" Target="../ink/ink788.xml"/><Relationship Id="rId199" Type="http://schemas.openxmlformats.org/officeDocument/2006/relationships/image" Target="../media/image633.png"/><Relationship Id="rId203" Type="http://schemas.openxmlformats.org/officeDocument/2006/relationships/image" Target="../media/image635.png"/><Relationship Id="rId19" Type="http://schemas.openxmlformats.org/officeDocument/2006/relationships/image" Target="../media/image483.png"/><Relationship Id="rId224" Type="http://schemas.openxmlformats.org/officeDocument/2006/relationships/customXml" Target="../ink/ink893.xml"/><Relationship Id="rId245" Type="http://schemas.openxmlformats.org/officeDocument/2006/relationships/image" Target="../media/image656.png"/><Relationship Id="rId266" Type="http://schemas.openxmlformats.org/officeDocument/2006/relationships/customXml" Target="../ink/ink914.xml"/><Relationship Id="rId30" Type="http://schemas.openxmlformats.org/officeDocument/2006/relationships/customXml" Target="../ink/ink751.xml"/><Relationship Id="rId105" Type="http://schemas.openxmlformats.org/officeDocument/2006/relationships/customXml" Target="../ink/ink811.xml"/><Relationship Id="rId126" Type="http://schemas.openxmlformats.org/officeDocument/2006/relationships/customXml" Target="../ink/ink832.xml"/><Relationship Id="rId147" Type="http://schemas.openxmlformats.org/officeDocument/2006/relationships/customXml" Target="../ink/ink853.xml"/><Relationship Id="rId168" Type="http://schemas.openxmlformats.org/officeDocument/2006/relationships/customXml" Target="../ink/ink865.xml"/><Relationship Id="rId51" Type="http://schemas.openxmlformats.org/officeDocument/2006/relationships/image" Target="../media/image491.png"/><Relationship Id="rId72" Type="http://schemas.openxmlformats.org/officeDocument/2006/relationships/customXml" Target="../ink/ink780.xml"/><Relationship Id="rId93" Type="http://schemas.openxmlformats.org/officeDocument/2006/relationships/customXml" Target="../ink/ink799.xml"/><Relationship Id="rId189" Type="http://schemas.openxmlformats.org/officeDocument/2006/relationships/image" Target="../media/image628.png"/><Relationship Id="rId3" Type="http://schemas.openxmlformats.org/officeDocument/2006/relationships/image" Target="../media/image475.png"/><Relationship Id="rId214" Type="http://schemas.openxmlformats.org/officeDocument/2006/relationships/customXml" Target="../ink/ink888.xml"/><Relationship Id="rId235" Type="http://schemas.openxmlformats.org/officeDocument/2006/relationships/image" Target="../media/image651.png"/><Relationship Id="rId256" Type="http://schemas.openxmlformats.org/officeDocument/2006/relationships/customXml" Target="../ink/ink909.xml"/><Relationship Id="rId277" Type="http://schemas.openxmlformats.org/officeDocument/2006/relationships/image" Target="../media/image672.png"/><Relationship Id="rId116" Type="http://schemas.openxmlformats.org/officeDocument/2006/relationships/customXml" Target="../ink/ink822.xml"/><Relationship Id="rId137" Type="http://schemas.openxmlformats.org/officeDocument/2006/relationships/customXml" Target="../ink/ink843.xml"/><Relationship Id="rId158" Type="http://schemas.openxmlformats.org/officeDocument/2006/relationships/customXml" Target="../ink/ink860.xml"/><Relationship Id="rId20" Type="http://schemas.openxmlformats.org/officeDocument/2006/relationships/customXml" Target="../ink/ink746.xml"/><Relationship Id="rId41" Type="http://schemas.openxmlformats.org/officeDocument/2006/relationships/customXml" Target="../ink/ink760.xml"/><Relationship Id="rId62" Type="http://schemas.openxmlformats.org/officeDocument/2006/relationships/customXml" Target="../ink/ink775.xml"/><Relationship Id="rId83" Type="http://schemas.openxmlformats.org/officeDocument/2006/relationships/customXml" Target="../ink/ink789.xml"/><Relationship Id="rId179" Type="http://schemas.openxmlformats.org/officeDocument/2006/relationships/image" Target="../media/image623.png"/><Relationship Id="rId190" Type="http://schemas.openxmlformats.org/officeDocument/2006/relationships/customXml" Target="../ink/ink876.xml"/><Relationship Id="rId204" Type="http://schemas.openxmlformats.org/officeDocument/2006/relationships/customXml" Target="../ink/ink883.xml"/><Relationship Id="rId225" Type="http://schemas.openxmlformats.org/officeDocument/2006/relationships/image" Target="../media/image646.png"/><Relationship Id="rId246" Type="http://schemas.openxmlformats.org/officeDocument/2006/relationships/customXml" Target="../ink/ink904.xml"/><Relationship Id="rId267" Type="http://schemas.openxmlformats.org/officeDocument/2006/relationships/image" Target="../media/image667.png"/><Relationship Id="rId106" Type="http://schemas.openxmlformats.org/officeDocument/2006/relationships/customXml" Target="../ink/ink812.xml"/><Relationship Id="rId127" Type="http://schemas.openxmlformats.org/officeDocument/2006/relationships/customXml" Target="../ink/ink833.xml"/><Relationship Id="rId10" Type="http://schemas.openxmlformats.org/officeDocument/2006/relationships/customXml" Target="../ink/ink741.xml"/><Relationship Id="rId31" Type="http://schemas.openxmlformats.org/officeDocument/2006/relationships/image" Target="../media/image489.png"/><Relationship Id="rId52" Type="http://schemas.openxmlformats.org/officeDocument/2006/relationships/customXml" Target="../ink/ink770.xml"/><Relationship Id="rId73" Type="http://schemas.openxmlformats.org/officeDocument/2006/relationships/image" Target="../media/image498.png"/><Relationship Id="rId94" Type="http://schemas.openxmlformats.org/officeDocument/2006/relationships/customXml" Target="../ink/ink800.xml"/><Relationship Id="rId148" Type="http://schemas.openxmlformats.org/officeDocument/2006/relationships/customXml" Target="../ink/ink854.xml"/><Relationship Id="rId169" Type="http://schemas.openxmlformats.org/officeDocument/2006/relationships/image" Target="../media/image618.png"/><Relationship Id="rId4" Type="http://schemas.openxmlformats.org/officeDocument/2006/relationships/customXml" Target="../ink/ink738.xml"/><Relationship Id="rId180" Type="http://schemas.openxmlformats.org/officeDocument/2006/relationships/customXml" Target="../ink/ink871.xml"/><Relationship Id="rId215" Type="http://schemas.openxmlformats.org/officeDocument/2006/relationships/image" Target="../media/image641.png"/><Relationship Id="rId236" Type="http://schemas.openxmlformats.org/officeDocument/2006/relationships/customXml" Target="../ink/ink899.xml"/><Relationship Id="rId257" Type="http://schemas.openxmlformats.org/officeDocument/2006/relationships/image" Target="../media/image662.png"/><Relationship Id="rId278" Type="http://schemas.openxmlformats.org/officeDocument/2006/relationships/customXml" Target="../ink/ink920.xml"/><Relationship Id="rId42" Type="http://schemas.openxmlformats.org/officeDocument/2006/relationships/customXml" Target="../ink/ink761.xml"/><Relationship Id="rId84" Type="http://schemas.openxmlformats.org/officeDocument/2006/relationships/customXml" Target="../ink/ink790.xml"/><Relationship Id="rId138" Type="http://schemas.openxmlformats.org/officeDocument/2006/relationships/customXml" Target="../ink/ink844.xml"/><Relationship Id="rId191" Type="http://schemas.openxmlformats.org/officeDocument/2006/relationships/image" Target="../media/image629.png"/><Relationship Id="rId205" Type="http://schemas.openxmlformats.org/officeDocument/2006/relationships/image" Target="../media/image636.png"/><Relationship Id="rId247" Type="http://schemas.openxmlformats.org/officeDocument/2006/relationships/image" Target="../media/image657.png"/><Relationship Id="rId107" Type="http://schemas.openxmlformats.org/officeDocument/2006/relationships/customXml" Target="../ink/ink813.xml"/><Relationship Id="rId11" Type="http://schemas.openxmlformats.org/officeDocument/2006/relationships/image" Target="../media/image479.png"/><Relationship Id="rId53" Type="http://schemas.openxmlformats.org/officeDocument/2006/relationships/image" Target="../media/image492.png"/><Relationship Id="rId149" Type="http://schemas.openxmlformats.org/officeDocument/2006/relationships/customXml" Target="../ink/ink855.xml"/><Relationship Id="rId95" Type="http://schemas.openxmlformats.org/officeDocument/2006/relationships/customXml" Target="../ink/ink801.xml"/><Relationship Id="rId160" Type="http://schemas.openxmlformats.org/officeDocument/2006/relationships/customXml" Target="../ink/ink861.xml"/><Relationship Id="rId216" Type="http://schemas.openxmlformats.org/officeDocument/2006/relationships/customXml" Target="../ink/ink889.xml"/><Relationship Id="rId258" Type="http://schemas.openxmlformats.org/officeDocument/2006/relationships/customXml" Target="../ink/ink910.xml"/><Relationship Id="rId22" Type="http://schemas.openxmlformats.org/officeDocument/2006/relationships/customXml" Target="../ink/ink747.xml"/><Relationship Id="rId64" Type="http://schemas.openxmlformats.org/officeDocument/2006/relationships/customXml" Target="../ink/ink776.xml"/><Relationship Id="rId118" Type="http://schemas.openxmlformats.org/officeDocument/2006/relationships/customXml" Target="../ink/ink82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10.xml"/><Relationship Id="rId299" Type="http://schemas.openxmlformats.org/officeDocument/2006/relationships/image" Target="../media/image740.png"/><Relationship Id="rId21" Type="http://schemas.openxmlformats.org/officeDocument/2006/relationships/image" Target="../media/image484.png"/><Relationship Id="rId63" Type="http://schemas.openxmlformats.org/officeDocument/2006/relationships/image" Target="../media/image497.png"/><Relationship Id="rId159" Type="http://schemas.openxmlformats.org/officeDocument/2006/relationships/image" Target="../media/image625.png"/><Relationship Id="rId324" Type="http://schemas.openxmlformats.org/officeDocument/2006/relationships/customXml" Target="../ink/ink1130.xml"/><Relationship Id="rId170" Type="http://schemas.openxmlformats.org/officeDocument/2006/relationships/customXml" Target="../ink/ink1053.xml"/><Relationship Id="rId226" Type="http://schemas.openxmlformats.org/officeDocument/2006/relationships/customXml" Target="../ink/ink1081.xml"/><Relationship Id="rId268" Type="http://schemas.openxmlformats.org/officeDocument/2006/relationships/customXml" Target="../ink/ink1102.xml"/><Relationship Id="rId32" Type="http://schemas.openxmlformats.org/officeDocument/2006/relationships/customXml" Target="../ink/ink939.xml"/><Relationship Id="rId74" Type="http://schemas.openxmlformats.org/officeDocument/2006/relationships/customXml" Target="../ink/ink968.xml"/><Relationship Id="rId128" Type="http://schemas.openxmlformats.org/officeDocument/2006/relationships/customXml" Target="../ink/ink1021.xml"/><Relationship Id="rId335" Type="http://schemas.openxmlformats.org/officeDocument/2006/relationships/image" Target="../media/image758.png"/><Relationship Id="rId5" Type="http://schemas.openxmlformats.org/officeDocument/2006/relationships/image" Target="../media/image476.png"/><Relationship Id="rId181" Type="http://schemas.openxmlformats.org/officeDocument/2006/relationships/image" Target="../media/image681.png"/><Relationship Id="rId237" Type="http://schemas.openxmlformats.org/officeDocument/2006/relationships/image" Target="../media/image709.png"/><Relationship Id="rId279" Type="http://schemas.openxmlformats.org/officeDocument/2006/relationships/image" Target="../media/image730.png"/><Relationship Id="rId43" Type="http://schemas.openxmlformats.org/officeDocument/2006/relationships/customXml" Target="../ink/ink949.xml"/><Relationship Id="rId139" Type="http://schemas.openxmlformats.org/officeDocument/2006/relationships/customXml" Target="../ink/ink1032.xml"/><Relationship Id="rId290" Type="http://schemas.openxmlformats.org/officeDocument/2006/relationships/customXml" Target="../ink/ink1113.xml"/><Relationship Id="rId304" Type="http://schemas.openxmlformats.org/officeDocument/2006/relationships/customXml" Target="../ink/ink1120.xml"/><Relationship Id="rId346" Type="http://schemas.openxmlformats.org/officeDocument/2006/relationships/customXml" Target="../ink/ink1141.xml"/><Relationship Id="rId85" Type="http://schemas.openxmlformats.org/officeDocument/2006/relationships/customXml" Target="../ink/ink978.xml"/><Relationship Id="rId150" Type="http://schemas.openxmlformats.org/officeDocument/2006/relationships/customXml" Target="../ink/ink1043.xml"/><Relationship Id="rId192" Type="http://schemas.openxmlformats.org/officeDocument/2006/relationships/customXml" Target="../ink/ink1064.xml"/><Relationship Id="rId206" Type="http://schemas.openxmlformats.org/officeDocument/2006/relationships/customXml" Target="../ink/ink1071.xml"/><Relationship Id="rId248" Type="http://schemas.openxmlformats.org/officeDocument/2006/relationships/customXml" Target="../ink/ink1092.xml"/><Relationship Id="rId12" Type="http://schemas.openxmlformats.org/officeDocument/2006/relationships/customXml" Target="../ink/ink929.xml"/><Relationship Id="rId108" Type="http://schemas.openxmlformats.org/officeDocument/2006/relationships/customXml" Target="../ink/ink1001.xml"/><Relationship Id="rId315" Type="http://schemas.openxmlformats.org/officeDocument/2006/relationships/image" Target="../media/image748.png"/><Relationship Id="rId54" Type="http://schemas.openxmlformats.org/officeDocument/2006/relationships/customXml" Target="../ink/ink958.xml"/><Relationship Id="rId96" Type="http://schemas.openxmlformats.org/officeDocument/2006/relationships/customXml" Target="../ink/ink989.xml"/><Relationship Id="rId161" Type="http://schemas.openxmlformats.org/officeDocument/2006/relationships/image" Target="../media/image626.png"/><Relationship Id="rId217" Type="http://schemas.openxmlformats.org/officeDocument/2006/relationships/image" Target="../media/image699.png"/><Relationship Id="rId259" Type="http://schemas.openxmlformats.org/officeDocument/2006/relationships/image" Target="../media/image720.png"/><Relationship Id="rId23" Type="http://schemas.openxmlformats.org/officeDocument/2006/relationships/image" Target="../media/image485.png"/><Relationship Id="rId119" Type="http://schemas.openxmlformats.org/officeDocument/2006/relationships/customXml" Target="../ink/ink1012.xml"/><Relationship Id="rId270" Type="http://schemas.openxmlformats.org/officeDocument/2006/relationships/customXml" Target="../ink/ink1103.xml"/><Relationship Id="rId326" Type="http://schemas.openxmlformats.org/officeDocument/2006/relationships/customXml" Target="../ink/ink1131.xml"/><Relationship Id="rId65" Type="http://schemas.openxmlformats.org/officeDocument/2006/relationships/image" Target="../media/image568.png"/><Relationship Id="rId130" Type="http://schemas.openxmlformats.org/officeDocument/2006/relationships/customXml" Target="../ink/ink1023.xml"/><Relationship Id="rId172" Type="http://schemas.openxmlformats.org/officeDocument/2006/relationships/customXml" Target="../ink/ink1054.xml"/><Relationship Id="rId228" Type="http://schemas.openxmlformats.org/officeDocument/2006/relationships/customXml" Target="../ink/ink1082.xml"/><Relationship Id="rId281" Type="http://schemas.openxmlformats.org/officeDocument/2006/relationships/image" Target="../media/image731.png"/><Relationship Id="rId337" Type="http://schemas.openxmlformats.org/officeDocument/2006/relationships/image" Target="../media/image759.png"/><Relationship Id="rId34" Type="http://schemas.openxmlformats.org/officeDocument/2006/relationships/customXml" Target="../ink/ink940.xml"/><Relationship Id="rId76" Type="http://schemas.openxmlformats.org/officeDocument/2006/relationships/customXml" Target="../ink/ink970.xml"/><Relationship Id="rId141" Type="http://schemas.openxmlformats.org/officeDocument/2006/relationships/customXml" Target="../ink/ink1034.xml"/><Relationship Id="rId7" Type="http://schemas.openxmlformats.org/officeDocument/2006/relationships/image" Target="../media/image477.png"/><Relationship Id="rId183" Type="http://schemas.openxmlformats.org/officeDocument/2006/relationships/image" Target="../media/image682.png"/><Relationship Id="rId239" Type="http://schemas.openxmlformats.org/officeDocument/2006/relationships/image" Target="../media/image710.png"/><Relationship Id="rId250" Type="http://schemas.openxmlformats.org/officeDocument/2006/relationships/customXml" Target="../ink/ink1093.xml"/><Relationship Id="rId292" Type="http://schemas.openxmlformats.org/officeDocument/2006/relationships/customXml" Target="../ink/ink1114.xml"/><Relationship Id="rId306" Type="http://schemas.openxmlformats.org/officeDocument/2006/relationships/customXml" Target="../ink/ink1121.xml"/><Relationship Id="rId45" Type="http://schemas.openxmlformats.org/officeDocument/2006/relationships/customXml" Target="../ink/ink951.xml"/><Relationship Id="rId87" Type="http://schemas.openxmlformats.org/officeDocument/2006/relationships/customXml" Target="../ink/ink980.xml"/><Relationship Id="rId110" Type="http://schemas.openxmlformats.org/officeDocument/2006/relationships/customXml" Target="../ink/ink1003.xml"/><Relationship Id="rId152" Type="http://schemas.openxmlformats.org/officeDocument/2006/relationships/customXml" Target="../ink/ink1044.xml"/><Relationship Id="rId194" Type="http://schemas.openxmlformats.org/officeDocument/2006/relationships/customXml" Target="../ink/ink1065.xml"/><Relationship Id="rId208" Type="http://schemas.openxmlformats.org/officeDocument/2006/relationships/customXml" Target="../ink/ink1072.xml"/><Relationship Id="rId261" Type="http://schemas.openxmlformats.org/officeDocument/2006/relationships/image" Target="../media/image721.png"/><Relationship Id="rId14" Type="http://schemas.openxmlformats.org/officeDocument/2006/relationships/customXml" Target="../ink/ink930.xml"/><Relationship Id="rId35" Type="http://schemas.openxmlformats.org/officeDocument/2006/relationships/customXml" Target="../ink/ink941.xml"/><Relationship Id="rId56" Type="http://schemas.openxmlformats.org/officeDocument/2006/relationships/customXml" Target="../ink/ink959.xml"/><Relationship Id="rId77" Type="http://schemas.openxmlformats.org/officeDocument/2006/relationships/image" Target="../media/image501.png"/><Relationship Id="rId100" Type="http://schemas.openxmlformats.org/officeDocument/2006/relationships/customXml" Target="../ink/ink993.xml"/><Relationship Id="rId282" Type="http://schemas.openxmlformats.org/officeDocument/2006/relationships/customXml" Target="../ink/ink1109.xml"/><Relationship Id="rId317" Type="http://schemas.openxmlformats.org/officeDocument/2006/relationships/image" Target="../media/image749.png"/><Relationship Id="rId338" Type="http://schemas.openxmlformats.org/officeDocument/2006/relationships/customXml" Target="../ink/ink1137.xml"/><Relationship Id="rId8" Type="http://schemas.openxmlformats.org/officeDocument/2006/relationships/customXml" Target="../ink/ink927.xml"/><Relationship Id="rId98" Type="http://schemas.openxmlformats.org/officeDocument/2006/relationships/customXml" Target="../ink/ink991.xml"/><Relationship Id="rId121" Type="http://schemas.openxmlformats.org/officeDocument/2006/relationships/customXml" Target="../ink/ink1014.xml"/><Relationship Id="rId142" Type="http://schemas.openxmlformats.org/officeDocument/2006/relationships/customXml" Target="../ink/ink1035.xml"/><Relationship Id="rId163" Type="http://schemas.openxmlformats.org/officeDocument/2006/relationships/image" Target="../media/image627.png"/><Relationship Id="rId184" Type="http://schemas.openxmlformats.org/officeDocument/2006/relationships/customXml" Target="../ink/ink1060.xml"/><Relationship Id="rId219" Type="http://schemas.openxmlformats.org/officeDocument/2006/relationships/image" Target="../media/image700.png"/><Relationship Id="rId230" Type="http://schemas.openxmlformats.org/officeDocument/2006/relationships/customXml" Target="../ink/ink1083.xml"/><Relationship Id="rId251" Type="http://schemas.openxmlformats.org/officeDocument/2006/relationships/image" Target="../media/image716.png"/><Relationship Id="rId25" Type="http://schemas.openxmlformats.org/officeDocument/2006/relationships/image" Target="../media/image486.png"/><Relationship Id="rId46" Type="http://schemas.openxmlformats.org/officeDocument/2006/relationships/customXml" Target="../ink/ink952.xml"/><Relationship Id="rId67" Type="http://schemas.openxmlformats.org/officeDocument/2006/relationships/image" Target="../media/image499.png"/><Relationship Id="rId272" Type="http://schemas.openxmlformats.org/officeDocument/2006/relationships/customXml" Target="../ink/ink1104.xml"/><Relationship Id="rId293" Type="http://schemas.openxmlformats.org/officeDocument/2006/relationships/image" Target="../media/image737.png"/><Relationship Id="rId307" Type="http://schemas.openxmlformats.org/officeDocument/2006/relationships/image" Target="../media/image744.png"/><Relationship Id="rId328" Type="http://schemas.openxmlformats.org/officeDocument/2006/relationships/customXml" Target="../ink/ink1132.xml"/><Relationship Id="rId88" Type="http://schemas.openxmlformats.org/officeDocument/2006/relationships/customXml" Target="../ink/ink981.xml"/><Relationship Id="rId111" Type="http://schemas.openxmlformats.org/officeDocument/2006/relationships/customXml" Target="../ink/ink1004.xml"/><Relationship Id="rId132" Type="http://schemas.openxmlformats.org/officeDocument/2006/relationships/customXml" Target="../ink/ink1025.xml"/><Relationship Id="rId153" Type="http://schemas.openxmlformats.org/officeDocument/2006/relationships/image" Target="../media/image544.png"/><Relationship Id="rId174" Type="http://schemas.openxmlformats.org/officeDocument/2006/relationships/customXml" Target="../ink/ink1055.xml"/><Relationship Id="rId195" Type="http://schemas.openxmlformats.org/officeDocument/2006/relationships/image" Target="../media/image688.png"/><Relationship Id="rId209" Type="http://schemas.openxmlformats.org/officeDocument/2006/relationships/image" Target="../media/image695.png"/><Relationship Id="rId220" Type="http://schemas.openxmlformats.org/officeDocument/2006/relationships/customXml" Target="../ink/ink1078.xml"/><Relationship Id="rId241" Type="http://schemas.openxmlformats.org/officeDocument/2006/relationships/image" Target="../media/image711.png"/><Relationship Id="rId15" Type="http://schemas.openxmlformats.org/officeDocument/2006/relationships/image" Target="../media/image481.png"/><Relationship Id="rId36" Type="http://schemas.openxmlformats.org/officeDocument/2006/relationships/customXml" Target="../ink/ink942.xml"/><Relationship Id="rId57" Type="http://schemas.openxmlformats.org/officeDocument/2006/relationships/image" Target="../media/image494.png"/><Relationship Id="rId262" Type="http://schemas.openxmlformats.org/officeDocument/2006/relationships/customXml" Target="../ink/ink1099.xml"/><Relationship Id="rId283" Type="http://schemas.openxmlformats.org/officeDocument/2006/relationships/image" Target="../media/image732.png"/><Relationship Id="rId318" Type="http://schemas.openxmlformats.org/officeDocument/2006/relationships/customXml" Target="../ink/ink1127.xml"/><Relationship Id="rId339" Type="http://schemas.openxmlformats.org/officeDocument/2006/relationships/image" Target="../media/image760.png"/><Relationship Id="rId78" Type="http://schemas.openxmlformats.org/officeDocument/2006/relationships/customXml" Target="../ink/ink971.xml"/><Relationship Id="rId99" Type="http://schemas.openxmlformats.org/officeDocument/2006/relationships/customXml" Target="../ink/ink992.xml"/><Relationship Id="rId101" Type="http://schemas.openxmlformats.org/officeDocument/2006/relationships/customXml" Target="../ink/ink994.xml"/><Relationship Id="rId122" Type="http://schemas.openxmlformats.org/officeDocument/2006/relationships/customXml" Target="../ink/ink1015.xml"/><Relationship Id="rId143" Type="http://schemas.openxmlformats.org/officeDocument/2006/relationships/customXml" Target="../ink/ink1036.xml"/><Relationship Id="rId164" Type="http://schemas.openxmlformats.org/officeDocument/2006/relationships/customXml" Target="../ink/ink1050.xml"/><Relationship Id="rId185" Type="http://schemas.openxmlformats.org/officeDocument/2006/relationships/image" Target="../media/image683.png"/><Relationship Id="rId9" Type="http://schemas.openxmlformats.org/officeDocument/2006/relationships/image" Target="../media/image478.png"/><Relationship Id="rId210" Type="http://schemas.openxmlformats.org/officeDocument/2006/relationships/customXml" Target="../ink/ink1073.xml"/><Relationship Id="rId26" Type="http://schemas.openxmlformats.org/officeDocument/2006/relationships/customXml" Target="../ink/ink936.xml"/><Relationship Id="rId231" Type="http://schemas.openxmlformats.org/officeDocument/2006/relationships/image" Target="../media/image706.png"/><Relationship Id="rId252" Type="http://schemas.openxmlformats.org/officeDocument/2006/relationships/customXml" Target="../ink/ink1094.xml"/><Relationship Id="rId273" Type="http://schemas.openxmlformats.org/officeDocument/2006/relationships/image" Target="../media/image727.png"/><Relationship Id="rId294" Type="http://schemas.openxmlformats.org/officeDocument/2006/relationships/customXml" Target="../ink/ink1115.xml"/><Relationship Id="rId308" Type="http://schemas.openxmlformats.org/officeDocument/2006/relationships/customXml" Target="../ink/ink1122.xml"/><Relationship Id="rId329" Type="http://schemas.openxmlformats.org/officeDocument/2006/relationships/image" Target="../media/image755.png"/><Relationship Id="rId47" Type="http://schemas.openxmlformats.org/officeDocument/2006/relationships/customXml" Target="../ink/ink953.xml"/><Relationship Id="rId68" Type="http://schemas.openxmlformats.org/officeDocument/2006/relationships/customXml" Target="../ink/ink965.xml"/><Relationship Id="rId89" Type="http://schemas.openxmlformats.org/officeDocument/2006/relationships/customXml" Target="../ink/ink982.xml"/><Relationship Id="rId112" Type="http://schemas.openxmlformats.org/officeDocument/2006/relationships/customXml" Target="../ink/ink1005.xml"/><Relationship Id="rId133" Type="http://schemas.openxmlformats.org/officeDocument/2006/relationships/customXml" Target="../ink/ink1026.xml"/><Relationship Id="rId154" Type="http://schemas.openxmlformats.org/officeDocument/2006/relationships/customXml" Target="../ink/ink1045.xml"/><Relationship Id="rId175" Type="http://schemas.openxmlformats.org/officeDocument/2006/relationships/image" Target="../media/image678.png"/><Relationship Id="rId340" Type="http://schemas.openxmlformats.org/officeDocument/2006/relationships/customXml" Target="../ink/ink1138.xml"/><Relationship Id="rId196" Type="http://schemas.openxmlformats.org/officeDocument/2006/relationships/customXml" Target="../ink/ink1066.xml"/><Relationship Id="rId200" Type="http://schemas.openxmlformats.org/officeDocument/2006/relationships/customXml" Target="../ink/ink1068.xml"/><Relationship Id="rId16" Type="http://schemas.openxmlformats.org/officeDocument/2006/relationships/customXml" Target="../ink/ink931.xml"/><Relationship Id="rId221" Type="http://schemas.openxmlformats.org/officeDocument/2006/relationships/image" Target="../media/image701.png"/><Relationship Id="rId242" Type="http://schemas.openxmlformats.org/officeDocument/2006/relationships/customXml" Target="../ink/ink1089.xml"/><Relationship Id="rId263" Type="http://schemas.openxmlformats.org/officeDocument/2006/relationships/image" Target="../media/image722.png"/><Relationship Id="rId284" Type="http://schemas.openxmlformats.org/officeDocument/2006/relationships/customXml" Target="../ink/ink1110.xml"/><Relationship Id="rId319" Type="http://schemas.openxmlformats.org/officeDocument/2006/relationships/image" Target="../media/image750.png"/><Relationship Id="rId37" Type="http://schemas.openxmlformats.org/officeDocument/2006/relationships/customXml" Target="../ink/ink943.xml"/><Relationship Id="rId58" Type="http://schemas.openxmlformats.org/officeDocument/2006/relationships/customXml" Target="../ink/ink960.xml"/><Relationship Id="rId79" Type="http://schemas.openxmlformats.org/officeDocument/2006/relationships/customXml" Target="../ink/ink972.xml"/><Relationship Id="rId102" Type="http://schemas.openxmlformats.org/officeDocument/2006/relationships/customXml" Target="../ink/ink995.xml"/><Relationship Id="rId123" Type="http://schemas.openxmlformats.org/officeDocument/2006/relationships/customXml" Target="../ink/ink1016.xml"/><Relationship Id="rId144" Type="http://schemas.openxmlformats.org/officeDocument/2006/relationships/customXml" Target="../ink/ink1037.xml"/><Relationship Id="rId330" Type="http://schemas.openxmlformats.org/officeDocument/2006/relationships/customXml" Target="../ink/ink1133.xml"/><Relationship Id="rId90" Type="http://schemas.openxmlformats.org/officeDocument/2006/relationships/customXml" Target="../ink/ink983.xml"/><Relationship Id="rId165" Type="http://schemas.openxmlformats.org/officeDocument/2006/relationships/image" Target="../media/image628.png"/><Relationship Id="rId186" Type="http://schemas.openxmlformats.org/officeDocument/2006/relationships/customXml" Target="../ink/ink1061.xml"/><Relationship Id="rId211" Type="http://schemas.openxmlformats.org/officeDocument/2006/relationships/image" Target="../media/image696.png"/><Relationship Id="rId232" Type="http://schemas.openxmlformats.org/officeDocument/2006/relationships/customXml" Target="../ink/ink1084.xml"/><Relationship Id="rId253" Type="http://schemas.openxmlformats.org/officeDocument/2006/relationships/image" Target="../media/image717.png"/><Relationship Id="rId274" Type="http://schemas.openxmlformats.org/officeDocument/2006/relationships/customXml" Target="../ink/ink1105.xml"/><Relationship Id="rId295" Type="http://schemas.openxmlformats.org/officeDocument/2006/relationships/image" Target="../media/image738.png"/><Relationship Id="rId309" Type="http://schemas.openxmlformats.org/officeDocument/2006/relationships/image" Target="../media/image745.png"/><Relationship Id="rId27" Type="http://schemas.openxmlformats.org/officeDocument/2006/relationships/image" Target="../media/image487.png"/><Relationship Id="rId48" Type="http://schemas.openxmlformats.org/officeDocument/2006/relationships/customXml" Target="../ink/ink954.xml"/><Relationship Id="rId69" Type="http://schemas.openxmlformats.org/officeDocument/2006/relationships/image" Target="../media/image500.png"/><Relationship Id="rId113" Type="http://schemas.openxmlformats.org/officeDocument/2006/relationships/customXml" Target="../ink/ink1006.xml"/><Relationship Id="rId134" Type="http://schemas.openxmlformats.org/officeDocument/2006/relationships/customXml" Target="../ink/ink1027.xml"/><Relationship Id="rId320" Type="http://schemas.openxmlformats.org/officeDocument/2006/relationships/customXml" Target="../ink/ink1128.xml"/><Relationship Id="rId80" Type="http://schemas.openxmlformats.org/officeDocument/2006/relationships/customXml" Target="../ink/ink973.xml"/><Relationship Id="rId155" Type="http://schemas.openxmlformats.org/officeDocument/2006/relationships/image" Target="../media/image604.png"/><Relationship Id="rId176" Type="http://schemas.openxmlformats.org/officeDocument/2006/relationships/customXml" Target="../ink/ink1056.xml"/><Relationship Id="rId197" Type="http://schemas.openxmlformats.org/officeDocument/2006/relationships/image" Target="../media/image689.png"/><Relationship Id="rId341" Type="http://schemas.openxmlformats.org/officeDocument/2006/relationships/image" Target="../media/image761.png"/><Relationship Id="rId201" Type="http://schemas.openxmlformats.org/officeDocument/2006/relationships/image" Target="../media/image691.png"/><Relationship Id="rId222" Type="http://schemas.openxmlformats.org/officeDocument/2006/relationships/customXml" Target="../ink/ink1079.xml"/><Relationship Id="rId243" Type="http://schemas.openxmlformats.org/officeDocument/2006/relationships/image" Target="../media/image712.png"/><Relationship Id="rId264" Type="http://schemas.openxmlformats.org/officeDocument/2006/relationships/customXml" Target="../ink/ink1100.xml"/><Relationship Id="rId285" Type="http://schemas.openxmlformats.org/officeDocument/2006/relationships/image" Target="../media/image733.png"/><Relationship Id="rId17" Type="http://schemas.openxmlformats.org/officeDocument/2006/relationships/image" Target="../media/image482.png"/><Relationship Id="rId38" Type="http://schemas.openxmlformats.org/officeDocument/2006/relationships/customXml" Target="../ink/ink944.xml"/><Relationship Id="rId59" Type="http://schemas.openxmlformats.org/officeDocument/2006/relationships/image" Target="../media/image495.png"/><Relationship Id="rId103" Type="http://schemas.openxmlformats.org/officeDocument/2006/relationships/customXml" Target="../ink/ink996.xml"/><Relationship Id="rId124" Type="http://schemas.openxmlformats.org/officeDocument/2006/relationships/customXml" Target="../ink/ink1017.xml"/><Relationship Id="rId310" Type="http://schemas.openxmlformats.org/officeDocument/2006/relationships/customXml" Target="../ink/ink1123.xml"/><Relationship Id="rId70" Type="http://schemas.openxmlformats.org/officeDocument/2006/relationships/customXml" Target="../ink/ink966.xml"/><Relationship Id="rId91" Type="http://schemas.openxmlformats.org/officeDocument/2006/relationships/customXml" Target="../ink/ink984.xml"/><Relationship Id="rId145" Type="http://schemas.openxmlformats.org/officeDocument/2006/relationships/customXml" Target="../ink/ink1038.xml"/><Relationship Id="rId166" Type="http://schemas.openxmlformats.org/officeDocument/2006/relationships/customXml" Target="../ink/ink1051.xml"/><Relationship Id="rId187" Type="http://schemas.openxmlformats.org/officeDocument/2006/relationships/image" Target="../media/image684.png"/><Relationship Id="rId331" Type="http://schemas.openxmlformats.org/officeDocument/2006/relationships/image" Target="../media/image75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74.xml"/><Relationship Id="rId233" Type="http://schemas.openxmlformats.org/officeDocument/2006/relationships/image" Target="../media/image707.png"/><Relationship Id="rId254" Type="http://schemas.openxmlformats.org/officeDocument/2006/relationships/customXml" Target="../ink/ink1095.xml"/><Relationship Id="rId28" Type="http://schemas.openxmlformats.org/officeDocument/2006/relationships/customXml" Target="../ink/ink937.xml"/><Relationship Id="rId49" Type="http://schemas.openxmlformats.org/officeDocument/2006/relationships/customXml" Target="../ink/ink955.xml"/><Relationship Id="rId114" Type="http://schemas.openxmlformats.org/officeDocument/2006/relationships/customXml" Target="../ink/ink1007.xml"/><Relationship Id="rId275" Type="http://schemas.openxmlformats.org/officeDocument/2006/relationships/image" Target="../media/image728.png"/><Relationship Id="rId296" Type="http://schemas.openxmlformats.org/officeDocument/2006/relationships/customXml" Target="../ink/ink1116.xml"/><Relationship Id="rId300" Type="http://schemas.openxmlformats.org/officeDocument/2006/relationships/customXml" Target="../ink/ink1118.xml"/><Relationship Id="rId60" Type="http://schemas.openxmlformats.org/officeDocument/2006/relationships/customXml" Target="../ink/ink961.xml"/><Relationship Id="rId81" Type="http://schemas.openxmlformats.org/officeDocument/2006/relationships/customXml" Target="../ink/ink974.xml"/><Relationship Id="rId135" Type="http://schemas.openxmlformats.org/officeDocument/2006/relationships/customXml" Target="../ink/ink1028.xml"/><Relationship Id="rId156" Type="http://schemas.openxmlformats.org/officeDocument/2006/relationships/customXml" Target="../ink/ink1046.xml"/><Relationship Id="rId177" Type="http://schemas.openxmlformats.org/officeDocument/2006/relationships/image" Target="../media/image679.png"/><Relationship Id="rId198" Type="http://schemas.openxmlformats.org/officeDocument/2006/relationships/customXml" Target="../ink/ink1067.xml"/><Relationship Id="rId321" Type="http://schemas.openxmlformats.org/officeDocument/2006/relationships/image" Target="../media/image751.png"/><Relationship Id="rId342" Type="http://schemas.openxmlformats.org/officeDocument/2006/relationships/customXml" Target="../ink/ink1139.xml"/><Relationship Id="rId202" Type="http://schemas.openxmlformats.org/officeDocument/2006/relationships/customXml" Target="../ink/ink1069.xml"/><Relationship Id="rId223" Type="http://schemas.openxmlformats.org/officeDocument/2006/relationships/image" Target="../media/image702.png"/><Relationship Id="rId244" Type="http://schemas.openxmlformats.org/officeDocument/2006/relationships/customXml" Target="../ink/ink1090.xml"/><Relationship Id="rId18" Type="http://schemas.openxmlformats.org/officeDocument/2006/relationships/customXml" Target="../ink/ink932.xml"/><Relationship Id="rId39" Type="http://schemas.openxmlformats.org/officeDocument/2006/relationships/customXml" Target="../ink/ink945.xml"/><Relationship Id="rId265" Type="http://schemas.openxmlformats.org/officeDocument/2006/relationships/image" Target="../media/image723.png"/><Relationship Id="rId286" Type="http://schemas.openxmlformats.org/officeDocument/2006/relationships/customXml" Target="../ink/ink1111.xml"/><Relationship Id="rId50" Type="http://schemas.openxmlformats.org/officeDocument/2006/relationships/customXml" Target="../ink/ink956.xml"/><Relationship Id="rId104" Type="http://schemas.openxmlformats.org/officeDocument/2006/relationships/customXml" Target="../ink/ink997.xml"/><Relationship Id="rId125" Type="http://schemas.openxmlformats.org/officeDocument/2006/relationships/customXml" Target="../ink/ink1018.xml"/><Relationship Id="rId146" Type="http://schemas.openxmlformats.org/officeDocument/2006/relationships/customXml" Target="../ink/ink1039.xml"/><Relationship Id="rId167" Type="http://schemas.openxmlformats.org/officeDocument/2006/relationships/image" Target="../media/image629.png"/><Relationship Id="rId188" Type="http://schemas.openxmlformats.org/officeDocument/2006/relationships/customXml" Target="../ink/ink1062.xml"/><Relationship Id="rId311" Type="http://schemas.openxmlformats.org/officeDocument/2006/relationships/image" Target="../media/image746.png"/><Relationship Id="rId332" Type="http://schemas.openxmlformats.org/officeDocument/2006/relationships/customXml" Target="../ink/ink1134.xml"/><Relationship Id="rId71" Type="http://schemas.openxmlformats.org/officeDocument/2006/relationships/image" Target="../media/image569.png"/><Relationship Id="rId92" Type="http://schemas.openxmlformats.org/officeDocument/2006/relationships/customXml" Target="../ink/ink985.xml"/><Relationship Id="rId213" Type="http://schemas.openxmlformats.org/officeDocument/2006/relationships/image" Target="../media/image697.png"/><Relationship Id="rId234" Type="http://schemas.openxmlformats.org/officeDocument/2006/relationships/customXml" Target="../ink/ink1085.xml"/><Relationship Id="rId2" Type="http://schemas.openxmlformats.org/officeDocument/2006/relationships/customXml" Target="../ink/ink924.xml"/><Relationship Id="rId29" Type="http://schemas.openxmlformats.org/officeDocument/2006/relationships/image" Target="../media/image488.png"/><Relationship Id="rId255" Type="http://schemas.openxmlformats.org/officeDocument/2006/relationships/image" Target="../media/image718.png"/><Relationship Id="rId276" Type="http://schemas.openxmlformats.org/officeDocument/2006/relationships/customXml" Target="../ink/ink1106.xml"/><Relationship Id="rId297" Type="http://schemas.openxmlformats.org/officeDocument/2006/relationships/image" Target="../media/image739.png"/><Relationship Id="rId40" Type="http://schemas.openxmlformats.org/officeDocument/2006/relationships/customXml" Target="../ink/ink946.xml"/><Relationship Id="rId115" Type="http://schemas.openxmlformats.org/officeDocument/2006/relationships/customXml" Target="../ink/ink1008.xml"/><Relationship Id="rId136" Type="http://schemas.openxmlformats.org/officeDocument/2006/relationships/customXml" Target="../ink/ink1029.xml"/><Relationship Id="rId157" Type="http://schemas.openxmlformats.org/officeDocument/2006/relationships/image" Target="../media/image605.png"/><Relationship Id="rId178" Type="http://schemas.openxmlformats.org/officeDocument/2006/relationships/customXml" Target="../ink/ink1057.xml"/><Relationship Id="rId301" Type="http://schemas.openxmlformats.org/officeDocument/2006/relationships/image" Target="../media/image741.png"/><Relationship Id="rId322" Type="http://schemas.openxmlformats.org/officeDocument/2006/relationships/customXml" Target="../ink/ink1129.xml"/><Relationship Id="rId343" Type="http://schemas.openxmlformats.org/officeDocument/2006/relationships/image" Target="../media/image762.png"/><Relationship Id="rId61" Type="http://schemas.openxmlformats.org/officeDocument/2006/relationships/image" Target="../media/image496.png"/><Relationship Id="rId82" Type="http://schemas.openxmlformats.org/officeDocument/2006/relationships/customXml" Target="../ink/ink975.xml"/><Relationship Id="rId199" Type="http://schemas.openxmlformats.org/officeDocument/2006/relationships/image" Target="../media/image690.png"/><Relationship Id="rId203" Type="http://schemas.openxmlformats.org/officeDocument/2006/relationships/image" Target="../media/image692.png"/><Relationship Id="rId19" Type="http://schemas.openxmlformats.org/officeDocument/2006/relationships/image" Target="../media/image483.png"/><Relationship Id="rId224" Type="http://schemas.openxmlformats.org/officeDocument/2006/relationships/customXml" Target="../ink/ink1080.xml"/><Relationship Id="rId245" Type="http://schemas.openxmlformats.org/officeDocument/2006/relationships/image" Target="../media/image713.png"/><Relationship Id="rId266" Type="http://schemas.openxmlformats.org/officeDocument/2006/relationships/customXml" Target="../ink/ink1101.xml"/><Relationship Id="rId287" Type="http://schemas.openxmlformats.org/officeDocument/2006/relationships/image" Target="../media/image734.png"/><Relationship Id="rId30" Type="http://schemas.openxmlformats.org/officeDocument/2006/relationships/customXml" Target="../ink/ink938.xml"/><Relationship Id="rId105" Type="http://schemas.openxmlformats.org/officeDocument/2006/relationships/customXml" Target="../ink/ink998.xml"/><Relationship Id="rId126" Type="http://schemas.openxmlformats.org/officeDocument/2006/relationships/customXml" Target="../ink/ink1019.xml"/><Relationship Id="rId147" Type="http://schemas.openxmlformats.org/officeDocument/2006/relationships/customXml" Target="../ink/ink1040.xml"/><Relationship Id="rId168" Type="http://schemas.openxmlformats.org/officeDocument/2006/relationships/customXml" Target="../ink/ink1052.xml"/><Relationship Id="rId312" Type="http://schemas.openxmlformats.org/officeDocument/2006/relationships/customXml" Target="../ink/ink1124.xml"/><Relationship Id="rId333" Type="http://schemas.openxmlformats.org/officeDocument/2006/relationships/image" Target="../media/image757.png"/><Relationship Id="rId51" Type="http://schemas.openxmlformats.org/officeDocument/2006/relationships/image" Target="../media/image491.png"/><Relationship Id="rId72" Type="http://schemas.openxmlformats.org/officeDocument/2006/relationships/customXml" Target="../ink/ink967.xml"/><Relationship Id="rId93" Type="http://schemas.openxmlformats.org/officeDocument/2006/relationships/customXml" Target="../ink/ink986.xml"/><Relationship Id="rId189" Type="http://schemas.openxmlformats.org/officeDocument/2006/relationships/image" Target="../media/image685.png"/><Relationship Id="rId3" Type="http://schemas.openxmlformats.org/officeDocument/2006/relationships/image" Target="../media/image475.png"/><Relationship Id="rId214" Type="http://schemas.openxmlformats.org/officeDocument/2006/relationships/customXml" Target="../ink/ink1075.xml"/><Relationship Id="rId235" Type="http://schemas.openxmlformats.org/officeDocument/2006/relationships/image" Target="../media/image708.png"/><Relationship Id="rId256" Type="http://schemas.openxmlformats.org/officeDocument/2006/relationships/customXml" Target="../ink/ink1096.xml"/><Relationship Id="rId277" Type="http://schemas.openxmlformats.org/officeDocument/2006/relationships/image" Target="../media/image729.png"/><Relationship Id="rId298" Type="http://schemas.openxmlformats.org/officeDocument/2006/relationships/customXml" Target="../ink/ink1117.xml"/><Relationship Id="rId116" Type="http://schemas.openxmlformats.org/officeDocument/2006/relationships/customXml" Target="../ink/ink1009.xml"/><Relationship Id="rId137" Type="http://schemas.openxmlformats.org/officeDocument/2006/relationships/customXml" Target="../ink/ink1030.xml"/><Relationship Id="rId158" Type="http://schemas.openxmlformats.org/officeDocument/2006/relationships/customXml" Target="../ink/ink1047.xml"/><Relationship Id="rId302" Type="http://schemas.openxmlformats.org/officeDocument/2006/relationships/customXml" Target="../ink/ink1119.xml"/><Relationship Id="rId323" Type="http://schemas.openxmlformats.org/officeDocument/2006/relationships/image" Target="../media/image752.png"/><Relationship Id="rId344" Type="http://schemas.openxmlformats.org/officeDocument/2006/relationships/customXml" Target="../ink/ink1140.xml"/><Relationship Id="rId20" Type="http://schemas.openxmlformats.org/officeDocument/2006/relationships/customXml" Target="../ink/ink933.xml"/><Relationship Id="rId41" Type="http://schemas.openxmlformats.org/officeDocument/2006/relationships/customXml" Target="../ink/ink947.xml"/><Relationship Id="rId62" Type="http://schemas.openxmlformats.org/officeDocument/2006/relationships/customXml" Target="../ink/ink962.xml"/><Relationship Id="rId83" Type="http://schemas.openxmlformats.org/officeDocument/2006/relationships/customXml" Target="../ink/ink976.xml"/><Relationship Id="rId179" Type="http://schemas.openxmlformats.org/officeDocument/2006/relationships/image" Target="../media/image680.png"/><Relationship Id="rId190" Type="http://schemas.openxmlformats.org/officeDocument/2006/relationships/customXml" Target="../ink/ink1063.xml"/><Relationship Id="rId204" Type="http://schemas.openxmlformats.org/officeDocument/2006/relationships/customXml" Target="../ink/ink1070.xml"/><Relationship Id="rId225" Type="http://schemas.openxmlformats.org/officeDocument/2006/relationships/image" Target="../media/image703.png"/><Relationship Id="rId246" Type="http://schemas.openxmlformats.org/officeDocument/2006/relationships/customXml" Target="../ink/ink1091.xml"/><Relationship Id="rId267" Type="http://schemas.openxmlformats.org/officeDocument/2006/relationships/image" Target="../media/image724.png"/><Relationship Id="rId288" Type="http://schemas.openxmlformats.org/officeDocument/2006/relationships/customXml" Target="../ink/ink1112.xml"/><Relationship Id="rId106" Type="http://schemas.openxmlformats.org/officeDocument/2006/relationships/customXml" Target="../ink/ink999.xml"/><Relationship Id="rId127" Type="http://schemas.openxmlformats.org/officeDocument/2006/relationships/customXml" Target="../ink/ink1020.xml"/><Relationship Id="rId313" Type="http://schemas.openxmlformats.org/officeDocument/2006/relationships/image" Target="../media/image747.png"/><Relationship Id="rId10" Type="http://schemas.openxmlformats.org/officeDocument/2006/relationships/customXml" Target="../ink/ink928.xml"/><Relationship Id="rId31" Type="http://schemas.openxmlformats.org/officeDocument/2006/relationships/image" Target="../media/image489.png"/><Relationship Id="rId52" Type="http://schemas.openxmlformats.org/officeDocument/2006/relationships/customXml" Target="../ink/ink957.xml"/><Relationship Id="rId73" Type="http://schemas.openxmlformats.org/officeDocument/2006/relationships/image" Target="../media/image498.png"/><Relationship Id="rId94" Type="http://schemas.openxmlformats.org/officeDocument/2006/relationships/customXml" Target="../ink/ink987.xml"/><Relationship Id="rId148" Type="http://schemas.openxmlformats.org/officeDocument/2006/relationships/customXml" Target="../ink/ink1041.xml"/><Relationship Id="rId169" Type="http://schemas.openxmlformats.org/officeDocument/2006/relationships/image" Target="../media/image652.png"/><Relationship Id="rId334" Type="http://schemas.openxmlformats.org/officeDocument/2006/relationships/customXml" Target="../ink/ink1135.xml"/><Relationship Id="rId4" Type="http://schemas.openxmlformats.org/officeDocument/2006/relationships/customXml" Target="../ink/ink925.xml"/><Relationship Id="rId180" Type="http://schemas.openxmlformats.org/officeDocument/2006/relationships/customXml" Target="../ink/ink1058.xml"/><Relationship Id="rId215" Type="http://schemas.openxmlformats.org/officeDocument/2006/relationships/image" Target="../media/image698.png"/><Relationship Id="rId236" Type="http://schemas.openxmlformats.org/officeDocument/2006/relationships/customXml" Target="../ink/ink1086.xml"/><Relationship Id="rId257" Type="http://schemas.openxmlformats.org/officeDocument/2006/relationships/image" Target="../media/image719.png"/><Relationship Id="rId278" Type="http://schemas.openxmlformats.org/officeDocument/2006/relationships/customXml" Target="../ink/ink1107.xml"/><Relationship Id="rId303" Type="http://schemas.openxmlformats.org/officeDocument/2006/relationships/image" Target="../media/image742.png"/><Relationship Id="rId42" Type="http://schemas.openxmlformats.org/officeDocument/2006/relationships/customXml" Target="../ink/ink948.xml"/><Relationship Id="rId84" Type="http://schemas.openxmlformats.org/officeDocument/2006/relationships/customXml" Target="../ink/ink977.xml"/><Relationship Id="rId138" Type="http://schemas.openxmlformats.org/officeDocument/2006/relationships/customXml" Target="../ink/ink1031.xml"/><Relationship Id="rId345" Type="http://schemas.openxmlformats.org/officeDocument/2006/relationships/image" Target="../media/image763.png"/><Relationship Id="rId191" Type="http://schemas.openxmlformats.org/officeDocument/2006/relationships/image" Target="../media/image686.png"/><Relationship Id="rId205" Type="http://schemas.openxmlformats.org/officeDocument/2006/relationships/image" Target="../media/image693.png"/><Relationship Id="rId247" Type="http://schemas.openxmlformats.org/officeDocument/2006/relationships/image" Target="../media/image714.png"/><Relationship Id="rId107" Type="http://schemas.openxmlformats.org/officeDocument/2006/relationships/customXml" Target="../ink/ink1000.xml"/><Relationship Id="rId289" Type="http://schemas.openxmlformats.org/officeDocument/2006/relationships/image" Target="../media/image735.png"/><Relationship Id="rId11" Type="http://schemas.openxmlformats.org/officeDocument/2006/relationships/image" Target="../media/image479.png"/><Relationship Id="rId53" Type="http://schemas.openxmlformats.org/officeDocument/2006/relationships/image" Target="../media/image492.png"/><Relationship Id="rId149" Type="http://schemas.openxmlformats.org/officeDocument/2006/relationships/customXml" Target="../ink/ink1042.xml"/><Relationship Id="rId314" Type="http://schemas.openxmlformats.org/officeDocument/2006/relationships/customXml" Target="../ink/ink1125.xml"/><Relationship Id="rId95" Type="http://schemas.openxmlformats.org/officeDocument/2006/relationships/customXml" Target="../ink/ink988.xml"/><Relationship Id="rId160" Type="http://schemas.openxmlformats.org/officeDocument/2006/relationships/customXml" Target="../ink/ink1048.xml"/><Relationship Id="rId216" Type="http://schemas.openxmlformats.org/officeDocument/2006/relationships/customXml" Target="../ink/ink1076.xml"/><Relationship Id="rId258" Type="http://schemas.openxmlformats.org/officeDocument/2006/relationships/customXml" Target="../ink/ink1097.xml"/><Relationship Id="rId22" Type="http://schemas.openxmlformats.org/officeDocument/2006/relationships/customXml" Target="../ink/ink934.xml"/><Relationship Id="rId64" Type="http://schemas.openxmlformats.org/officeDocument/2006/relationships/customXml" Target="../ink/ink963.xml"/><Relationship Id="rId118" Type="http://schemas.openxmlformats.org/officeDocument/2006/relationships/customXml" Target="../ink/ink1011.xml"/><Relationship Id="rId325" Type="http://schemas.openxmlformats.org/officeDocument/2006/relationships/image" Target="../media/image753.png"/><Relationship Id="rId171" Type="http://schemas.openxmlformats.org/officeDocument/2006/relationships/image" Target="../media/image659.png"/><Relationship Id="rId227" Type="http://schemas.openxmlformats.org/officeDocument/2006/relationships/image" Target="../media/image704.png"/><Relationship Id="rId269" Type="http://schemas.openxmlformats.org/officeDocument/2006/relationships/image" Target="../media/image725.png"/><Relationship Id="rId33" Type="http://schemas.openxmlformats.org/officeDocument/2006/relationships/image" Target="../media/image490.png"/><Relationship Id="rId129" Type="http://schemas.openxmlformats.org/officeDocument/2006/relationships/customXml" Target="../ink/ink1022.xml"/><Relationship Id="rId280" Type="http://schemas.openxmlformats.org/officeDocument/2006/relationships/customXml" Target="../ink/ink1108.xml"/><Relationship Id="rId336" Type="http://schemas.openxmlformats.org/officeDocument/2006/relationships/customXml" Target="../ink/ink1136.xml"/><Relationship Id="rId75" Type="http://schemas.openxmlformats.org/officeDocument/2006/relationships/customXml" Target="../ink/ink969.xml"/><Relationship Id="rId140" Type="http://schemas.openxmlformats.org/officeDocument/2006/relationships/customXml" Target="../ink/ink1033.xml"/><Relationship Id="rId182" Type="http://schemas.openxmlformats.org/officeDocument/2006/relationships/customXml" Target="../ink/ink1059.xml"/><Relationship Id="rId6" Type="http://schemas.openxmlformats.org/officeDocument/2006/relationships/customXml" Target="../ink/ink926.xml"/><Relationship Id="rId238" Type="http://schemas.openxmlformats.org/officeDocument/2006/relationships/customXml" Target="../ink/ink1087.xml"/><Relationship Id="rId291" Type="http://schemas.openxmlformats.org/officeDocument/2006/relationships/image" Target="../media/image736.png"/><Relationship Id="rId305" Type="http://schemas.openxmlformats.org/officeDocument/2006/relationships/image" Target="../media/image743.png"/><Relationship Id="rId347" Type="http://schemas.openxmlformats.org/officeDocument/2006/relationships/image" Target="../media/image764.png"/><Relationship Id="rId44" Type="http://schemas.openxmlformats.org/officeDocument/2006/relationships/customXml" Target="../ink/ink950.xml"/><Relationship Id="rId86" Type="http://schemas.openxmlformats.org/officeDocument/2006/relationships/customXml" Target="../ink/ink979.xml"/><Relationship Id="rId151" Type="http://schemas.openxmlformats.org/officeDocument/2006/relationships/image" Target="../media/image543.png"/><Relationship Id="rId193" Type="http://schemas.openxmlformats.org/officeDocument/2006/relationships/image" Target="../media/image687.png"/><Relationship Id="rId207" Type="http://schemas.openxmlformats.org/officeDocument/2006/relationships/image" Target="../media/image694.png"/><Relationship Id="rId249" Type="http://schemas.openxmlformats.org/officeDocument/2006/relationships/image" Target="../media/image715.png"/><Relationship Id="rId13" Type="http://schemas.openxmlformats.org/officeDocument/2006/relationships/image" Target="../media/image480.png"/><Relationship Id="rId109" Type="http://schemas.openxmlformats.org/officeDocument/2006/relationships/customXml" Target="../ink/ink1002.xml"/><Relationship Id="rId260" Type="http://schemas.openxmlformats.org/officeDocument/2006/relationships/customXml" Target="../ink/ink1098.xml"/><Relationship Id="rId316" Type="http://schemas.openxmlformats.org/officeDocument/2006/relationships/customXml" Target="../ink/ink1126.xml"/><Relationship Id="rId55" Type="http://schemas.openxmlformats.org/officeDocument/2006/relationships/image" Target="../media/image493.png"/><Relationship Id="rId97" Type="http://schemas.openxmlformats.org/officeDocument/2006/relationships/customXml" Target="../ink/ink990.xml"/><Relationship Id="rId120" Type="http://schemas.openxmlformats.org/officeDocument/2006/relationships/customXml" Target="../ink/ink1013.xml"/><Relationship Id="rId162" Type="http://schemas.openxmlformats.org/officeDocument/2006/relationships/customXml" Target="../ink/ink1049.xml"/><Relationship Id="rId218" Type="http://schemas.openxmlformats.org/officeDocument/2006/relationships/customXml" Target="../ink/ink1077.xml"/><Relationship Id="rId271" Type="http://schemas.openxmlformats.org/officeDocument/2006/relationships/image" Target="../media/image726.png"/><Relationship Id="rId24" Type="http://schemas.openxmlformats.org/officeDocument/2006/relationships/customXml" Target="../ink/ink935.xml"/><Relationship Id="rId66" Type="http://schemas.openxmlformats.org/officeDocument/2006/relationships/customXml" Target="../ink/ink964.xml"/><Relationship Id="rId131" Type="http://schemas.openxmlformats.org/officeDocument/2006/relationships/customXml" Target="../ink/ink1024.xml"/><Relationship Id="rId327" Type="http://schemas.openxmlformats.org/officeDocument/2006/relationships/image" Target="../media/image754.png"/><Relationship Id="rId173" Type="http://schemas.openxmlformats.org/officeDocument/2006/relationships/image" Target="../media/image677.png"/><Relationship Id="rId229" Type="http://schemas.openxmlformats.org/officeDocument/2006/relationships/image" Target="../media/image705.png"/><Relationship Id="rId240" Type="http://schemas.openxmlformats.org/officeDocument/2006/relationships/customXml" Target="../ink/ink108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2.png"/><Relationship Id="rId299" Type="http://schemas.openxmlformats.org/officeDocument/2006/relationships/image" Target="../media/image913.png"/><Relationship Id="rId21" Type="http://schemas.openxmlformats.org/officeDocument/2006/relationships/image" Target="../media/image774.png"/><Relationship Id="rId63" Type="http://schemas.openxmlformats.org/officeDocument/2006/relationships/image" Target="../media/image795.png"/><Relationship Id="rId159" Type="http://schemas.openxmlformats.org/officeDocument/2006/relationships/image" Target="../media/image843.png"/><Relationship Id="rId324" Type="http://schemas.openxmlformats.org/officeDocument/2006/relationships/customXml" Target="../ink/ink1303.xml"/><Relationship Id="rId366" Type="http://schemas.openxmlformats.org/officeDocument/2006/relationships/customXml" Target="../ink/ink1324.xml"/><Relationship Id="rId170" Type="http://schemas.openxmlformats.org/officeDocument/2006/relationships/customXml" Target="../ink/ink1226.xml"/><Relationship Id="rId226" Type="http://schemas.openxmlformats.org/officeDocument/2006/relationships/customXml" Target="../ink/ink1254.xml"/><Relationship Id="rId433" Type="http://schemas.openxmlformats.org/officeDocument/2006/relationships/image" Target="../media/image980.png"/><Relationship Id="rId268" Type="http://schemas.openxmlformats.org/officeDocument/2006/relationships/customXml" Target="../ink/ink1275.xml"/><Relationship Id="rId32" Type="http://schemas.openxmlformats.org/officeDocument/2006/relationships/customXml" Target="../ink/ink1157.xml"/><Relationship Id="rId74" Type="http://schemas.openxmlformats.org/officeDocument/2006/relationships/customXml" Target="../ink/ink1178.xml"/><Relationship Id="rId128" Type="http://schemas.openxmlformats.org/officeDocument/2006/relationships/customXml" Target="../ink/ink1205.xml"/><Relationship Id="rId335" Type="http://schemas.openxmlformats.org/officeDocument/2006/relationships/image" Target="../media/image931.png"/><Relationship Id="rId377" Type="http://schemas.openxmlformats.org/officeDocument/2006/relationships/image" Target="../media/image952.png"/><Relationship Id="rId5" Type="http://schemas.openxmlformats.org/officeDocument/2006/relationships/image" Target="../media/image766.png"/><Relationship Id="rId181" Type="http://schemas.openxmlformats.org/officeDocument/2006/relationships/image" Target="../media/image854.png"/><Relationship Id="rId237" Type="http://schemas.openxmlformats.org/officeDocument/2006/relationships/image" Target="../media/image882.png"/><Relationship Id="rId402" Type="http://schemas.openxmlformats.org/officeDocument/2006/relationships/customXml" Target="../ink/ink1342.xml"/><Relationship Id="rId279" Type="http://schemas.openxmlformats.org/officeDocument/2006/relationships/image" Target="../media/image903.png"/><Relationship Id="rId444" Type="http://schemas.openxmlformats.org/officeDocument/2006/relationships/customXml" Target="../ink/ink1363.xml"/><Relationship Id="rId43" Type="http://schemas.openxmlformats.org/officeDocument/2006/relationships/image" Target="../media/image785.png"/><Relationship Id="rId139" Type="http://schemas.openxmlformats.org/officeDocument/2006/relationships/image" Target="../media/image833.png"/><Relationship Id="rId290" Type="http://schemas.openxmlformats.org/officeDocument/2006/relationships/customXml" Target="../ink/ink1286.xml"/><Relationship Id="rId304" Type="http://schemas.openxmlformats.org/officeDocument/2006/relationships/customXml" Target="../ink/ink1293.xml"/><Relationship Id="rId346" Type="http://schemas.openxmlformats.org/officeDocument/2006/relationships/customXml" Target="../ink/ink1314.xml"/><Relationship Id="rId388" Type="http://schemas.openxmlformats.org/officeDocument/2006/relationships/customXml" Target="../ink/ink1335.xml"/><Relationship Id="rId85" Type="http://schemas.openxmlformats.org/officeDocument/2006/relationships/image" Target="../media/image806.png"/><Relationship Id="rId150" Type="http://schemas.openxmlformats.org/officeDocument/2006/relationships/customXml" Target="../ink/ink1216.xml"/><Relationship Id="rId192" Type="http://schemas.openxmlformats.org/officeDocument/2006/relationships/customXml" Target="../ink/ink1237.xml"/><Relationship Id="rId206" Type="http://schemas.openxmlformats.org/officeDocument/2006/relationships/customXml" Target="../ink/ink1244.xml"/><Relationship Id="rId413" Type="http://schemas.openxmlformats.org/officeDocument/2006/relationships/image" Target="../media/image970.png"/><Relationship Id="rId248" Type="http://schemas.openxmlformats.org/officeDocument/2006/relationships/customXml" Target="../ink/ink1265.xml"/><Relationship Id="rId455" Type="http://schemas.openxmlformats.org/officeDocument/2006/relationships/image" Target="../media/image991.png"/><Relationship Id="rId12" Type="http://schemas.openxmlformats.org/officeDocument/2006/relationships/customXml" Target="../ink/ink1147.xml"/><Relationship Id="rId108" Type="http://schemas.openxmlformats.org/officeDocument/2006/relationships/customXml" Target="../ink/ink1195.xml"/><Relationship Id="rId315" Type="http://schemas.openxmlformats.org/officeDocument/2006/relationships/image" Target="../media/image921.png"/><Relationship Id="rId357" Type="http://schemas.openxmlformats.org/officeDocument/2006/relationships/image" Target="../media/image942.png"/><Relationship Id="rId54" Type="http://schemas.openxmlformats.org/officeDocument/2006/relationships/customXml" Target="../ink/ink1168.xml"/><Relationship Id="rId96" Type="http://schemas.openxmlformats.org/officeDocument/2006/relationships/customXml" Target="../ink/ink1189.xml"/><Relationship Id="rId161" Type="http://schemas.openxmlformats.org/officeDocument/2006/relationships/image" Target="../media/image844.png"/><Relationship Id="rId217" Type="http://schemas.openxmlformats.org/officeDocument/2006/relationships/image" Target="../media/image872.png"/><Relationship Id="rId399" Type="http://schemas.openxmlformats.org/officeDocument/2006/relationships/image" Target="../media/image963.png"/><Relationship Id="rId259" Type="http://schemas.openxmlformats.org/officeDocument/2006/relationships/image" Target="../media/image893.png"/><Relationship Id="rId424" Type="http://schemas.openxmlformats.org/officeDocument/2006/relationships/customXml" Target="../ink/ink1353.xml"/><Relationship Id="rId466" Type="http://schemas.openxmlformats.org/officeDocument/2006/relationships/customXml" Target="../ink/ink1374.xml"/><Relationship Id="rId23" Type="http://schemas.openxmlformats.org/officeDocument/2006/relationships/image" Target="../media/image775.png"/><Relationship Id="rId119" Type="http://schemas.openxmlformats.org/officeDocument/2006/relationships/image" Target="../media/image823.png"/><Relationship Id="rId270" Type="http://schemas.openxmlformats.org/officeDocument/2006/relationships/customXml" Target="../ink/ink1276.xml"/><Relationship Id="rId326" Type="http://schemas.openxmlformats.org/officeDocument/2006/relationships/customXml" Target="../ink/ink1304.xml"/><Relationship Id="rId65" Type="http://schemas.openxmlformats.org/officeDocument/2006/relationships/image" Target="../media/image796.png"/><Relationship Id="rId130" Type="http://schemas.openxmlformats.org/officeDocument/2006/relationships/customXml" Target="../ink/ink1206.xml"/><Relationship Id="rId368" Type="http://schemas.openxmlformats.org/officeDocument/2006/relationships/customXml" Target="../ink/ink1325.xml"/><Relationship Id="rId172" Type="http://schemas.openxmlformats.org/officeDocument/2006/relationships/customXml" Target="../ink/ink1227.xml"/><Relationship Id="rId228" Type="http://schemas.openxmlformats.org/officeDocument/2006/relationships/customXml" Target="../ink/ink1255.xml"/><Relationship Id="rId435" Type="http://schemas.openxmlformats.org/officeDocument/2006/relationships/image" Target="../media/image981.png"/><Relationship Id="rId281" Type="http://schemas.openxmlformats.org/officeDocument/2006/relationships/image" Target="../media/image904.png"/><Relationship Id="rId337" Type="http://schemas.openxmlformats.org/officeDocument/2006/relationships/image" Target="../media/image932.png"/><Relationship Id="rId34" Type="http://schemas.openxmlformats.org/officeDocument/2006/relationships/customXml" Target="../ink/ink1158.xml"/><Relationship Id="rId76" Type="http://schemas.openxmlformats.org/officeDocument/2006/relationships/customXml" Target="../ink/ink1179.xml"/><Relationship Id="rId141" Type="http://schemas.openxmlformats.org/officeDocument/2006/relationships/image" Target="../media/image834.png"/><Relationship Id="rId379" Type="http://schemas.openxmlformats.org/officeDocument/2006/relationships/image" Target="../media/image953.png"/><Relationship Id="rId7" Type="http://schemas.openxmlformats.org/officeDocument/2006/relationships/image" Target="../media/image767.png"/><Relationship Id="rId183" Type="http://schemas.openxmlformats.org/officeDocument/2006/relationships/image" Target="../media/image855.png"/><Relationship Id="rId239" Type="http://schemas.openxmlformats.org/officeDocument/2006/relationships/image" Target="../media/image883.png"/><Relationship Id="rId390" Type="http://schemas.openxmlformats.org/officeDocument/2006/relationships/customXml" Target="../ink/ink1336.xml"/><Relationship Id="rId404" Type="http://schemas.openxmlformats.org/officeDocument/2006/relationships/customXml" Target="../ink/ink1343.xml"/><Relationship Id="rId446" Type="http://schemas.openxmlformats.org/officeDocument/2006/relationships/customXml" Target="../ink/ink1364.xml"/><Relationship Id="rId250" Type="http://schemas.openxmlformats.org/officeDocument/2006/relationships/customXml" Target="../ink/ink1266.xml"/><Relationship Id="rId292" Type="http://schemas.openxmlformats.org/officeDocument/2006/relationships/customXml" Target="../ink/ink1287.xml"/><Relationship Id="rId306" Type="http://schemas.openxmlformats.org/officeDocument/2006/relationships/customXml" Target="../ink/ink1294.xml"/><Relationship Id="rId45" Type="http://schemas.openxmlformats.org/officeDocument/2006/relationships/image" Target="../media/image786.png"/><Relationship Id="rId87" Type="http://schemas.openxmlformats.org/officeDocument/2006/relationships/image" Target="../media/image807.png"/><Relationship Id="rId110" Type="http://schemas.openxmlformats.org/officeDocument/2006/relationships/customXml" Target="../ink/ink1196.xml"/><Relationship Id="rId348" Type="http://schemas.openxmlformats.org/officeDocument/2006/relationships/customXml" Target="../ink/ink1315.xml"/><Relationship Id="rId152" Type="http://schemas.openxmlformats.org/officeDocument/2006/relationships/customXml" Target="../ink/ink1217.xml"/><Relationship Id="rId194" Type="http://schemas.openxmlformats.org/officeDocument/2006/relationships/customXml" Target="../ink/ink1238.xml"/><Relationship Id="rId208" Type="http://schemas.openxmlformats.org/officeDocument/2006/relationships/customXml" Target="../ink/ink1245.xml"/><Relationship Id="rId415" Type="http://schemas.openxmlformats.org/officeDocument/2006/relationships/image" Target="../media/image971.png"/><Relationship Id="rId457" Type="http://schemas.openxmlformats.org/officeDocument/2006/relationships/image" Target="../media/image992.png"/><Relationship Id="rId261" Type="http://schemas.openxmlformats.org/officeDocument/2006/relationships/image" Target="../media/image894.png"/><Relationship Id="rId14" Type="http://schemas.openxmlformats.org/officeDocument/2006/relationships/customXml" Target="../ink/ink1148.xml"/><Relationship Id="rId56" Type="http://schemas.openxmlformats.org/officeDocument/2006/relationships/customXml" Target="../ink/ink1169.xml"/><Relationship Id="rId317" Type="http://schemas.openxmlformats.org/officeDocument/2006/relationships/image" Target="../media/image922.png"/><Relationship Id="rId359" Type="http://schemas.openxmlformats.org/officeDocument/2006/relationships/image" Target="../media/image943.png"/><Relationship Id="rId98" Type="http://schemas.openxmlformats.org/officeDocument/2006/relationships/customXml" Target="../ink/ink1190.xml"/><Relationship Id="rId121" Type="http://schemas.openxmlformats.org/officeDocument/2006/relationships/image" Target="../media/image824.png"/><Relationship Id="rId163" Type="http://schemas.openxmlformats.org/officeDocument/2006/relationships/image" Target="../media/image845.png"/><Relationship Id="rId219" Type="http://schemas.openxmlformats.org/officeDocument/2006/relationships/image" Target="../media/image873.png"/><Relationship Id="rId370" Type="http://schemas.openxmlformats.org/officeDocument/2006/relationships/customXml" Target="../ink/ink1326.xml"/><Relationship Id="rId426" Type="http://schemas.openxmlformats.org/officeDocument/2006/relationships/customXml" Target="../ink/ink1354.xml"/><Relationship Id="rId230" Type="http://schemas.openxmlformats.org/officeDocument/2006/relationships/customXml" Target="../ink/ink1256.xml"/><Relationship Id="rId468" Type="http://schemas.openxmlformats.org/officeDocument/2006/relationships/customXml" Target="../ink/ink1375.xml"/><Relationship Id="rId25" Type="http://schemas.openxmlformats.org/officeDocument/2006/relationships/image" Target="../media/image776.png"/><Relationship Id="rId67" Type="http://schemas.openxmlformats.org/officeDocument/2006/relationships/image" Target="../media/image797.png"/><Relationship Id="rId272" Type="http://schemas.openxmlformats.org/officeDocument/2006/relationships/customXml" Target="../ink/ink1277.xml"/><Relationship Id="rId328" Type="http://schemas.openxmlformats.org/officeDocument/2006/relationships/customXml" Target="../ink/ink1305.xml"/><Relationship Id="rId132" Type="http://schemas.openxmlformats.org/officeDocument/2006/relationships/customXml" Target="../ink/ink1207.xml"/><Relationship Id="rId174" Type="http://schemas.openxmlformats.org/officeDocument/2006/relationships/customXml" Target="../ink/ink1228.xml"/><Relationship Id="rId381" Type="http://schemas.openxmlformats.org/officeDocument/2006/relationships/image" Target="../media/image954.png"/><Relationship Id="rId241" Type="http://schemas.openxmlformats.org/officeDocument/2006/relationships/image" Target="../media/image884.png"/><Relationship Id="rId437" Type="http://schemas.openxmlformats.org/officeDocument/2006/relationships/image" Target="../media/image982.png"/><Relationship Id="rId36" Type="http://schemas.openxmlformats.org/officeDocument/2006/relationships/customXml" Target="../ink/ink1159.xml"/><Relationship Id="rId283" Type="http://schemas.openxmlformats.org/officeDocument/2006/relationships/image" Target="../media/image905.png"/><Relationship Id="rId339" Type="http://schemas.openxmlformats.org/officeDocument/2006/relationships/image" Target="../media/image933.png"/><Relationship Id="rId78" Type="http://schemas.openxmlformats.org/officeDocument/2006/relationships/customXml" Target="../ink/ink1180.xml"/><Relationship Id="rId101" Type="http://schemas.openxmlformats.org/officeDocument/2006/relationships/image" Target="../media/image814.png"/><Relationship Id="rId143" Type="http://schemas.openxmlformats.org/officeDocument/2006/relationships/image" Target="../media/image835.png"/><Relationship Id="rId185" Type="http://schemas.openxmlformats.org/officeDocument/2006/relationships/image" Target="../media/image856.png"/><Relationship Id="rId350" Type="http://schemas.openxmlformats.org/officeDocument/2006/relationships/customXml" Target="../ink/ink1316.xml"/><Relationship Id="rId406" Type="http://schemas.openxmlformats.org/officeDocument/2006/relationships/customXml" Target="../ink/ink1344.xml"/><Relationship Id="rId9" Type="http://schemas.openxmlformats.org/officeDocument/2006/relationships/image" Target="../media/image768.png"/><Relationship Id="rId210" Type="http://schemas.openxmlformats.org/officeDocument/2006/relationships/customXml" Target="../ink/ink1246.xml"/><Relationship Id="rId392" Type="http://schemas.openxmlformats.org/officeDocument/2006/relationships/customXml" Target="../ink/ink1337.xml"/><Relationship Id="rId448" Type="http://schemas.openxmlformats.org/officeDocument/2006/relationships/customXml" Target="../ink/ink1365.xml"/><Relationship Id="rId252" Type="http://schemas.openxmlformats.org/officeDocument/2006/relationships/customXml" Target="../ink/ink1267.xml"/><Relationship Id="rId294" Type="http://schemas.openxmlformats.org/officeDocument/2006/relationships/customXml" Target="../ink/ink1288.xml"/><Relationship Id="rId308" Type="http://schemas.openxmlformats.org/officeDocument/2006/relationships/customXml" Target="../ink/ink1295.xml"/><Relationship Id="rId47" Type="http://schemas.openxmlformats.org/officeDocument/2006/relationships/image" Target="../media/image787.png"/><Relationship Id="rId89" Type="http://schemas.openxmlformats.org/officeDocument/2006/relationships/image" Target="../media/image808.png"/><Relationship Id="rId112" Type="http://schemas.openxmlformats.org/officeDocument/2006/relationships/customXml" Target="../ink/ink1197.xml"/><Relationship Id="rId154" Type="http://schemas.openxmlformats.org/officeDocument/2006/relationships/customXml" Target="../ink/ink1218.xml"/><Relationship Id="rId361" Type="http://schemas.openxmlformats.org/officeDocument/2006/relationships/image" Target="../media/image944.png"/><Relationship Id="rId196" Type="http://schemas.openxmlformats.org/officeDocument/2006/relationships/customXml" Target="../ink/ink1239.xml"/><Relationship Id="rId417" Type="http://schemas.openxmlformats.org/officeDocument/2006/relationships/image" Target="../media/image972.png"/><Relationship Id="rId459" Type="http://schemas.openxmlformats.org/officeDocument/2006/relationships/image" Target="../media/image993.png"/><Relationship Id="rId16" Type="http://schemas.openxmlformats.org/officeDocument/2006/relationships/customXml" Target="../ink/ink1149.xml"/><Relationship Id="rId221" Type="http://schemas.openxmlformats.org/officeDocument/2006/relationships/image" Target="../media/image874.png"/><Relationship Id="rId263" Type="http://schemas.openxmlformats.org/officeDocument/2006/relationships/image" Target="../media/image895.png"/><Relationship Id="rId319" Type="http://schemas.openxmlformats.org/officeDocument/2006/relationships/image" Target="../media/image923.png"/><Relationship Id="rId470" Type="http://schemas.openxmlformats.org/officeDocument/2006/relationships/customXml" Target="../ink/ink1376.xml"/><Relationship Id="rId58" Type="http://schemas.openxmlformats.org/officeDocument/2006/relationships/customXml" Target="../ink/ink1170.xml"/><Relationship Id="rId123" Type="http://schemas.openxmlformats.org/officeDocument/2006/relationships/image" Target="../media/image825.png"/><Relationship Id="rId330" Type="http://schemas.openxmlformats.org/officeDocument/2006/relationships/customXml" Target="../ink/ink1306.xml"/><Relationship Id="rId165" Type="http://schemas.openxmlformats.org/officeDocument/2006/relationships/image" Target="../media/image846.png"/><Relationship Id="rId372" Type="http://schemas.openxmlformats.org/officeDocument/2006/relationships/customXml" Target="../ink/ink1327.xml"/><Relationship Id="rId428" Type="http://schemas.openxmlformats.org/officeDocument/2006/relationships/customXml" Target="../ink/ink1355.xml"/><Relationship Id="rId232" Type="http://schemas.openxmlformats.org/officeDocument/2006/relationships/customXml" Target="../ink/ink1257.xml"/><Relationship Id="rId274" Type="http://schemas.openxmlformats.org/officeDocument/2006/relationships/customXml" Target="../ink/ink1278.xml"/><Relationship Id="rId27" Type="http://schemas.openxmlformats.org/officeDocument/2006/relationships/image" Target="../media/image777.png"/><Relationship Id="rId69" Type="http://schemas.openxmlformats.org/officeDocument/2006/relationships/image" Target="../media/image798.png"/><Relationship Id="rId134" Type="http://schemas.openxmlformats.org/officeDocument/2006/relationships/customXml" Target="../ink/ink1208.xml"/><Relationship Id="rId80" Type="http://schemas.openxmlformats.org/officeDocument/2006/relationships/customXml" Target="../ink/ink1181.xml"/><Relationship Id="rId176" Type="http://schemas.openxmlformats.org/officeDocument/2006/relationships/customXml" Target="../ink/ink1229.xml"/><Relationship Id="rId341" Type="http://schemas.openxmlformats.org/officeDocument/2006/relationships/image" Target="../media/image934.png"/><Relationship Id="rId383" Type="http://schemas.openxmlformats.org/officeDocument/2006/relationships/image" Target="../media/image955.png"/><Relationship Id="rId439" Type="http://schemas.openxmlformats.org/officeDocument/2006/relationships/image" Target="../media/image983.png"/><Relationship Id="rId201" Type="http://schemas.openxmlformats.org/officeDocument/2006/relationships/image" Target="../media/image864.png"/><Relationship Id="rId243" Type="http://schemas.openxmlformats.org/officeDocument/2006/relationships/image" Target="../media/image885.png"/><Relationship Id="rId285" Type="http://schemas.openxmlformats.org/officeDocument/2006/relationships/image" Target="../media/image906.png"/><Relationship Id="rId450" Type="http://schemas.openxmlformats.org/officeDocument/2006/relationships/customXml" Target="../ink/ink1366.xml"/><Relationship Id="rId38" Type="http://schemas.openxmlformats.org/officeDocument/2006/relationships/customXml" Target="../ink/ink1160.xml"/><Relationship Id="rId103" Type="http://schemas.openxmlformats.org/officeDocument/2006/relationships/image" Target="../media/image815.png"/><Relationship Id="rId310" Type="http://schemas.openxmlformats.org/officeDocument/2006/relationships/customXml" Target="../ink/ink1296.xml"/><Relationship Id="rId91" Type="http://schemas.openxmlformats.org/officeDocument/2006/relationships/image" Target="../media/image809.png"/><Relationship Id="rId145" Type="http://schemas.openxmlformats.org/officeDocument/2006/relationships/image" Target="../media/image836.png"/><Relationship Id="rId187" Type="http://schemas.openxmlformats.org/officeDocument/2006/relationships/image" Target="../media/image857.png"/><Relationship Id="rId352" Type="http://schemas.openxmlformats.org/officeDocument/2006/relationships/customXml" Target="../ink/ink1317.xml"/><Relationship Id="rId394" Type="http://schemas.openxmlformats.org/officeDocument/2006/relationships/customXml" Target="../ink/ink1338.xml"/><Relationship Id="rId408" Type="http://schemas.openxmlformats.org/officeDocument/2006/relationships/customXml" Target="../ink/ink1345.xml"/><Relationship Id="rId212" Type="http://schemas.openxmlformats.org/officeDocument/2006/relationships/customXml" Target="../ink/ink1247.xml"/><Relationship Id="rId254" Type="http://schemas.openxmlformats.org/officeDocument/2006/relationships/customXml" Target="../ink/ink1268.xml"/><Relationship Id="rId49" Type="http://schemas.openxmlformats.org/officeDocument/2006/relationships/image" Target="../media/image788.png"/><Relationship Id="rId114" Type="http://schemas.openxmlformats.org/officeDocument/2006/relationships/customXml" Target="../ink/ink1198.xml"/><Relationship Id="rId296" Type="http://schemas.openxmlformats.org/officeDocument/2006/relationships/customXml" Target="../ink/ink1289.xml"/><Relationship Id="rId461" Type="http://schemas.openxmlformats.org/officeDocument/2006/relationships/image" Target="../media/image994.png"/><Relationship Id="rId60" Type="http://schemas.openxmlformats.org/officeDocument/2006/relationships/customXml" Target="../ink/ink1171.xml"/><Relationship Id="rId156" Type="http://schemas.openxmlformats.org/officeDocument/2006/relationships/customXml" Target="../ink/ink1219.xml"/><Relationship Id="rId198" Type="http://schemas.openxmlformats.org/officeDocument/2006/relationships/customXml" Target="../ink/ink1240.xml"/><Relationship Id="rId321" Type="http://schemas.openxmlformats.org/officeDocument/2006/relationships/image" Target="../media/image924.png"/><Relationship Id="rId363" Type="http://schemas.openxmlformats.org/officeDocument/2006/relationships/image" Target="../media/image945.png"/><Relationship Id="rId419" Type="http://schemas.openxmlformats.org/officeDocument/2006/relationships/image" Target="../media/image973.png"/><Relationship Id="rId223" Type="http://schemas.openxmlformats.org/officeDocument/2006/relationships/image" Target="../media/image875.png"/><Relationship Id="rId430" Type="http://schemas.openxmlformats.org/officeDocument/2006/relationships/customXml" Target="../ink/ink1356.xml"/><Relationship Id="rId18" Type="http://schemas.openxmlformats.org/officeDocument/2006/relationships/customXml" Target="../ink/ink1150.xml"/><Relationship Id="rId265" Type="http://schemas.openxmlformats.org/officeDocument/2006/relationships/image" Target="../media/image896.png"/><Relationship Id="rId472" Type="http://schemas.openxmlformats.org/officeDocument/2006/relationships/customXml" Target="../ink/ink1377.xml"/><Relationship Id="rId125" Type="http://schemas.openxmlformats.org/officeDocument/2006/relationships/image" Target="../media/image826.png"/><Relationship Id="rId167" Type="http://schemas.openxmlformats.org/officeDocument/2006/relationships/image" Target="../media/image847.png"/><Relationship Id="rId332" Type="http://schemas.openxmlformats.org/officeDocument/2006/relationships/customXml" Target="../ink/ink1307.xml"/><Relationship Id="rId374" Type="http://schemas.openxmlformats.org/officeDocument/2006/relationships/customXml" Target="../ink/ink1328.xml"/><Relationship Id="rId71" Type="http://schemas.openxmlformats.org/officeDocument/2006/relationships/image" Target="../media/image799.png"/><Relationship Id="rId234" Type="http://schemas.openxmlformats.org/officeDocument/2006/relationships/customXml" Target="../ink/ink1258.xml"/><Relationship Id="rId2" Type="http://schemas.openxmlformats.org/officeDocument/2006/relationships/customXml" Target="../ink/ink1142.xml"/><Relationship Id="rId29" Type="http://schemas.openxmlformats.org/officeDocument/2006/relationships/image" Target="../media/image778.png"/><Relationship Id="rId276" Type="http://schemas.openxmlformats.org/officeDocument/2006/relationships/customXml" Target="../ink/ink1279.xml"/><Relationship Id="rId441" Type="http://schemas.openxmlformats.org/officeDocument/2006/relationships/image" Target="../media/image984.png"/><Relationship Id="rId40" Type="http://schemas.openxmlformats.org/officeDocument/2006/relationships/customXml" Target="../ink/ink1161.xml"/><Relationship Id="rId136" Type="http://schemas.openxmlformats.org/officeDocument/2006/relationships/customXml" Target="../ink/ink1209.xml"/><Relationship Id="rId178" Type="http://schemas.openxmlformats.org/officeDocument/2006/relationships/customXml" Target="../ink/ink1230.xml"/><Relationship Id="rId301" Type="http://schemas.openxmlformats.org/officeDocument/2006/relationships/image" Target="../media/image914.png"/><Relationship Id="rId343" Type="http://schemas.openxmlformats.org/officeDocument/2006/relationships/image" Target="../media/image935.png"/><Relationship Id="rId82" Type="http://schemas.openxmlformats.org/officeDocument/2006/relationships/customXml" Target="../ink/ink1182.xml"/><Relationship Id="rId203" Type="http://schemas.openxmlformats.org/officeDocument/2006/relationships/image" Target="../media/image865.png"/><Relationship Id="rId385" Type="http://schemas.openxmlformats.org/officeDocument/2006/relationships/image" Target="../media/image956.png"/><Relationship Id="rId245" Type="http://schemas.openxmlformats.org/officeDocument/2006/relationships/image" Target="../media/image886.png"/><Relationship Id="rId287" Type="http://schemas.openxmlformats.org/officeDocument/2006/relationships/image" Target="../media/image907.png"/><Relationship Id="rId410" Type="http://schemas.openxmlformats.org/officeDocument/2006/relationships/customXml" Target="../ink/ink1346.xml"/><Relationship Id="rId452" Type="http://schemas.openxmlformats.org/officeDocument/2006/relationships/customXml" Target="../ink/ink1367.xml"/><Relationship Id="rId30" Type="http://schemas.openxmlformats.org/officeDocument/2006/relationships/customXml" Target="../ink/ink1156.xml"/><Relationship Id="rId105" Type="http://schemas.openxmlformats.org/officeDocument/2006/relationships/image" Target="../media/image816.png"/><Relationship Id="rId126" Type="http://schemas.openxmlformats.org/officeDocument/2006/relationships/customXml" Target="../ink/ink1204.xml"/><Relationship Id="rId147" Type="http://schemas.openxmlformats.org/officeDocument/2006/relationships/image" Target="../media/image837.png"/><Relationship Id="rId168" Type="http://schemas.openxmlformats.org/officeDocument/2006/relationships/customXml" Target="../ink/ink1225.xml"/><Relationship Id="rId312" Type="http://schemas.openxmlformats.org/officeDocument/2006/relationships/customXml" Target="../ink/ink1297.xml"/><Relationship Id="rId333" Type="http://schemas.openxmlformats.org/officeDocument/2006/relationships/image" Target="../media/image930.png"/><Relationship Id="rId354" Type="http://schemas.openxmlformats.org/officeDocument/2006/relationships/customXml" Target="../ink/ink1318.xml"/><Relationship Id="rId51" Type="http://schemas.openxmlformats.org/officeDocument/2006/relationships/image" Target="../media/image789.png"/><Relationship Id="rId72" Type="http://schemas.openxmlformats.org/officeDocument/2006/relationships/customXml" Target="../ink/ink1177.xml"/><Relationship Id="rId93" Type="http://schemas.openxmlformats.org/officeDocument/2006/relationships/image" Target="../media/image810.png"/><Relationship Id="rId189" Type="http://schemas.openxmlformats.org/officeDocument/2006/relationships/image" Target="../media/image858.png"/><Relationship Id="rId375" Type="http://schemas.openxmlformats.org/officeDocument/2006/relationships/image" Target="../media/image951.png"/><Relationship Id="rId396" Type="http://schemas.openxmlformats.org/officeDocument/2006/relationships/customXml" Target="../ink/ink1339.xml"/><Relationship Id="rId3" Type="http://schemas.openxmlformats.org/officeDocument/2006/relationships/image" Target="../media/image765.png"/><Relationship Id="rId214" Type="http://schemas.openxmlformats.org/officeDocument/2006/relationships/customXml" Target="../ink/ink1248.xml"/><Relationship Id="rId235" Type="http://schemas.openxmlformats.org/officeDocument/2006/relationships/image" Target="../media/image881.png"/><Relationship Id="rId256" Type="http://schemas.openxmlformats.org/officeDocument/2006/relationships/customXml" Target="../ink/ink1269.xml"/><Relationship Id="rId277" Type="http://schemas.openxmlformats.org/officeDocument/2006/relationships/image" Target="../media/image902.png"/><Relationship Id="rId298" Type="http://schemas.openxmlformats.org/officeDocument/2006/relationships/customXml" Target="../ink/ink1290.xml"/><Relationship Id="rId400" Type="http://schemas.openxmlformats.org/officeDocument/2006/relationships/customXml" Target="../ink/ink1341.xml"/><Relationship Id="rId421" Type="http://schemas.openxmlformats.org/officeDocument/2006/relationships/image" Target="../media/image974.png"/><Relationship Id="rId442" Type="http://schemas.openxmlformats.org/officeDocument/2006/relationships/customXml" Target="../ink/ink1362.xml"/><Relationship Id="rId463" Type="http://schemas.openxmlformats.org/officeDocument/2006/relationships/image" Target="../media/image995.png"/><Relationship Id="rId116" Type="http://schemas.openxmlformats.org/officeDocument/2006/relationships/customXml" Target="../ink/ink1199.xml"/><Relationship Id="rId137" Type="http://schemas.openxmlformats.org/officeDocument/2006/relationships/image" Target="../media/image832.png"/><Relationship Id="rId158" Type="http://schemas.openxmlformats.org/officeDocument/2006/relationships/customXml" Target="../ink/ink1220.xml"/><Relationship Id="rId302" Type="http://schemas.openxmlformats.org/officeDocument/2006/relationships/customXml" Target="../ink/ink1292.xml"/><Relationship Id="rId323" Type="http://schemas.openxmlformats.org/officeDocument/2006/relationships/image" Target="../media/image925.png"/><Relationship Id="rId344" Type="http://schemas.openxmlformats.org/officeDocument/2006/relationships/customXml" Target="../ink/ink1313.xml"/><Relationship Id="rId20" Type="http://schemas.openxmlformats.org/officeDocument/2006/relationships/customXml" Target="../ink/ink1151.xml"/><Relationship Id="rId41" Type="http://schemas.openxmlformats.org/officeDocument/2006/relationships/image" Target="../media/image784.png"/><Relationship Id="rId62" Type="http://schemas.openxmlformats.org/officeDocument/2006/relationships/customXml" Target="../ink/ink1172.xml"/><Relationship Id="rId83" Type="http://schemas.openxmlformats.org/officeDocument/2006/relationships/image" Target="../media/image805.png"/><Relationship Id="rId179" Type="http://schemas.openxmlformats.org/officeDocument/2006/relationships/image" Target="../media/image853.png"/><Relationship Id="rId365" Type="http://schemas.openxmlformats.org/officeDocument/2006/relationships/image" Target="../media/image946.png"/><Relationship Id="rId386" Type="http://schemas.openxmlformats.org/officeDocument/2006/relationships/customXml" Target="../ink/ink1334.xml"/><Relationship Id="rId190" Type="http://schemas.openxmlformats.org/officeDocument/2006/relationships/customXml" Target="../ink/ink1236.xml"/><Relationship Id="rId204" Type="http://schemas.openxmlformats.org/officeDocument/2006/relationships/customXml" Target="../ink/ink1243.xml"/><Relationship Id="rId225" Type="http://schemas.openxmlformats.org/officeDocument/2006/relationships/image" Target="../media/image876.png"/><Relationship Id="rId246" Type="http://schemas.openxmlformats.org/officeDocument/2006/relationships/customXml" Target="../ink/ink1264.xml"/><Relationship Id="rId267" Type="http://schemas.openxmlformats.org/officeDocument/2006/relationships/image" Target="../media/image897.png"/><Relationship Id="rId288" Type="http://schemas.openxmlformats.org/officeDocument/2006/relationships/customXml" Target="../ink/ink1285.xml"/><Relationship Id="rId411" Type="http://schemas.openxmlformats.org/officeDocument/2006/relationships/image" Target="../media/image969.png"/><Relationship Id="rId432" Type="http://schemas.openxmlformats.org/officeDocument/2006/relationships/customXml" Target="../ink/ink1357.xml"/><Relationship Id="rId453" Type="http://schemas.openxmlformats.org/officeDocument/2006/relationships/image" Target="../media/image990.png"/><Relationship Id="rId106" Type="http://schemas.openxmlformats.org/officeDocument/2006/relationships/customXml" Target="../ink/ink1194.xml"/><Relationship Id="rId127" Type="http://schemas.openxmlformats.org/officeDocument/2006/relationships/image" Target="../media/image827.png"/><Relationship Id="rId313" Type="http://schemas.openxmlformats.org/officeDocument/2006/relationships/image" Target="../media/image920.png"/><Relationship Id="rId10" Type="http://schemas.openxmlformats.org/officeDocument/2006/relationships/customXml" Target="../ink/ink1146.xml"/><Relationship Id="rId31" Type="http://schemas.openxmlformats.org/officeDocument/2006/relationships/image" Target="../media/image779.png"/><Relationship Id="rId52" Type="http://schemas.openxmlformats.org/officeDocument/2006/relationships/customXml" Target="../ink/ink1167.xml"/><Relationship Id="rId73" Type="http://schemas.openxmlformats.org/officeDocument/2006/relationships/image" Target="../media/image800.png"/><Relationship Id="rId94" Type="http://schemas.openxmlformats.org/officeDocument/2006/relationships/customXml" Target="../ink/ink1188.xml"/><Relationship Id="rId148" Type="http://schemas.openxmlformats.org/officeDocument/2006/relationships/customXml" Target="../ink/ink1215.xml"/><Relationship Id="rId169" Type="http://schemas.openxmlformats.org/officeDocument/2006/relationships/image" Target="../media/image848.png"/><Relationship Id="rId334" Type="http://schemas.openxmlformats.org/officeDocument/2006/relationships/customXml" Target="../ink/ink1308.xml"/><Relationship Id="rId355" Type="http://schemas.openxmlformats.org/officeDocument/2006/relationships/image" Target="../media/image941.png"/><Relationship Id="rId376" Type="http://schemas.openxmlformats.org/officeDocument/2006/relationships/customXml" Target="../ink/ink1329.xml"/><Relationship Id="rId397" Type="http://schemas.openxmlformats.org/officeDocument/2006/relationships/image" Target="../media/image962.png"/><Relationship Id="rId4" Type="http://schemas.openxmlformats.org/officeDocument/2006/relationships/customXml" Target="../ink/ink1143.xml"/><Relationship Id="rId180" Type="http://schemas.openxmlformats.org/officeDocument/2006/relationships/customXml" Target="../ink/ink1231.xml"/><Relationship Id="rId215" Type="http://schemas.openxmlformats.org/officeDocument/2006/relationships/image" Target="../media/image871.png"/><Relationship Id="rId236" Type="http://schemas.openxmlformats.org/officeDocument/2006/relationships/customXml" Target="../ink/ink1259.xml"/><Relationship Id="rId257" Type="http://schemas.openxmlformats.org/officeDocument/2006/relationships/image" Target="../media/image892.png"/><Relationship Id="rId278" Type="http://schemas.openxmlformats.org/officeDocument/2006/relationships/customXml" Target="../ink/ink1280.xml"/><Relationship Id="rId401" Type="http://schemas.openxmlformats.org/officeDocument/2006/relationships/image" Target="../media/image964.png"/><Relationship Id="rId422" Type="http://schemas.openxmlformats.org/officeDocument/2006/relationships/customXml" Target="../ink/ink1352.xml"/><Relationship Id="rId443" Type="http://schemas.openxmlformats.org/officeDocument/2006/relationships/image" Target="../media/image985.png"/><Relationship Id="rId464" Type="http://schemas.openxmlformats.org/officeDocument/2006/relationships/customXml" Target="../ink/ink1373.xml"/><Relationship Id="rId303" Type="http://schemas.openxmlformats.org/officeDocument/2006/relationships/image" Target="../media/image915.png"/><Relationship Id="rId42" Type="http://schemas.openxmlformats.org/officeDocument/2006/relationships/customXml" Target="../ink/ink1162.xml"/><Relationship Id="rId84" Type="http://schemas.openxmlformats.org/officeDocument/2006/relationships/customXml" Target="../ink/ink1183.xml"/><Relationship Id="rId138" Type="http://schemas.openxmlformats.org/officeDocument/2006/relationships/customXml" Target="../ink/ink1210.xml"/><Relationship Id="rId345" Type="http://schemas.openxmlformats.org/officeDocument/2006/relationships/image" Target="../media/image936.png"/><Relationship Id="rId387" Type="http://schemas.openxmlformats.org/officeDocument/2006/relationships/image" Target="../media/image957.png"/><Relationship Id="rId191" Type="http://schemas.openxmlformats.org/officeDocument/2006/relationships/image" Target="../media/image859.png"/><Relationship Id="rId205" Type="http://schemas.openxmlformats.org/officeDocument/2006/relationships/image" Target="../media/image866.png"/><Relationship Id="rId247" Type="http://schemas.openxmlformats.org/officeDocument/2006/relationships/image" Target="../media/image887.png"/><Relationship Id="rId412" Type="http://schemas.openxmlformats.org/officeDocument/2006/relationships/customXml" Target="../ink/ink1347.xml"/><Relationship Id="rId107" Type="http://schemas.openxmlformats.org/officeDocument/2006/relationships/image" Target="../media/image817.png"/><Relationship Id="rId289" Type="http://schemas.openxmlformats.org/officeDocument/2006/relationships/image" Target="../media/image908.png"/><Relationship Id="rId454" Type="http://schemas.openxmlformats.org/officeDocument/2006/relationships/customXml" Target="../ink/ink1368.xml"/><Relationship Id="rId11" Type="http://schemas.openxmlformats.org/officeDocument/2006/relationships/image" Target="../media/image769.png"/><Relationship Id="rId53" Type="http://schemas.openxmlformats.org/officeDocument/2006/relationships/image" Target="../media/image790.png"/><Relationship Id="rId149" Type="http://schemas.openxmlformats.org/officeDocument/2006/relationships/image" Target="../media/image838.png"/><Relationship Id="rId314" Type="http://schemas.openxmlformats.org/officeDocument/2006/relationships/customXml" Target="../ink/ink1298.xml"/><Relationship Id="rId356" Type="http://schemas.openxmlformats.org/officeDocument/2006/relationships/customXml" Target="../ink/ink1319.xml"/><Relationship Id="rId398" Type="http://schemas.openxmlformats.org/officeDocument/2006/relationships/customXml" Target="../ink/ink1340.xml"/><Relationship Id="rId95" Type="http://schemas.openxmlformats.org/officeDocument/2006/relationships/image" Target="../media/image811.png"/><Relationship Id="rId160" Type="http://schemas.openxmlformats.org/officeDocument/2006/relationships/customXml" Target="../ink/ink1221.xml"/><Relationship Id="rId216" Type="http://schemas.openxmlformats.org/officeDocument/2006/relationships/customXml" Target="../ink/ink1249.xml"/><Relationship Id="rId423" Type="http://schemas.openxmlformats.org/officeDocument/2006/relationships/image" Target="../media/image975.png"/><Relationship Id="rId258" Type="http://schemas.openxmlformats.org/officeDocument/2006/relationships/customXml" Target="../ink/ink1270.xml"/><Relationship Id="rId465" Type="http://schemas.openxmlformats.org/officeDocument/2006/relationships/image" Target="../media/image996.png"/><Relationship Id="rId22" Type="http://schemas.openxmlformats.org/officeDocument/2006/relationships/customXml" Target="../ink/ink1152.xml"/><Relationship Id="rId64" Type="http://schemas.openxmlformats.org/officeDocument/2006/relationships/customXml" Target="../ink/ink1173.xml"/><Relationship Id="rId118" Type="http://schemas.openxmlformats.org/officeDocument/2006/relationships/customXml" Target="../ink/ink1200.xml"/><Relationship Id="rId325" Type="http://schemas.openxmlformats.org/officeDocument/2006/relationships/image" Target="../media/image926.png"/><Relationship Id="rId367" Type="http://schemas.openxmlformats.org/officeDocument/2006/relationships/image" Target="../media/image947.png"/><Relationship Id="rId171" Type="http://schemas.openxmlformats.org/officeDocument/2006/relationships/image" Target="../media/image849.png"/><Relationship Id="rId227" Type="http://schemas.openxmlformats.org/officeDocument/2006/relationships/image" Target="../media/image877.png"/><Relationship Id="rId269" Type="http://schemas.openxmlformats.org/officeDocument/2006/relationships/image" Target="../media/image898.png"/><Relationship Id="rId434" Type="http://schemas.openxmlformats.org/officeDocument/2006/relationships/customXml" Target="../ink/ink1358.xml"/><Relationship Id="rId33" Type="http://schemas.openxmlformats.org/officeDocument/2006/relationships/image" Target="../media/image780.png"/><Relationship Id="rId129" Type="http://schemas.openxmlformats.org/officeDocument/2006/relationships/image" Target="../media/image828.png"/><Relationship Id="rId280" Type="http://schemas.openxmlformats.org/officeDocument/2006/relationships/customXml" Target="../ink/ink1281.xml"/><Relationship Id="rId336" Type="http://schemas.openxmlformats.org/officeDocument/2006/relationships/customXml" Target="../ink/ink1309.xml"/><Relationship Id="rId75" Type="http://schemas.openxmlformats.org/officeDocument/2006/relationships/image" Target="../media/image801.png"/><Relationship Id="rId140" Type="http://schemas.openxmlformats.org/officeDocument/2006/relationships/customXml" Target="../ink/ink1211.xml"/><Relationship Id="rId182" Type="http://schemas.openxmlformats.org/officeDocument/2006/relationships/customXml" Target="../ink/ink1232.xml"/><Relationship Id="rId378" Type="http://schemas.openxmlformats.org/officeDocument/2006/relationships/customXml" Target="../ink/ink1330.xml"/><Relationship Id="rId403" Type="http://schemas.openxmlformats.org/officeDocument/2006/relationships/image" Target="../media/image965.png"/><Relationship Id="rId6" Type="http://schemas.openxmlformats.org/officeDocument/2006/relationships/customXml" Target="../ink/ink1144.xml"/><Relationship Id="rId238" Type="http://schemas.openxmlformats.org/officeDocument/2006/relationships/customXml" Target="../ink/ink1260.xml"/><Relationship Id="rId445" Type="http://schemas.openxmlformats.org/officeDocument/2006/relationships/image" Target="../media/image986.png"/><Relationship Id="rId291" Type="http://schemas.openxmlformats.org/officeDocument/2006/relationships/image" Target="../media/image909.png"/><Relationship Id="rId305" Type="http://schemas.openxmlformats.org/officeDocument/2006/relationships/image" Target="../media/image916.png"/><Relationship Id="rId347" Type="http://schemas.openxmlformats.org/officeDocument/2006/relationships/image" Target="../media/image937.png"/><Relationship Id="rId44" Type="http://schemas.openxmlformats.org/officeDocument/2006/relationships/customXml" Target="../ink/ink1163.xml"/><Relationship Id="rId86" Type="http://schemas.openxmlformats.org/officeDocument/2006/relationships/customXml" Target="../ink/ink1184.xml"/><Relationship Id="rId151" Type="http://schemas.openxmlformats.org/officeDocument/2006/relationships/image" Target="../media/image839.png"/><Relationship Id="rId389" Type="http://schemas.openxmlformats.org/officeDocument/2006/relationships/image" Target="../media/image958.png"/><Relationship Id="rId193" Type="http://schemas.openxmlformats.org/officeDocument/2006/relationships/image" Target="../media/image860.png"/><Relationship Id="rId207" Type="http://schemas.openxmlformats.org/officeDocument/2006/relationships/image" Target="../media/image867.png"/><Relationship Id="rId249" Type="http://schemas.openxmlformats.org/officeDocument/2006/relationships/image" Target="../media/image888.png"/><Relationship Id="rId414" Type="http://schemas.openxmlformats.org/officeDocument/2006/relationships/customXml" Target="../ink/ink1348.xml"/><Relationship Id="rId456" Type="http://schemas.openxmlformats.org/officeDocument/2006/relationships/customXml" Target="../ink/ink1369.xml"/><Relationship Id="rId13" Type="http://schemas.openxmlformats.org/officeDocument/2006/relationships/image" Target="../media/image770.png"/><Relationship Id="rId109" Type="http://schemas.openxmlformats.org/officeDocument/2006/relationships/image" Target="../media/image818.png"/><Relationship Id="rId260" Type="http://schemas.openxmlformats.org/officeDocument/2006/relationships/customXml" Target="../ink/ink1271.xml"/><Relationship Id="rId316" Type="http://schemas.openxmlformats.org/officeDocument/2006/relationships/customXml" Target="../ink/ink1299.xml"/><Relationship Id="rId55" Type="http://schemas.openxmlformats.org/officeDocument/2006/relationships/image" Target="../media/image791.png"/><Relationship Id="rId97" Type="http://schemas.openxmlformats.org/officeDocument/2006/relationships/image" Target="../media/image812.png"/><Relationship Id="rId120" Type="http://schemas.openxmlformats.org/officeDocument/2006/relationships/customXml" Target="../ink/ink1201.xml"/><Relationship Id="rId358" Type="http://schemas.openxmlformats.org/officeDocument/2006/relationships/customXml" Target="../ink/ink1320.xml"/><Relationship Id="rId162" Type="http://schemas.openxmlformats.org/officeDocument/2006/relationships/customXml" Target="../ink/ink1222.xml"/><Relationship Id="rId218" Type="http://schemas.openxmlformats.org/officeDocument/2006/relationships/customXml" Target="../ink/ink1250.xml"/><Relationship Id="rId425" Type="http://schemas.openxmlformats.org/officeDocument/2006/relationships/image" Target="../media/image976.png"/><Relationship Id="rId467" Type="http://schemas.openxmlformats.org/officeDocument/2006/relationships/image" Target="../media/image997.png"/><Relationship Id="rId271" Type="http://schemas.openxmlformats.org/officeDocument/2006/relationships/image" Target="../media/image899.png"/><Relationship Id="rId24" Type="http://schemas.openxmlformats.org/officeDocument/2006/relationships/customXml" Target="../ink/ink1153.xml"/><Relationship Id="rId66" Type="http://schemas.openxmlformats.org/officeDocument/2006/relationships/customXml" Target="../ink/ink1174.xml"/><Relationship Id="rId131" Type="http://schemas.openxmlformats.org/officeDocument/2006/relationships/image" Target="../media/image829.png"/><Relationship Id="rId327" Type="http://schemas.openxmlformats.org/officeDocument/2006/relationships/image" Target="../media/image927.png"/><Relationship Id="rId369" Type="http://schemas.openxmlformats.org/officeDocument/2006/relationships/image" Target="../media/image948.png"/><Relationship Id="rId173" Type="http://schemas.openxmlformats.org/officeDocument/2006/relationships/image" Target="../media/image850.png"/><Relationship Id="rId229" Type="http://schemas.openxmlformats.org/officeDocument/2006/relationships/image" Target="../media/image878.png"/><Relationship Id="rId380" Type="http://schemas.openxmlformats.org/officeDocument/2006/relationships/customXml" Target="../ink/ink1331.xml"/><Relationship Id="rId436" Type="http://schemas.openxmlformats.org/officeDocument/2006/relationships/customXml" Target="../ink/ink1359.xml"/><Relationship Id="rId240" Type="http://schemas.openxmlformats.org/officeDocument/2006/relationships/customXml" Target="../ink/ink1261.xml"/><Relationship Id="rId35" Type="http://schemas.openxmlformats.org/officeDocument/2006/relationships/image" Target="../media/image781.png"/><Relationship Id="rId77" Type="http://schemas.openxmlformats.org/officeDocument/2006/relationships/image" Target="../media/image802.png"/><Relationship Id="rId100" Type="http://schemas.openxmlformats.org/officeDocument/2006/relationships/customXml" Target="../ink/ink1191.xml"/><Relationship Id="rId282" Type="http://schemas.openxmlformats.org/officeDocument/2006/relationships/customXml" Target="../ink/ink1282.xml"/><Relationship Id="rId338" Type="http://schemas.openxmlformats.org/officeDocument/2006/relationships/customXml" Target="../ink/ink1310.xml"/><Relationship Id="rId8" Type="http://schemas.openxmlformats.org/officeDocument/2006/relationships/customXml" Target="../ink/ink1145.xml"/><Relationship Id="rId142" Type="http://schemas.openxmlformats.org/officeDocument/2006/relationships/customXml" Target="../ink/ink1212.xml"/><Relationship Id="rId184" Type="http://schemas.openxmlformats.org/officeDocument/2006/relationships/customXml" Target="../ink/ink1233.xml"/><Relationship Id="rId391" Type="http://schemas.openxmlformats.org/officeDocument/2006/relationships/image" Target="../media/image959.png"/><Relationship Id="rId405" Type="http://schemas.openxmlformats.org/officeDocument/2006/relationships/image" Target="../media/image966.png"/><Relationship Id="rId447" Type="http://schemas.openxmlformats.org/officeDocument/2006/relationships/image" Target="../media/image987.png"/><Relationship Id="rId251" Type="http://schemas.openxmlformats.org/officeDocument/2006/relationships/image" Target="../media/image889.png"/><Relationship Id="rId46" Type="http://schemas.openxmlformats.org/officeDocument/2006/relationships/customXml" Target="../ink/ink1164.xml"/><Relationship Id="rId293" Type="http://schemas.openxmlformats.org/officeDocument/2006/relationships/image" Target="../media/image910.png"/><Relationship Id="rId307" Type="http://schemas.openxmlformats.org/officeDocument/2006/relationships/image" Target="../media/image917.png"/><Relationship Id="rId349" Type="http://schemas.openxmlformats.org/officeDocument/2006/relationships/image" Target="../media/image938.png"/><Relationship Id="rId88" Type="http://schemas.openxmlformats.org/officeDocument/2006/relationships/customXml" Target="../ink/ink1185.xml"/><Relationship Id="rId111" Type="http://schemas.openxmlformats.org/officeDocument/2006/relationships/image" Target="../media/image819.png"/><Relationship Id="rId153" Type="http://schemas.openxmlformats.org/officeDocument/2006/relationships/image" Target="../media/image840.png"/><Relationship Id="rId195" Type="http://schemas.openxmlformats.org/officeDocument/2006/relationships/image" Target="../media/image861.png"/><Relationship Id="rId209" Type="http://schemas.openxmlformats.org/officeDocument/2006/relationships/image" Target="../media/image868.png"/><Relationship Id="rId360" Type="http://schemas.openxmlformats.org/officeDocument/2006/relationships/customXml" Target="../ink/ink1321.xml"/><Relationship Id="rId416" Type="http://schemas.openxmlformats.org/officeDocument/2006/relationships/customXml" Target="../ink/ink1349.xml"/><Relationship Id="rId220" Type="http://schemas.openxmlformats.org/officeDocument/2006/relationships/customXml" Target="../ink/ink1251.xml"/><Relationship Id="rId458" Type="http://schemas.openxmlformats.org/officeDocument/2006/relationships/customXml" Target="../ink/ink1370.xml"/><Relationship Id="rId15" Type="http://schemas.openxmlformats.org/officeDocument/2006/relationships/image" Target="../media/image771.png"/><Relationship Id="rId57" Type="http://schemas.openxmlformats.org/officeDocument/2006/relationships/image" Target="../media/image792.png"/><Relationship Id="rId262" Type="http://schemas.openxmlformats.org/officeDocument/2006/relationships/customXml" Target="../ink/ink1272.xml"/><Relationship Id="rId318" Type="http://schemas.openxmlformats.org/officeDocument/2006/relationships/customXml" Target="../ink/ink1300.xml"/><Relationship Id="rId99" Type="http://schemas.openxmlformats.org/officeDocument/2006/relationships/image" Target="../media/image813.png"/><Relationship Id="rId122" Type="http://schemas.openxmlformats.org/officeDocument/2006/relationships/customXml" Target="../ink/ink1202.xml"/><Relationship Id="rId164" Type="http://schemas.openxmlformats.org/officeDocument/2006/relationships/customXml" Target="../ink/ink1223.xml"/><Relationship Id="rId371" Type="http://schemas.openxmlformats.org/officeDocument/2006/relationships/image" Target="../media/image949.png"/><Relationship Id="rId427" Type="http://schemas.openxmlformats.org/officeDocument/2006/relationships/image" Target="../media/image977.png"/><Relationship Id="rId469" Type="http://schemas.openxmlformats.org/officeDocument/2006/relationships/image" Target="../media/image998.png"/><Relationship Id="rId26" Type="http://schemas.openxmlformats.org/officeDocument/2006/relationships/customXml" Target="../ink/ink1154.xml"/><Relationship Id="rId231" Type="http://schemas.openxmlformats.org/officeDocument/2006/relationships/image" Target="../media/image879.png"/><Relationship Id="rId273" Type="http://schemas.openxmlformats.org/officeDocument/2006/relationships/image" Target="../media/image900.png"/><Relationship Id="rId329" Type="http://schemas.openxmlformats.org/officeDocument/2006/relationships/image" Target="../media/image928.png"/><Relationship Id="rId68" Type="http://schemas.openxmlformats.org/officeDocument/2006/relationships/customXml" Target="../ink/ink1175.xml"/><Relationship Id="rId133" Type="http://schemas.openxmlformats.org/officeDocument/2006/relationships/image" Target="../media/image830.png"/><Relationship Id="rId175" Type="http://schemas.openxmlformats.org/officeDocument/2006/relationships/image" Target="../media/image851.png"/><Relationship Id="rId340" Type="http://schemas.openxmlformats.org/officeDocument/2006/relationships/customXml" Target="../ink/ink1311.xml"/><Relationship Id="rId200" Type="http://schemas.openxmlformats.org/officeDocument/2006/relationships/customXml" Target="../ink/ink1241.xml"/><Relationship Id="rId382" Type="http://schemas.openxmlformats.org/officeDocument/2006/relationships/customXml" Target="../ink/ink1332.xml"/><Relationship Id="rId438" Type="http://schemas.openxmlformats.org/officeDocument/2006/relationships/customXml" Target="../ink/ink1360.xml"/><Relationship Id="rId242" Type="http://schemas.openxmlformats.org/officeDocument/2006/relationships/customXml" Target="../ink/ink1262.xml"/><Relationship Id="rId284" Type="http://schemas.openxmlformats.org/officeDocument/2006/relationships/customXml" Target="../ink/ink1283.xml"/><Relationship Id="rId37" Type="http://schemas.openxmlformats.org/officeDocument/2006/relationships/image" Target="../media/image782.png"/><Relationship Id="rId79" Type="http://schemas.openxmlformats.org/officeDocument/2006/relationships/image" Target="../media/image803.png"/><Relationship Id="rId102" Type="http://schemas.openxmlformats.org/officeDocument/2006/relationships/customXml" Target="../ink/ink1192.xml"/><Relationship Id="rId144" Type="http://schemas.openxmlformats.org/officeDocument/2006/relationships/customXml" Target="../ink/ink1213.xml"/><Relationship Id="rId90" Type="http://schemas.openxmlformats.org/officeDocument/2006/relationships/customXml" Target="../ink/ink1186.xml"/><Relationship Id="rId186" Type="http://schemas.openxmlformats.org/officeDocument/2006/relationships/customXml" Target="../ink/ink1234.xml"/><Relationship Id="rId351" Type="http://schemas.openxmlformats.org/officeDocument/2006/relationships/image" Target="../media/image939.png"/><Relationship Id="rId393" Type="http://schemas.openxmlformats.org/officeDocument/2006/relationships/image" Target="../media/image960.png"/><Relationship Id="rId407" Type="http://schemas.openxmlformats.org/officeDocument/2006/relationships/image" Target="../media/image967.png"/><Relationship Id="rId449" Type="http://schemas.openxmlformats.org/officeDocument/2006/relationships/image" Target="../media/image988.png"/><Relationship Id="rId211" Type="http://schemas.openxmlformats.org/officeDocument/2006/relationships/image" Target="../media/image869.png"/><Relationship Id="rId253" Type="http://schemas.openxmlformats.org/officeDocument/2006/relationships/image" Target="../media/image890.png"/><Relationship Id="rId295" Type="http://schemas.openxmlformats.org/officeDocument/2006/relationships/image" Target="../media/image911.png"/><Relationship Id="rId309" Type="http://schemas.openxmlformats.org/officeDocument/2006/relationships/image" Target="../media/image918.png"/><Relationship Id="rId460" Type="http://schemas.openxmlformats.org/officeDocument/2006/relationships/customXml" Target="../ink/ink1371.xml"/><Relationship Id="rId48" Type="http://schemas.openxmlformats.org/officeDocument/2006/relationships/customXml" Target="../ink/ink1165.xml"/><Relationship Id="rId113" Type="http://schemas.openxmlformats.org/officeDocument/2006/relationships/image" Target="../media/image820.png"/><Relationship Id="rId320" Type="http://schemas.openxmlformats.org/officeDocument/2006/relationships/customXml" Target="../ink/ink1301.xml"/><Relationship Id="rId155" Type="http://schemas.openxmlformats.org/officeDocument/2006/relationships/image" Target="../media/image841.png"/><Relationship Id="rId197" Type="http://schemas.openxmlformats.org/officeDocument/2006/relationships/image" Target="../media/image862.png"/><Relationship Id="rId362" Type="http://schemas.openxmlformats.org/officeDocument/2006/relationships/customXml" Target="../ink/ink1322.xml"/><Relationship Id="rId418" Type="http://schemas.openxmlformats.org/officeDocument/2006/relationships/customXml" Target="../ink/ink1350.xml"/><Relationship Id="rId222" Type="http://schemas.openxmlformats.org/officeDocument/2006/relationships/customXml" Target="../ink/ink1252.xml"/><Relationship Id="rId264" Type="http://schemas.openxmlformats.org/officeDocument/2006/relationships/customXml" Target="../ink/ink1273.xml"/><Relationship Id="rId471" Type="http://schemas.openxmlformats.org/officeDocument/2006/relationships/image" Target="../media/image999.png"/><Relationship Id="rId17" Type="http://schemas.openxmlformats.org/officeDocument/2006/relationships/image" Target="../media/image772.png"/><Relationship Id="rId59" Type="http://schemas.openxmlformats.org/officeDocument/2006/relationships/image" Target="../media/image793.png"/><Relationship Id="rId124" Type="http://schemas.openxmlformats.org/officeDocument/2006/relationships/customXml" Target="../ink/ink1203.xml"/><Relationship Id="rId70" Type="http://schemas.openxmlformats.org/officeDocument/2006/relationships/customXml" Target="../ink/ink1176.xml"/><Relationship Id="rId166" Type="http://schemas.openxmlformats.org/officeDocument/2006/relationships/customXml" Target="../ink/ink1224.xml"/><Relationship Id="rId331" Type="http://schemas.openxmlformats.org/officeDocument/2006/relationships/image" Target="../media/image929.png"/><Relationship Id="rId373" Type="http://schemas.openxmlformats.org/officeDocument/2006/relationships/image" Target="../media/image950.png"/><Relationship Id="rId429" Type="http://schemas.openxmlformats.org/officeDocument/2006/relationships/image" Target="../media/image97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880.png"/><Relationship Id="rId440" Type="http://schemas.openxmlformats.org/officeDocument/2006/relationships/customXml" Target="../ink/ink1361.xml"/><Relationship Id="rId28" Type="http://schemas.openxmlformats.org/officeDocument/2006/relationships/customXml" Target="../ink/ink1155.xml"/><Relationship Id="rId275" Type="http://schemas.openxmlformats.org/officeDocument/2006/relationships/image" Target="../media/image901.png"/><Relationship Id="rId300" Type="http://schemas.openxmlformats.org/officeDocument/2006/relationships/customXml" Target="../ink/ink1291.xml"/><Relationship Id="rId81" Type="http://schemas.openxmlformats.org/officeDocument/2006/relationships/image" Target="../media/image804.png"/><Relationship Id="rId135" Type="http://schemas.openxmlformats.org/officeDocument/2006/relationships/image" Target="../media/image831.png"/><Relationship Id="rId177" Type="http://schemas.openxmlformats.org/officeDocument/2006/relationships/image" Target="../media/image852.png"/><Relationship Id="rId342" Type="http://schemas.openxmlformats.org/officeDocument/2006/relationships/customXml" Target="../ink/ink1312.xml"/><Relationship Id="rId384" Type="http://schemas.openxmlformats.org/officeDocument/2006/relationships/customXml" Target="../ink/ink1333.xml"/><Relationship Id="rId202" Type="http://schemas.openxmlformats.org/officeDocument/2006/relationships/customXml" Target="../ink/ink1242.xml"/><Relationship Id="rId244" Type="http://schemas.openxmlformats.org/officeDocument/2006/relationships/customXml" Target="../ink/ink1263.xml"/><Relationship Id="rId39" Type="http://schemas.openxmlformats.org/officeDocument/2006/relationships/image" Target="../media/image783.png"/><Relationship Id="rId286" Type="http://schemas.openxmlformats.org/officeDocument/2006/relationships/customXml" Target="../ink/ink1284.xml"/><Relationship Id="rId451" Type="http://schemas.openxmlformats.org/officeDocument/2006/relationships/image" Target="../media/image989.png"/><Relationship Id="rId50" Type="http://schemas.openxmlformats.org/officeDocument/2006/relationships/customXml" Target="../ink/ink1166.xml"/><Relationship Id="rId104" Type="http://schemas.openxmlformats.org/officeDocument/2006/relationships/customXml" Target="../ink/ink1193.xml"/><Relationship Id="rId146" Type="http://schemas.openxmlformats.org/officeDocument/2006/relationships/customXml" Target="../ink/ink1214.xml"/><Relationship Id="rId188" Type="http://schemas.openxmlformats.org/officeDocument/2006/relationships/customXml" Target="../ink/ink1235.xml"/><Relationship Id="rId311" Type="http://schemas.openxmlformats.org/officeDocument/2006/relationships/image" Target="../media/image919.png"/><Relationship Id="rId353" Type="http://schemas.openxmlformats.org/officeDocument/2006/relationships/image" Target="../media/image940.png"/><Relationship Id="rId395" Type="http://schemas.openxmlformats.org/officeDocument/2006/relationships/image" Target="../media/image961.png"/><Relationship Id="rId409" Type="http://schemas.openxmlformats.org/officeDocument/2006/relationships/image" Target="../media/image968.png"/><Relationship Id="rId92" Type="http://schemas.openxmlformats.org/officeDocument/2006/relationships/customXml" Target="../ink/ink1187.xml"/><Relationship Id="rId213" Type="http://schemas.openxmlformats.org/officeDocument/2006/relationships/image" Target="../media/image870.png"/><Relationship Id="rId420" Type="http://schemas.openxmlformats.org/officeDocument/2006/relationships/customXml" Target="../ink/ink1351.xml"/><Relationship Id="rId255" Type="http://schemas.openxmlformats.org/officeDocument/2006/relationships/image" Target="../media/image891.png"/><Relationship Id="rId297" Type="http://schemas.openxmlformats.org/officeDocument/2006/relationships/image" Target="../media/image912.png"/><Relationship Id="rId462" Type="http://schemas.openxmlformats.org/officeDocument/2006/relationships/customXml" Target="../ink/ink1372.xml"/><Relationship Id="rId115" Type="http://schemas.openxmlformats.org/officeDocument/2006/relationships/image" Target="../media/image821.png"/><Relationship Id="rId157" Type="http://schemas.openxmlformats.org/officeDocument/2006/relationships/image" Target="../media/image842.png"/><Relationship Id="rId322" Type="http://schemas.openxmlformats.org/officeDocument/2006/relationships/customXml" Target="../ink/ink1302.xml"/><Relationship Id="rId364" Type="http://schemas.openxmlformats.org/officeDocument/2006/relationships/customXml" Target="../ink/ink1323.xml"/><Relationship Id="rId61" Type="http://schemas.openxmlformats.org/officeDocument/2006/relationships/image" Target="../media/image794.png"/><Relationship Id="rId199" Type="http://schemas.openxmlformats.org/officeDocument/2006/relationships/image" Target="../media/image863.png"/><Relationship Id="rId19" Type="http://schemas.openxmlformats.org/officeDocument/2006/relationships/image" Target="../media/image773.png"/><Relationship Id="rId224" Type="http://schemas.openxmlformats.org/officeDocument/2006/relationships/customXml" Target="../ink/ink1253.xml"/><Relationship Id="rId266" Type="http://schemas.openxmlformats.org/officeDocument/2006/relationships/customXml" Target="../ink/ink1274.xml"/><Relationship Id="rId431" Type="http://schemas.openxmlformats.org/officeDocument/2006/relationships/image" Target="../media/image979.png"/><Relationship Id="rId473" Type="http://schemas.openxmlformats.org/officeDocument/2006/relationships/image" Target="../media/image100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64.xml"/><Relationship Id="rId21" Type="http://schemas.openxmlformats.org/officeDocument/2006/relationships/image" Target="../media/image484.png"/><Relationship Id="rId63" Type="http://schemas.openxmlformats.org/officeDocument/2006/relationships/image" Target="../media/image497.png"/><Relationship Id="rId159" Type="http://schemas.openxmlformats.org/officeDocument/2006/relationships/image" Target="../media/image547.png"/><Relationship Id="rId170" Type="http://schemas.openxmlformats.org/officeDocument/2006/relationships/customXml" Target="../ink/ink1507.xml"/><Relationship Id="rId226" Type="http://schemas.openxmlformats.org/officeDocument/2006/relationships/customXml" Target="../ink/ink1535.xml"/><Relationship Id="rId268" Type="http://schemas.openxmlformats.org/officeDocument/2006/relationships/customXml" Target="../ink/ink1556.xml"/><Relationship Id="rId32" Type="http://schemas.openxmlformats.org/officeDocument/2006/relationships/customXml" Target="../ink/ink1393.xml"/><Relationship Id="rId74" Type="http://schemas.openxmlformats.org/officeDocument/2006/relationships/customXml" Target="../ink/ink1422.xml"/><Relationship Id="rId128" Type="http://schemas.openxmlformats.org/officeDocument/2006/relationships/customXml" Target="../ink/ink1475.xml"/><Relationship Id="rId5" Type="http://schemas.openxmlformats.org/officeDocument/2006/relationships/image" Target="../media/image476.png"/><Relationship Id="rId95" Type="http://schemas.openxmlformats.org/officeDocument/2006/relationships/customXml" Target="../ink/ink1442.xml"/><Relationship Id="rId160" Type="http://schemas.openxmlformats.org/officeDocument/2006/relationships/customXml" Target="../ink/ink1502.xml"/><Relationship Id="rId181" Type="http://schemas.openxmlformats.org/officeDocument/2006/relationships/image" Target="../media/image624.png"/><Relationship Id="rId216" Type="http://schemas.openxmlformats.org/officeDocument/2006/relationships/customXml" Target="../ink/ink1530.xml"/><Relationship Id="rId237" Type="http://schemas.openxmlformats.org/officeDocument/2006/relationships/image" Target="../media/image652.png"/><Relationship Id="rId258" Type="http://schemas.openxmlformats.org/officeDocument/2006/relationships/customXml" Target="../ink/ink1551.xml"/><Relationship Id="rId22" Type="http://schemas.openxmlformats.org/officeDocument/2006/relationships/customXml" Target="../ink/ink1388.xml"/><Relationship Id="rId43" Type="http://schemas.openxmlformats.org/officeDocument/2006/relationships/customXml" Target="../ink/ink1403.xml"/><Relationship Id="rId64" Type="http://schemas.openxmlformats.org/officeDocument/2006/relationships/customXml" Target="../ink/ink1417.xml"/><Relationship Id="rId118" Type="http://schemas.openxmlformats.org/officeDocument/2006/relationships/customXml" Target="../ink/ink1465.xml"/><Relationship Id="rId139" Type="http://schemas.openxmlformats.org/officeDocument/2006/relationships/customXml" Target="../ink/ink1486.xml"/><Relationship Id="rId85" Type="http://schemas.openxmlformats.org/officeDocument/2006/relationships/customXml" Target="../ink/ink1432.xml"/><Relationship Id="rId150" Type="http://schemas.openxmlformats.org/officeDocument/2006/relationships/customXml" Target="../ink/ink1497.xml"/><Relationship Id="rId171" Type="http://schemas.openxmlformats.org/officeDocument/2006/relationships/image" Target="../media/image619.png"/><Relationship Id="rId192" Type="http://schemas.openxmlformats.org/officeDocument/2006/relationships/customXml" Target="../ink/ink1518.xml"/><Relationship Id="rId206" Type="http://schemas.openxmlformats.org/officeDocument/2006/relationships/customXml" Target="../ink/ink1525.xml"/><Relationship Id="rId227" Type="http://schemas.openxmlformats.org/officeDocument/2006/relationships/image" Target="../media/image647.png"/><Relationship Id="rId248" Type="http://schemas.openxmlformats.org/officeDocument/2006/relationships/customXml" Target="../ink/ink1546.xml"/><Relationship Id="rId269" Type="http://schemas.openxmlformats.org/officeDocument/2006/relationships/image" Target="../media/image668.png"/><Relationship Id="rId12" Type="http://schemas.openxmlformats.org/officeDocument/2006/relationships/customXml" Target="../ink/ink1383.xml"/><Relationship Id="rId33" Type="http://schemas.openxmlformats.org/officeDocument/2006/relationships/image" Target="../media/image490.png"/><Relationship Id="rId108" Type="http://schemas.openxmlformats.org/officeDocument/2006/relationships/customXml" Target="../ink/ink1455.xml"/><Relationship Id="rId129" Type="http://schemas.openxmlformats.org/officeDocument/2006/relationships/customXml" Target="../ink/ink1476.xml"/><Relationship Id="rId54" Type="http://schemas.openxmlformats.org/officeDocument/2006/relationships/customXml" Target="../ink/ink1412.xml"/><Relationship Id="rId75" Type="http://schemas.openxmlformats.org/officeDocument/2006/relationships/customXml" Target="../ink/ink1423.xml"/><Relationship Id="rId96" Type="http://schemas.openxmlformats.org/officeDocument/2006/relationships/customXml" Target="../ink/ink1443.xml"/><Relationship Id="rId140" Type="http://schemas.openxmlformats.org/officeDocument/2006/relationships/customXml" Target="../ink/ink1487.xml"/><Relationship Id="rId161" Type="http://schemas.openxmlformats.org/officeDocument/2006/relationships/image" Target="../media/image614.png"/><Relationship Id="rId182" Type="http://schemas.openxmlformats.org/officeDocument/2006/relationships/customXml" Target="../ink/ink1513.xml"/><Relationship Id="rId217" Type="http://schemas.openxmlformats.org/officeDocument/2006/relationships/image" Target="../media/image642.png"/><Relationship Id="rId6" Type="http://schemas.openxmlformats.org/officeDocument/2006/relationships/customXml" Target="../ink/ink1380.xml"/><Relationship Id="rId238" Type="http://schemas.openxmlformats.org/officeDocument/2006/relationships/customXml" Target="../ink/ink1541.xml"/><Relationship Id="rId259" Type="http://schemas.openxmlformats.org/officeDocument/2006/relationships/image" Target="../media/image663.png"/><Relationship Id="rId23" Type="http://schemas.openxmlformats.org/officeDocument/2006/relationships/image" Target="../media/image485.png"/><Relationship Id="rId119" Type="http://schemas.openxmlformats.org/officeDocument/2006/relationships/customXml" Target="../ink/ink1466.xml"/><Relationship Id="rId270" Type="http://schemas.openxmlformats.org/officeDocument/2006/relationships/customXml" Target="../ink/ink1557.xml"/><Relationship Id="rId44" Type="http://schemas.openxmlformats.org/officeDocument/2006/relationships/customXml" Target="../ink/ink1404.xml"/><Relationship Id="rId65" Type="http://schemas.openxmlformats.org/officeDocument/2006/relationships/image" Target="../media/image568.png"/><Relationship Id="rId86" Type="http://schemas.openxmlformats.org/officeDocument/2006/relationships/customXml" Target="../ink/ink1433.xml"/><Relationship Id="rId130" Type="http://schemas.openxmlformats.org/officeDocument/2006/relationships/customXml" Target="../ink/ink1477.xml"/><Relationship Id="rId151" Type="http://schemas.openxmlformats.org/officeDocument/2006/relationships/image" Target="../media/image543.png"/><Relationship Id="rId172" Type="http://schemas.openxmlformats.org/officeDocument/2006/relationships/customXml" Target="../ink/ink1508.xml"/><Relationship Id="rId193" Type="http://schemas.openxmlformats.org/officeDocument/2006/relationships/image" Target="../media/image630.png"/><Relationship Id="rId207" Type="http://schemas.openxmlformats.org/officeDocument/2006/relationships/image" Target="../media/image637.png"/><Relationship Id="rId228" Type="http://schemas.openxmlformats.org/officeDocument/2006/relationships/customXml" Target="../ink/ink1536.xml"/><Relationship Id="rId249" Type="http://schemas.openxmlformats.org/officeDocument/2006/relationships/image" Target="../media/image658.png"/><Relationship Id="rId13" Type="http://schemas.openxmlformats.org/officeDocument/2006/relationships/image" Target="../media/image480.png"/><Relationship Id="rId109" Type="http://schemas.openxmlformats.org/officeDocument/2006/relationships/customXml" Target="../ink/ink1456.xml"/><Relationship Id="rId260" Type="http://schemas.openxmlformats.org/officeDocument/2006/relationships/customXml" Target="../ink/ink1552.xml"/><Relationship Id="rId34" Type="http://schemas.openxmlformats.org/officeDocument/2006/relationships/customXml" Target="../ink/ink1394.xml"/><Relationship Id="rId55" Type="http://schemas.openxmlformats.org/officeDocument/2006/relationships/image" Target="../media/image493.png"/><Relationship Id="rId76" Type="http://schemas.openxmlformats.org/officeDocument/2006/relationships/customXml" Target="../ink/ink1424.xml"/><Relationship Id="rId97" Type="http://schemas.openxmlformats.org/officeDocument/2006/relationships/customXml" Target="../ink/ink1444.xml"/><Relationship Id="rId120" Type="http://schemas.openxmlformats.org/officeDocument/2006/relationships/customXml" Target="../ink/ink1467.xml"/><Relationship Id="rId141" Type="http://schemas.openxmlformats.org/officeDocument/2006/relationships/customXml" Target="../ink/ink1488.xml"/><Relationship Id="rId7" Type="http://schemas.openxmlformats.org/officeDocument/2006/relationships/image" Target="../media/image477.png"/><Relationship Id="rId162" Type="http://schemas.openxmlformats.org/officeDocument/2006/relationships/customXml" Target="../ink/ink1503.xml"/><Relationship Id="rId183" Type="http://schemas.openxmlformats.org/officeDocument/2006/relationships/image" Target="../media/image625.png"/><Relationship Id="rId218" Type="http://schemas.openxmlformats.org/officeDocument/2006/relationships/customXml" Target="../ink/ink1531.xml"/><Relationship Id="rId239" Type="http://schemas.openxmlformats.org/officeDocument/2006/relationships/image" Target="../media/image653.png"/><Relationship Id="rId250" Type="http://schemas.openxmlformats.org/officeDocument/2006/relationships/customXml" Target="../ink/ink1547.xml"/><Relationship Id="rId271" Type="http://schemas.openxmlformats.org/officeDocument/2006/relationships/image" Target="../media/image669.png"/><Relationship Id="rId24" Type="http://schemas.openxmlformats.org/officeDocument/2006/relationships/customXml" Target="../ink/ink1389.xml"/><Relationship Id="rId45" Type="http://schemas.openxmlformats.org/officeDocument/2006/relationships/customXml" Target="../ink/ink1405.xml"/><Relationship Id="rId66" Type="http://schemas.openxmlformats.org/officeDocument/2006/relationships/customXml" Target="../ink/ink1418.xml"/><Relationship Id="rId87" Type="http://schemas.openxmlformats.org/officeDocument/2006/relationships/customXml" Target="../ink/ink1434.xml"/><Relationship Id="rId110" Type="http://schemas.openxmlformats.org/officeDocument/2006/relationships/customXml" Target="../ink/ink1457.xml"/><Relationship Id="rId131" Type="http://schemas.openxmlformats.org/officeDocument/2006/relationships/customXml" Target="../ink/ink1478.xml"/><Relationship Id="rId152" Type="http://schemas.openxmlformats.org/officeDocument/2006/relationships/customXml" Target="../ink/ink1498.xml"/><Relationship Id="rId173" Type="http://schemas.openxmlformats.org/officeDocument/2006/relationships/image" Target="../media/image620.png"/><Relationship Id="rId194" Type="http://schemas.openxmlformats.org/officeDocument/2006/relationships/customXml" Target="../ink/ink1519.xml"/><Relationship Id="rId208" Type="http://schemas.openxmlformats.org/officeDocument/2006/relationships/customXml" Target="../ink/ink1526.xml"/><Relationship Id="rId229" Type="http://schemas.openxmlformats.org/officeDocument/2006/relationships/image" Target="../media/image648.png"/><Relationship Id="rId240" Type="http://schemas.openxmlformats.org/officeDocument/2006/relationships/customXml" Target="../ink/ink1542.xml"/><Relationship Id="rId261" Type="http://schemas.openxmlformats.org/officeDocument/2006/relationships/image" Target="../media/image664.png"/><Relationship Id="rId14" Type="http://schemas.openxmlformats.org/officeDocument/2006/relationships/customXml" Target="../ink/ink1384.xml"/><Relationship Id="rId35" Type="http://schemas.openxmlformats.org/officeDocument/2006/relationships/customXml" Target="../ink/ink1395.xml"/><Relationship Id="rId56" Type="http://schemas.openxmlformats.org/officeDocument/2006/relationships/customXml" Target="../ink/ink1413.xml"/><Relationship Id="rId77" Type="http://schemas.openxmlformats.org/officeDocument/2006/relationships/image" Target="../media/image501.png"/><Relationship Id="rId100" Type="http://schemas.openxmlformats.org/officeDocument/2006/relationships/customXml" Target="../ink/ink1447.xml"/><Relationship Id="rId8" Type="http://schemas.openxmlformats.org/officeDocument/2006/relationships/customXml" Target="../ink/ink1381.xml"/><Relationship Id="rId98" Type="http://schemas.openxmlformats.org/officeDocument/2006/relationships/customXml" Target="../ink/ink1445.xml"/><Relationship Id="rId121" Type="http://schemas.openxmlformats.org/officeDocument/2006/relationships/customXml" Target="../ink/ink1468.xml"/><Relationship Id="rId142" Type="http://schemas.openxmlformats.org/officeDocument/2006/relationships/customXml" Target="../ink/ink1489.xml"/><Relationship Id="rId163" Type="http://schemas.openxmlformats.org/officeDocument/2006/relationships/image" Target="../media/image615.png"/><Relationship Id="rId184" Type="http://schemas.openxmlformats.org/officeDocument/2006/relationships/customXml" Target="../ink/ink1514.xml"/><Relationship Id="rId219" Type="http://schemas.openxmlformats.org/officeDocument/2006/relationships/image" Target="../media/image643.png"/><Relationship Id="rId230" Type="http://schemas.openxmlformats.org/officeDocument/2006/relationships/customXml" Target="../ink/ink1537.xml"/><Relationship Id="rId251" Type="http://schemas.openxmlformats.org/officeDocument/2006/relationships/image" Target="../media/image659.png"/><Relationship Id="rId25" Type="http://schemas.openxmlformats.org/officeDocument/2006/relationships/image" Target="../media/image486.png"/><Relationship Id="rId46" Type="http://schemas.openxmlformats.org/officeDocument/2006/relationships/customXml" Target="../ink/ink1406.xml"/><Relationship Id="rId67" Type="http://schemas.openxmlformats.org/officeDocument/2006/relationships/image" Target="../media/image499.png"/><Relationship Id="rId272" Type="http://schemas.openxmlformats.org/officeDocument/2006/relationships/customXml" Target="../ink/ink1558.xml"/><Relationship Id="rId88" Type="http://schemas.openxmlformats.org/officeDocument/2006/relationships/customXml" Target="../ink/ink1435.xml"/><Relationship Id="rId111" Type="http://schemas.openxmlformats.org/officeDocument/2006/relationships/customXml" Target="../ink/ink1458.xml"/><Relationship Id="rId132" Type="http://schemas.openxmlformats.org/officeDocument/2006/relationships/customXml" Target="../ink/ink1479.xml"/><Relationship Id="rId153" Type="http://schemas.openxmlformats.org/officeDocument/2006/relationships/image" Target="../media/image544.png"/><Relationship Id="rId174" Type="http://schemas.openxmlformats.org/officeDocument/2006/relationships/customXml" Target="../ink/ink1509.xml"/><Relationship Id="rId195" Type="http://schemas.openxmlformats.org/officeDocument/2006/relationships/image" Target="../media/image631.png"/><Relationship Id="rId209" Type="http://schemas.openxmlformats.org/officeDocument/2006/relationships/image" Target="../media/image638.png"/><Relationship Id="rId220" Type="http://schemas.openxmlformats.org/officeDocument/2006/relationships/customXml" Target="../ink/ink1532.xml"/><Relationship Id="rId241" Type="http://schemas.openxmlformats.org/officeDocument/2006/relationships/image" Target="../media/image654.png"/><Relationship Id="rId15" Type="http://schemas.openxmlformats.org/officeDocument/2006/relationships/image" Target="../media/image481.png"/><Relationship Id="rId36" Type="http://schemas.openxmlformats.org/officeDocument/2006/relationships/customXml" Target="../ink/ink1396.xml"/><Relationship Id="rId57" Type="http://schemas.openxmlformats.org/officeDocument/2006/relationships/image" Target="../media/image494.png"/><Relationship Id="rId262" Type="http://schemas.openxmlformats.org/officeDocument/2006/relationships/customXml" Target="../ink/ink1553.xml"/><Relationship Id="rId78" Type="http://schemas.openxmlformats.org/officeDocument/2006/relationships/customXml" Target="../ink/ink1425.xml"/><Relationship Id="rId99" Type="http://schemas.openxmlformats.org/officeDocument/2006/relationships/customXml" Target="../ink/ink1446.xml"/><Relationship Id="rId101" Type="http://schemas.openxmlformats.org/officeDocument/2006/relationships/customXml" Target="../ink/ink1448.xml"/><Relationship Id="rId122" Type="http://schemas.openxmlformats.org/officeDocument/2006/relationships/customXml" Target="../ink/ink1469.xml"/><Relationship Id="rId143" Type="http://schemas.openxmlformats.org/officeDocument/2006/relationships/customXml" Target="../ink/ink1490.xml"/><Relationship Id="rId164" Type="http://schemas.openxmlformats.org/officeDocument/2006/relationships/customXml" Target="../ink/ink1504.xml"/><Relationship Id="rId185" Type="http://schemas.openxmlformats.org/officeDocument/2006/relationships/image" Target="../media/image626.png"/><Relationship Id="rId9" Type="http://schemas.openxmlformats.org/officeDocument/2006/relationships/image" Target="../media/image478.png"/><Relationship Id="rId210" Type="http://schemas.openxmlformats.org/officeDocument/2006/relationships/customXml" Target="../ink/ink1527.xml"/><Relationship Id="rId26" Type="http://schemas.openxmlformats.org/officeDocument/2006/relationships/customXml" Target="../ink/ink1390.xml"/><Relationship Id="rId231" Type="http://schemas.openxmlformats.org/officeDocument/2006/relationships/image" Target="../media/image649.png"/><Relationship Id="rId252" Type="http://schemas.openxmlformats.org/officeDocument/2006/relationships/customXml" Target="../ink/ink1548.xml"/><Relationship Id="rId273" Type="http://schemas.openxmlformats.org/officeDocument/2006/relationships/image" Target="../media/image670.png"/><Relationship Id="rId47" Type="http://schemas.openxmlformats.org/officeDocument/2006/relationships/customXml" Target="../ink/ink1407.xml"/><Relationship Id="rId68" Type="http://schemas.openxmlformats.org/officeDocument/2006/relationships/customXml" Target="../ink/ink1419.xml"/><Relationship Id="rId89" Type="http://schemas.openxmlformats.org/officeDocument/2006/relationships/customXml" Target="../ink/ink1436.xml"/><Relationship Id="rId112" Type="http://schemas.openxmlformats.org/officeDocument/2006/relationships/customXml" Target="../ink/ink1459.xml"/><Relationship Id="rId133" Type="http://schemas.openxmlformats.org/officeDocument/2006/relationships/customXml" Target="../ink/ink1480.xml"/><Relationship Id="rId154" Type="http://schemas.openxmlformats.org/officeDocument/2006/relationships/customXml" Target="../ink/ink1499.xml"/><Relationship Id="rId175" Type="http://schemas.openxmlformats.org/officeDocument/2006/relationships/image" Target="../media/image621.png"/><Relationship Id="rId196" Type="http://schemas.openxmlformats.org/officeDocument/2006/relationships/customXml" Target="../ink/ink1520.xml"/><Relationship Id="rId200" Type="http://schemas.openxmlformats.org/officeDocument/2006/relationships/customXml" Target="../ink/ink1522.xml"/><Relationship Id="rId16" Type="http://schemas.openxmlformats.org/officeDocument/2006/relationships/customXml" Target="../ink/ink1385.xml"/><Relationship Id="rId221" Type="http://schemas.openxmlformats.org/officeDocument/2006/relationships/image" Target="../media/image644.png"/><Relationship Id="rId242" Type="http://schemas.openxmlformats.org/officeDocument/2006/relationships/customXml" Target="../ink/ink1543.xml"/><Relationship Id="rId263" Type="http://schemas.openxmlformats.org/officeDocument/2006/relationships/image" Target="../media/image665.png"/><Relationship Id="rId37" Type="http://schemas.openxmlformats.org/officeDocument/2006/relationships/customXml" Target="../ink/ink1397.xml"/><Relationship Id="rId58" Type="http://schemas.openxmlformats.org/officeDocument/2006/relationships/customXml" Target="../ink/ink1414.xml"/><Relationship Id="rId79" Type="http://schemas.openxmlformats.org/officeDocument/2006/relationships/customXml" Target="../ink/ink1426.xml"/><Relationship Id="rId102" Type="http://schemas.openxmlformats.org/officeDocument/2006/relationships/customXml" Target="../ink/ink1449.xml"/><Relationship Id="rId123" Type="http://schemas.openxmlformats.org/officeDocument/2006/relationships/customXml" Target="../ink/ink1470.xml"/><Relationship Id="rId144" Type="http://schemas.openxmlformats.org/officeDocument/2006/relationships/customXml" Target="../ink/ink1491.xml"/><Relationship Id="rId90" Type="http://schemas.openxmlformats.org/officeDocument/2006/relationships/customXml" Target="../ink/ink1437.xml"/><Relationship Id="rId165" Type="http://schemas.openxmlformats.org/officeDocument/2006/relationships/image" Target="../media/image616.png"/><Relationship Id="rId186" Type="http://schemas.openxmlformats.org/officeDocument/2006/relationships/customXml" Target="../ink/ink1515.xml"/><Relationship Id="rId211" Type="http://schemas.openxmlformats.org/officeDocument/2006/relationships/image" Target="../media/image639.png"/><Relationship Id="rId232" Type="http://schemas.openxmlformats.org/officeDocument/2006/relationships/customXml" Target="../ink/ink1538.xml"/><Relationship Id="rId253" Type="http://schemas.openxmlformats.org/officeDocument/2006/relationships/image" Target="../media/image660.png"/><Relationship Id="rId27" Type="http://schemas.openxmlformats.org/officeDocument/2006/relationships/image" Target="../media/image487.png"/><Relationship Id="rId48" Type="http://schemas.openxmlformats.org/officeDocument/2006/relationships/customXml" Target="../ink/ink1408.xml"/><Relationship Id="rId69" Type="http://schemas.openxmlformats.org/officeDocument/2006/relationships/image" Target="../media/image500.png"/><Relationship Id="rId113" Type="http://schemas.openxmlformats.org/officeDocument/2006/relationships/customXml" Target="../ink/ink1460.xml"/><Relationship Id="rId134" Type="http://schemas.openxmlformats.org/officeDocument/2006/relationships/customXml" Target="../ink/ink1481.xml"/><Relationship Id="rId80" Type="http://schemas.openxmlformats.org/officeDocument/2006/relationships/customXml" Target="../ink/ink1427.xml"/><Relationship Id="rId155" Type="http://schemas.openxmlformats.org/officeDocument/2006/relationships/image" Target="../media/image604.png"/><Relationship Id="rId176" Type="http://schemas.openxmlformats.org/officeDocument/2006/relationships/customXml" Target="../ink/ink1510.xml"/><Relationship Id="rId197" Type="http://schemas.openxmlformats.org/officeDocument/2006/relationships/image" Target="../media/image632.png"/><Relationship Id="rId201" Type="http://schemas.openxmlformats.org/officeDocument/2006/relationships/image" Target="../media/image634.png"/><Relationship Id="rId222" Type="http://schemas.openxmlformats.org/officeDocument/2006/relationships/customXml" Target="../ink/ink1533.xml"/><Relationship Id="rId243" Type="http://schemas.openxmlformats.org/officeDocument/2006/relationships/image" Target="../media/image655.png"/><Relationship Id="rId264" Type="http://schemas.openxmlformats.org/officeDocument/2006/relationships/customXml" Target="../ink/ink1554.xml"/><Relationship Id="rId17" Type="http://schemas.openxmlformats.org/officeDocument/2006/relationships/image" Target="../media/image482.png"/><Relationship Id="rId38" Type="http://schemas.openxmlformats.org/officeDocument/2006/relationships/customXml" Target="../ink/ink1398.xml"/><Relationship Id="rId59" Type="http://schemas.openxmlformats.org/officeDocument/2006/relationships/image" Target="../media/image495.png"/><Relationship Id="rId103" Type="http://schemas.openxmlformats.org/officeDocument/2006/relationships/customXml" Target="../ink/ink1450.xml"/><Relationship Id="rId124" Type="http://schemas.openxmlformats.org/officeDocument/2006/relationships/customXml" Target="../ink/ink1471.xml"/><Relationship Id="rId70" Type="http://schemas.openxmlformats.org/officeDocument/2006/relationships/customXml" Target="../ink/ink1420.xml"/><Relationship Id="rId91" Type="http://schemas.openxmlformats.org/officeDocument/2006/relationships/customXml" Target="../ink/ink1438.xml"/><Relationship Id="rId145" Type="http://schemas.openxmlformats.org/officeDocument/2006/relationships/customXml" Target="../ink/ink1492.xml"/><Relationship Id="rId166" Type="http://schemas.openxmlformats.org/officeDocument/2006/relationships/customXml" Target="../ink/ink1505.xml"/><Relationship Id="rId187" Type="http://schemas.openxmlformats.org/officeDocument/2006/relationships/image" Target="../media/image62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28.xml"/><Relationship Id="rId233" Type="http://schemas.openxmlformats.org/officeDocument/2006/relationships/image" Target="../media/image650.png"/><Relationship Id="rId254" Type="http://schemas.openxmlformats.org/officeDocument/2006/relationships/customXml" Target="../ink/ink1549.xml"/><Relationship Id="rId28" Type="http://schemas.openxmlformats.org/officeDocument/2006/relationships/customXml" Target="../ink/ink1391.xml"/><Relationship Id="rId49" Type="http://schemas.openxmlformats.org/officeDocument/2006/relationships/customXml" Target="../ink/ink1409.xml"/><Relationship Id="rId114" Type="http://schemas.openxmlformats.org/officeDocument/2006/relationships/customXml" Target="../ink/ink1461.xml"/><Relationship Id="rId60" Type="http://schemas.openxmlformats.org/officeDocument/2006/relationships/customXml" Target="../ink/ink1415.xml"/><Relationship Id="rId81" Type="http://schemas.openxmlformats.org/officeDocument/2006/relationships/customXml" Target="../ink/ink1428.xml"/><Relationship Id="rId135" Type="http://schemas.openxmlformats.org/officeDocument/2006/relationships/customXml" Target="../ink/ink1482.xml"/><Relationship Id="rId156" Type="http://schemas.openxmlformats.org/officeDocument/2006/relationships/customXml" Target="../ink/ink1500.xml"/><Relationship Id="rId177" Type="http://schemas.openxmlformats.org/officeDocument/2006/relationships/image" Target="../media/image622.png"/><Relationship Id="rId198" Type="http://schemas.openxmlformats.org/officeDocument/2006/relationships/customXml" Target="../ink/ink1521.xml"/><Relationship Id="rId202" Type="http://schemas.openxmlformats.org/officeDocument/2006/relationships/customXml" Target="../ink/ink1523.xml"/><Relationship Id="rId223" Type="http://schemas.openxmlformats.org/officeDocument/2006/relationships/image" Target="../media/image645.png"/><Relationship Id="rId244" Type="http://schemas.openxmlformats.org/officeDocument/2006/relationships/customXml" Target="../ink/ink1544.xml"/><Relationship Id="rId18" Type="http://schemas.openxmlformats.org/officeDocument/2006/relationships/customXml" Target="../ink/ink1386.xml"/><Relationship Id="rId39" Type="http://schemas.openxmlformats.org/officeDocument/2006/relationships/customXml" Target="../ink/ink1399.xml"/><Relationship Id="rId265" Type="http://schemas.openxmlformats.org/officeDocument/2006/relationships/image" Target="../media/image666.png"/><Relationship Id="rId50" Type="http://schemas.openxmlformats.org/officeDocument/2006/relationships/customXml" Target="../ink/ink1410.xml"/><Relationship Id="rId104" Type="http://schemas.openxmlformats.org/officeDocument/2006/relationships/customXml" Target="../ink/ink1451.xml"/><Relationship Id="rId125" Type="http://schemas.openxmlformats.org/officeDocument/2006/relationships/customXml" Target="../ink/ink1472.xml"/><Relationship Id="rId146" Type="http://schemas.openxmlformats.org/officeDocument/2006/relationships/customXml" Target="../ink/ink1493.xml"/><Relationship Id="rId167" Type="http://schemas.openxmlformats.org/officeDocument/2006/relationships/image" Target="../media/image617.png"/><Relationship Id="rId188" Type="http://schemas.openxmlformats.org/officeDocument/2006/relationships/customXml" Target="../ink/ink1516.xml"/><Relationship Id="rId71" Type="http://schemas.openxmlformats.org/officeDocument/2006/relationships/image" Target="../media/image569.png"/><Relationship Id="rId92" Type="http://schemas.openxmlformats.org/officeDocument/2006/relationships/customXml" Target="../ink/ink1439.xml"/><Relationship Id="rId213" Type="http://schemas.openxmlformats.org/officeDocument/2006/relationships/image" Target="../media/image640.png"/><Relationship Id="rId234" Type="http://schemas.openxmlformats.org/officeDocument/2006/relationships/customXml" Target="../ink/ink1539.xml"/><Relationship Id="rId2" Type="http://schemas.openxmlformats.org/officeDocument/2006/relationships/customXml" Target="../ink/ink1378.xml"/><Relationship Id="rId29" Type="http://schemas.openxmlformats.org/officeDocument/2006/relationships/image" Target="../media/image488.png"/><Relationship Id="rId255" Type="http://schemas.openxmlformats.org/officeDocument/2006/relationships/image" Target="../media/image661.png"/><Relationship Id="rId40" Type="http://schemas.openxmlformats.org/officeDocument/2006/relationships/customXml" Target="../ink/ink1400.xml"/><Relationship Id="rId115" Type="http://schemas.openxmlformats.org/officeDocument/2006/relationships/customXml" Target="../ink/ink1462.xml"/><Relationship Id="rId136" Type="http://schemas.openxmlformats.org/officeDocument/2006/relationships/customXml" Target="../ink/ink1483.xml"/><Relationship Id="rId157" Type="http://schemas.openxmlformats.org/officeDocument/2006/relationships/image" Target="../media/image605.png"/><Relationship Id="rId178" Type="http://schemas.openxmlformats.org/officeDocument/2006/relationships/customXml" Target="../ink/ink1511.xml"/><Relationship Id="rId61" Type="http://schemas.openxmlformats.org/officeDocument/2006/relationships/image" Target="../media/image496.png"/><Relationship Id="rId82" Type="http://schemas.openxmlformats.org/officeDocument/2006/relationships/customXml" Target="../ink/ink1429.xml"/><Relationship Id="rId199" Type="http://schemas.openxmlformats.org/officeDocument/2006/relationships/image" Target="../media/image633.png"/><Relationship Id="rId203" Type="http://schemas.openxmlformats.org/officeDocument/2006/relationships/image" Target="../media/image635.png"/><Relationship Id="rId19" Type="http://schemas.openxmlformats.org/officeDocument/2006/relationships/image" Target="../media/image483.png"/><Relationship Id="rId224" Type="http://schemas.openxmlformats.org/officeDocument/2006/relationships/customXml" Target="../ink/ink1534.xml"/><Relationship Id="rId245" Type="http://schemas.openxmlformats.org/officeDocument/2006/relationships/image" Target="../media/image656.png"/><Relationship Id="rId266" Type="http://schemas.openxmlformats.org/officeDocument/2006/relationships/customXml" Target="../ink/ink1555.xml"/><Relationship Id="rId30" Type="http://schemas.openxmlformats.org/officeDocument/2006/relationships/customXml" Target="../ink/ink1392.xml"/><Relationship Id="rId105" Type="http://schemas.openxmlformats.org/officeDocument/2006/relationships/customXml" Target="../ink/ink1452.xml"/><Relationship Id="rId126" Type="http://schemas.openxmlformats.org/officeDocument/2006/relationships/customXml" Target="../ink/ink1473.xml"/><Relationship Id="rId147" Type="http://schemas.openxmlformats.org/officeDocument/2006/relationships/customXml" Target="../ink/ink1494.xml"/><Relationship Id="rId168" Type="http://schemas.openxmlformats.org/officeDocument/2006/relationships/customXml" Target="../ink/ink1506.xml"/><Relationship Id="rId51" Type="http://schemas.openxmlformats.org/officeDocument/2006/relationships/image" Target="../media/image491.png"/><Relationship Id="rId72" Type="http://schemas.openxmlformats.org/officeDocument/2006/relationships/customXml" Target="../ink/ink1421.xml"/><Relationship Id="rId93" Type="http://schemas.openxmlformats.org/officeDocument/2006/relationships/customXml" Target="../ink/ink1440.xml"/><Relationship Id="rId189" Type="http://schemas.openxmlformats.org/officeDocument/2006/relationships/image" Target="../media/image628.png"/><Relationship Id="rId3" Type="http://schemas.openxmlformats.org/officeDocument/2006/relationships/image" Target="../media/image475.png"/><Relationship Id="rId214" Type="http://schemas.openxmlformats.org/officeDocument/2006/relationships/customXml" Target="../ink/ink1529.xml"/><Relationship Id="rId235" Type="http://schemas.openxmlformats.org/officeDocument/2006/relationships/image" Target="../media/image651.png"/><Relationship Id="rId256" Type="http://schemas.openxmlformats.org/officeDocument/2006/relationships/customXml" Target="../ink/ink1550.xml"/><Relationship Id="rId116" Type="http://schemas.openxmlformats.org/officeDocument/2006/relationships/customXml" Target="../ink/ink1463.xml"/><Relationship Id="rId137" Type="http://schemas.openxmlformats.org/officeDocument/2006/relationships/customXml" Target="../ink/ink1484.xml"/><Relationship Id="rId158" Type="http://schemas.openxmlformats.org/officeDocument/2006/relationships/customXml" Target="../ink/ink1501.xml"/><Relationship Id="rId20" Type="http://schemas.openxmlformats.org/officeDocument/2006/relationships/customXml" Target="../ink/ink1387.xml"/><Relationship Id="rId41" Type="http://schemas.openxmlformats.org/officeDocument/2006/relationships/customXml" Target="../ink/ink1401.xml"/><Relationship Id="rId62" Type="http://schemas.openxmlformats.org/officeDocument/2006/relationships/customXml" Target="../ink/ink1416.xml"/><Relationship Id="rId83" Type="http://schemas.openxmlformats.org/officeDocument/2006/relationships/customXml" Target="../ink/ink1430.xml"/><Relationship Id="rId179" Type="http://schemas.openxmlformats.org/officeDocument/2006/relationships/image" Target="../media/image623.png"/><Relationship Id="rId190" Type="http://schemas.openxmlformats.org/officeDocument/2006/relationships/customXml" Target="../ink/ink1517.xml"/><Relationship Id="rId204" Type="http://schemas.openxmlformats.org/officeDocument/2006/relationships/customXml" Target="../ink/ink1524.xml"/><Relationship Id="rId225" Type="http://schemas.openxmlformats.org/officeDocument/2006/relationships/image" Target="../media/image646.png"/><Relationship Id="rId246" Type="http://schemas.openxmlformats.org/officeDocument/2006/relationships/customXml" Target="../ink/ink1545.xml"/><Relationship Id="rId267" Type="http://schemas.openxmlformats.org/officeDocument/2006/relationships/image" Target="../media/image667.png"/><Relationship Id="rId106" Type="http://schemas.openxmlformats.org/officeDocument/2006/relationships/customXml" Target="../ink/ink1453.xml"/><Relationship Id="rId127" Type="http://schemas.openxmlformats.org/officeDocument/2006/relationships/customXml" Target="../ink/ink1474.xml"/><Relationship Id="rId10" Type="http://schemas.openxmlformats.org/officeDocument/2006/relationships/customXml" Target="../ink/ink1382.xml"/><Relationship Id="rId31" Type="http://schemas.openxmlformats.org/officeDocument/2006/relationships/image" Target="../media/image489.png"/><Relationship Id="rId52" Type="http://schemas.openxmlformats.org/officeDocument/2006/relationships/customXml" Target="../ink/ink1411.xml"/><Relationship Id="rId73" Type="http://schemas.openxmlformats.org/officeDocument/2006/relationships/image" Target="../media/image498.png"/><Relationship Id="rId94" Type="http://schemas.openxmlformats.org/officeDocument/2006/relationships/customXml" Target="../ink/ink1441.xml"/><Relationship Id="rId148" Type="http://schemas.openxmlformats.org/officeDocument/2006/relationships/customXml" Target="../ink/ink1495.xml"/><Relationship Id="rId169" Type="http://schemas.openxmlformats.org/officeDocument/2006/relationships/image" Target="../media/image618.png"/><Relationship Id="rId4" Type="http://schemas.openxmlformats.org/officeDocument/2006/relationships/customXml" Target="../ink/ink1379.xml"/><Relationship Id="rId180" Type="http://schemas.openxmlformats.org/officeDocument/2006/relationships/customXml" Target="../ink/ink1512.xml"/><Relationship Id="rId215" Type="http://schemas.openxmlformats.org/officeDocument/2006/relationships/image" Target="../media/image641.png"/><Relationship Id="rId236" Type="http://schemas.openxmlformats.org/officeDocument/2006/relationships/customXml" Target="../ink/ink1540.xml"/><Relationship Id="rId257" Type="http://schemas.openxmlformats.org/officeDocument/2006/relationships/image" Target="../media/image662.png"/><Relationship Id="rId42" Type="http://schemas.openxmlformats.org/officeDocument/2006/relationships/customXml" Target="../ink/ink1402.xml"/><Relationship Id="rId84" Type="http://schemas.openxmlformats.org/officeDocument/2006/relationships/customXml" Target="../ink/ink1431.xml"/><Relationship Id="rId138" Type="http://schemas.openxmlformats.org/officeDocument/2006/relationships/customXml" Target="../ink/ink1485.xml"/><Relationship Id="rId191" Type="http://schemas.openxmlformats.org/officeDocument/2006/relationships/image" Target="../media/image629.png"/><Relationship Id="rId205" Type="http://schemas.openxmlformats.org/officeDocument/2006/relationships/image" Target="../media/image636.png"/><Relationship Id="rId247" Type="http://schemas.openxmlformats.org/officeDocument/2006/relationships/image" Target="../media/image657.png"/><Relationship Id="rId107" Type="http://schemas.openxmlformats.org/officeDocument/2006/relationships/customXml" Target="../ink/ink1454.xml"/><Relationship Id="rId11" Type="http://schemas.openxmlformats.org/officeDocument/2006/relationships/image" Target="../media/image479.png"/><Relationship Id="rId53" Type="http://schemas.openxmlformats.org/officeDocument/2006/relationships/image" Target="../media/image492.png"/><Relationship Id="rId149" Type="http://schemas.openxmlformats.org/officeDocument/2006/relationships/customXml" Target="../ink/ink1496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58.png"/><Relationship Id="rId21" Type="http://schemas.openxmlformats.org/officeDocument/2006/relationships/image" Target="../media/image1010.png"/><Relationship Id="rId42" Type="http://schemas.openxmlformats.org/officeDocument/2006/relationships/customXml" Target="../ink/ink1579.xml"/><Relationship Id="rId63" Type="http://schemas.openxmlformats.org/officeDocument/2006/relationships/image" Target="../media/image1031.png"/><Relationship Id="rId84" Type="http://schemas.openxmlformats.org/officeDocument/2006/relationships/customXml" Target="../ink/ink1600.xml"/><Relationship Id="rId16" Type="http://schemas.openxmlformats.org/officeDocument/2006/relationships/customXml" Target="../ink/ink1566.xml"/><Relationship Id="rId107" Type="http://schemas.openxmlformats.org/officeDocument/2006/relationships/image" Target="../media/image1053.png"/><Relationship Id="rId11" Type="http://schemas.openxmlformats.org/officeDocument/2006/relationships/image" Target="../media/image1005.png"/><Relationship Id="rId32" Type="http://schemas.openxmlformats.org/officeDocument/2006/relationships/customXml" Target="../ink/ink1574.xml"/><Relationship Id="rId37" Type="http://schemas.openxmlformats.org/officeDocument/2006/relationships/image" Target="../media/image1018.png"/><Relationship Id="rId53" Type="http://schemas.openxmlformats.org/officeDocument/2006/relationships/image" Target="../media/image1026.png"/><Relationship Id="rId58" Type="http://schemas.openxmlformats.org/officeDocument/2006/relationships/customXml" Target="../ink/ink1587.xml"/><Relationship Id="rId74" Type="http://schemas.openxmlformats.org/officeDocument/2006/relationships/customXml" Target="../ink/ink1595.xml"/><Relationship Id="rId79" Type="http://schemas.openxmlformats.org/officeDocument/2006/relationships/image" Target="../media/image1039.png"/><Relationship Id="rId102" Type="http://schemas.openxmlformats.org/officeDocument/2006/relationships/customXml" Target="../ink/ink1609.xml"/><Relationship Id="rId123" Type="http://schemas.openxmlformats.org/officeDocument/2006/relationships/image" Target="../media/image1061.png"/><Relationship Id="rId128" Type="http://schemas.openxmlformats.org/officeDocument/2006/relationships/customXml" Target="../ink/ink1622.xml"/><Relationship Id="rId5" Type="http://schemas.openxmlformats.org/officeDocument/2006/relationships/image" Target="../media/image1002.png"/><Relationship Id="rId90" Type="http://schemas.openxmlformats.org/officeDocument/2006/relationships/customXml" Target="../ink/ink1603.xml"/><Relationship Id="rId95" Type="http://schemas.openxmlformats.org/officeDocument/2006/relationships/image" Target="../media/image1047.png"/><Relationship Id="rId22" Type="http://schemas.openxmlformats.org/officeDocument/2006/relationships/customXml" Target="../ink/ink1569.xml"/><Relationship Id="rId27" Type="http://schemas.openxmlformats.org/officeDocument/2006/relationships/image" Target="../media/image1013.png"/><Relationship Id="rId43" Type="http://schemas.openxmlformats.org/officeDocument/2006/relationships/image" Target="../media/image1021.png"/><Relationship Id="rId48" Type="http://schemas.openxmlformats.org/officeDocument/2006/relationships/customXml" Target="../ink/ink1582.xml"/><Relationship Id="rId64" Type="http://schemas.openxmlformats.org/officeDocument/2006/relationships/customXml" Target="../ink/ink1590.xml"/><Relationship Id="rId69" Type="http://schemas.openxmlformats.org/officeDocument/2006/relationships/image" Target="../media/image1034.png"/><Relationship Id="rId113" Type="http://schemas.openxmlformats.org/officeDocument/2006/relationships/image" Target="../media/image1056.png"/><Relationship Id="rId118" Type="http://schemas.openxmlformats.org/officeDocument/2006/relationships/customXml" Target="../ink/ink1617.xml"/><Relationship Id="rId80" Type="http://schemas.openxmlformats.org/officeDocument/2006/relationships/customXml" Target="../ink/ink1598.xml"/><Relationship Id="rId85" Type="http://schemas.openxmlformats.org/officeDocument/2006/relationships/image" Target="../media/image1042.png"/><Relationship Id="rId12" Type="http://schemas.openxmlformats.org/officeDocument/2006/relationships/customXml" Target="../ink/ink1564.xml"/><Relationship Id="rId17" Type="http://schemas.openxmlformats.org/officeDocument/2006/relationships/image" Target="../media/image1008.png"/><Relationship Id="rId33" Type="http://schemas.openxmlformats.org/officeDocument/2006/relationships/image" Target="../media/image1016.png"/><Relationship Id="rId38" Type="http://schemas.openxmlformats.org/officeDocument/2006/relationships/customXml" Target="../ink/ink1577.xml"/><Relationship Id="rId59" Type="http://schemas.openxmlformats.org/officeDocument/2006/relationships/image" Target="../media/image1029.png"/><Relationship Id="rId103" Type="http://schemas.openxmlformats.org/officeDocument/2006/relationships/image" Target="../media/image1051.png"/><Relationship Id="rId108" Type="http://schemas.openxmlformats.org/officeDocument/2006/relationships/customXml" Target="../ink/ink1612.xml"/><Relationship Id="rId124" Type="http://schemas.openxmlformats.org/officeDocument/2006/relationships/customXml" Target="../ink/ink1620.xml"/><Relationship Id="rId129" Type="http://schemas.openxmlformats.org/officeDocument/2006/relationships/image" Target="../media/image1064.png"/><Relationship Id="rId54" Type="http://schemas.openxmlformats.org/officeDocument/2006/relationships/customXml" Target="../ink/ink1585.xml"/><Relationship Id="rId70" Type="http://schemas.openxmlformats.org/officeDocument/2006/relationships/customXml" Target="../ink/ink1593.xml"/><Relationship Id="rId75" Type="http://schemas.openxmlformats.org/officeDocument/2006/relationships/image" Target="../media/image1037.png"/><Relationship Id="rId91" Type="http://schemas.openxmlformats.org/officeDocument/2006/relationships/image" Target="../media/image1045.png"/><Relationship Id="rId96" Type="http://schemas.openxmlformats.org/officeDocument/2006/relationships/customXml" Target="../ink/ink160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61.xml"/><Relationship Id="rId23" Type="http://schemas.openxmlformats.org/officeDocument/2006/relationships/image" Target="../media/image1011.png"/><Relationship Id="rId28" Type="http://schemas.openxmlformats.org/officeDocument/2006/relationships/customXml" Target="../ink/ink1572.xml"/><Relationship Id="rId49" Type="http://schemas.openxmlformats.org/officeDocument/2006/relationships/image" Target="../media/image1024.png"/><Relationship Id="rId114" Type="http://schemas.openxmlformats.org/officeDocument/2006/relationships/customXml" Target="../ink/ink1615.xml"/><Relationship Id="rId119" Type="http://schemas.openxmlformats.org/officeDocument/2006/relationships/image" Target="../media/image1059.png"/><Relationship Id="rId44" Type="http://schemas.openxmlformats.org/officeDocument/2006/relationships/customXml" Target="../ink/ink1580.xml"/><Relationship Id="rId60" Type="http://schemas.openxmlformats.org/officeDocument/2006/relationships/customXml" Target="../ink/ink1588.xml"/><Relationship Id="rId65" Type="http://schemas.openxmlformats.org/officeDocument/2006/relationships/image" Target="../media/image1032.png"/><Relationship Id="rId81" Type="http://schemas.openxmlformats.org/officeDocument/2006/relationships/image" Target="../media/image1040.png"/><Relationship Id="rId86" Type="http://schemas.openxmlformats.org/officeDocument/2006/relationships/customXml" Target="../ink/ink1601.xml"/><Relationship Id="rId130" Type="http://schemas.openxmlformats.org/officeDocument/2006/relationships/customXml" Target="../ink/ink1623.xml"/><Relationship Id="rId13" Type="http://schemas.openxmlformats.org/officeDocument/2006/relationships/image" Target="../media/image1006.png"/><Relationship Id="rId18" Type="http://schemas.openxmlformats.org/officeDocument/2006/relationships/customXml" Target="../ink/ink1567.xml"/><Relationship Id="rId39" Type="http://schemas.openxmlformats.org/officeDocument/2006/relationships/image" Target="../media/image1019.png"/><Relationship Id="rId109" Type="http://schemas.openxmlformats.org/officeDocument/2006/relationships/image" Target="../media/image1054.png"/><Relationship Id="rId34" Type="http://schemas.openxmlformats.org/officeDocument/2006/relationships/customXml" Target="../ink/ink1575.xml"/><Relationship Id="rId50" Type="http://schemas.openxmlformats.org/officeDocument/2006/relationships/customXml" Target="../ink/ink1583.xml"/><Relationship Id="rId55" Type="http://schemas.openxmlformats.org/officeDocument/2006/relationships/image" Target="../media/image1027.png"/><Relationship Id="rId76" Type="http://schemas.openxmlformats.org/officeDocument/2006/relationships/customXml" Target="../ink/ink1596.xml"/><Relationship Id="rId97" Type="http://schemas.openxmlformats.org/officeDocument/2006/relationships/image" Target="../media/image1048.png"/><Relationship Id="rId104" Type="http://schemas.openxmlformats.org/officeDocument/2006/relationships/customXml" Target="../ink/ink1610.xml"/><Relationship Id="rId120" Type="http://schemas.openxmlformats.org/officeDocument/2006/relationships/customXml" Target="../ink/ink1618.xml"/><Relationship Id="rId125" Type="http://schemas.openxmlformats.org/officeDocument/2006/relationships/image" Target="../media/image1062.png"/><Relationship Id="rId7" Type="http://schemas.openxmlformats.org/officeDocument/2006/relationships/image" Target="../media/image1003.png"/><Relationship Id="rId71" Type="http://schemas.openxmlformats.org/officeDocument/2006/relationships/image" Target="../media/image1035.png"/><Relationship Id="rId92" Type="http://schemas.openxmlformats.org/officeDocument/2006/relationships/customXml" Target="../ink/ink1604.xml"/><Relationship Id="rId2" Type="http://schemas.openxmlformats.org/officeDocument/2006/relationships/customXml" Target="../ink/ink1559.xml"/><Relationship Id="rId29" Type="http://schemas.openxmlformats.org/officeDocument/2006/relationships/image" Target="../media/image1014.png"/><Relationship Id="rId24" Type="http://schemas.openxmlformats.org/officeDocument/2006/relationships/customXml" Target="../ink/ink1570.xml"/><Relationship Id="rId40" Type="http://schemas.openxmlformats.org/officeDocument/2006/relationships/customXml" Target="../ink/ink1578.xml"/><Relationship Id="rId45" Type="http://schemas.openxmlformats.org/officeDocument/2006/relationships/image" Target="../media/image1022.png"/><Relationship Id="rId66" Type="http://schemas.openxmlformats.org/officeDocument/2006/relationships/customXml" Target="../ink/ink1591.xml"/><Relationship Id="rId87" Type="http://schemas.openxmlformats.org/officeDocument/2006/relationships/image" Target="../media/image1043.png"/><Relationship Id="rId110" Type="http://schemas.openxmlformats.org/officeDocument/2006/relationships/customXml" Target="../ink/ink1613.xml"/><Relationship Id="rId115" Type="http://schemas.openxmlformats.org/officeDocument/2006/relationships/image" Target="../media/image1057.png"/><Relationship Id="rId131" Type="http://schemas.openxmlformats.org/officeDocument/2006/relationships/image" Target="../media/image1065.png"/><Relationship Id="rId61" Type="http://schemas.openxmlformats.org/officeDocument/2006/relationships/image" Target="../media/image1030.png"/><Relationship Id="rId82" Type="http://schemas.openxmlformats.org/officeDocument/2006/relationships/customXml" Target="../ink/ink1599.xml"/><Relationship Id="rId19" Type="http://schemas.openxmlformats.org/officeDocument/2006/relationships/image" Target="../media/image1009.png"/><Relationship Id="rId14" Type="http://schemas.openxmlformats.org/officeDocument/2006/relationships/customXml" Target="../ink/ink1565.xml"/><Relationship Id="rId30" Type="http://schemas.openxmlformats.org/officeDocument/2006/relationships/customXml" Target="../ink/ink1573.xml"/><Relationship Id="rId35" Type="http://schemas.openxmlformats.org/officeDocument/2006/relationships/image" Target="../media/image1017.png"/><Relationship Id="rId56" Type="http://schemas.openxmlformats.org/officeDocument/2006/relationships/customXml" Target="../ink/ink1586.xml"/><Relationship Id="rId77" Type="http://schemas.openxmlformats.org/officeDocument/2006/relationships/image" Target="../media/image1038.png"/><Relationship Id="rId100" Type="http://schemas.openxmlformats.org/officeDocument/2006/relationships/customXml" Target="../ink/ink1608.xml"/><Relationship Id="rId105" Type="http://schemas.openxmlformats.org/officeDocument/2006/relationships/image" Target="../media/image1052.png"/><Relationship Id="rId126" Type="http://schemas.openxmlformats.org/officeDocument/2006/relationships/customXml" Target="../ink/ink1621.xml"/><Relationship Id="rId8" Type="http://schemas.openxmlformats.org/officeDocument/2006/relationships/customXml" Target="../ink/ink1562.xml"/><Relationship Id="rId51" Type="http://schemas.openxmlformats.org/officeDocument/2006/relationships/image" Target="../media/image1025.png"/><Relationship Id="rId72" Type="http://schemas.openxmlformats.org/officeDocument/2006/relationships/customXml" Target="../ink/ink1594.xml"/><Relationship Id="rId93" Type="http://schemas.openxmlformats.org/officeDocument/2006/relationships/image" Target="../media/image1046.png"/><Relationship Id="rId98" Type="http://schemas.openxmlformats.org/officeDocument/2006/relationships/customXml" Target="../ink/ink1607.xml"/><Relationship Id="rId121" Type="http://schemas.openxmlformats.org/officeDocument/2006/relationships/image" Target="../media/image1060.png"/><Relationship Id="rId3" Type="http://schemas.openxmlformats.org/officeDocument/2006/relationships/image" Target="../media/image1001.png"/><Relationship Id="rId25" Type="http://schemas.openxmlformats.org/officeDocument/2006/relationships/image" Target="../media/image1012.png"/><Relationship Id="rId46" Type="http://schemas.openxmlformats.org/officeDocument/2006/relationships/customXml" Target="../ink/ink1581.xml"/><Relationship Id="rId67" Type="http://schemas.openxmlformats.org/officeDocument/2006/relationships/image" Target="../media/image1033.png"/><Relationship Id="rId116" Type="http://schemas.openxmlformats.org/officeDocument/2006/relationships/customXml" Target="../ink/ink1616.xml"/><Relationship Id="rId20" Type="http://schemas.openxmlformats.org/officeDocument/2006/relationships/customXml" Target="../ink/ink1568.xml"/><Relationship Id="rId41" Type="http://schemas.openxmlformats.org/officeDocument/2006/relationships/image" Target="../media/image1020.png"/><Relationship Id="rId62" Type="http://schemas.openxmlformats.org/officeDocument/2006/relationships/customXml" Target="../ink/ink1589.xml"/><Relationship Id="rId83" Type="http://schemas.openxmlformats.org/officeDocument/2006/relationships/image" Target="../media/image1041.png"/><Relationship Id="rId88" Type="http://schemas.openxmlformats.org/officeDocument/2006/relationships/customXml" Target="../ink/ink1602.xml"/><Relationship Id="rId111" Type="http://schemas.openxmlformats.org/officeDocument/2006/relationships/image" Target="../media/image1055.png"/><Relationship Id="rId132" Type="http://schemas.openxmlformats.org/officeDocument/2006/relationships/customXml" Target="../ink/ink1624.xml"/><Relationship Id="rId15" Type="http://schemas.openxmlformats.org/officeDocument/2006/relationships/image" Target="../media/image1007.png"/><Relationship Id="rId36" Type="http://schemas.openxmlformats.org/officeDocument/2006/relationships/customXml" Target="../ink/ink1576.xml"/><Relationship Id="rId57" Type="http://schemas.openxmlformats.org/officeDocument/2006/relationships/image" Target="../media/image1028.png"/><Relationship Id="rId106" Type="http://schemas.openxmlformats.org/officeDocument/2006/relationships/customXml" Target="../ink/ink1611.xml"/><Relationship Id="rId127" Type="http://schemas.openxmlformats.org/officeDocument/2006/relationships/image" Target="../media/image1063.png"/><Relationship Id="rId10" Type="http://schemas.openxmlformats.org/officeDocument/2006/relationships/customXml" Target="../ink/ink1563.xml"/><Relationship Id="rId31" Type="http://schemas.openxmlformats.org/officeDocument/2006/relationships/image" Target="../media/image1015.png"/><Relationship Id="rId52" Type="http://schemas.openxmlformats.org/officeDocument/2006/relationships/customXml" Target="../ink/ink1584.xml"/><Relationship Id="rId73" Type="http://schemas.openxmlformats.org/officeDocument/2006/relationships/image" Target="../media/image1036.png"/><Relationship Id="rId78" Type="http://schemas.openxmlformats.org/officeDocument/2006/relationships/customXml" Target="../ink/ink1597.xml"/><Relationship Id="rId94" Type="http://schemas.openxmlformats.org/officeDocument/2006/relationships/customXml" Target="../ink/ink1605.xml"/><Relationship Id="rId99" Type="http://schemas.openxmlformats.org/officeDocument/2006/relationships/image" Target="../media/image1049.png"/><Relationship Id="rId101" Type="http://schemas.openxmlformats.org/officeDocument/2006/relationships/image" Target="../media/image1050.png"/><Relationship Id="rId122" Type="http://schemas.openxmlformats.org/officeDocument/2006/relationships/customXml" Target="../ink/ink1619.xml"/><Relationship Id="rId4" Type="http://schemas.openxmlformats.org/officeDocument/2006/relationships/customXml" Target="../ink/ink1560.xml"/><Relationship Id="rId9" Type="http://schemas.openxmlformats.org/officeDocument/2006/relationships/image" Target="../media/image1004.png"/><Relationship Id="rId26" Type="http://schemas.openxmlformats.org/officeDocument/2006/relationships/customXml" Target="../ink/ink1571.xml"/><Relationship Id="rId47" Type="http://schemas.openxmlformats.org/officeDocument/2006/relationships/image" Target="../media/image1023.png"/><Relationship Id="rId68" Type="http://schemas.openxmlformats.org/officeDocument/2006/relationships/customXml" Target="../ink/ink1592.xml"/><Relationship Id="rId89" Type="http://schemas.openxmlformats.org/officeDocument/2006/relationships/image" Target="../media/image1044.png"/><Relationship Id="rId112" Type="http://schemas.openxmlformats.org/officeDocument/2006/relationships/customXml" Target="../ink/ink1614.xml"/><Relationship Id="rId133" Type="http://schemas.openxmlformats.org/officeDocument/2006/relationships/image" Target="../media/image106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6628-D963-95E0-842B-2645075B7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1D60B-985A-05C4-288E-7D1E6EAF5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946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922939-EBAC-0C65-1706-DAAAB99988AF}"/>
                  </a:ext>
                </a:extLst>
              </p14:cNvPr>
              <p14:cNvContentPartPr/>
              <p14:nvPr/>
            </p14:nvContentPartPr>
            <p14:xfrm>
              <a:off x="781787" y="565280"/>
              <a:ext cx="440280" cy="1640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922939-EBAC-0C65-1706-DAAAB99988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2787" y="556280"/>
                <a:ext cx="45792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2D010F-7DF8-5778-B425-6AD05EBD361F}"/>
                  </a:ext>
                </a:extLst>
              </p14:cNvPr>
              <p14:cNvContentPartPr/>
              <p14:nvPr/>
            </p14:nvContentPartPr>
            <p14:xfrm>
              <a:off x="1253747" y="701720"/>
              <a:ext cx="28800" cy="139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2D010F-7DF8-5778-B425-6AD05EBD36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45107" y="693080"/>
                <a:ext cx="4644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2C6468E-C9AA-29D1-C5A9-9B021569001E}"/>
              </a:ext>
            </a:extLst>
          </p:cNvPr>
          <p:cNvGrpSpPr/>
          <p:nvPr/>
        </p:nvGrpSpPr>
        <p:grpSpPr>
          <a:xfrm>
            <a:off x="2146547" y="681560"/>
            <a:ext cx="188640" cy="195120"/>
            <a:chOff x="2146547" y="681560"/>
            <a:chExt cx="188640" cy="19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E9D0EA-0074-D53E-8E4B-BD76107C2F99}"/>
                    </a:ext>
                  </a:extLst>
                </p14:cNvPr>
                <p14:cNvContentPartPr/>
                <p14:nvPr/>
              </p14:nvContentPartPr>
              <p14:xfrm>
                <a:off x="2146547" y="681560"/>
                <a:ext cx="188640" cy="137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E9D0EA-0074-D53E-8E4B-BD76107C2F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7907" y="672560"/>
                  <a:ext cx="206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FBD6BE-78C1-ED62-8137-5E3DB9DCE254}"/>
                    </a:ext>
                  </a:extLst>
                </p14:cNvPr>
                <p14:cNvContentPartPr/>
                <p14:nvPr/>
              </p14:nvContentPartPr>
              <p14:xfrm>
                <a:off x="2244827" y="768680"/>
                <a:ext cx="56160" cy="108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FBD6BE-78C1-ED62-8137-5E3DB9DCE2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36187" y="760040"/>
                  <a:ext cx="738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ECBC0C-238F-75F8-0852-1CBE14F19891}"/>
              </a:ext>
            </a:extLst>
          </p:cNvPr>
          <p:cNvGrpSpPr/>
          <p:nvPr/>
        </p:nvGrpSpPr>
        <p:grpSpPr>
          <a:xfrm>
            <a:off x="1230347" y="1160720"/>
            <a:ext cx="266760" cy="211320"/>
            <a:chOff x="1230347" y="1160720"/>
            <a:chExt cx="26676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8C7FBA-C215-90C9-F1A5-6ADD96C9DECD}"/>
                    </a:ext>
                  </a:extLst>
                </p14:cNvPr>
                <p14:cNvContentPartPr/>
                <p14:nvPr/>
              </p14:nvContentPartPr>
              <p14:xfrm>
                <a:off x="1230347" y="1160720"/>
                <a:ext cx="131760" cy="21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8C7FBA-C215-90C9-F1A5-6ADD96C9DE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21707" y="1151720"/>
                  <a:ext cx="149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0E812D-4C09-AA48-EAB8-2D396127693F}"/>
                    </a:ext>
                  </a:extLst>
                </p14:cNvPr>
                <p14:cNvContentPartPr/>
                <p14:nvPr/>
              </p14:nvContentPartPr>
              <p14:xfrm>
                <a:off x="1311707" y="1270880"/>
                <a:ext cx="185400" cy="1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0E812D-4C09-AA48-EAB8-2D39612769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03067" y="1261880"/>
                  <a:ext cx="20304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678675-9449-0DA7-CD9F-52160A458A88}"/>
                  </a:ext>
                </a:extLst>
              </p14:cNvPr>
              <p14:cNvContentPartPr/>
              <p14:nvPr/>
            </p14:nvContentPartPr>
            <p14:xfrm>
              <a:off x="2100467" y="1186640"/>
              <a:ext cx="175320" cy="165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678675-9449-0DA7-CD9F-52160A458A8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91467" y="1177640"/>
                <a:ext cx="19296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345D9AF-2710-D673-0E43-945C751BC418}"/>
              </a:ext>
            </a:extLst>
          </p:cNvPr>
          <p:cNvGrpSpPr/>
          <p:nvPr/>
        </p:nvGrpSpPr>
        <p:grpSpPr>
          <a:xfrm>
            <a:off x="1274627" y="1854080"/>
            <a:ext cx="252720" cy="146160"/>
            <a:chOff x="1274627" y="1854080"/>
            <a:chExt cx="252720" cy="1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6702EF-61FC-B74C-BA27-CD0291BD808A}"/>
                    </a:ext>
                  </a:extLst>
                </p14:cNvPr>
                <p14:cNvContentPartPr/>
                <p14:nvPr/>
              </p14:nvContentPartPr>
              <p14:xfrm>
                <a:off x="1274627" y="1854080"/>
                <a:ext cx="66960" cy="146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6702EF-61FC-B74C-BA27-CD0291BD80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5987" y="1845080"/>
                  <a:ext cx="84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0CA4B4-1F88-2DB0-6D05-BED1E68CD294}"/>
                    </a:ext>
                  </a:extLst>
                </p14:cNvPr>
                <p14:cNvContentPartPr/>
                <p14:nvPr/>
              </p14:nvContentPartPr>
              <p14:xfrm>
                <a:off x="1436267" y="1873160"/>
                <a:ext cx="91080" cy="93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0CA4B4-1F88-2DB0-6D05-BED1E68CD2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7267" y="1864160"/>
                  <a:ext cx="10872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8C1B63-C64A-F9D6-BBD1-4FFC3EE46B21}"/>
              </a:ext>
            </a:extLst>
          </p:cNvPr>
          <p:cNvGrpSpPr/>
          <p:nvPr/>
        </p:nvGrpSpPr>
        <p:grpSpPr>
          <a:xfrm>
            <a:off x="1938467" y="1855520"/>
            <a:ext cx="169920" cy="113400"/>
            <a:chOff x="1938467" y="1855520"/>
            <a:chExt cx="169920" cy="1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82A63D-08C2-B717-202F-6C8A0BDC8086}"/>
                    </a:ext>
                  </a:extLst>
                </p14:cNvPr>
                <p14:cNvContentPartPr/>
                <p14:nvPr/>
              </p14:nvContentPartPr>
              <p14:xfrm>
                <a:off x="1938467" y="1855520"/>
                <a:ext cx="22320" cy="113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82A63D-08C2-B717-202F-6C8A0BDC808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9827" y="1846520"/>
                  <a:ext cx="39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75E64CF-633F-7EC0-B130-10E25F6E5DF8}"/>
                    </a:ext>
                  </a:extLst>
                </p14:cNvPr>
                <p14:cNvContentPartPr/>
                <p14:nvPr/>
              </p14:nvContentPartPr>
              <p14:xfrm>
                <a:off x="2069507" y="1865240"/>
                <a:ext cx="38880" cy="83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75E64CF-633F-7EC0-B130-10E25F6E5D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60867" y="1856240"/>
                  <a:ext cx="565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6CFB152-FCCC-180A-ECDA-E824F33E22BE}"/>
              </a:ext>
            </a:extLst>
          </p:cNvPr>
          <p:cNvGrpSpPr/>
          <p:nvPr/>
        </p:nvGrpSpPr>
        <p:grpSpPr>
          <a:xfrm>
            <a:off x="2705627" y="505520"/>
            <a:ext cx="1017000" cy="1494720"/>
            <a:chOff x="2705627" y="505520"/>
            <a:chExt cx="1017000" cy="14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D87255-AC0F-18AF-855D-19C9131B533B}"/>
                    </a:ext>
                  </a:extLst>
                </p14:cNvPr>
                <p14:cNvContentPartPr/>
                <p14:nvPr/>
              </p14:nvContentPartPr>
              <p14:xfrm>
                <a:off x="2905067" y="672560"/>
                <a:ext cx="130320" cy="22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D87255-AC0F-18AF-855D-19C9131B53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96067" y="663560"/>
                  <a:ext cx="147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A55D38-9BD7-D0BB-62DB-50AED67B7397}"/>
                    </a:ext>
                  </a:extLst>
                </p14:cNvPr>
                <p14:cNvContentPartPr/>
                <p14:nvPr/>
              </p14:nvContentPartPr>
              <p14:xfrm>
                <a:off x="3075707" y="661040"/>
                <a:ext cx="163800" cy="1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A55D38-9BD7-D0BB-62DB-50AED67B73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7067" y="652400"/>
                  <a:ext cx="181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24093B5-EE9B-ECFD-25FD-62454CD5DF03}"/>
                    </a:ext>
                  </a:extLst>
                </p14:cNvPr>
                <p14:cNvContentPartPr/>
                <p14:nvPr/>
              </p14:nvContentPartPr>
              <p14:xfrm>
                <a:off x="2880587" y="1151360"/>
                <a:ext cx="128520" cy="289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24093B5-EE9B-ECFD-25FD-62454CD5DF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71947" y="1142720"/>
                  <a:ext cx="146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BCCF1B3-2B0F-949B-6F5E-0B4350E04D70}"/>
                    </a:ext>
                  </a:extLst>
                </p14:cNvPr>
                <p14:cNvContentPartPr/>
                <p14:nvPr/>
              </p14:nvContentPartPr>
              <p14:xfrm>
                <a:off x="2705627" y="1881080"/>
                <a:ext cx="59040" cy="119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BCCF1B3-2B0F-949B-6F5E-0B4350E04D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96627" y="1872080"/>
                  <a:ext cx="76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3B1E79-13DB-4939-6F72-DA2B8297C55C}"/>
                    </a:ext>
                  </a:extLst>
                </p14:cNvPr>
                <p14:cNvContentPartPr/>
                <p14:nvPr/>
              </p14:nvContentPartPr>
              <p14:xfrm>
                <a:off x="2926667" y="1819160"/>
                <a:ext cx="123840" cy="135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3B1E79-13DB-4939-6F72-DA2B8297C5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18027" y="1810520"/>
                  <a:ext cx="141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3513A40-3061-266D-B33A-2D2F1735CA0E}"/>
                    </a:ext>
                  </a:extLst>
                </p14:cNvPr>
                <p14:cNvContentPartPr/>
                <p14:nvPr/>
              </p14:nvContentPartPr>
              <p14:xfrm>
                <a:off x="3408347" y="505520"/>
                <a:ext cx="314280" cy="136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3513A40-3061-266D-B33A-2D2F1735CA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99707" y="496520"/>
                  <a:ext cx="331920" cy="138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5664D40-2522-89F3-A32E-212ED24C15D6}"/>
                  </a:ext>
                </a:extLst>
              </p14:cNvPr>
              <p14:cNvContentPartPr/>
              <p14:nvPr/>
            </p14:nvContentPartPr>
            <p14:xfrm>
              <a:off x="3987947" y="434240"/>
              <a:ext cx="592560" cy="1584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5664D40-2522-89F3-A32E-212ED24C15D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78947" y="425240"/>
                <a:ext cx="610200" cy="16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9F8A5CB-0EE4-5699-7B52-D8E95ADD4D7A}"/>
                  </a:ext>
                </a:extLst>
              </p14:cNvPr>
              <p14:cNvContentPartPr/>
              <p14:nvPr/>
            </p14:nvContentPartPr>
            <p14:xfrm>
              <a:off x="4580867" y="603800"/>
              <a:ext cx="36360" cy="144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9F8A5CB-0EE4-5699-7B52-D8E95ADD4D7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571867" y="595160"/>
                <a:ext cx="5400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C9CE7BA6-9378-9199-5171-6C4DEFC5F2AA}"/>
              </a:ext>
            </a:extLst>
          </p:cNvPr>
          <p:cNvGrpSpPr/>
          <p:nvPr/>
        </p:nvGrpSpPr>
        <p:grpSpPr>
          <a:xfrm>
            <a:off x="4538027" y="1153520"/>
            <a:ext cx="251640" cy="178560"/>
            <a:chOff x="4538027" y="1153520"/>
            <a:chExt cx="251640" cy="17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331D65-4D36-D76A-5B0D-EF163E01846C}"/>
                    </a:ext>
                  </a:extLst>
                </p14:cNvPr>
                <p14:cNvContentPartPr/>
                <p14:nvPr/>
              </p14:nvContentPartPr>
              <p14:xfrm>
                <a:off x="4538027" y="1153520"/>
                <a:ext cx="251640" cy="108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331D65-4D36-D76A-5B0D-EF163E0184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29027" y="1144520"/>
                  <a:ext cx="269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5B7C5EA-097B-00CF-F33A-00D0243036DB}"/>
                    </a:ext>
                  </a:extLst>
                </p14:cNvPr>
                <p14:cNvContentPartPr/>
                <p14:nvPr/>
              </p14:nvContentPartPr>
              <p14:xfrm>
                <a:off x="4676267" y="1184120"/>
                <a:ext cx="105840" cy="14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5B7C5EA-097B-00CF-F33A-00D0243036D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67627" y="1175480"/>
                  <a:ext cx="12348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98D9F8-8B72-456E-96D1-D9AB74388E87}"/>
              </a:ext>
            </a:extLst>
          </p:cNvPr>
          <p:cNvGrpSpPr/>
          <p:nvPr/>
        </p:nvGrpSpPr>
        <p:grpSpPr>
          <a:xfrm>
            <a:off x="4511747" y="1669400"/>
            <a:ext cx="292320" cy="275040"/>
            <a:chOff x="4511747" y="1669400"/>
            <a:chExt cx="29232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F5B5E4D-8F87-3DD0-2A1D-380AA39CD2F2}"/>
                    </a:ext>
                  </a:extLst>
                </p14:cNvPr>
                <p14:cNvContentPartPr/>
                <p14:nvPr/>
              </p14:nvContentPartPr>
              <p14:xfrm>
                <a:off x="4511747" y="1669400"/>
                <a:ext cx="123840" cy="275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F5B5E4D-8F87-3DD0-2A1D-380AA39CD2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2747" y="1660760"/>
                  <a:ext cx="1414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BEC768-8B53-34E7-FAEF-8D884BE9CC5B}"/>
                    </a:ext>
                  </a:extLst>
                </p14:cNvPr>
                <p14:cNvContentPartPr/>
                <p14:nvPr/>
              </p14:nvContentPartPr>
              <p14:xfrm>
                <a:off x="4531187" y="1779560"/>
                <a:ext cx="272880" cy="5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BEC768-8B53-34E7-FAEF-8D884BE9CC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22547" y="1770560"/>
                  <a:ext cx="2905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B0BBC3F-7B3A-B5BB-4721-20E5489DB221}"/>
              </a:ext>
            </a:extLst>
          </p:cNvPr>
          <p:cNvGrpSpPr/>
          <p:nvPr/>
        </p:nvGrpSpPr>
        <p:grpSpPr>
          <a:xfrm>
            <a:off x="5148947" y="466280"/>
            <a:ext cx="1775520" cy="1494720"/>
            <a:chOff x="5148947" y="466280"/>
            <a:chExt cx="1775520" cy="149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7B7CC6A-FD65-BC0D-C3C9-7F470C7512C9}"/>
                    </a:ext>
                  </a:extLst>
                </p14:cNvPr>
                <p14:cNvContentPartPr/>
                <p14:nvPr/>
              </p14:nvContentPartPr>
              <p14:xfrm>
                <a:off x="5186027" y="599840"/>
                <a:ext cx="275040" cy="176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7B7CC6A-FD65-BC0D-C3C9-7F470C7512C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77027" y="590840"/>
                  <a:ext cx="292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639BB90-49D4-B0CA-BF03-748549B90E86}"/>
                    </a:ext>
                  </a:extLst>
                </p14:cNvPr>
                <p14:cNvContentPartPr/>
                <p14:nvPr/>
              </p14:nvContentPartPr>
              <p14:xfrm>
                <a:off x="6094307" y="537920"/>
                <a:ext cx="205920" cy="231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639BB90-49D4-B0CA-BF03-748549B90E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85307" y="529280"/>
                  <a:ext cx="223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04EDD8-35E4-A0C4-4CCE-20D00E4B49E3}"/>
                    </a:ext>
                  </a:extLst>
                </p14:cNvPr>
                <p14:cNvContentPartPr/>
                <p14:nvPr/>
              </p14:nvContentPartPr>
              <p14:xfrm>
                <a:off x="5148947" y="1153880"/>
                <a:ext cx="196920" cy="18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04EDD8-35E4-A0C4-4CCE-20D00E4B49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40307" y="1145240"/>
                  <a:ext cx="214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784473A-9C1F-CDF4-843F-E51B6B68EB1D}"/>
                    </a:ext>
                  </a:extLst>
                </p14:cNvPr>
                <p14:cNvContentPartPr/>
                <p14:nvPr/>
              </p14:nvContentPartPr>
              <p14:xfrm>
                <a:off x="5449907" y="1093760"/>
                <a:ext cx="187920" cy="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784473A-9C1F-CDF4-843F-E51B6B68EB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41267" y="1085120"/>
                  <a:ext cx="205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3E2A1C8-0909-F6CE-4180-386222BDFC91}"/>
                    </a:ext>
                  </a:extLst>
                </p14:cNvPr>
                <p14:cNvContentPartPr/>
                <p14:nvPr/>
              </p14:nvContentPartPr>
              <p14:xfrm>
                <a:off x="6076307" y="995120"/>
                <a:ext cx="291600" cy="28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3E2A1C8-0909-F6CE-4180-386222BDFC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67307" y="986480"/>
                  <a:ext cx="309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4F92337-3562-76DB-A5BE-B0DB2B3AF2F2}"/>
                    </a:ext>
                  </a:extLst>
                </p14:cNvPr>
                <p14:cNvContentPartPr/>
                <p14:nvPr/>
              </p14:nvContentPartPr>
              <p14:xfrm>
                <a:off x="5178107" y="1622960"/>
                <a:ext cx="120960" cy="2296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4F92337-3562-76DB-A5BE-B0DB2B3AF2F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69107" y="1613960"/>
                  <a:ext cx="1386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3146C9-48E6-09EC-2CDF-0ECC09283858}"/>
                    </a:ext>
                  </a:extLst>
                </p14:cNvPr>
                <p14:cNvContentPartPr/>
                <p14:nvPr/>
              </p14:nvContentPartPr>
              <p14:xfrm>
                <a:off x="5892707" y="1653200"/>
                <a:ext cx="184680" cy="28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3146C9-48E6-09EC-2CDF-0ECC0928385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883707" y="1644560"/>
                  <a:ext cx="202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3A24FB-F4A3-BAE1-ABFE-C16DD66AF071}"/>
                    </a:ext>
                  </a:extLst>
                </p14:cNvPr>
                <p14:cNvContentPartPr/>
                <p14:nvPr/>
              </p14:nvContentPartPr>
              <p14:xfrm>
                <a:off x="6422267" y="466280"/>
                <a:ext cx="502200" cy="1494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3A24FB-F4A3-BAE1-ABFE-C16DD66AF07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13627" y="457280"/>
                  <a:ext cx="519840" cy="151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E980BA-A086-F797-6954-4DB16F5D1BE4}"/>
              </a:ext>
            </a:extLst>
          </p:cNvPr>
          <p:cNvGrpSpPr/>
          <p:nvPr/>
        </p:nvGrpSpPr>
        <p:grpSpPr>
          <a:xfrm>
            <a:off x="7135787" y="1058120"/>
            <a:ext cx="225720" cy="81000"/>
            <a:chOff x="7135787" y="1058120"/>
            <a:chExt cx="22572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F89341-0A26-BBFB-70E0-91FEB5BC4C49}"/>
                    </a:ext>
                  </a:extLst>
                </p14:cNvPr>
                <p14:cNvContentPartPr/>
                <p14:nvPr/>
              </p14:nvContentPartPr>
              <p14:xfrm>
                <a:off x="7148747" y="1058120"/>
                <a:ext cx="212760" cy="11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F89341-0A26-BBFB-70E0-91FEB5BC4C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39747" y="1049480"/>
                  <a:ext cx="230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402F7EB-835F-8740-3BD6-975136F6EC63}"/>
                    </a:ext>
                  </a:extLst>
                </p14:cNvPr>
                <p14:cNvContentPartPr/>
                <p14:nvPr/>
              </p14:nvContentPartPr>
              <p14:xfrm>
                <a:off x="7135787" y="1136960"/>
                <a:ext cx="214560" cy="2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402F7EB-835F-8740-3BD6-975136F6EC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27147" y="1128320"/>
                  <a:ext cx="23220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4AD8113-E3A1-72D7-443E-303E4CF9DA52}"/>
                  </a:ext>
                </a:extLst>
              </p14:cNvPr>
              <p14:cNvContentPartPr/>
              <p14:nvPr/>
            </p14:nvContentPartPr>
            <p14:xfrm>
              <a:off x="7634387" y="437480"/>
              <a:ext cx="411120" cy="1512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4AD8113-E3A1-72D7-443E-303E4CF9DA5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625387" y="428840"/>
                <a:ext cx="428760" cy="15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CBF6F63-173D-6ED6-C135-EE2F18B56461}"/>
                  </a:ext>
                </a:extLst>
              </p14:cNvPr>
              <p14:cNvContentPartPr/>
              <p14:nvPr/>
            </p14:nvContentPartPr>
            <p14:xfrm>
              <a:off x="11033867" y="394280"/>
              <a:ext cx="526320" cy="16920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CBF6F63-173D-6ED6-C135-EE2F18B5646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025227" y="385280"/>
                <a:ext cx="543960" cy="170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30D13954-64D2-6058-E711-8FAD0D1856C0}"/>
              </a:ext>
            </a:extLst>
          </p:cNvPr>
          <p:cNvGrpSpPr/>
          <p:nvPr/>
        </p:nvGrpSpPr>
        <p:grpSpPr>
          <a:xfrm>
            <a:off x="696107" y="2526560"/>
            <a:ext cx="304200" cy="387720"/>
            <a:chOff x="696107" y="2526560"/>
            <a:chExt cx="30420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B23E9E-BD8F-D54C-741E-E77AD9358876}"/>
                    </a:ext>
                  </a:extLst>
                </p14:cNvPr>
                <p14:cNvContentPartPr/>
                <p14:nvPr/>
              </p14:nvContentPartPr>
              <p14:xfrm>
                <a:off x="696107" y="2752280"/>
                <a:ext cx="12240" cy="82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B23E9E-BD8F-D54C-741E-E77AD935887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7467" y="2743640"/>
                  <a:ext cx="298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566636-5937-83CE-B458-E694274D4016}"/>
                    </a:ext>
                  </a:extLst>
                </p14:cNvPr>
                <p14:cNvContentPartPr/>
                <p14:nvPr/>
              </p14:nvContentPartPr>
              <p14:xfrm>
                <a:off x="750467" y="2600360"/>
                <a:ext cx="7200" cy="1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566636-5937-83CE-B458-E694274D401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1467" y="2591720"/>
                  <a:ext cx="24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6D7E217-2F35-18A7-C72E-0865FB84CEB6}"/>
                    </a:ext>
                  </a:extLst>
                </p14:cNvPr>
                <p14:cNvContentPartPr/>
                <p14:nvPr/>
              </p14:nvContentPartPr>
              <p14:xfrm>
                <a:off x="813467" y="2526560"/>
                <a:ext cx="186840" cy="387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6D7E217-2F35-18A7-C72E-0865FB84CEB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4827" y="2517920"/>
                  <a:ext cx="2044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52877F-C966-3DE6-484B-300E4F0DBEF2}"/>
                    </a:ext>
                  </a:extLst>
                </p14:cNvPr>
                <p14:cNvContentPartPr/>
                <p14:nvPr/>
              </p14:nvContentPartPr>
              <p14:xfrm>
                <a:off x="793307" y="2762360"/>
                <a:ext cx="92880" cy="10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52877F-C966-3DE6-484B-300E4F0DBE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4307" y="2753360"/>
                  <a:ext cx="11052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2733487-DCAF-B7E4-61DD-074670463EF8}"/>
                  </a:ext>
                </a:extLst>
              </p14:cNvPr>
              <p14:cNvContentPartPr/>
              <p14:nvPr/>
            </p14:nvContentPartPr>
            <p14:xfrm>
              <a:off x="1298387" y="2724560"/>
              <a:ext cx="146520" cy="860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2733487-DCAF-B7E4-61DD-074670463E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89387" y="2715920"/>
                <a:ext cx="16416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7C1CC5B0-2EFC-D668-E8C4-82CFFC72D96A}"/>
              </a:ext>
            </a:extLst>
          </p:cNvPr>
          <p:cNvGrpSpPr/>
          <p:nvPr/>
        </p:nvGrpSpPr>
        <p:grpSpPr>
          <a:xfrm>
            <a:off x="1682147" y="2720240"/>
            <a:ext cx="138240" cy="71280"/>
            <a:chOff x="1682147" y="2720240"/>
            <a:chExt cx="138240" cy="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946CAF-3BC0-49BA-3566-62A565B6D3EE}"/>
                    </a:ext>
                  </a:extLst>
                </p14:cNvPr>
                <p14:cNvContentPartPr/>
                <p14:nvPr/>
              </p14:nvContentPartPr>
              <p14:xfrm>
                <a:off x="1685027" y="2720240"/>
                <a:ext cx="104040" cy="8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946CAF-3BC0-49BA-3566-62A565B6D3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6027" y="2711240"/>
                  <a:ext cx="1216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40961A-EA30-F98A-6421-5B03AA1F8EC1}"/>
                    </a:ext>
                  </a:extLst>
                </p14:cNvPr>
                <p14:cNvContentPartPr/>
                <p14:nvPr/>
              </p14:nvContentPartPr>
              <p14:xfrm>
                <a:off x="1682147" y="2778200"/>
                <a:ext cx="138240" cy="13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40961A-EA30-F98A-6421-5B03AA1F8E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73147" y="2769200"/>
                  <a:ext cx="1558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C49689B-3315-C922-0D79-2269D3335593}"/>
                  </a:ext>
                </a:extLst>
              </p14:cNvPr>
              <p14:cNvContentPartPr/>
              <p14:nvPr/>
            </p14:nvContentPartPr>
            <p14:xfrm>
              <a:off x="2087507" y="2567240"/>
              <a:ext cx="149040" cy="216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C49689B-3315-C922-0D79-2269D333559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078507" y="2558240"/>
                <a:ext cx="16668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DF01FA30-DA24-5C50-0222-D26EDAEC4E48}"/>
              </a:ext>
            </a:extLst>
          </p:cNvPr>
          <p:cNvGrpSpPr/>
          <p:nvPr/>
        </p:nvGrpSpPr>
        <p:grpSpPr>
          <a:xfrm>
            <a:off x="907067" y="3113000"/>
            <a:ext cx="1380600" cy="550440"/>
            <a:chOff x="907067" y="3113000"/>
            <a:chExt cx="138060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64D943-CC31-BF6C-A2AF-71D30BBE408F}"/>
                    </a:ext>
                  </a:extLst>
                </p14:cNvPr>
                <p14:cNvContentPartPr/>
                <p14:nvPr/>
              </p14:nvContentPartPr>
              <p14:xfrm>
                <a:off x="907067" y="3282200"/>
                <a:ext cx="231480" cy="199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64D943-CC31-BF6C-A2AF-71D30BBE40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98427" y="3273560"/>
                  <a:ext cx="249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B412F87-9ECF-7D2C-8BA4-B3136BA12E23}"/>
                    </a:ext>
                  </a:extLst>
                </p14:cNvPr>
                <p14:cNvContentPartPr/>
                <p14:nvPr/>
              </p14:nvContentPartPr>
              <p14:xfrm>
                <a:off x="1280387" y="3236840"/>
                <a:ext cx="234360" cy="343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B412F87-9ECF-7D2C-8BA4-B3136BA12E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71387" y="3228200"/>
                  <a:ext cx="252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E4D4871-E832-65B0-59FD-41FC1DF8A0BC}"/>
                    </a:ext>
                  </a:extLst>
                </p14:cNvPr>
                <p14:cNvContentPartPr/>
                <p14:nvPr/>
              </p14:nvContentPartPr>
              <p14:xfrm>
                <a:off x="1618067" y="3366800"/>
                <a:ext cx="230760" cy="11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E4D4871-E832-65B0-59FD-41FC1DF8A0B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09067" y="3358160"/>
                  <a:ext cx="248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4C74843-3E81-0614-8147-26A401F245FD}"/>
                    </a:ext>
                  </a:extLst>
                </p14:cNvPr>
                <p14:cNvContentPartPr/>
                <p14:nvPr/>
              </p14:nvContentPartPr>
              <p14:xfrm>
                <a:off x="1888787" y="3114080"/>
                <a:ext cx="88560" cy="103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4C74843-3E81-0614-8147-26A401F245F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79787" y="3105440"/>
                  <a:ext cx="106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3EA7899-CDC9-B1D9-B451-CA5CC4D4B420}"/>
                    </a:ext>
                  </a:extLst>
                </p14:cNvPr>
                <p14:cNvContentPartPr/>
                <p14:nvPr/>
              </p14:nvContentPartPr>
              <p14:xfrm>
                <a:off x="2057987" y="3113000"/>
                <a:ext cx="229680" cy="550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3EA7899-CDC9-B1D9-B451-CA5CC4D4B4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049347" y="3104000"/>
                  <a:ext cx="247320" cy="56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BA0AAD8-9C7F-F6D3-8EFD-F03D30264B3C}"/>
              </a:ext>
            </a:extLst>
          </p:cNvPr>
          <p:cNvGrpSpPr/>
          <p:nvPr/>
        </p:nvGrpSpPr>
        <p:grpSpPr>
          <a:xfrm>
            <a:off x="1045667" y="510560"/>
            <a:ext cx="2276640" cy="478080"/>
            <a:chOff x="1045667" y="510560"/>
            <a:chExt cx="2276640" cy="47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C2FC29B-373F-8367-AB1E-5B9E46B43646}"/>
                    </a:ext>
                  </a:extLst>
                </p14:cNvPr>
                <p14:cNvContentPartPr/>
                <p14:nvPr/>
              </p14:nvContentPartPr>
              <p14:xfrm>
                <a:off x="1095707" y="622880"/>
                <a:ext cx="60840" cy="319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C2FC29B-373F-8367-AB1E-5B9E46B436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91387" y="618560"/>
                  <a:ext cx="694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B8C3DBB-DE77-326C-6E3D-88F92216C692}"/>
                    </a:ext>
                  </a:extLst>
                </p14:cNvPr>
                <p14:cNvContentPartPr/>
                <p14:nvPr/>
              </p14:nvContentPartPr>
              <p14:xfrm>
                <a:off x="1045667" y="510560"/>
                <a:ext cx="2276640" cy="478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B8C3DBB-DE77-326C-6E3D-88F92216C6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1347" y="506240"/>
                  <a:ext cx="2285280" cy="48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9059331-04C1-D264-9951-45265A50F0D8}"/>
              </a:ext>
            </a:extLst>
          </p:cNvPr>
          <p:cNvGrpSpPr/>
          <p:nvPr/>
        </p:nvGrpSpPr>
        <p:grpSpPr>
          <a:xfrm>
            <a:off x="4275947" y="515960"/>
            <a:ext cx="704160" cy="1686600"/>
            <a:chOff x="4275947" y="515960"/>
            <a:chExt cx="704160" cy="168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F8A5493-B2FE-07F8-088A-B57EAC1C31E7}"/>
                    </a:ext>
                  </a:extLst>
                </p14:cNvPr>
                <p14:cNvContentPartPr/>
                <p14:nvPr/>
              </p14:nvContentPartPr>
              <p14:xfrm>
                <a:off x="4275947" y="525680"/>
                <a:ext cx="162000" cy="1676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F8A5493-B2FE-07F8-088A-B57EAC1C31E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71627" y="521360"/>
                  <a:ext cx="170640" cy="168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1D20DC-080D-7EB8-88E7-2765FCA5609E}"/>
                    </a:ext>
                  </a:extLst>
                </p14:cNvPr>
                <p14:cNvContentPartPr/>
                <p14:nvPr/>
              </p14:nvContentPartPr>
              <p14:xfrm>
                <a:off x="4313027" y="515960"/>
                <a:ext cx="667080" cy="1685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1D20DC-080D-7EB8-88E7-2765FCA5609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8707" y="511640"/>
                  <a:ext cx="675720" cy="169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590829E-1C05-CECB-D4D4-9BE314276655}"/>
                  </a:ext>
                </a:extLst>
              </p14:cNvPr>
              <p14:cNvContentPartPr/>
              <p14:nvPr/>
            </p14:nvContentPartPr>
            <p14:xfrm>
              <a:off x="904547" y="4506200"/>
              <a:ext cx="28800" cy="2167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590829E-1C05-CECB-D4D4-9BE31427665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00227" y="4501880"/>
                <a:ext cx="3744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317E235D-4B75-4162-3437-2FF1C54F9B29}"/>
              </a:ext>
            </a:extLst>
          </p:cNvPr>
          <p:cNvGrpSpPr/>
          <p:nvPr/>
        </p:nvGrpSpPr>
        <p:grpSpPr>
          <a:xfrm>
            <a:off x="1145387" y="4494680"/>
            <a:ext cx="229680" cy="170280"/>
            <a:chOff x="1145387" y="4494680"/>
            <a:chExt cx="22968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1AEA2D9-2AFD-00B2-DF00-915F49D2EB01}"/>
                    </a:ext>
                  </a:extLst>
                </p14:cNvPr>
                <p14:cNvContentPartPr/>
                <p14:nvPr/>
              </p14:nvContentPartPr>
              <p14:xfrm>
                <a:off x="1145387" y="4494680"/>
                <a:ext cx="119880" cy="170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1AEA2D9-2AFD-00B2-DF00-915F49D2EB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41067" y="4490360"/>
                  <a:ext cx="128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BA7C299-EA31-68FE-E72F-6DDCA417826E}"/>
                    </a:ext>
                  </a:extLst>
                </p14:cNvPr>
                <p14:cNvContentPartPr/>
                <p14:nvPr/>
              </p14:nvContentPartPr>
              <p14:xfrm>
                <a:off x="1146107" y="4527800"/>
                <a:ext cx="228960" cy="831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BA7C299-EA31-68FE-E72F-6DDCA41782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1787" y="4523480"/>
                  <a:ext cx="23760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FBFF2CE-F261-863E-A3EA-F5A11E726096}"/>
                  </a:ext>
                </a:extLst>
              </p14:cNvPr>
              <p14:cNvContentPartPr/>
              <p14:nvPr/>
            </p14:nvContentPartPr>
            <p14:xfrm>
              <a:off x="1569827" y="4438880"/>
              <a:ext cx="12240" cy="2365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FBFF2CE-F261-863E-A3EA-F5A11E72609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565507" y="4434560"/>
                <a:ext cx="2088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A0815EBF-0474-F9EF-1C22-5657913AD80D}"/>
              </a:ext>
            </a:extLst>
          </p:cNvPr>
          <p:cNvGrpSpPr/>
          <p:nvPr/>
        </p:nvGrpSpPr>
        <p:grpSpPr>
          <a:xfrm>
            <a:off x="1981667" y="4420160"/>
            <a:ext cx="186120" cy="165240"/>
            <a:chOff x="1981667" y="4420160"/>
            <a:chExt cx="186120" cy="16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1B7DA28-DCB9-9A79-7FCC-3C55B2B9E92D}"/>
                    </a:ext>
                  </a:extLst>
                </p14:cNvPr>
                <p14:cNvContentPartPr/>
                <p14:nvPr/>
              </p14:nvContentPartPr>
              <p14:xfrm>
                <a:off x="2061947" y="4420160"/>
                <a:ext cx="24120" cy="16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1B7DA28-DCB9-9A79-7FCC-3C55B2B9E9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057627" y="4415840"/>
                  <a:ext cx="32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8E426ED-D860-4124-93D4-D667BF269544}"/>
                    </a:ext>
                  </a:extLst>
                </p14:cNvPr>
                <p14:cNvContentPartPr/>
                <p14:nvPr/>
              </p14:nvContentPartPr>
              <p14:xfrm>
                <a:off x="1981667" y="4532840"/>
                <a:ext cx="186120" cy="3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8E426ED-D860-4124-93D4-D667BF2695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77347" y="4528520"/>
                  <a:ext cx="1947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F0DCD5C-20CF-D5E2-F31D-7F4338133D77}"/>
              </a:ext>
            </a:extLst>
          </p:cNvPr>
          <p:cNvGrpSpPr/>
          <p:nvPr/>
        </p:nvGrpSpPr>
        <p:grpSpPr>
          <a:xfrm>
            <a:off x="2531747" y="4353200"/>
            <a:ext cx="230400" cy="242640"/>
            <a:chOff x="2531747" y="4353200"/>
            <a:chExt cx="23040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07BFB5E-5A52-DD44-7F5D-48836E6F71A4}"/>
                    </a:ext>
                  </a:extLst>
                </p14:cNvPr>
                <p14:cNvContentPartPr/>
                <p14:nvPr/>
              </p14:nvContentPartPr>
              <p14:xfrm>
                <a:off x="2531747" y="4353200"/>
                <a:ext cx="230400" cy="1875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07BFB5E-5A52-DD44-7F5D-48836E6F71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27427" y="4348880"/>
                  <a:ext cx="239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BAD73F-4662-D3B6-C275-6573DE0F67CE}"/>
                    </a:ext>
                  </a:extLst>
                </p14:cNvPr>
                <p14:cNvContentPartPr/>
                <p14:nvPr/>
              </p14:nvContentPartPr>
              <p14:xfrm>
                <a:off x="2678267" y="4432040"/>
                <a:ext cx="51480" cy="163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BAD73F-4662-D3B6-C275-6573DE0F67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73947" y="4427720"/>
                  <a:ext cx="6012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87E8918-3DE2-6491-D2E5-673D0FFDD666}"/>
              </a:ext>
            </a:extLst>
          </p:cNvPr>
          <p:cNvGrpSpPr/>
          <p:nvPr/>
        </p:nvGrpSpPr>
        <p:grpSpPr>
          <a:xfrm>
            <a:off x="2965187" y="4363640"/>
            <a:ext cx="252360" cy="188640"/>
            <a:chOff x="2965187" y="4363640"/>
            <a:chExt cx="25236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A76BFB8-5574-248E-75BB-6EAF7A251639}"/>
                    </a:ext>
                  </a:extLst>
                </p14:cNvPr>
                <p14:cNvContentPartPr/>
                <p14:nvPr/>
              </p14:nvContentPartPr>
              <p14:xfrm>
                <a:off x="2992187" y="4363640"/>
                <a:ext cx="128880" cy="188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A76BFB8-5574-248E-75BB-6EAF7A25163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87867" y="4359320"/>
                  <a:ext cx="137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4BE0C18-9F10-4BEE-0DB9-D8EFB1E24B55}"/>
                    </a:ext>
                  </a:extLst>
                </p14:cNvPr>
                <p14:cNvContentPartPr/>
                <p14:nvPr/>
              </p14:nvContentPartPr>
              <p14:xfrm>
                <a:off x="2965187" y="4435280"/>
                <a:ext cx="252360" cy="55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4BE0C18-9F10-4BEE-0DB9-D8EFB1E24B5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60867" y="4430960"/>
                  <a:ext cx="2610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96A1E83-E510-B6C5-94B5-59C916E192F3}"/>
              </a:ext>
            </a:extLst>
          </p:cNvPr>
          <p:cNvGrpSpPr/>
          <p:nvPr/>
        </p:nvGrpSpPr>
        <p:grpSpPr>
          <a:xfrm>
            <a:off x="3414467" y="4373360"/>
            <a:ext cx="215640" cy="276480"/>
            <a:chOff x="3414467" y="4373360"/>
            <a:chExt cx="21564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58222E5-CB21-3B9A-1E4C-60D31F05D13F}"/>
                    </a:ext>
                  </a:extLst>
                </p14:cNvPr>
                <p14:cNvContentPartPr/>
                <p14:nvPr/>
              </p14:nvContentPartPr>
              <p14:xfrm>
                <a:off x="3414467" y="4373360"/>
                <a:ext cx="215640" cy="163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58222E5-CB21-3B9A-1E4C-60D31F05D1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410147" y="4369040"/>
                  <a:ext cx="2242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136EF40-1708-967C-E08E-1D1BD92B04A8}"/>
                    </a:ext>
                  </a:extLst>
                </p14:cNvPr>
                <p14:cNvContentPartPr/>
                <p14:nvPr/>
              </p14:nvContentPartPr>
              <p14:xfrm>
                <a:off x="3501227" y="4456880"/>
                <a:ext cx="51120" cy="192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136EF40-1708-967C-E08E-1D1BD92B04A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96907" y="4452560"/>
                  <a:ext cx="59760" cy="20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BE80622-EA2F-9B6A-639B-79D7952BF835}"/>
              </a:ext>
            </a:extLst>
          </p:cNvPr>
          <p:cNvGrpSpPr/>
          <p:nvPr/>
        </p:nvGrpSpPr>
        <p:grpSpPr>
          <a:xfrm>
            <a:off x="3969947" y="4311080"/>
            <a:ext cx="195480" cy="208800"/>
            <a:chOff x="3969947" y="4311080"/>
            <a:chExt cx="19548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85EDE0D-5026-C73D-03D9-7F816448C005}"/>
                    </a:ext>
                  </a:extLst>
                </p14:cNvPr>
                <p14:cNvContentPartPr/>
                <p14:nvPr/>
              </p14:nvContentPartPr>
              <p14:xfrm>
                <a:off x="4024667" y="4311080"/>
                <a:ext cx="25560" cy="208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85EDE0D-5026-C73D-03D9-7F816448C0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20347" y="4306760"/>
                  <a:ext cx="342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6EE594-A580-E8FB-7044-77EEC14B67A5}"/>
                    </a:ext>
                  </a:extLst>
                </p14:cNvPr>
                <p14:cNvContentPartPr/>
                <p14:nvPr/>
              </p14:nvContentPartPr>
              <p14:xfrm>
                <a:off x="3969947" y="4416200"/>
                <a:ext cx="195480" cy="18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6EE594-A580-E8FB-7044-77EEC14B67A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965627" y="4411880"/>
                  <a:ext cx="20412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CF6FC56-BA79-7427-DFA2-442717DF9946}"/>
              </a:ext>
            </a:extLst>
          </p:cNvPr>
          <p:cNvGrpSpPr/>
          <p:nvPr/>
        </p:nvGrpSpPr>
        <p:grpSpPr>
          <a:xfrm>
            <a:off x="4556027" y="4265720"/>
            <a:ext cx="667800" cy="241920"/>
            <a:chOff x="4556027" y="4265720"/>
            <a:chExt cx="66780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91EB1B6-5A8F-0430-E994-1929CB429DB5}"/>
                    </a:ext>
                  </a:extLst>
                </p14:cNvPr>
                <p14:cNvContentPartPr/>
                <p14:nvPr/>
              </p14:nvContentPartPr>
              <p14:xfrm>
                <a:off x="4556027" y="4265720"/>
                <a:ext cx="168840" cy="241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91EB1B6-5A8F-0430-E994-1929CB429DB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51707" y="4261400"/>
                  <a:ext cx="1774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F903A0B-ECA6-800C-13DF-0C962DEC7C5B}"/>
                    </a:ext>
                  </a:extLst>
                </p14:cNvPr>
                <p14:cNvContentPartPr/>
                <p14:nvPr/>
              </p14:nvContentPartPr>
              <p14:xfrm>
                <a:off x="4709387" y="4280840"/>
                <a:ext cx="149400" cy="10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F903A0B-ECA6-800C-13DF-0C962DEC7C5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05067" y="4276520"/>
                  <a:ext cx="1580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7E7EE82-5046-A7E9-03BB-DFCF6BD73E7B}"/>
                    </a:ext>
                  </a:extLst>
                </p14:cNvPr>
                <p14:cNvContentPartPr/>
                <p14:nvPr/>
              </p14:nvContentPartPr>
              <p14:xfrm>
                <a:off x="5032307" y="4290560"/>
                <a:ext cx="191520" cy="174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7E7EE82-5046-A7E9-03BB-DFCF6BD73E7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27987" y="4286240"/>
                  <a:ext cx="200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292A237-913A-046B-552E-DD693D0AFEC0}"/>
                    </a:ext>
                  </a:extLst>
                </p14:cNvPr>
                <p14:cNvContentPartPr/>
                <p14:nvPr/>
              </p14:nvContentPartPr>
              <p14:xfrm>
                <a:off x="5045267" y="4335920"/>
                <a:ext cx="140400" cy="77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292A237-913A-046B-552E-DD693D0AFEC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40947" y="4331600"/>
                  <a:ext cx="1490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7D2E15E-7A93-D8F5-5588-59B251F9F599}"/>
              </a:ext>
            </a:extLst>
          </p:cNvPr>
          <p:cNvGrpSpPr/>
          <p:nvPr/>
        </p:nvGrpSpPr>
        <p:grpSpPr>
          <a:xfrm>
            <a:off x="5465747" y="4181840"/>
            <a:ext cx="210960" cy="343800"/>
            <a:chOff x="5465747" y="4181840"/>
            <a:chExt cx="21096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8A5970-0E16-66D3-DC3B-4818DDBB3830}"/>
                    </a:ext>
                  </a:extLst>
                </p14:cNvPr>
                <p14:cNvContentPartPr/>
                <p14:nvPr/>
              </p14:nvContentPartPr>
              <p14:xfrm>
                <a:off x="5465747" y="4181840"/>
                <a:ext cx="192960" cy="343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8A5970-0E16-66D3-DC3B-4818DDBB383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61427" y="4177520"/>
                  <a:ext cx="2016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FB734E-80A4-045F-A455-FF5F85A67A35}"/>
                    </a:ext>
                  </a:extLst>
                </p14:cNvPr>
                <p14:cNvContentPartPr/>
                <p14:nvPr/>
              </p14:nvContentPartPr>
              <p14:xfrm>
                <a:off x="5474747" y="4383080"/>
                <a:ext cx="201960" cy="2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FB734E-80A4-045F-A455-FF5F85A67A3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70427" y="4378760"/>
                  <a:ext cx="210600" cy="1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6CFEBAF-89AB-225D-B1CC-F6C9E8537CFF}"/>
              </a:ext>
            </a:extLst>
          </p:cNvPr>
          <p:cNvGrpSpPr/>
          <p:nvPr/>
        </p:nvGrpSpPr>
        <p:grpSpPr>
          <a:xfrm>
            <a:off x="6153707" y="4290560"/>
            <a:ext cx="273960" cy="112680"/>
            <a:chOff x="6153707" y="4290560"/>
            <a:chExt cx="27396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FB95455-EFD2-5846-DBC9-5C20601F5015}"/>
                    </a:ext>
                  </a:extLst>
                </p14:cNvPr>
                <p14:cNvContentPartPr/>
                <p14:nvPr/>
              </p14:nvContentPartPr>
              <p14:xfrm>
                <a:off x="6153707" y="4290560"/>
                <a:ext cx="270000" cy="30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FB95455-EFD2-5846-DBC9-5C20601F50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49387" y="4286240"/>
                  <a:ext cx="278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FF02C04-E634-7273-CFDE-47232B8B3DEB}"/>
                    </a:ext>
                  </a:extLst>
                </p14:cNvPr>
                <p14:cNvContentPartPr/>
                <p14:nvPr/>
              </p14:nvContentPartPr>
              <p14:xfrm>
                <a:off x="6203747" y="4389920"/>
                <a:ext cx="223920" cy="13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FF02C04-E634-7273-CFDE-47232B8B3DE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99427" y="4385600"/>
                  <a:ext cx="232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B1FDB4F-2A85-6458-7C90-0BAC7D27D9C0}"/>
              </a:ext>
            </a:extLst>
          </p:cNvPr>
          <p:cNvGrpSpPr/>
          <p:nvPr/>
        </p:nvGrpSpPr>
        <p:grpSpPr>
          <a:xfrm>
            <a:off x="3800027" y="3016880"/>
            <a:ext cx="1394280" cy="579600"/>
            <a:chOff x="3800027" y="3016880"/>
            <a:chExt cx="139428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81C8001-9BEC-3F60-8159-6ED63EC695E3}"/>
                    </a:ext>
                  </a:extLst>
                </p14:cNvPr>
                <p14:cNvContentPartPr/>
                <p14:nvPr/>
              </p14:nvContentPartPr>
              <p14:xfrm>
                <a:off x="3800027" y="3115160"/>
                <a:ext cx="328320" cy="426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81C8001-9BEC-3F60-8159-6ED63EC695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95707" y="3110840"/>
                  <a:ext cx="33696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4887BD-372A-51FA-E160-2CFD25B2B372}"/>
                    </a:ext>
                  </a:extLst>
                </p14:cNvPr>
                <p14:cNvContentPartPr/>
                <p14:nvPr/>
              </p14:nvContentPartPr>
              <p14:xfrm>
                <a:off x="4266947" y="3016880"/>
                <a:ext cx="314280" cy="53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4887BD-372A-51FA-E160-2CFD25B2B37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62627" y="3012560"/>
                  <a:ext cx="32292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443D8AC-0870-F12B-2D8F-9C28070DEEBF}"/>
                    </a:ext>
                  </a:extLst>
                </p14:cNvPr>
                <p14:cNvContentPartPr/>
                <p14:nvPr/>
              </p14:nvContentPartPr>
              <p14:xfrm>
                <a:off x="4555307" y="3246200"/>
                <a:ext cx="297720" cy="236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443D8AC-0870-F12B-2D8F-9C28070DEEB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50987" y="3241880"/>
                  <a:ext cx="306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2D7CCA-812C-4D80-B6E6-EC67A0598597}"/>
                    </a:ext>
                  </a:extLst>
                </p14:cNvPr>
                <p14:cNvContentPartPr/>
                <p14:nvPr/>
              </p14:nvContentPartPr>
              <p14:xfrm>
                <a:off x="4886507" y="3038840"/>
                <a:ext cx="117360" cy="179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2D7CCA-812C-4D80-B6E6-EC67A059859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82187" y="3034520"/>
                  <a:ext cx="126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1959063-50F6-D2E5-2A3D-173D4388C370}"/>
                    </a:ext>
                  </a:extLst>
                </p14:cNvPr>
                <p14:cNvContentPartPr/>
                <p14:nvPr/>
              </p14:nvContentPartPr>
              <p14:xfrm>
                <a:off x="5027627" y="3017240"/>
                <a:ext cx="166680" cy="579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1959063-50F6-D2E5-2A3D-173D4388C3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23307" y="3012920"/>
                  <a:ext cx="175320" cy="58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300E91F-3BDA-493A-7AEB-7E16C2BB1A43}"/>
                  </a:ext>
                </a:extLst>
              </p14:cNvPr>
              <p14:cNvContentPartPr/>
              <p14:nvPr/>
            </p14:nvContentPartPr>
            <p14:xfrm>
              <a:off x="1250507" y="5240240"/>
              <a:ext cx="23040" cy="152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300E91F-3BDA-493A-7AEB-7E16C2BB1A43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246187" y="5235920"/>
                <a:ext cx="3168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D228E5C-8FE4-947A-1ED9-94C651B73671}"/>
              </a:ext>
            </a:extLst>
          </p:cNvPr>
          <p:cNvGrpSpPr/>
          <p:nvPr/>
        </p:nvGrpSpPr>
        <p:grpSpPr>
          <a:xfrm>
            <a:off x="2964467" y="4955120"/>
            <a:ext cx="308880" cy="227880"/>
            <a:chOff x="2964467" y="4955120"/>
            <a:chExt cx="30888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0D2A498-441F-0E4B-6721-F85E89779FCF}"/>
                    </a:ext>
                  </a:extLst>
                </p14:cNvPr>
                <p14:cNvContentPartPr/>
                <p14:nvPr/>
              </p14:nvContentPartPr>
              <p14:xfrm>
                <a:off x="2964467" y="4979960"/>
                <a:ext cx="33840" cy="18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0D2A498-441F-0E4B-6721-F85E89779F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60147" y="4975640"/>
                  <a:ext cx="42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AE9E9FA-7AC2-8ECF-1EC7-11D618934E59}"/>
                    </a:ext>
                  </a:extLst>
                </p14:cNvPr>
                <p14:cNvContentPartPr/>
                <p14:nvPr/>
              </p14:nvContentPartPr>
              <p14:xfrm>
                <a:off x="3118547" y="4955120"/>
                <a:ext cx="154800" cy="227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AE9E9FA-7AC2-8ECF-1EC7-11D618934E5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14227" y="4950800"/>
                  <a:ext cx="1634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8B410D4-9A20-94C8-20B0-0264BB77AC60}"/>
              </a:ext>
            </a:extLst>
          </p:cNvPr>
          <p:cNvGrpSpPr/>
          <p:nvPr/>
        </p:nvGrpSpPr>
        <p:grpSpPr>
          <a:xfrm>
            <a:off x="4886507" y="4933160"/>
            <a:ext cx="476640" cy="181800"/>
            <a:chOff x="4886507" y="4933160"/>
            <a:chExt cx="47664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BA1A0BD-15DD-C38A-5F75-5EB12EB4E6EA}"/>
                    </a:ext>
                  </a:extLst>
                </p14:cNvPr>
                <p14:cNvContentPartPr/>
                <p14:nvPr/>
              </p14:nvContentPartPr>
              <p14:xfrm>
                <a:off x="4886507" y="4938560"/>
                <a:ext cx="159120" cy="176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BA1A0BD-15DD-C38A-5F75-5EB12EB4E6E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882187" y="4934240"/>
                  <a:ext cx="167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4568902-12D2-E3C4-4E59-6FFBDAC07150}"/>
                    </a:ext>
                  </a:extLst>
                </p14:cNvPr>
                <p14:cNvContentPartPr/>
                <p14:nvPr/>
              </p14:nvContentPartPr>
              <p14:xfrm>
                <a:off x="5121947" y="4937120"/>
                <a:ext cx="104040" cy="172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4568902-12D2-E3C4-4E59-6FFBDAC0715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117627" y="4932800"/>
                  <a:ext cx="1126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96BD8D-DBDE-3DF7-19AD-D39363626A12}"/>
                    </a:ext>
                  </a:extLst>
                </p14:cNvPr>
                <p14:cNvContentPartPr/>
                <p14:nvPr/>
              </p14:nvContentPartPr>
              <p14:xfrm>
                <a:off x="5277107" y="4933160"/>
                <a:ext cx="86040" cy="1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96BD8D-DBDE-3DF7-19AD-D39363626A1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72787" y="4928840"/>
                  <a:ext cx="94680" cy="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3EDC3C3-29F0-A993-4D66-C0CCB0C254CC}"/>
              </a:ext>
            </a:extLst>
          </p:cNvPr>
          <p:cNvGrpSpPr/>
          <p:nvPr/>
        </p:nvGrpSpPr>
        <p:grpSpPr>
          <a:xfrm>
            <a:off x="7027427" y="4149080"/>
            <a:ext cx="506520" cy="271800"/>
            <a:chOff x="7027427" y="4149080"/>
            <a:chExt cx="50652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088B584-8564-709D-AB5D-F12ACEF647DC}"/>
                    </a:ext>
                  </a:extLst>
                </p14:cNvPr>
                <p14:cNvContentPartPr/>
                <p14:nvPr/>
              </p14:nvContentPartPr>
              <p14:xfrm>
                <a:off x="7027427" y="4193360"/>
                <a:ext cx="127080" cy="227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088B584-8564-709D-AB5D-F12ACEF647D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23107" y="4189040"/>
                  <a:ext cx="135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F831E3D-4713-F71F-4E95-4ACA7145E419}"/>
                    </a:ext>
                  </a:extLst>
                </p14:cNvPr>
                <p14:cNvContentPartPr/>
                <p14:nvPr/>
              </p14:nvContentPartPr>
              <p14:xfrm>
                <a:off x="7114907" y="4149080"/>
                <a:ext cx="118440" cy="20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F831E3D-4713-F71F-4E95-4ACA7145E41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10227" y="4144760"/>
                  <a:ext cx="127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8CB66B5-241C-9E2D-362C-215451E76C95}"/>
                    </a:ext>
                  </a:extLst>
                </p14:cNvPr>
                <p14:cNvContentPartPr/>
                <p14:nvPr/>
              </p14:nvContentPartPr>
              <p14:xfrm>
                <a:off x="7292387" y="4194080"/>
                <a:ext cx="241560" cy="193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8CB66B5-241C-9E2D-362C-215451E76C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88067" y="4189760"/>
                  <a:ext cx="25020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359B98C-2EEA-5DD1-507F-B81B9703D9C6}"/>
              </a:ext>
            </a:extLst>
          </p:cNvPr>
          <p:cNvGrpSpPr/>
          <p:nvPr/>
        </p:nvGrpSpPr>
        <p:grpSpPr>
          <a:xfrm>
            <a:off x="8013107" y="644480"/>
            <a:ext cx="557280" cy="279720"/>
            <a:chOff x="8013107" y="644480"/>
            <a:chExt cx="55728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C7171BA-92B3-9D25-7C34-80172B25D232}"/>
                    </a:ext>
                  </a:extLst>
                </p14:cNvPr>
                <p14:cNvContentPartPr/>
                <p14:nvPr/>
              </p14:nvContentPartPr>
              <p14:xfrm>
                <a:off x="8013107" y="707120"/>
                <a:ext cx="163800" cy="21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C7171BA-92B3-9D25-7C34-80172B25D23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08787" y="702800"/>
                  <a:ext cx="1724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694320-882C-F382-EDC8-7B65C7D4F4A4}"/>
                    </a:ext>
                  </a:extLst>
                </p14:cNvPr>
                <p14:cNvContentPartPr/>
                <p14:nvPr/>
              </p14:nvContentPartPr>
              <p14:xfrm>
                <a:off x="8123987" y="644480"/>
                <a:ext cx="152280" cy="14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694320-882C-F382-EDC8-7B65C7D4F4A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19667" y="640160"/>
                  <a:ext cx="16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D1B6F1E-5777-F1C9-720F-81E198F170A5}"/>
                    </a:ext>
                  </a:extLst>
                </p14:cNvPr>
                <p14:cNvContentPartPr/>
                <p14:nvPr/>
              </p14:nvContentPartPr>
              <p14:xfrm>
                <a:off x="8357987" y="654560"/>
                <a:ext cx="212400" cy="199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D1B6F1E-5777-F1C9-720F-81E198F170A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353667" y="650240"/>
                  <a:ext cx="221040" cy="20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5093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0D4D0A-ABA4-900B-C5D0-865AB1E38588}"/>
                  </a:ext>
                </a:extLst>
              </p14:cNvPr>
              <p14:cNvContentPartPr/>
              <p14:nvPr/>
            </p14:nvContentPartPr>
            <p14:xfrm>
              <a:off x="464627" y="564027"/>
              <a:ext cx="956160" cy="2093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0D4D0A-ABA4-900B-C5D0-865AB1E385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0307" y="559707"/>
                <a:ext cx="964800" cy="210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534A0B1-6314-D7F9-08BB-CE40EC88CE13}"/>
              </a:ext>
            </a:extLst>
          </p:cNvPr>
          <p:cNvGrpSpPr/>
          <p:nvPr/>
        </p:nvGrpSpPr>
        <p:grpSpPr>
          <a:xfrm>
            <a:off x="1842347" y="3126507"/>
            <a:ext cx="275760" cy="237600"/>
            <a:chOff x="1842347" y="3126507"/>
            <a:chExt cx="27576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2BF5460-B283-D1FD-FAAF-DA9995BDAA30}"/>
                    </a:ext>
                  </a:extLst>
                </p14:cNvPr>
                <p14:cNvContentPartPr/>
                <p14:nvPr/>
              </p14:nvContentPartPr>
              <p14:xfrm>
                <a:off x="1842347" y="3126507"/>
                <a:ext cx="158400" cy="237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2BF5460-B283-D1FD-FAAF-DA9995BDAA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38027" y="3122187"/>
                  <a:ext cx="1670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EA2A17-27F7-C484-AA88-791306336D07}"/>
                    </a:ext>
                  </a:extLst>
                </p14:cNvPr>
                <p14:cNvContentPartPr/>
                <p14:nvPr/>
              </p14:nvContentPartPr>
              <p14:xfrm>
                <a:off x="1950707" y="3207147"/>
                <a:ext cx="167400" cy="1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EA2A17-27F7-C484-AA88-791306336D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46387" y="3202827"/>
                  <a:ext cx="1760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379F6E-52E9-3618-A403-08095A2FB37B}"/>
              </a:ext>
            </a:extLst>
          </p:cNvPr>
          <p:cNvGrpSpPr/>
          <p:nvPr/>
        </p:nvGrpSpPr>
        <p:grpSpPr>
          <a:xfrm>
            <a:off x="5727827" y="3027507"/>
            <a:ext cx="259200" cy="255240"/>
            <a:chOff x="5727827" y="3027507"/>
            <a:chExt cx="25920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CBE0C3-2A93-4773-10D0-6AD2A07C3EC7}"/>
                    </a:ext>
                  </a:extLst>
                </p14:cNvPr>
                <p14:cNvContentPartPr/>
                <p14:nvPr/>
              </p14:nvContentPartPr>
              <p14:xfrm>
                <a:off x="5790827" y="3059907"/>
                <a:ext cx="34920" cy="219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CBE0C3-2A93-4773-10D0-6AD2A07C3E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86507" y="3055587"/>
                  <a:ext cx="43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D107BB-065D-0B24-CB1F-F0C190D4734B}"/>
                    </a:ext>
                  </a:extLst>
                </p14:cNvPr>
                <p14:cNvContentPartPr/>
                <p14:nvPr/>
              </p14:nvContentPartPr>
              <p14:xfrm>
                <a:off x="5727827" y="3027507"/>
                <a:ext cx="259200" cy="255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D107BB-065D-0B24-CB1F-F0C190D4734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23507" y="3023187"/>
                  <a:ext cx="26784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19E06B8-9267-66AA-44DA-0A55ACCF57EB}"/>
                  </a:ext>
                </a:extLst>
              </p14:cNvPr>
              <p14:cNvContentPartPr/>
              <p14:nvPr/>
            </p14:nvContentPartPr>
            <p14:xfrm>
              <a:off x="9608267" y="3003027"/>
              <a:ext cx="222480" cy="283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19E06B8-9267-66AA-44DA-0A55ACCF57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03947" y="2998707"/>
                <a:ext cx="2311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88EACF5-02C0-E60E-0047-22BD129BFAD2}"/>
                  </a:ext>
                </a:extLst>
              </p14:cNvPr>
              <p14:cNvContentPartPr/>
              <p14:nvPr/>
            </p14:nvContentPartPr>
            <p14:xfrm>
              <a:off x="3967427" y="550707"/>
              <a:ext cx="447480" cy="1482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88EACF5-02C0-E60E-0047-22BD129BFA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63107" y="546387"/>
                <a:ext cx="456120" cy="14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C086EF-2333-03F5-2DEF-F6235ACCEEB1}"/>
                  </a:ext>
                </a:extLst>
              </p14:cNvPr>
              <p14:cNvContentPartPr/>
              <p14:nvPr/>
            </p14:nvContentPartPr>
            <p14:xfrm>
              <a:off x="4854467" y="600027"/>
              <a:ext cx="446400" cy="1417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C086EF-2333-03F5-2DEF-F6235ACCEEB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50147" y="595707"/>
                <a:ext cx="455040" cy="14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8C525D6-F3A2-C813-2AF1-7FEB008E0296}"/>
                  </a:ext>
                </a:extLst>
              </p14:cNvPr>
              <p14:cNvContentPartPr/>
              <p14:nvPr/>
            </p14:nvContentPartPr>
            <p14:xfrm>
              <a:off x="7293827" y="632427"/>
              <a:ext cx="424080" cy="1606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8C525D6-F3A2-C813-2AF1-7FEB008E02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89507" y="628107"/>
                <a:ext cx="432720" cy="16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B7FF14D-EC8A-B5FD-A537-F3F819C95469}"/>
              </a:ext>
            </a:extLst>
          </p:cNvPr>
          <p:cNvGrpSpPr/>
          <p:nvPr/>
        </p:nvGrpSpPr>
        <p:grpSpPr>
          <a:xfrm>
            <a:off x="8356547" y="704427"/>
            <a:ext cx="1130760" cy="1569600"/>
            <a:chOff x="8356547" y="704427"/>
            <a:chExt cx="1130760" cy="156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365870-ADD5-4221-2312-4D49D1B46409}"/>
                    </a:ext>
                  </a:extLst>
                </p14:cNvPr>
                <p14:cNvContentPartPr/>
                <p14:nvPr/>
              </p14:nvContentPartPr>
              <p14:xfrm>
                <a:off x="8379947" y="1476267"/>
                <a:ext cx="215640" cy="28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365870-ADD5-4221-2312-4D49D1B4640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75627" y="1471947"/>
                  <a:ext cx="224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AD3D61-6297-B3FE-E649-4F745BEA024F}"/>
                    </a:ext>
                  </a:extLst>
                </p14:cNvPr>
                <p14:cNvContentPartPr/>
                <p14:nvPr/>
              </p14:nvContentPartPr>
              <p14:xfrm>
                <a:off x="8356547" y="1607667"/>
                <a:ext cx="264600" cy="2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AD3D61-6297-B3FE-E649-4F745BEA02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52227" y="1603347"/>
                  <a:ext cx="273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069656F-9B59-A519-E9D5-999DA1673450}"/>
                    </a:ext>
                  </a:extLst>
                </p14:cNvPr>
                <p14:cNvContentPartPr/>
                <p14:nvPr/>
              </p14:nvContentPartPr>
              <p14:xfrm>
                <a:off x="8863067" y="704427"/>
                <a:ext cx="624240" cy="1569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069656F-9B59-A519-E9D5-999DA16734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58747" y="700107"/>
                  <a:ext cx="632880" cy="157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8BCF100-A559-6A79-506D-E56594BA1FF9}"/>
                  </a:ext>
                </a:extLst>
              </p14:cNvPr>
              <p14:cNvContentPartPr/>
              <p14:nvPr/>
            </p14:nvContentPartPr>
            <p14:xfrm>
              <a:off x="11138267" y="575187"/>
              <a:ext cx="520920" cy="2096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8BCF100-A559-6A79-506D-E56594BA1F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33947" y="570867"/>
                <a:ext cx="529560" cy="210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8A1CE93-0815-F381-6C6E-61BE054B696A}"/>
              </a:ext>
            </a:extLst>
          </p:cNvPr>
          <p:cNvGrpSpPr/>
          <p:nvPr/>
        </p:nvGrpSpPr>
        <p:grpSpPr>
          <a:xfrm>
            <a:off x="933347" y="703707"/>
            <a:ext cx="428760" cy="217800"/>
            <a:chOff x="933347" y="703707"/>
            <a:chExt cx="4287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2521E3-6D14-DAE9-8059-E267EA729202}"/>
                    </a:ext>
                  </a:extLst>
                </p14:cNvPr>
                <p14:cNvContentPartPr/>
                <p14:nvPr/>
              </p14:nvContentPartPr>
              <p14:xfrm>
                <a:off x="933347" y="703707"/>
                <a:ext cx="227520" cy="142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2521E3-6D14-DAE9-8059-E267EA7292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9027" y="699387"/>
                  <a:ext cx="236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055E407-902B-874D-C2C4-DBF81E2C9B92}"/>
                    </a:ext>
                  </a:extLst>
                </p14:cNvPr>
                <p14:cNvContentPartPr/>
                <p14:nvPr/>
              </p14:nvContentPartPr>
              <p14:xfrm>
                <a:off x="1200107" y="849867"/>
                <a:ext cx="54000" cy="69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055E407-902B-874D-C2C4-DBF81E2C9B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95787" y="845547"/>
                  <a:ext cx="626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B76B27-43C0-1639-EF0B-6FFD00FA8CE8}"/>
                    </a:ext>
                  </a:extLst>
                </p14:cNvPr>
                <p14:cNvContentPartPr/>
                <p14:nvPr/>
              </p14:nvContentPartPr>
              <p14:xfrm>
                <a:off x="1308827" y="856347"/>
                <a:ext cx="53280" cy="65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B76B27-43C0-1639-EF0B-6FFD00FA8C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04507" y="852027"/>
                  <a:ext cx="619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B23C5E-7A48-FE96-0989-EA81241B793C}"/>
              </a:ext>
            </a:extLst>
          </p:cNvPr>
          <p:cNvGrpSpPr/>
          <p:nvPr/>
        </p:nvGrpSpPr>
        <p:grpSpPr>
          <a:xfrm>
            <a:off x="2091827" y="705507"/>
            <a:ext cx="418320" cy="230040"/>
            <a:chOff x="2091827" y="705507"/>
            <a:chExt cx="41832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817DD0-29FA-22B2-5B24-328D413E0397}"/>
                    </a:ext>
                  </a:extLst>
                </p14:cNvPr>
                <p14:cNvContentPartPr/>
                <p14:nvPr/>
              </p14:nvContentPartPr>
              <p14:xfrm>
                <a:off x="2091827" y="705507"/>
                <a:ext cx="159480" cy="142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817DD0-29FA-22B2-5B24-328D413E039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87507" y="701187"/>
                  <a:ext cx="168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B3F99D-80F4-8022-30FB-41774D0C778B}"/>
                    </a:ext>
                  </a:extLst>
                </p14:cNvPr>
                <p14:cNvContentPartPr/>
                <p14:nvPr/>
              </p14:nvContentPartPr>
              <p14:xfrm>
                <a:off x="2334467" y="836187"/>
                <a:ext cx="55440" cy="7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B3F99D-80F4-8022-30FB-41774D0C77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30147" y="831867"/>
                  <a:ext cx="64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8AC38B4-7F50-3BF2-49DB-58D1A30391F8}"/>
                    </a:ext>
                  </a:extLst>
                </p14:cNvPr>
                <p14:cNvContentPartPr/>
                <p14:nvPr/>
              </p14:nvContentPartPr>
              <p14:xfrm>
                <a:off x="2491787" y="879387"/>
                <a:ext cx="18360" cy="56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8AC38B4-7F50-3BF2-49DB-58D1A30391F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87467" y="875067"/>
                  <a:ext cx="2700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334558-F00F-D764-9ECB-0A0CA446D4BD}"/>
              </a:ext>
            </a:extLst>
          </p:cNvPr>
          <p:cNvGrpSpPr/>
          <p:nvPr/>
        </p:nvGrpSpPr>
        <p:grpSpPr>
          <a:xfrm>
            <a:off x="3307547" y="705507"/>
            <a:ext cx="620280" cy="222120"/>
            <a:chOff x="3307547" y="705507"/>
            <a:chExt cx="62028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224A0B-9B56-4B3F-BE7F-45161244DE30}"/>
                    </a:ext>
                  </a:extLst>
                </p14:cNvPr>
                <p14:cNvContentPartPr/>
                <p14:nvPr/>
              </p14:nvContentPartPr>
              <p14:xfrm>
                <a:off x="3307547" y="705507"/>
                <a:ext cx="219600" cy="19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224A0B-9B56-4B3F-BE7F-45161244DE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03227" y="701187"/>
                  <a:ext cx="228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6ECEA4-D7E4-821F-14BF-2B080A506CF7}"/>
                    </a:ext>
                  </a:extLst>
                </p14:cNvPr>
                <p14:cNvContentPartPr/>
                <p14:nvPr/>
              </p14:nvContentPartPr>
              <p14:xfrm>
                <a:off x="3596987" y="842667"/>
                <a:ext cx="101160" cy="67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6ECEA4-D7E4-821F-14BF-2B080A506CF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92667" y="838347"/>
                  <a:ext cx="109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25A94A8-0C73-5F82-4130-D8410BFDD2FB}"/>
                    </a:ext>
                  </a:extLst>
                </p14:cNvPr>
                <p14:cNvContentPartPr/>
                <p14:nvPr/>
              </p14:nvContentPartPr>
              <p14:xfrm>
                <a:off x="3816947" y="832587"/>
                <a:ext cx="110880" cy="95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25A94A8-0C73-5F82-4130-D8410BFDD2F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12627" y="828267"/>
                  <a:ext cx="1195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940F51-DA93-31C6-4AC0-902786161ABA}"/>
              </a:ext>
            </a:extLst>
          </p:cNvPr>
          <p:cNvGrpSpPr/>
          <p:nvPr/>
        </p:nvGrpSpPr>
        <p:grpSpPr>
          <a:xfrm>
            <a:off x="891227" y="1321467"/>
            <a:ext cx="394200" cy="219240"/>
            <a:chOff x="891227" y="1321467"/>
            <a:chExt cx="39420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3396F51-EF7C-CF61-A68B-C9A51E93A79E}"/>
                    </a:ext>
                  </a:extLst>
                </p14:cNvPr>
                <p14:cNvContentPartPr/>
                <p14:nvPr/>
              </p14:nvContentPartPr>
              <p14:xfrm>
                <a:off x="891227" y="1321467"/>
                <a:ext cx="150840" cy="111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3396F51-EF7C-CF61-A68B-C9A51E93A7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6907" y="1317147"/>
                  <a:ext cx="1594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735222-B4C2-AA67-B598-C990C92B9612}"/>
                    </a:ext>
                  </a:extLst>
                </p14:cNvPr>
                <p14:cNvContentPartPr/>
                <p14:nvPr/>
              </p14:nvContentPartPr>
              <p14:xfrm>
                <a:off x="1124507" y="1474467"/>
                <a:ext cx="3960" cy="65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735222-B4C2-AA67-B598-C990C92B961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0187" y="1470147"/>
                  <a:ext cx="126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667D52-5090-35EA-9BED-E95D7C26BEE8}"/>
                    </a:ext>
                  </a:extLst>
                </p14:cNvPr>
                <p14:cNvContentPartPr/>
                <p14:nvPr/>
              </p14:nvContentPartPr>
              <p14:xfrm>
                <a:off x="1239347" y="1459707"/>
                <a:ext cx="46080" cy="81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667D52-5090-35EA-9BED-E95D7C26BE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35027" y="1455387"/>
                  <a:ext cx="547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5F32A6-50FB-E9F2-E0E6-6F22E019EE4E}"/>
              </a:ext>
            </a:extLst>
          </p:cNvPr>
          <p:cNvGrpSpPr/>
          <p:nvPr/>
        </p:nvGrpSpPr>
        <p:grpSpPr>
          <a:xfrm>
            <a:off x="2104787" y="1362507"/>
            <a:ext cx="473760" cy="206640"/>
            <a:chOff x="2104787" y="1362507"/>
            <a:chExt cx="473760" cy="20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58E9DF-8981-0A9A-F0EB-245071C60528}"/>
                    </a:ext>
                  </a:extLst>
                </p14:cNvPr>
                <p14:cNvContentPartPr/>
                <p14:nvPr/>
              </p14:nvContentPartPr>
              <p14:xfrm>
                <a:off x="2104787" y="1362507"/>
                <a:ext cx="239040" cy="108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58E9DF-8981-0A9A-F0EB-245071C6052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00467" y="1358187"/>
                  <a:ext cx="247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4B63FD-5958-1A63-2B3A-C73D3D7C247A}"/>
                    </a:ext>
                  </a:extLst>
                </p14:cNvPr>
                <p14:cNvContentPartPr/>
                <p14:nvPr/>
              </p14:nvContentPartPr>
              <p14:xfrm>
                <a:off x="2448947" y="1467987"/>
                <a:ext cx="7920" cy="84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4B63FD-5958-1A63-2B3A-C73D3D7C24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44627" y="1463667"/>
                  <a:ext cx="16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F76B7B9-C9BA-A34E-00EA-E88F2877B4B1}"/>
                    </a:ext>
                  </a:extLst>
                </p14:cNvPr>
                <p14:cNvContentPartPr/>
                <p14:nvPr/>
              </p14:nvContentPartPr>
              <p14:xfrm>
                <a:off x="2554787" y="1471587"/>
                <a:ext cx="23760" cy="97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F76B7B9-C9BA-A34E-00EA-E88F2877B4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0467" y="1467267"/>
                  <a:ext cx="32400" cy="10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D9661FA-2924-C184-1E98-E15F8CB290B1}"/>
              </a:ext>
            </a:extLst>
          </p:cNvPr>
          <p:cNvGrpSpPr/>
          <p:nvPr/>
        </p:nvGrpSpPr>
        <p:grpSpPr>
          <a:xfrm>
            <a:off x="3427067" y="1383387"/>
            <a:ext cx="581400" cy="178200"/>
            <a:chOff x="3427067" y="1383387"/>
            <a:chExt cx="58140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91A6C8-394B-0920-B916-8AA7F949315F}"/>
                    </a:ext>
                  </a:extLst>
                </p14:cNvPr>
                <p14:cNvContentPartPr/>
                <p14:nvPr/>
              </p14:nvContentPartPr>
              <p14:xfrm>
                <a:off x="3427067" y="1383387"/>
                <a:ext cx="245880" cy="145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91A6C8-394B-0920-B916-8AA7F949315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2747" y="1379067"/>
                  <a:ext cx="254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1CD0D32-9DA3-6041-9867-BAF1A20DD37A}"/>
                    </a:ext>
                  </a:extLst>
                </p14:cNvPr>
                <p14:cNvContentPartPr/>
                <p14:nvPr/>
              </p14:nvContentPartPr>
              <p14:xfrm>
                <a:off x="3744947" y="1483827"/>
                <a:ext cx="16920" cy="77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1CD0D32-9DA3-6041-9867-BAF1A20DD37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40627" y="1479507"/>
                  <a:ext cx="25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33A485E-F0A8-5E7E-3594-1DF707C3D7D0}"/>
                    </a:ext>
                  </a:extLst>
                </p14:cNvPr>
                <p14:cNvContentPartPr/>
                <p14:nvPr/>
              </p14:nvContentPartPr>
              <p14:xfrm>
                <a:off x="3865187" y="1473027"/>
                <a:ext cx="143280" cy="79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33A485E-F0A8-5E7E-3594-1DF707C3D7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0867" y="1468707"/>
                  <a:ext cx="15192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CA04F64-B31C-6A20-4E5A-29986AA8957E}"/>
              </a:ext>
            </a:extLst>
          </p:cNvPr>
          <p:cNvGrpSpPr/>
          <p:nvPr/>
        </p:nvGrpSpPr>
        <p:grpSpPr>
          <a:xfrm>
            <a:off x="887987" y="2010867"/>
            <a:ext cx="528840" cy="186120"/>
            <a:chOff x="887987" y="2010867"/>
            <a:chExt cx="528840" cy="18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03970AE-495D-FA51-7C9D-FE3D4C6418C4}"/>
                    </a:ext>
                  </a:extLst>
                </p14:cNvPr>
                <p14:cNvContentPartPr/>
                <p14:nvPr/>
              </p14:nvContentPartPr>
              <p14:xfrm>
                <a:off x="887987" y="2010867"/>
                <a:ext cx="230760" cy="11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03970AE-495D-FA51-7C9D-FE3D4C6418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3667" y="2006547"/>
                  <a:ext cx="239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2CCB55A-D8BF-3CBE-B134-3C8B3161A131}"/>
                    </a:ext>
                  </a:extLst>
                </p14:cNvPr>
                <p14:cNvContentPartPr/>
                <p14:nvPr/>
              </p14:nvContentPartPr>
              <p14:xfrm>
                <a:off x="1176707" y="2121387"/>
                <a:ext cx="78840" cy="66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2CCB55A-D8BF-3CBE-B134-3C8B3161A1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72387" y="2117067"/>
                  <a:ext cx="87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B1566B-0C16-BAE1-ED38-DAA0048877AA}"/>
                    </a:ext>
                  </a:extLst>
                </p14:cNvPr>
                <p14:cNvContentPartPr/>
                <p14:nvPr/>
              </p14:nvContentPartPr>
              <p14:xfrm>
                <a:off x="1307027" y="2110587"/>
                <a:ext cx="109800" cy="86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B1566B-0C16-BAE1-ED38-DAA0048877A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02707" y="2106267"/>
                  <a:ext cx="11844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D238CF1-2914-5066-5046-398E74B0D6CA}"/>
              </a:ext>
            </a:extLst>
          </p:cNvPr>
          <p:cNvGrpSpPr/>
          <p:nvPr/>
        </p:nvGrpSpPr>
        <p:grpSpPr>
          <a:xfrm>
            <a:off x="1981667" y="2128947"/>
            <a:ext cx="640800" cy="213840"/>
            <a:chOff x="1981667" y="2128947"/>
            <a:chExt cx="64080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5A2165F-122B-303F-4664-90776C4EEBD2}"/>
                    </a:ext>
                  </a:extLst>
                </p14:cNvPr>
                <p14:cNvContentPartPr/>
                <p14:nvPr/>
              </p14:nvContentPartPr>
              <p14:xfrm>
                <a:off x="1981667" y="2128947"/>
                <a:ext cx="268200" cy="1314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5A2165F-122B-303F-4664-90776C4EEB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77347" y="2124627"/>
                  <a:ext cx="276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5641F5-BB65-B3B1-1641-E9FB6E0442C5}"/>
                    </a:ext>
                  </a:extLst>
                </p14:cNvPr>
                <p14:cNvContentPartPr/>
                <p14:nvPr/>
              </p14:nvContentPartPr>
              <p14:xfrm>
                <a:off x="2356787" y="2237307"/>
                <a:ext cx="151200" cy="73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A5641F5-BB65-B3B1-1641-E9FB6E0442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52467" y="2232987"/>
                  <a:ext cx="1598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F4A99F4-40AB-0320-E045-52C5F5A8DA5B}"/>
                    </a:ext>
                  </a:extLst>
                </p14:cNvPr>
                <p14:cNvContentPartPr/>
                <p14:nvPr/>
              </p14:nvContentPartPr>
              <p14:xfrm>
                <a:off x="2588987" y="2236227"/>
                <a:ext cx="33480" cy="106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F4A99F4-40AB-0320-E045-52C5F5A8DA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84667" y="2231907"/>
                  <a:ext cx="421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630246-364F-A752-249A-24F5AC8041BC}"/>
              </a:ext>
            </a:extLst>
          </p:cNvPr>
          <p:cNvGrpSpPr/>
          <p:nvPr/>
        </p:nvGrpSpPr>
        <p:grpSpPr>
          <a:xfrm>
            <a:off x="3422027" y="2141907"/>
            <a:ext cx="570240" cy="178920"/>
            <a:chOff x="3422027" y="2141907"/>
            <a:chExt cx="57024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6DF73E-C108-CAF2-3311-9356F3DE23E1}"/>
                    </a:ext>
                  </a:extLst>
                </p14:cNvPr>
                <p14:cNvContentPartPr/>
                <p14:nvPr/>
              </p14:nvContentPartPr>
              <p14:xfrm>
                <a:off x="3422027" y="2141907"/>
                <a:ext cx="249480" cy="97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6DF73E-C108-CAF2-3311-9356F3DE23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17707" y="2137587"/>
                  <a:ext cx="258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ED3116-6358-A781-0178-4B030F02A8BB}"/>
                    </a:ext>
                  </a:extLst>
                </p14:cNvPr>
                <p14:cNvContentPartPr/>
                <p14:nvPr/>
              </p14:nvContentPartPr>
              <p14:xfrm>
                <a:off x="3683747" y="2227227"/>
                <a:ext cx="129240" cy="70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ED3116-6358-A781-0178-4B030F02A8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79427" y="2222907"/>
                  <a:ext cx="137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144500-1587-EE98-4862-B9CBB29CB042}"/>
                    </a:ext>
                  </a:extLst>
                </p14:cNvPr>
                <p14:cNvContentPartPr/>
                <p14:nvPr/>
              </p14:nvContentPartPr>
              <p14:xfrm>
                <a:off x="3832427" y="2207787"/>
                <a:ext cx="159840" cy="11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144500-1587-EE98-4862-B9CBB29CB0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28107" y="2203467"/>
                  <a:ext cx="16848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F192884-6B5C-9537-8CBD-20FF36A5F908}"/>
              </a:ext>
            </a:extLst>
          </p:cNvPr>
          <p:cNvGrpSpPr/>
          <p:nvPr/>
        </p:nvGrpSpPr>
        <p:grpSpPr>
          <a:xfrm>
            <a:off x="5385827" y="682107"/>
            <a:ext cx="323640" cy="305280"/>
            <a:chOff x="5385827" y="682107"/>
            <a:chExt cx="32364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6DADF1F-5BF2-79CF-E33A-A55B7462E93D}"/>
                    </a:ext>
                  </a:extLst>
                </p14:cNvPr>
                <p14:cNvContentPartPr/>
                <p14:nvPr/>
              </p14:nvContentPartPr>
              <p14:xfrm>
                <a:off x="5385827" y="682107"/>
                <a:ext cx="111600" cy="255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6DADF1F-5BF2-79CF-E33A-A55B7462E93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81507" y="677787"/>
                  <a:ext cx="1202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9D7185E-2DE5-0C87-B5F1-D1483F4DE92A}"/>
                    </a:ext>
                  </a:extLst>
                </p14:cNvPr>
                <p14:cNvContentPartPr/>
                <p14:nvPr/>
              </p14:nvContentPartPr>
              <p14:xfrm>
                <a:off x="5527667" y="906387"/>
                <a:ext cx="94680" cy="81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9D7185E-2DE5-0C87-B5F1-D1483F4DE92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23347" y="902067"/>
                  <a:ext cx="1033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975C0D-11A9-D92F-495E-A2F51FC5D7C2}"/>
                    </a:ext>
                  </a:extLst>
                </p14:cNvPr>
                <p14:cNvContentPartPr/>
                <p14:nvPr/>
              </p14:nvContentPartPr>
              <p14:xfrm>
                <a:off x="5652227" y="902787"/>
                <a:ext cx="57240" cy="50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975C0D-11A9-D92F-495E-A2F51FC5D7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647907" y="898467"/>
                  <a:ext cx="65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63CEE96-2739-AB97-5AE8-FBDE57D1C22E}"/>
              </a:ext>
            </a:extLst>
          </p:cNvPr>
          <p:cNvGrpSpPr/>
          <p:nvPr/>
        </p:nvGrpSpPr>
        <p:grpSpPr>
          <a:xfrm>
            <a:off x="6110147" y="652227"/>
            <a:ext cx="324000" cy="372600"/>
            <a:chOff x="6110147" y="652227"/>
            <a:chExt cx="324000" cy="37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79B01A9-1ABC-C35A-E1D4-EA46906F7BF4}"/>
                    </a:ext>
                  </a:extLst>
                </p14:cNvPr>
                <p14:cNvContentPartPr/>
                <p14:nvPr/>
              </p14:nvContentPartPr>
              <p14:xfrm>
                <a:off x="6110147" y="652227"/>
                <a:ext cx="95400" cy="244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79B01A9-1ABC-C35A-E1D4-EA46906F7BF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05827" y="647907"/>
                  <a:ext cx="104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AB55856-7997-94D5-25EF-923F58334246}"/>
                    </a:ext>
                  </a:extLst>
                </p14:cNvPr>
                <p14:cNvContentPartPr/>
                <p14:nvPr/>
              </p14:nvContentPartPr>
              <p14:xfrm>
                <a:off x="6294467" y="900267"/>
                <a:ext cx="60120" cy="54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AB55856-7997-94D5-25EF-923F583342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90147" y="895947"/>
                  <a:ext cx="68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28621C1-490B-7698-CC0C-600213513C7E}"/>
                    </a:ext>
                  </a:extLst>
                </p14:cNvPr>
                <p14:cNvContentPartPr/>
                <p14:nvPr/>
              </p14:nvContentPartPr>
              <p14:xfrm>
                <a:off x="6417227" y="945627"/>
                <a:ext cx="16920" cy="7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28621C1-490B-7698-CC0C-600213513C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12907" y="941307"/>
                  <a:ext cx="2556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6DEFD77-F408-27F8-7F70-20499BB639F8}"/>
              </a:ext>
            </a:extLst>
          </p:cNvPr>
          <p:cNvGrpSpPr/>
          <p:nvPr/>
        </p:nvGrpSpPr>
        <p:grpSpPr>
          <a:xfrm>
            <a:off x="6854267" y="655467"/>
            <a:ext cx="345240" cy="370800"/>
            <a:chOff x="6854267" y="655467"/>
            <a:chExt cx="34524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95B3028-38A3-8B53-0288-3AB3971ED410}"/>
                    </a:ext>
                  </a:extLst>
                </p14:cNvPr>
                <p14:cNvContentPartPr/>
                <p14:nvPr/>
              </p14:nvContentPartPr>
              <p14:xfrm>
                <a:off x="6854267" y="655467"/>
                <a:ext cx="88920" cy="291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95B3028-38A3-8B53-0288-3AB3971ED4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49947" y="651147"/>
                  <a:ext cx="97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935ACFC-4B45-2BA0-FB4D-4D03912B652B}"/>
                    </a:ext>
                  </a:extLst>
                </p14:cNvPr>
                <p14:cNvContentPartPr/>
                <p14:nvPr/>
              </p14:nvContentPartPr>
              <p14:xfrm>
                <a:off x="6973067" y="924387"/>
                <a:ext cx="96840" cy="69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935ACFC-4B45-2BA0-FB4D-4D03912B65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68747" y="920067"/>
                  <a:ext cx="105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AD1AE1-1648-425F-69D1-28A7C390CF88}"/>
                    </a:ext>
                  </a:extLst>
                </p14:cNvPr>
                <p14:cNvContentPartPr/>
                <p14:nvPr/>
              </p14:nvContentPartPr>
              <p14:xfrm>
                <a:off x="7118507" y="935907"/>
                <a:ext cx="81000" cy="90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AD1AE1-1648-425F-69D1-28A7C390CF8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14187" y="931587"/>
                  <a:ext cx="8964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A0B47F7-7BE8-4136-FBD5-314A01C01D3B}"/>
              </a:ext>
            </a:extLst>
          </p:cNvPr>
          <p:cNvGrpSpPr/>
          <p:nvPr/>
        </p:nvGrpSpPr>
        <p:grpSpPr>
          <a:xfrm>
            <a:off x="5276387" y="1151187"/>
            <a:ext cx="305640" cy="423720"/>
            <a:chOff x="5276387" y="1151187"/>
            <a:chExt cx="30564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25E993D-CF38-0073-9C25-4F50A3E72950}"/>
                    </a:ext>
                  </a:extLst>
                </p14:cNvPr>
                <p14:cNvContentPartPr/>
                <p14:nvPr/>
              </p14:nvContentPartPr>
              <p14:xfrm>
                <a:off x="5276387" y="1151187"/>
                <a:ext cx="102600" cy="272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25E993D-CF38-0073-9C25-4F50A3E7295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2067" y="1146867"/>
                  <a:ext cx="1112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564F935-7EC8-5C24-7B8A-46B5F2DFAA04}"/>
                    </a:ext>
                  </a:extLst>
                </p14:cNvPr>
                <p14:cNvContentPartPr/>
                <p14:nvPr/>
              </p14:nvContentPartPr>
              <p14:xfrm>
                <a:off x="5446307" y="1448187"/>
                <a:ext cx="31320" cy="126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564F935-7EC8-5C24-7B8A-46B5F2DFAA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441987" y="1443867"/>
                  <a:ext cx="39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E17C1B8-D2CA-A02E-8087-EB2D0B0B2AC3}"/>
                    </a:ext>
                  </a:extLst>
                </p14:cNvPr>
                <p14:cNvContentPartPr/>
                <p14:nvPr/>
              </p14:nvContentPartPr>
              <p14:xfrm>
                <a:off x="5504627" y="1479867"/>
                <a:ext cx="77400" cy="88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E17C1B8-D2CA-A02E-8087-EB2D0B0B2AC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00307" y="1475547"/>
                  <a:ext cx="8604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1139EBF-7244-8FB3-A6A2-57B245B4023C}"/>
              </a:ext>
            </a:extLst>
          </p:cNvPr>
          <p:cNvGrpSpPr/>
          <p:nvPr/>
        </p:nvGrpSpPr>
        <p:grpSpPr>
          <a:xfrm>
            <a:off x="6152987" y="1281680"/>
            <a:ext cx="290160" cy="268920"/>
            <a:chOff x="6152987" y="1281680"/>
            <a:chExt cx="29016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4334FBC-AAB8-04DB-D111-5A521DD5EA26}"/>
                    </a:ext>
                  </a:extLst>
                </p14:cNvPr>
                <p14:cNvContentPartPr/>
                <p14:nvPr/>
              </p14:nvContentPartPr>
              <p14:xfrm>
                <a:off x="6329747" y="1462587"/>
                <a:ext cx="20520" cy="74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4334FBC-AAB8-04DB-D111-5A521DD5EA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25427" y="1458267"/>
                  <a:ext cx="29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5FCAAE1-2FAB-04AD-4101-D83D4EF3D0BE}"/>
                    </a:ext>
                  </a:extLst>
                </p14:cNvPr>
                <p14:cNvContentPartPr/>
                <p14:nvPr/>
              </p14:nvContentPartPr>
              <p14:xfrm>
                <a:off x="6419387" y="1452867"/>
                <a:ext cx="23760" cy="73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5FCAAE1-2FAB-04AD-4101-D83D4EF3D0B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15067" y="1448547"/>
                  <a:ext cx="32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9863E05-2011-76CA-CC5F-6A922192CD3B}"/>
                    </a:ext>
                  </a:extLst>
                </p14:cNvPr>
                <p14:cNvContentPartPr/>
                <p14:nvPr/>
              </p14:nvContentPartPr>
              <p14:xfrm>
                <a:off x="6152987" y="1281680"/>
                <a:ext cx="110160" cy="268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9863E05-2011-76CA-CC5F-6A922192CD3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48667" y="1277360"/>
                  <a:ext cx="11880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6696285-1292-334C-3C4E-CFCF1D91E182}"/>
              </a:ext>
            </a:extLst>
          </p:cNvPr>
          <p:cNvGrpSpPr/>
          <p:nvPr/>
        </p:nvGrpSpPr>
        <p:grpSpPr>
          <a:xfrm>
            <a:off x="6879827" y="1217960"/>
            <a:ext cx="482040" cy="473040"/>
            <a:chOff x="6879827" y="1217960"/>
            <a:chExt cx="48204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EF837DB-EBF7-57E2-7DE4-2B4D0185232A}"/>
                    </a:ext>
                  </a:extLst>
                </p14:cNvPr>
                <p14:cNvContentPartPr/>
                <p14:nvPr/>
              </p14:nvContentPartPr>
              <p14:xfrm>
                <a:off x="6879827" y="1217960"/>
                <a:ext cx="141480" cy="343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EF837DB-EBF7-57E2-7DE4-2B4D0185232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75507" y="1213640"/>
                  <a:ext cx="1501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52C283-61DA-024A-0994-65BDEBFEA080}"/>
                    </a:ext>
                  </a:extLst>
                </p14:cNvPr>
                <p14:cNvContentPartPr/>
                <p14:nvPr/>
              </p14:nvContentPartPr>
              <p14:xfrm>
                <a:off x="7150907" y="1601720"/>
                <a:ext cx="14040" cy="78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52C283-61DA-024A-0994-65BDEBFEA08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46587" y="1597400"/>
                  <a:ext cx="22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35D5EA7-62DF-D935-0BAB-E7F68BB10C6A}"/>
                    </a:ext>
                  </a:extLst>
                </p14:cNvPr>
                <p14:cNvContentPartPr/>
                <p14:nvPr/>
              </p14:nvContentPartPr>
              <p14:xfrm>
                <a:off x="7254947" y="1595240"/>
                <a:ext cx="106920" cy="957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35D5EA7-62DF-D935-0BAB-E7F68BB10C6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50627" y="1590920"/>
                  <a:ext cx="11556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5DDD071-0449-C154-AA50-22551234D76A}"/>
              </a:ext>
            </a:extLst>
          </p:cNvPr>
          <p:cNvGrpSpPr/>
          <p:nvPr/>
        </p:nvGrpSpPr>
        <p:grpSpPr>
          <a:xfrm>
            <a:off x="5382947" y="1856240"/>
            <a:ext cx="422640" cy="463680"/>
            <a:chOff x="5382947" y="1856240"/>
            <a:chExt cx="422640" cy="46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04E064-6D03-9349-FADB-F669EA28165C}"/>
                    </a:ext>
                  </a:extLst>
                </p14:cNvPr>
                <p14:cNvContentPartPr/>
                <p14:nvPr/>
              </p14:nvContentPartPr>
              <p14:xfrm>
                <a:off x="5382947" y="1856240"/>
                <a:ext cx="160560" cy="352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04E064-6D03-9349-FADB-F669EA28165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78627" y="1851920"/>
                  <a:ext cx="1692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ACDAA1C-74E6-BD1D-21A4-7E91776DE5D2}"/>
                    </a:ext>
                  </a:extLst>
                </p14:cNvPr>
                <p14:cNvContentPartPr/>
                <p14:nvPr/>
              </p14:nvContentPartPr>
              <p14:xfrm>
                <a:off x="5607227" y="2240360"/>
                <a:ext cx="77760" cy="73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ACDAA1C-74E6-BD1D-21A4-7E91776DE5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602907" y="2236040"/>
                  <a:ext cx="86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AE6506E-B068-6A9E-FDF7-D7457475E46A}"/>
                    </a:ext>
                  </a:extLst>
                </p14:cNvPr>
                <p14:cNvContentPartPr/>
                <p14:nvPr/>
              </p14:nvContentPartPr>
              <p14:xfrm>
                <a:off x="5721707" y="2261960"/>
                <a:ext cx="83880" cy="57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AE6506E-B068-6A9E-FDF7-D7457475E46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17387" y="2257640"/>
                  <a:ext cx="9252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A398B12-E989-5CBD-867D-FCB9C1E1A3DF}"/>
              </a:ext>
            </a:extLst>
          </p:cNvPr>
          <p:cNvGrpSpPr/>
          <p:nvPr/>
        </p:nvGrpSpPr>
        <p:grpSpPr>
          <a:xfrm>
            <a:off x="6230387" y="1944800"/>
            <a:ext cx="302400" cy="411480"/>
            <a:chOff x="6230387" y="1944800"/>
            <a:chExt cx="30240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2243C2E-A787-8076-A801-885EF3A6DC46}"/>
                    </a:ext>
                  </a:extLst>
                </p14:cNvPr>
                <p14:cNvContentPartPr/>
                <p14:nvPr/>
              </p14:nvContentPartPr>
              <p14:xfrm>
                <a:off x="6230387" y="1944800"/>
                <a:ext cx="123120" cy="328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2243C2E-A787-8076-A801-885EF3A6DC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26067" y="1940480"/>
                  <a:ext cx="131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F9EF70-51A3-C61B-00D0-2CEFE265ADBF}"/>
                    </a:ext>
                  </a:extLst>
                </p14:cNvPr>
                <p14:cNvContentPartPr/>
                <p14:nvPr/>
              </p14:nvContentPartPr>
              <p14:xfrm>
                <a:off x="6373307" y="2285000"/>
                <a:ext cx="106560" cy="62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F9EF70-51A3-C61B-00D0-2CEFE265ADB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68987" y="2280680"/>
                  <a:ext cx="115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94C3044-4700-0C94-1742-144BFDAAFBD2}"/>
                    </a:ext>
                  </a:extLst>
                </p14:cNvPr>
                <p14:cNvContentPartPr/>
                <p14:nvPr/>
              </p14:nvContentPartPr>
              <p14:xfrm>
                <a:off x="6516587" y="2309840"/>
                <a:ext cx="16200" cy="4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94C3044-4700-0C94-1742-144BFDAAFB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2267" y="2305520"/>
                  <a:ext cx="2484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0DD84DF-4BD6-7B58-7734-5C38F6CD52F1}"/>
              </a:ext>
            </a:extLst>
          </p:cNvPr>
          <p:cNvGrpSpPr/>
          <p:nvPr/>
        </p:nvGrpSpPr>
        <p:grpSpPr>
          <a:xfrm>
            <a:off x="6879827" y="1927520"/>
            <a:ext cx="325800" cy="477720"/>
            <a:chOff x="6879827" y="1927520"/>
            <a:chExt cx="325800" cy="47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BA39343-B754-9511-1C09-DE19FD5E3B29}"/>
                    </a:ext>
                  </a:extLst>
                </p14:cNvPr>
                <p14:cNvContentPartPr/>
                <p14:nvPr/>
              </p14:nvContentPartPr>
              <p14:xfrm>
                <a:off x="6879827" y="1927520"/>
                <a:ext cx="99720" cy="360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BA39343-B754-9511-1C09-DE19FD5E3B2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75507" y="1923200"/>
                  <a:ext cx="108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D3312A-093E-24D9-ED2B-65D413D7FC78}"/>
                    </a:ext>
                  </a:extLst>
                </p14:cNvPr>
                <p14:cNvContentPartPr/>
                <p14:nvPr/>
              </p14:nvContentPartPr>
              <p14:xfrm>
                <a:off x="7023467" y="2289680"/>
                <a:ext cx="87840" cy="90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D3312A-093E-24D9-ED2B-65D413D7FC7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19147" y="2285360"/>
                  <a:ext cx="96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3000A5-0360-0896-34F1-8F9EB3639B19}"/>
                    </a:ext>
                  </a:extLst>
                </p14:cNvPr>
                <p14:cNvContentPartPr/>
                <p14:nvPr/>
              </p14:nvContentPartPr>
              <p14:xfrm>
                <a:off x="7124627" y="2309120"/>
                <a:ext cx="81000" cy="96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3000A5-0360-0896-34F1-8F9EB3639B1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20307" y="2304800"/>
                  <a:ext cx="8964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E791115B-9131-4738-0CF9-17F2F5DDA994}"/>
              </a:ext>
            </a:extLst>
          </p:cNvPr>
          <p:cNvGrpSpPr/>
          <p:nvPr/>
        </p:nvGrpSpPr>
        <p:grpSpPr>
          <a:xfrm>
            <a:off x="9369947" y="850760"/>
            <a:ext cx="458280" cy="203760"/>
            <a:chOff x="9369947" y="850760"/>
            <a:chExt cx="45828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27C914-20FA-1F0D-AA6E-67700A670EF8}"/>
                    </a:ext>
                  </a:extLst>
                </p14:cNvPr>
                <p14:cNvContentPartPr/>
                <p14:nvPr/>
              </p14:nvContentPartPr>
              <p14:xfrm>
                <a:off x="9369947" y="850760"/>
                <a:ext cx="102960" cy="144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27C914-20FA-1F0D-AA6E-67700A670EF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365627" y="846440"/>
                  <a:ext cx="111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FFFCC9-F12F-DBF2-D98F-EADD041E7F89}"/>
                    </a:ext>
                  </a:extLst>
                </p14:cNvPr>
                <p14:cNvContentPartPr/>
                <p14:nvPr/>
              </p14:nvContentPartPr>
              <p14:xfrm>
                <a:off x="9598187" y="976400"/>
                <a:ext cx="99000" cy="73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FFFCC9-F12F-DBF2-D98F-EADD041E7F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93867" y="972080"/>
                  <a:ext cx="1076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B8DC87B-63C6-2EF9-A48F-B37D3773F4D9}"/>
                    </a:ext>
                  </a:extLst>
                </p14:cNvPr>
                <p14:cNvContentPartPr/>
                <p14:nvPr/>
              </p14:nvContentPartPr>
              <p14:xfrm>
                <a:off x="9748307" y="982520"/>
                <a:ext cx="79920" cy="72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B8DC87B-63C6-2EF9-A48F-B37D3773F4D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43987" y="978200"/>
                  <a:ext cx="8856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19D71B-B30B-70CC-1B1C-9E7A8A3F6AF2}"/>
              </a:ext>
            </a:extLst>
          </p:cNvPr>
          <p:cNvGrpSpPr/>
          <p:nvPr/>
        </p:nvGrpSpPr>
        <p:grpSpPr>
          <a:xfrm>
            <a:off x="10255907" y="806840"/>
            <a:ext cx="261000" cy="234720"/>
            <a:chOff x="10255907" y="806840"/>
            <a:chExt cx="26100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939D8BC-8C2F-126A-43CF-012D6A2191F5}"/>
                    </a:ext>
                  </a:extLst>
                </p14:cNvPr>
                <p14:cNvContentPartPr/>
                <p14:nvPr/>
              </p14:nvContentPartPr>
              <p14:xfrm>
                <a:off x="10255907" y="806840"/>
                <a:ext cx="172440" cy="164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939D8BC-8C2F-126A-43CF-012D6A2191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51587" y="802520"/>
                  <a:ext cx="1810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CB59B6-7E5B-D78F-1ACF-F96164BE4F1F}"/>
                    </a:ext>
                  </a:extLst>
                </p14:cNvPr>
                <p14:cNvContentPartPr/>
                <p14:nvPr/>
              </p14:nvContentPartPr>
              <p14:xfrm>
                <a:off x="10377587" y="975680"/>
                <a:ext cx="70560" cy="56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CB59B6-7E5B-D78F-1ACF-F96164BE4F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73267" y="971360"/>
                  <a:ext cx="79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31DCFA5-25DD-2A5F-E06F-A596C410ED0C}"/>
                    </a:ext>
                  </a:extLst>
                </p14:cNvPr>
                <p14:cNvContentPartPr/>
                <p14:nvPr/>
              </p14:nvContentPartPr>
              <p14:xfrm>
                <a:off x="10502867" y="985400"/>
                <a:ext cx="14040" cy="561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31DCFA5-25DD-2A5F-E06F-A596C410ED0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98547" y="981080"/>
                  <a:ext cx="2268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D2C885F-AC28-8467-BC17-C2A113E072A2}"/>
              </a:ext>
            </a:extLst>
          </p:cNvPr>
          <p:cNvGrpSpPr/>
          <p:nvPr/>
        </p:nvGrpSpPr>
        <p:grpSpPr>
          <a:xfrm>
            <a:off x="10989227" y="833480"/>
            <a:ext cx="389160" cy="191520"/>
            <a:chOff x="10989227" y="833480"/>
            <a:chExt cx="3891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BCA6278-9F7C-90D6-FC24-C7A0898BCE6D}"/>
                    </a:ext>
                  </a:extLst>
                </p14:cNvPr>
                <p14:cNvContentPartPr/>
                <p14:nvPr/>
              </p14:nvContentPartPr>
              <p14:xfrm>
                <a:off x="10989227" y="833480"/>
                <a:ext cx="119880" cy="128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BCA6278-9F7C-90D6-FC24-C7A0898BCE6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84907" y="829160"/>
                  <a:ext cx="1285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6BD9E3-0EEE-8D9D-F9C6-53176BDFE6D5}"/>
                    </a:ext>
                  </a:extLst>
                </p14:cNvPr>
                <p14:cNvContentPartPr/>
                <p14:nvPr/>
              </p14:nvContentPartPr>
              <p14:xfrm>
                <a:off x="11164547" y="944000"/>
                <a:ext cx="45720" cy="39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6BD9E3-0EEE-8D9D-F9C6-53176BDFE6D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60227" y="939680"/>
                  <a:ext cx="54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BCC3612-D106-F02D-04D5-80300FA6EAE5}"/>
                    </a:ext>
                  </a:extLst>
                </p14:cNvPr>
                <p14:cNvContentPartPr/>
                <p14:nvPr/>
              </p14:nvContentPartPr>
              <p14:xfrm>
                <a:off x="11277227" y="936080"/>
                <a:ext cx="101160" cy="88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BCC3612-D106-F02D-04D5-80300FA6EAE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272907" y="931760"/>
                  <a:ext cx="10980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FA9DE7E-CAF6-01C5-4FB2-42743059F7B3}"/>
              </a:ext>
            </a:extLst>
          </p:cNvPr>
          <p:cNvGrpSpPr/>
          <p:nvPr/>
        </p:nvGrpSpPr>
        <p:grpSpPr>
          <a:xfrm>
            <a:off x="9258707" y="1357280"/>
            <a:ext cx="459360" cy="207360"/>
            <a:chOff x="9258707" y="1357280"/>
            <a:chExt cx="45936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0D7C54F-34F5-C21C-7ED5-377D9C33D97E}"/>
                    </a:ext>
                  </a:extLst>
                </p14:cNvPr>
                <p14:cNvContentPartPr/>
                <p14:nvPr/>
              </p14:nvContentPartPr>
              <p14:xfrm>
                <a:off x="9258707" y="1357280"/>
                <a:ext cx="165240" cy="125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0D7C54F-34F5-C21C-7ED5-377D9C33D97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254387" y="1352960"/>
                  <a:ext cx="173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5E1BE6C-B276-D93D-3F26-7879BEF5475C}"/>
                    </a:ext>
                  </a:extLst>
                </p14:cNvPr>
                <p14:cNvContentPartPr/>
                <p14:nvPr/>
              </p14:nvContentPartPr>
              <p14:xfrm>
                <a:off x="9524387" y="1479320"/>
                <a:ext cx="27360" cy="85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5E1BE6C-B276-D93D-3F26-7879BEF547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20067" y="1475000"/>
                  <a:ext cx="36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577735-0C36-4192-7466-2F529CB39BD4}"/>
                    </a:ext>
                  </a:extLst>
                </p14:cNvPr>
                <p14:cNvContentPartPr/>
                <p14:nvPr/>
              </p14:nvContentPartPr>
              <p14:xfrm>
                <a:off x="9643907" y="1481480"/>
                <a:ext cx="74160" cy="83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577735-0C36-4192-7466-2F529CB39BD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39587" y="1477160"/>
                  <a:ext cx="8280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5413C52-B3ED-231F-CE36-8F745A24CEAE}"/>
              </a:ext>
            </a:extLst>
          </p:cNvPr>
          <p:cNvGrpSpPr/>
          <p:nvPr/>
        </p:nvGrpSpPr>
        <p:grpSpPr>
          <a:xfrm>
            <a:off x="10236107" y="1379600"/>
            <a:ext cx="354240" cy="262440"/>
            <a:chOff x="10236107" y="1379600"/>
            <a:chExt cx="35424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F93FEC3-87BE-25E9-A921-042003F8D3FD}"/>
                    </a:ext>
                  </a:extLst>
                </p14:cNvPr>
                <p14:cNvContentPartPr/>
                <p14:nvPr/>
              </p14:nvContentPartPr>
              <p14:xfrm>
                <a:off x="10236107" y="1379600"/>
                <a:ext cx="191520" cy="178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F93FEC3-87BE-25E9-A921-042003F8D3F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31787" y="1375280"/>
                  <a:ext cx="200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E12A474-B07A-1B70-7D27-5EE744FD1430}"/>
                    </a:ext>
                  </a:extLst>
                </p14:cNvPr>
                <p14:cNvContentPartPr/>
                <p14:nvPr/>
              </p14:nvContentPartPr>
              <p14:xfrm>
                <a:off x="10444547" y="1549160"/>
                <a:ext cx="21600" cy="68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E12A474-B07A-1B70-7D27-5EE744FD14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440227" y="1544840"/>
                  <a:ext cx="30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823B2E0-440A-8AB7-4E56-67021BAF4C06}"/>
                    </a:ext>
                  </a:extLst>
                </p14:cNvPr>
                <p14:cNvContentPartPr/>
                <p14:nvPr/>
              </p14:nvContentPartPr>
              <p14:xfrm>
                <a:off x="10580267" y="1547720"/>
                <a:ext cx="10080" cy="94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823B2E0-440A-8AB7-4E56-67021BAF4C0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575947" y="1543400"/>
                  <a:ext cx="18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94D5613-7013-3023-391B-B67DD2D9A67F}"/>
              </a:ext>
            </a:extLst>
          </p:cNvPr>
          <p:cNvGrpSpPr/>
          <p:nvPr/>
        </p:nvGrpSpPr>
        <p:grpSpPr>
          <a:xfrm>
            <a:off x="11050787" y="1360880"/>
            <a:ext cx="481680" cy="311040"/>
            <a:chOff x="11050787" y="1360880"/>
            <a:chExt cx="48168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F1BA34E-B5B6-EFBC-CF5A-E7C31FDADE78}"/>
                    </a:ext>
                  </a:extLst>
                </p14:cNvPr>
                <p14:cNvContentPartPr/>
                <p14:nvPr/>
              </p14:nvContentPartPr>
              <p14:xfrm>
                <a:off x="11050787" y="1360880"/>
                <a:ext cx="181440" cy="205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F1BA34E-B5B6-EFBC-CF5A-E7C31FDADE7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046467" y="1356560"/>
                  <a:ext cx="190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2632DD5-5230-AE43-DF19-797DDDC0FCE6}"/>
                    </a:ext>
                  </a:extLst>
                </p14:cNvPr>
                <p14:cNvContentPartPr/>
                <p14:nvPr/>
              </p14:nvContentPartPr>
              <p14:xfrm>
                <a:off x="11321507" y="1597400"/>
                <a:ext cx="23760" cy="71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2632DD5-5230-AE43-DF19-797DDDC0FCE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317187" y="1593080"/>
                  <a:ext cx="324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E323D5-EA9F-87C8-A91D-48A1B8D04D4E}"/>
                    </a:ext>
                  </a:extLst>
                </p14:cNvPr>
                <p14:cNvContentPartPr/>
                <p14:nvPr/>
              </p14:nvContentPartPr>
              <p14:xfrm>
                <a:off x="11428427" y="1584440"/>
                <a:ext cx="104040" cy="87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E323D5-EA9F-87C8-A91D-48A1B8D04D4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424107" y="1580120"/>
                  <a:ext cx="11268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C60EEAE-5F35-178C-AFBE-C1AA74D55840}"/>
              </a:ext>
            </a:extLst>
          </p:cNvPr>
          <p:cNvGrpSpPr/>
          <p:nvPr/>
        </p:nvGrpSpPr>
        <p:grpSpPr>
          <a:xfrm>
            <a:off x="9346187" y="1957040"/>
            <a:ext cx="454320" cy="217800"/>
            <a:chOff x="9346187" y="1957040"/>
            <a:chExt cx="45432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008BB1F-32C5-DB0C-A8EA-7CA3933C79CD}"/>
                    </a:ext>
                  </a:extLst>
                </p14:cNvPr>
                <p14:cNvContentPartPr/>
                <p14:nvPr/>
              </p14:nvContentPartPr>
              <p14:xfrm>
                <a:off x="9346187" y="1957040"/>
                <a:ext cx="179640" cy="152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008BB1F-32C5-DB0C-A8EA-7CA3933C79C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41867" y="1952720"/>
                  <a:ext cx="188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835B1C7-E868-CC38-93EA-9682879165E3}"/>
                    </a:ext>
                  </a:extLst>
                </p14:cNvPr>
                <p14:cNvContentPartPr/>
                <p14:nvPr/>
              </p14:nvContentPartPr>
              <p14:xfrm>
                <a:off x="9607547" y="2090240"/>
                <a:ext cx="76680" cy="73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835B1C7-E868-CC38-93EA-9682879165E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603227" y="2085920"/>
                  <a:ext cx="85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F636263-346D-52F3-2570-1CB9D3B1E06B}"/>
                    </a:ext>
                  </a:extLst>
                </p14:cNvPr>
                <p14:cNvContentPartPr/>
                <p14:nvPr/>
              </p14:nvContentPartPr>
              <p14:xfrm>
                <a:off x="9742907" y="2097080"/>
                <a:ext cx="57600" cy="777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F636263-346D-52F3-2570-1CB9D3B1E0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738587" y="2092760"/>
                  <a:ext cx="6624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6EE848-BCA0-2A7B-A7E9-56C3DD47AC51}"/>
              </a:ext>
            </a:extLst>
          </p:cNvPr>
          <p:cNvGrpSpPr/>
          <p:nvPr/>
        </p:nvGrpSpPr>
        <p:grpSpPr>
          <a:xfrm>
            <a:off x="10243667" y="2005280"/>
            <a:ext cx="331560" cy="226080"/>
            <a:chOff x="10243667" y="2005280"/>
            <a:chExt cx="33156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88E0906-87C6-1AE7-06F9-355C7DFE95B4}"/>
                    </a:ext>
                  </a:extLst>
                </p14:cNvPr>
                <p14:cNvContentPartPr/>
                <p14:nvPr/>
              </p14:nvContentPartPr>
              <p14:xfrm>
                <a:off x="10243667" y="2005280"/>
                <a:ext cx="111960" cy="1594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88E0906-87C6-1AE7-06F9-355C7DFE95B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239347" y="2000960"/>
                  <a:ext cx="120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CC2BDD3-A200-3C5D-769A-7DDF5F71CD1F}"/>
                    </a:ext>
                  </a:extLst>
                </p14:cNvPr>
                <p14:cNvContentPartPr/>
                <p14:nvPr/>
              </p14:nvContentPartPr>
              <p14:xfrm>
                <a:off x="10401347" y="2143520"/>
                <a:ext cx="126360" cy="878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CC2BDD3-A200-3C5D-769A-7DDF5F71CD1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97027" y="2139200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29137CB-9A32-CF56-773A-2CA239D19A6B}"/>
                    </a:ext>
                  </a:extLst>
                </p14:cNvPr>
                <p14:cNvContentPartPr/>
                <p14:nvPr/>
              </p14:nvContentPartPr>
              <p14:xfrm>
                <a:off x="10556867" y="2183480"/>
                <a:ext cx="18360" cy="45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29137CB-9A32-CF56-773A-2CA239D19A6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52547" y="2179160"/>
                  <a:ext cx="2700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8CBEC9C-7AAF-0A83-B3FD-AC35192622AE}"/>
              </a:ext>
            </a:extLst>
          </p:cNvPr>
          <p:cNvGrpSpPr/>
          <p:nvPr/>
        </p:nvGrpSpPr>
        <p:grpSpPr>
          <a:xfrm>
            <a:off x="10853867" y="2052440"/>
            <a:ext cx="379080" cy="298080"/>
            <a:chOff x="10853867" y="2052440"/>
            <a:chExt cx="3790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009D2C5-C6CF-6A32-B39F-1C3D5F217258}"/>
                    </a:ext>
                  </a:extLst>
                </p14:cNvPr>
                <p14:cNvContentPartPr/>
                <p14:nvPr/>
              </p14:nvContentPartPr>
              <p14:xfrm>
                <a:off x="10853867" y="2052440"/>
                <a:ext cx="226800" cy="2142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009D2C5-C6CF-6A32-B39F-1C3D5F2172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849547" y="2048120"/>
                  <a:ext cx="235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0913E58-F694-4A71-9B9F-2761C3761D78}"/>
                    </a:ext>
                  </a:extLst>
                </p14:cNvPr>
                <p14:cNvContentPartPr/>
                <p14:nvPr/>
              </p14:nvContentPartPr>
              <p14:xfrm>
                <a:off x="11046827" y="2262680"/>
                <a:ext cx="78480" cy="70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0913E58-F694-4A71-9B9F-2761C3761D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042507" y="2258360"/>
                  <a:ext cx="87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9D2F8DB-D88B-9C18-3E6B-C494CEA8F4AA}"/>
                    </a:ext>
                  </a:extLst>
                </p14:cNvPr>
                <p14:cNvContentPartPr/>
                <p14:nvPr/>
              </p14:nvContentPartPr>
              <p14:xfrm>
                <a:off x="11136107" y="2253680"/>
                <a:ext cx="96840" cy="96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9D2F8DB-D88B-9C18-3E6B-C494CEA8F4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31787" y="2249360"/>
                  <a:ext cx="1054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5D7A737-9529-4EED-89E2-535140D87A8C}"/>
              </a:ext>
            </a:extLst>
          </p:cNvPr>
          <p:cNvGrpSpPr/>
          <p:nvPr/>
        </p:nvGrpSpPr>
        <p:grpSpPr>
          <a:xfrm>
            <a:off x="1012907" y="4325480"/>
            <a:ext cx="419040" cy="217800"/>
            <a:chOff x="1012907" y="4325480"/>
            <a:chExt cx="41904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7593342-514E-BEC6-9B75-968B346473EA}"/>
                    </a:ext>
                  </a:extLst>
                </p14:cNvPr>
                <p14:cNvContentPartPr/>
                <p14:nvPr/>
              </p14:nvContentPartPr>
              <p14:xfrm>
                <a:off x="1012907" y="4325480"/>
                <a:ext cx="150840" cy="134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7593342-514E-BEC6-9B75-968B346473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8587" y="4321160"/>
                  <a:ext cx="1594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624A2EA-8A3D-8B36-9412-C16B3584B51D}"/>
                    </a:ext>
                  </a:extLst>
                </p14:cNvPr>
                <p14:cNvContentPartPr/>
                <p14:nvPr/>
              </p14:nvContentPartPr>
              <p14:xfrm>
                <a:off x="1208027" y="4465880"/>
                <a:ext cx="56160" cy="64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624A2EA-8A3D-8B36-9412-C16B3584B5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03707" y="4461560"/>
                  <a:ext cx="648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7E7CF04-976C-947D-7C34-606BCEC215D8}"/>
                    </a:ext>
                  </a:extLst>
                </p14:cNvPr>
                <p14:cNvContentPartPr/>
                <p14:nvPr/>
              </p14:nvContentPartPr>
              <p14:xfrm>
                <a:off x="1361027" y="4461200"/>
                <a:ext cx="70920" cy="82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7E7CF04-976C-947D-7C34-606BCEC215D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56707" y="4456880"/>
                  <a:ext cx="795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9A5AD2F-17CC-CE47-3D1B-5D456FD7B7F0}"/>
              </a:ext>
            </a:extLst>
          </p:cNvPr>
          <p:cNvGrpSpPr/>
          <p:nvPr/>
        </p:nvGrpSpPr>
        <p:grpSpPr>
          <a:xfrm>
            <a:off x="1660547" y="4110200"/>
            <a:ext cx="362160" cy="447120"/>
            <a:chOff x="1660547" y="4110200"/>
            <a:chExt cx="362160" cy="4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535AFA8-BEE2-7BF7-1FEA-C4E3C9DDFD5B}"/>
                    </a:ext>
                  </a:extLst>
                </p14:cNvPr>
                <p14:cNvContentPartPr/>
                <p14:nvPr/>
              </p14:nvContentPartPr>
              <p14:xfrm>
                <a:off x="1660547" y="4110200"/>
                <a:ext cx="84960" cy="300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535AFA8-BEE2-7BF7-1FEA-C4E3C9DDFD5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56227" y="4105880"/>
                  <a:ext cx="936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D227A5F-14C8-12AF-BD88-6E9A950F85A7}"/>
                    </a:ext>
                  </a:extLst>
                </p14:cNvPr>
                <p14:cNvContentPartPr/>
                <p14:nvPr/>
              </p14:nvContentPartPr>
              <p14:xfrm>
                <a:off x="1817507" y="4446440"/>
                <a:ext cx="71280" cy="83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D227A5F-14C8-12AF-BD88-6E9A950F85A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13187" y="4442120"/>
                  <a:ext cx="79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E550870-45DB-FCF9-FB0A-F20E656C0179}"/>
                    </a:ext>
                  </a:extLst>
                </p14:cNvPr>
                <p14:cNvContentPartPr/>
                <p14:nvPr/>
              </p14:nvContentPartPr>
              <p14:xfrm>
                <a:off x="1944587" y="4472000"/>
                <a:ext cx="78120" cy="85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E550870-45DB-FCF9-FB0A-F20E656C017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940267" y="4467680"/>
                  <a:ext cx="867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9FC3CB1-976C-C9EF-6511-DEFEE5761844}"/>
              </a:ext>
            </a:extLst>
          </p:cNvPr>
          <p:cNvGrpSpPr/>
          <p:nvPr/>
        </p:nvGrpSpPr>
        <p:grpSpPr>
          <a:xfrm>
            <a:off x="2389547" y="4235120"/>
            <a:ext cx="170280" cy="209520"/>
            <a:chOff x="2389547" y="4235120"/>
            <a:chExt cx="17028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44104E7-3D5D-E062-D717-33A6D7E77FF8}"/>
                    </a:ext>
                  </a:extLst>
                </p14:cNvPr>
                <p14:cNvContentPartPr/>
                <p14:nvPr/>
              </p14:nvContentPartPr>
              <p14:xfrm>
                <a:off x="2472347" y="4235120"/>
                <a:ext cx="30600" cy="209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44104E7-3D5D-E062-D717-33A6D7E77FF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68027" y="4230800"/>
                  <a:ext cx="39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568F4A-FE25-3A1E-DFB8-E0F2D3D025FE}"/>
                    </a:ext>
                  </a:extLst>
                </p14:cNvPr>
                <p14:cNvContentPartPr/>
                <p14:nvPr/>
              </p14:nvContentPartPr>
              <p14:xfrm>
                <a:off x="2389547" y="4381640"/>
                <a:ext cx="170280" cy="1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568F4A-FE25-3A1E-DFB8-E0F2D3D025F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385227" y="4377320"/>
                  <a:ext cx="178920" cy="1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7BCC17F-474F-3150-88C7-09ACDFA3A880}"/>
              </a:ext>
            </a:extLst>
          </p:cNvPr>
          <p:cNvGrpSpPr/>
          <p:nvPr/>
        </p:nvGrpSpPr>
        <p:grpSpPr>
          <a:xfrm>
            <a:off x="2886347" y="4245920"/>
            <a:ext cx="405720" cy="225720"/>
            <a:chOff x="2886347" y="4245920"/>
            <a:chExt cx="40572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BFC509B-3F57-9BF4-8325-9ED74EBC1329}"/>
                    </a:ext>
                  </a:extLst>
                </p14:cNvPr>
                <p14:cNvContentPartPr/>
                <p14:nvPr/>
              </p14:nvContentPartPr>
              <p14:xfrm>
                <a:off x="2886347" y="4245920"/>
                <a:ext cx="148680" cy="124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BFC509B-3F57-9BF4-8325-9ED74EBC132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82027" y="4241600"/>
                  <a:ext cx="157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7F539C6-B61E-F80F-95D2-1AE5DDA2C81D}"/>
                    </a:ext>
                  </a:extLst>
                </p14:cNvPr>
                <p14:cNvContentPartPr/>
                <p14:nvPr/>
              </p14:nvContentPartPr>
              <p14:xfrm>
                <a:off x="3094427" y="4384880"/>
                <a:ext cx="70200" cy="810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7F539C6-B61E-F80F-95D2-1AE5DDA2C81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90107" y="4380560"/>
                  <a:ext cx="788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879CBAC-34F8-0488-BC6C-D4A7BBDDD43D}"/>
                    </a:ext>
                  </a:extLst>
                </p14:cNvPr>
                <p14:cNvContentPartPr/>
                <p14:nvPr/>
              </p14:nvContentPartPr>
              <p14:xfrm>
                <a:off x="3284147" y="4398920"/>
                <a:ext cx="7920" cy="72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879CBAC-34F8-0488-BC6C-D4A7BBDDD4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79827" y="4394600"/>
                  <a:ext cx="1656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DD55456-2C75-9B41-A7B1-2B3EFB95D14C}"/>
              </a:ext>
            </a:extLst>
          </p:cNvPr>
          <p:cNvGrpSpPr/>
          <p:nvPr/>
        </p:nvGrpSpPr>
        <p:grpSpPr>
          <a:xfrm>
            <a:off x="3549827" y="4096520"/>
            <a:ext cx="453960" cy="394560"/>
            <a:chOff x="3549827" y="4096520"/>
            <a:chExt cx="453960" cy="3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12C13C9-BABE-DB68-7F44-8BDA3D6354F2}"/>
                    </a:ext>
                  </a:extLst>
                </p14:cNvPr>
                <p14:cNvContentPartPr/>
                <p14:nvPr/>
              </p14:nvContentPartPr>
              <p14:xfrm>
                <a:off x="3549827" y="4096520"/>
                <a:ext cx="108720" cy="284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12C13C9-BABE-DB68-7F44-8BDA3D6354F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45507" y="4092200"/>
                  <a:ext cx="1173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F640819-CB15-E72E-9C0F-63E109EF159D}"/>
                    </a:ext>
                  </a:extLst>
                </p14:cNvPr>
                <p14:cNvContentPartPr/>
                <p14:nvPr/>
              </p14:nvContentPartPr>
              <p14:xfrm>
                <a:off x="3792107" y="4396040"/>
                <a:ext cx="20520" cy="95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F640819-CB15-E72E-9C0F-63E109EF159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87787" y="4391720"/>
                  <a:ext cx="29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D43FE0F-CE9E-055A-1DA6-E307D184397A}"/>
                    </a:ext>
                  </a:extLst>
                </p14:cNvPr>
                <p14:cNvContentPartPr/>
                <p14:nvPr/>
              </p14:nvContentPartPr>
              <p14:xfrm>
                <a:off x="3915227" y="4376600"/>
                <a:ext cx="88560" cy="1033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D43FE0F-CE9E-055A-1DA6-E307D184397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910907" y="4372280"/>
                  <a:ext cx="9720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8F88503-C259-2930-719A-8F090F75691C}"/>
              </a:ext>
            </a:extLst>
          </p:cNvPr>
          <p:cNvGrpSpPr/>
          <p:nvPr/>
        </p:nvGrpSpPr>
        <p:grpSpPr>
          <a:xfrm>
            <a:off x="4270907" y="4231880"/>
            <a:ext cx="181800" cy="146160"/>
            <a:chOff x="4270907" y="4231880"/>
            <a:chExt cx="181800" cy="1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20A208-ED08-E7EB-F72C-97B198E7BB26}"/>
                    </a:ext>
                  </a:extLst>
                </p14:cNvPr>
                <p14:cNvContentPartPr/>
                <p14:nvPr/>
              </p14:nvContentPartPr>
              <p14:xfrm>
                <a:off x="4358747" y="4231880"/>
                <a:ext cx="5040" cy="146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20A208-ED08-E7EB-F72C-97B198E7BB2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354427" y="4227560"/>
                  <a:ext cx="13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D426396-57FD-C6FA-AB11-CD61515C9B25}"/>
                    </a:ext>
                  </a:extLst>
                </p14:cNvPr>
                <p14:cNvContentPartPr/>
                <p14:nvPr/>
              </p14:nvContentPartPr>
              <p14:xfrm>
                <a:off x="4270907" y="4322240"/>
                <a:ext cx="181800" cy="10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D426396-57FD-C6FA-AB11-CD61515C9B2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66587" y="4317920"/>
                  <a:ext cx="1904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4079FA4-7BAE-9254-74A2-4CD1626CDC37}"/>
              </a:ext>
            </a:extLst>
          </p:cNvPr>
          <p:cNvGrpSpPr/>
          <p:nvPr/>
        </p:nvGrpSpPr>
        <p:grpSpPr>
          <a:xfrm>
            <a:off x="4723067" y="4169240"/>
            <a:ext cx="436680" cy="277560"/>
            <a:chOff x="4723067" y="4169240"/>
            <a:chExt cx="43668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4EFA9D8-82FE-3CD8-44C3-4720AEBE32C7}"/>
                    </a:ext>
                  </a:extLst>
                </p14:cNvPr>
                <p14:cNvContentPartPr/>
                <p14:nvPr/>
              </p14:nvContentPartPr>
              <p14:xfrm>
                <a:off x="4723067" y="4169240"/>
                <a:ext cx="160560" cy="156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4EFA9D8-82FE-3CD8-44C3-4720AEBE32C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18747" y="4164920"/>
                  <a:ext cx="169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BE30D2B-EBCD-7420-1177-8ADA06535FCD}"/>
                    </a:ext>
                  </a:extLst>
                </p14:cNvPr>
                <p14:cNvContentPartPr/>
                <p14:nvPr/>
              </p14:nvContentPartPr>
              <p14:xfrm>
                <a:off x="4931147" y="4327280"/>
                <a:ext cx="54000" cy="78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BE30D2B-EBCD-7420-1177-8ADA06535FC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26827" y="4322960"/>
                  <a:ext cx="62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D918D5-6855-997C-FB2A-C35C9CFBC184}"/>
                    </a:ext>
                  </a:extLst>
                </p14:cNvPr>
                <p14:cNvContentPartPr/>
                <p14:nvPr/>
              </p14:nvContentPartPr>
              <p14:xfrm>
                <a:off x="5057867" y="4331960"/>
                <a:ext cx="101880" cy="114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9D918D5-6855-997C-FB2A-C35C9CFBC18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3547" y="4327640"/>
                  <a:ext cx="11052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10A1197-C53E-2997-3766-4F1F5FBA2ABA}"/>
              </a:ext>
            </a:extLst>
          </p:cNvPr>
          <p:cNvGrpSpPr/>
          <p:nvPr/>
        </p:nvGrpSpPr>
        <p:grpSpPr>
          <a:xfrm>
            <a:off x="5375027" y="4046120"/>
            <a:ext cx="601920" cy="401400"/>
            <a:chOff x="5375027" y="4046120"/>
            <a:chExt cx="60192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05CBB88-0895-B984-6017-68C4F7514800}"/>
                    </a:ext>
                  </a:extLst>
                </p14:cNvPr>
                <p14:cNvContentPartPr/>
                <p14:nvPr/>
              </p14:nvContentPartPr>
              <p14:xfrm>
                <a:off x="5375027" y="4046120"/>
                <a:ext cx="128880" cy="314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05CBB88-0895-B984-6017-68C4F75148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370707" y="4041800"/>
                  <a:ext cx="1375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BC80C82-FD45-75A5-3DF1-998067FE5233}"/>
                    </a:ext>
                  </a:extLst>
                </p14:cNvPr>
                <p14:cNvContentPartPr/>
                <p14:nvPr/>
              </p14:nvContentPartPr>
              <p14:xfrm>
                <a:off x="5602547" y="4339520"/>
                <a:ext cx="92160" cy="96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BC80C82-FD45-75A5-3DF1-998067FE523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98227" y="4335200"/>
                  <a:ext cx="100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3CFD57D-083E-E179-E540-61C9496A06F8}"/>
                    </a:ext>
                  </a:extLst>
                </p14:cNvPr>
                <p14:cNvContentPartPr/>
                <p14:nvPr/>
              </p14:nvContentPartPr>
              <p14:xfrm>
                <a:off x="5782547" y="4352840"/>
                <a:ext cx="194400" cy="946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3CFD57D-083E-E179-E540-61C9496A06F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78227" y="4348520"/>
                  <a:ext cx="2030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548D4C6-4406-70C5-1D86-E1AC0D30B0BA}"/>
              </a:ext>
            </a:extLst>
          </p:cNvPr>
          <p:cNvGrpSpPr/>
          <p:nvPr/>
        </p:nvGrpSpPr>
        <p:grpSpPr>
          <a:xfrm>
            <a:off x="6301307" y="4144040"/>
            <a:ext cx="135720" cy="111600"/>
            <a:chOff x="6301307" y="4144040"/>
            <a:chExt cx="135720" cy="1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5DF2A2B-D63F-B446-9D6E-3EA018E19EBA}"/>
                    </a:ext>
                  </a:extLst>
                </p14:cNvPr>
                <p14:cNvContentPartPr/>
                <p14:nvPr/>
              </p14:nvContentPartPr>
              <p14:xfrm>
                <a:off x="6302747" y="4144040"/>
                <a:ext cx="134280" cy="13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5DF2A2B-D63F-B446-9D6E-3EA018E19EB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298427" y="4139720"/>
                  <a:ext cx="1429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2E17780-20C8-2DC3-4E38-EF22139FD5B2}"/>
                    </a:ext>
                  </a:extLst>
                </p14:cNvPr>
                <p14:cNvContentPartPr/>
                <p14:nvPr/>
              </p14:nvContentPartPr>
              <p14:xfrm>
                <a:off x="6301307" y="4255280"/>
                <a:ext cx="132840" cy="3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2E17780-20C8-2DC3-4E38-EF22139FD5B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96987" y="4250960"/>
                  <a:ext cx="1414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0C7068E-0FB0-E843-D8C5-75A7CC2CFCA7}"/>
              </a:ext>
            </a:extLst>
          </p:cNvPr>
          <p:cNvGrpSpPr/>
          <p:nvPr/>
        </p:nvGrpSpPr>
        <p:grpSpPr>
          <a:xfrm>
            <a:off x="6776147" y="3970880"/>
            <a:ext cx="552240" cy="350280"/>
            <a:chOff x="6776147" y="3970880"/>
            <a:chExt cx="55224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FECF544-1317-21D5-EE76-13EDD9862C81}"/>
                    </a:ext>
                  </a:extLst>
                </p14:cNvPr>
                <p14:cNvContentPartPr/>
                <p14:nvPr/>
              </p14:nvContentPartPr>
              <p14:xfrm>
                <a:off x="6776147" y="3970880"/>
                <a:ext cx="166680" cy="2041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FECF544-1317-21D5-EE76-13EDD9862C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771827" y="3966560"/>
                  <a:ext cx="175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E1107D4-CF14-A6E2-F80A-DDC022175B40}"/>
                    </a:ext>
                  </a:extLst>
                </p14:cNvPr>
                <p14:cNvContentPartPr/>
                <p14:nvPr/>
              </p14:nvContentPartPr>
              <p14:xfrm>
                <a:off x="7007987" y="4213160"/>
                <a:ext cx="112680" cy="108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E1107D4-CF14-A6E2-F80A-DDC022175B4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03667" y="4208840"/>
                  <a:ext cx="1213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2F5EF91-9DC8-65F1-3C89-B171A2719732}"/>
                    </a:ext>
                  </a:extLst>
                </p14:cNvPr>
                <p14:cNvContentPartPr/>
                <p14:nvPr/>
              </p14:nvContentPartPr>
              <p14:xfrm>
                <a:off x="7206347" y="4202000"/>
                <a:ext cx="122040" cy="117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2F5EF91-9DC8-65F1-3C89-B171A271973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02027" y="4197680"/>
                  <a:ext cx="13068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AE1D579-1B1D-C546-C595-48F15B59ABD1}"/>
              </a:ext>
            </a:extLst>
          </p:cNvPr>
          <p:cNvGrpSpPr/>
          <p:nvPr/>
        </p:nvGrpSpPr>
        <p:grpSpPr>
          <a:xfrm>
            <a:off x="6843107" y="4931720"/>
            <a:ext cx="497880" cy="516960"/>
            <a:chOff x="6843107" y="4931720"/>
            <a:chExt cx="49788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5A2BBD6-3B8F-B7F3-C82D-5170B6B1F41C}"/>
                    </a:ext>
                  </a:extLst>
                </p14:cNvPr>
                <p14:cNvContentPartPr/>
                <p14:nvPr/>
              </p14:nvContentPartPr>
              <p14:xfrm>
                <a:off x="6843107" y="4931720"/>
                <a:ext cx="194400" cy="2044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5A2BBD6-3B8F-B7F3-C82D-5170B6B1F4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838787" y="4927400"/>
                  <a:ext cx="203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FA5CF40-92CD-0817-CADD-DB43B6287CFA}"/>
                    </a:ext>
                  </a:extLst>
                </p14:cNvPr>
                <p14:cNvContentPartPr/>
                <p14:nvPr/>
              </p14:nvContentPartPr>
              <p14:xfrm>
                <a:off x="7057667" y="5179400"/>
                <a:ext cx="23400" cy="52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FA5CF40-92CD-0817-CADD-DB43B6287CF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53347" y="5175080"/>
                  <a:ext cx="32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35E5E9A4-80D4-C342-6677-84F9848F1D08}"/>
                    </a:ext>
                  </a:extLst>
                </p14:cNvPr>
                <p14:cNvContentPartPr/>
                <p14:nvPr/>
              </p14:nvContentPartPr>
              <p14:xfrm>
                <a:off x="7109147" y="5040080"/>
                <a:ext cx="15120" cy="39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35E5E9A4-80D4-C342-6677-84F9848F1D0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104827" y="5035760"/>
                  <a:ext cx="23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B3756C0-8A34-2857-7326-532AD982785C}"/>
                    </a:ext>
                  </a:extLst>
                </p14:cNvPr>
                <p14:cNvContentPartPr/>
                <p14:nvPr/>
              </p14:nvContentPartPr>
              <p14:xfrm>
                <a:off x="7105547" y="5194520"/>
                <a:ext cx="135000" cy="254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B3756C0-8A34-2857-7326-532AD982785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101227" y="5190200"/>
                  <a:ext cx="143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0213975-10F9-6EE4-6F58-ED075CC959F4}"/>
                    </a:ext>
                  </a:extLst>
                </p14:cNvPr>
                <p14:cNvContentPartPr/>
                <p14:nvPr/>
              </p14:nvContentPartPr>
              <p14:xfrm>
                <a:off x="7290227" y="5058080"/>
                <a:ext cx="50760" cy="24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0213975-10F9-6EE4-6F58-ED075CC959F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285907" y="5053760"/>
                  <a:ext cx="594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A574B89-38E8-9AB7-C7F3-F4EA5B565CCC}"/>
              </a:ext>
            </a:extLst>
          </p:cNvPr>
          <p:cNvGrpSpPr/>
          <p:nvPr/>
        </p:nvGrpSpPr>
        <p:grpSpPr>
          <a:xfrm>
            <a:off x="6374027" y="5001200"/>
            <a:ext cx="191160" cy="96480"/>
            <a:chOff x="6374027" y="5001200"/>
            <a:chExt cx="19116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CA8BAA8-4CD3-8543-4379-16E2C0BB9E8B}"/>
                    </a:ext>
                  </a:extLst>
                </p14:cNvPr>
                <p14:cNvContentPartPr/>
                <p14:nvPr/>
              </p14:nvContentPartPr>
              <p14:xfrm>
                <a:off x="6374027" y="5001200"/>
                <a:ext cx="191160" cy="27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CA8BAA8-4CD3-8543-4379-16E2C0BB9E8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369707" y="4996880"/>
                  <a:ext cx="199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F957341-260F-BAB9-434F-2CD2436331CD}"/>
                    </a:ext>
                  </a:extLst>
                </p14:cNvPr>
                <p14:cNvContentPartPr/>
                <p14:nvPr/>
              </p14:nvContentPartPr>
              <p14:xfrm>
                <a:off x="6401387" y="5088320"/>
                <a:ext cx="162000" cy="9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F957341-260F-BAB9-434F-2CD2436331C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97067" y="5084000"/>
                  <a:ext cx="1706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9953A67-207D-F500-B68B-A959768DA930}"/>
                  </a:ext>
                </a:extLst>
              </p14:cNvPr>
              <p14:cNvContentPartPr/>
              <p14:nvPr/>
            </p14:nvContentPartPr>
            <p14:xfrm>
              <a:off x="922547" y="5092640"/>
              <a:ext cx="279000" cy="1180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9953A67-207D-F500-B68B-A959768DA930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18227" y="5088320"/>
                <a:ext cx="28764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079B229-2726-4A03-EFAD-2FA9B5B5B667}"/>
              </a:ext>
            </a:extLst>
          </p:cNvPr>
          <p:cNvGrpSpPr/>
          <p:nvPr/>
        </p:nvGrpSpPr>
        <p:grpSpPr>
          <a:xfrm>
            <a:off x="1228907" y="5112440"/>
            <a:ext cx="315720" cy="194400"/>
            <a:chOff x="1228907" y="5112440"/>
            <a:chExt cx="31572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3BDE521-3F75-4977-33B2-0A9BC931B596}"/>
                    </a:ext>
                  </a:extLst>
                </p14:cNvPr>
                <p14:cNvContentPartPr/>
                <p14:nvPr/>
              </p14:nvContentPartPr>
              <p14:xfrm>
                <a:off x="1228907" y="5226920"/>
                <a:ext cx="140400" cy="79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3BDE521-3F75-4977-33B2-0A9BC931B59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224587" y="5222600"/>
                  <a:ext cx="149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13EAA6D-05E6-594C-3A5D-5E077AFADC90}"/>
                    </a:ext>
                  </a:extLst>
                </p14:cNvPr>
                <p14:cNvContentPartPr/>
                <p14:nvPr/>
              </p14:nvContentPartPr>
              <p14:xfrm>
                <a:off x="1352387" y="5112440"/>
                <a:ext cx="11520" cy="29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13EAA6D-05E6-594C-3A5D-5E077AFADC9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348067" y="5108120"/>
                  <a:ext cx="201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FC35456-78A7-9477-811A-2DEDE38DA8FA}"/>
                    </a:ext>
                  </a:extLst>
                </p14:cNvPr>
                <p14:cNvContentPartPr/>
                <p14:nvPr/>
              </p14:nvContentPartPr>
              <p14:xfrm>
                <a:off x="1469387" y="5222960"/>
                <a:ext cx="75240" cy="72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FC35456-78A7-9477-811A-2DEDE38DA8F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65067" y="5218640"/>
                  <a:ext cx="8388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3A2690F9-1B60-EF4B-5EC0-161FF3EEFBA6}"/>
                  </a:ext>
                </a:extLst>
              </p14:cNvPr>
              <p14:cNvContentPartPr/>
              <p14:nvPr/>
            </p14:nvContentPartPr>
            <p14:xfrm>
              <a:off x="1728587" y="4939280"/>
              <a:ext cx="135720" cy="3218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3A2690F9-1B60-EF4B-5EC0-161FF3EEFBA6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724267" y="4934960"/>
                <a:ext cx="144360" cy="3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1BCE65D1-A356-A32D-8D02-A9E254C421AC}"/>
              </a:ext>
            </a:extLst>
          </p:cNvPr>
          <p:cNvGrpSpPr/>
          <p:nvPr/>
        </p:nvGrpSpPr>
        <p:grpSpPr>
          <a:xfrm>
            <a:off x="1999667" y="5128280"/>
            <a:ext cx="180000" cy="361080"/>
            <a:chOff x="1999667" y="5128280"/>
            <a:chExt cx="18000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62E103A-43B2-B901-4AF2-561ACD2AC24C}"/>
                    </a:ext>
                  </a:extLst>
                </p14:cNvPr>
                <p14:cNvContentPartPr/>
                <p14:nvPr/>
              </p14:nvContentPartPr>
              <p14:xfrm>
                <a:off x="1999667" y="5186960"/>
                <a:ext cx="65160" cy="74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62E103A-43B2-B901-4AF2-561ACD2AC24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95347" y="5182640"/>
                  <a:ext cx="73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C856ABA-E3BB-F55E-C11D-DB5C6F31BDC1}"/>
                    </a:ext>
                  </a:extLst>
                </p14:cNvPr>
                <p14:cNvContentPartPr/>
                <p14:nvPr/>
              </p14:nvContentPartPr>
              <p14:xfrm>
                <a:off x="2067347" y="5229080"/>
                <a:ext cx="100440" cy="2602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C856ABA-E3BB-F55E-C11D-DB5C6F31BDC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063027" y="5224760"/>
                  <a:ext cx="1090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AD5888B-65B4-1E01-B380-70DB94A54532}"/>
                    </a:ext>
                  </a:extLst>
                </p14:cNvPr>
                <p14:cNvContentPartPr/>
                <p14:nvPr/>
              </p14:nvContentPartPr>
              <p14:xfrm>
                <a:off x="2137187" y="5128280"/>
                <a:ext cx="42480" cy="25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AD5888B-65B4-1E01-B380-70DB94A5453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32867" y="5123960"/>
                  <a:ext cx="511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E067AED-F1D1-2A71-9A95-15047415E994}"/>
              </a:ext>
            </a:extLst>
          </p:cNvPr>
          <p:cNvGrpSpPr/>
          <p:nvPr/>
        </p:nvGrpSpPr>
        <p:grpSpPr>
          <a:xfrm>
            <a:off x="2492507" y="5053760"/>
            <a:ext cx="187920" cy="176400"/>
            <a:chOff x="2492507" y="5053760"/>
            <a:chExt cx="18792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C6F24FE-9815-CA93-0A3F-E98C1A9884AA}"/>
                    </a:ext>
                  </a:extLst>
                </p14:cNvPr>
                <p14:cNvContentPartPr/>
                <p14:nvPr/>
              </p14:nvContentPartPr>
              <p14:xfrm>
                <a:off x="2533187" y="5053760"/>
                <a:ext cx="37080" cy="176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C6F24FE-9815-CA93-0A3F-E98C1A9884A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528867" y="5049440"/>
                  <a:ext cx="45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EEE2D50-5936-36E1-C817-648F695048DB}"/>
                    </a:ext>
                  </a:extLst>
                </p14:cNvPr>
                <p14:cNvContentPartPr/>
                <p14:nvPr/>
              </p14:nvContentPartPr>
              <p14:xfrm>
                <a:off x="2492507" y="5161400"/>
                <a:ext cx="187920" cy="5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EEE2D50-5936-36E1-C817-648F695048D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488187" y="5157080"/>
                  <a:ext cx="19656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7B2C7B3-449C-5F47-55F7-525FC1BE8D20}"/>
              </a:ext>
            </a:extLst>
          </p:cNvPr>
          <p:cNvGrpSpPr/>
          <p:nvPr/>
        </p:nvGrpSpPr>
        <p:grpSpPr>
          <a:xfrm>
            <a:off x="2844587" y="5125040"/>
            <a:ext cx="510840" cy="170640"/>
            <a:chOff x="2844587" y="5125040"/>
            <a:chExt cx="51084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491154F-8FE3-23D1-D50C-C266466AC082}"/>
                    </a:ext>
                  </a:extLst>
                </p14:cNvPr>
                <p14:cNvContentPartPr/>
                <p14:nvPr/>
              </p14:nvContentPartPr>
              <p14:xfrm>
                <a:off x="2844587" y="5135480"/>
                <a:ext cx="221760" cy="1368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491154F-8FE3-23D1-D50C-C266466AC08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40267" y="5131160"/>
                  <a:ext cx="230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06FE536-C940-A17B-A68F-A9426AD8DD33}"/>
                    </a:ext>
                  </a:extLst>
                </p14:cNvPr>
                <p14:cNvContentPartPr/>
                <p14:nvPr/>
              </p14:nvContentPartPr>
              <p14:xfrm>
                <a:off x="3100547" y="5248880"/>
                <a:ext cx="120600" cy="468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06FE536-C940-A17B-A68F-A9426AD8DD3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096227" y="5244560"/>
                  <a:ext cx="129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8108BA0-D081-6D54-D632-1CCFCEC4E126}"/>
                    </a:ext>
                  </a:extLst>
                </p14:cNvPr>
                <p14:cNvContentPartPr/>
                <p14:nvPr/>
              </p14:nvContentPartPr>
              <p14:xfrm>
                <a:off x="3214307" y="5125040"/>
                <a:ext cx="17640" cy="17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8108BA0-D081-6D54-D632-1CCFCEC4E12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209987" y="5120720"/>
                  <a:ext cx="26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2FFA504-0DFC-842A-AF9D-019B5A51F505}"/>
                    </a:ext>
                  </a:extLst>
                </p14:cNvPr>
                <p14:cNvContentPartPr/>
                <p14:nvPr/>
              </p14:nvContentPartPr>
              <p14:xfrm>
                <a:off x="3352907" y="5189840"/>
                <a:ext cx="2520" cy="964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2FFA504-0DFC-842A-AF9D-019B5A51F50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48587" y="5185520"/>
                  <a:ext cx="1116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711357A-4C46-7402-51CD-887ACC460D15}"/>
                  </a:ext>
                </a:extLst>
              </p14:cNvPr>
              <p14:cNvContentPartPr/>
              <p14:nvPr/>
            </p14:nvContentPartPr>
            <p14:xfrm>
              <a:off x="3626147" y="4965920"/>
              <a:ext cx="128520" cy="2613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711357A-4C46-7402-51CD-887ACC460D1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3621827" y="4961600"/>
                <a:ext cx="13716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2C6DE58-7ED2-3305-5A46-AC2B31F076C5}"/>
              </a:ext>
            </a:extLst>
          </p:cNvPr>
          <p:cNvGrpSpPr/>
          <p:nvPr/>
        </p:nvGrpSpPr>
        <p:grpSpPr>
          <a:xfrm>
            <a:off x="3946547" y="5116760"/>
            <a:ext cx="190800" cy="370080"/>
            <a:chOff x="3946547" y="5116760"/>
            <a:chExt cx="190800" cy="37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F680319-1351-4E1A-E03F-5929EF76D814}"/>
                    </a:ext>
                  </a:extLst>
                </p14:cNvPr>
                <p14:cNvContentPartPr/>
                <p14:nvPr/>
              </p14:nvContentPartPr>
              <p14:xfrm>
                <a:off x="3946547" y="5137280"/>
                <a:ext cx="28080" cy="82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F680319-1351-4E1A-E03F-5929EF76D81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42227" y="5132960"/>
                  <a:ext cx="36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40E5B52-90C8-857D-5E99-A09B7349915A}"/>
                    </a:ext>
                  </a:extLst>
                </p14:cNvPr>
                <p14:cNvContentPartPr/>
                <p14:nvPr/>
              </p14:nvContentPartPr>
              <p14:xfrm>
                <a:off x="3958427" y="5212520"/>
                <a:ext cx="141120" cy="2743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40E5B52-90C8-857D-5E99-A09B734991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54107" y="5208200"/>
                  <a:ext cx="1497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B66F8A9-746F-73ED-C417-383243E56B5E}"/>
                    </a:ext>
                  </a:extLst>
                </p14:cNvPr>
                <p14:cNvContentPartPr/>
                <p14:nvPr/>
              </p14:nvContentPartPr>
              <p14:xfrm>
                <a:off x="4130147" y="5116760"/>
                <a:ext cx="7200" cy="57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B66F8A9-746F-73ED-C417-383243E56B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125827" y="5112440"/>
                  <a:ext cx="1584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9605D59-1D2F-1CF7-BF5F-D00DAF1879B3}"/>
              </a:ext>
            </a:extLst>
          </p:cNvPr>
          <p:cNvGrpSpPr/>
          <p:nvPr/>
        </p:nvGrpSpPr>
        <p:grpSpPr>
          <a:xfrm>
            <a:off x="4495187" y="5046920"/>
            <a:ext cx="155520" cy="138600"/>
            <a:chOff x="4495187" y="5046920"/>
            <a:chExt cx="15552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C277628-37C6-35CB-F219-28D2F544BA9A}"/>
                    </a:ext>
                  </a:extLst>
                </p14:cNvPr>
                <p14:cNvContentPartPr/>
                <p14:nvPr/>
              </p14:nvContentPartPr>
              <p14:xfrm>
                <a:off x="4548467" y="5046920"/>
                <a:ext cx="10440" cy="138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C277628-37C6-35CB-F219-28D2F544BA9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44147" y="5042600"/>
                  <a:ext cx="19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1406368-E011-B402-CE10-BC2DBA439EB1}"/>
                    </a:ext>
                  </a:extLst>
                </p14:cNvPr>
                <p14:cNvContentPartPr/>
                <p14:nvPr/>
              </p14:nvContentPartPr>
              <p14:xfrm>
                <a:off x="4495187" y="5116760"/>
                <a:ext cx="155520" cy="7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1406368-E011-B402-CE10-BC2DBA439EB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90867" y="5112440"/>
                  <a:ext cx="16416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6551894-B110-9359-27DD-6C0B1F458895}"/>
                  </a:ext>
                </a:extLst>
              </p14:cNvPr>
              <p14:cNvContentPartPr/>
              <p14:nvPr/>
            </p14:nvContentPartPr>
            <p14:xfrm>
              <a:off x="4870667" y="5008400"/>
              <a:ext cx="174960" cy="1350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6551894-B110-9359-27DD-6C0B1F458895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866347" y="5004080"/>
                <a:ext cx="183600" cy="1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C62B225-028D-C129-9D01-949934D2C7F2}"/>
              </a:ext>
            </a:extLst>
          </p:cNvPr>
          <p:cNvGrpSpPr/>
          <p:nvPr/>
        </p:nvGrpSpPr>
        <p:grpSpPr>
          <a:xfrm>
            <a:off x="5069387" y="4845320"/>
            <a:ext cx="614520" cy="444960"/>
            <a:chOff x="5069387" y="4845320"/>
            <a:chExt cx="614520" cy="44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DA64F13-664C-B195-F4EC-CAD269582FB1}"/>
                    </a:ext>
                  </a:extLst>
                </p14:cNvPr>
                <p14:cNvContentPartPr/>
                <p14:nvPr/>
              </p14:nvContentPartPr>
              <p14:xfrm>
                <a:off x="5069387" y="5222240"/>
                <a:ext cx="147960" cy="68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DA64F13-664C-B195-F4EC-CAD269582FB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065067" y="5217920"/>
                  <a:ext cx="156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70D41A-AC51-11AD-AC5A-8FBEDB8B591B}"/>
                    </a:ext>
                  </a:extLst>
                </p14:cNvPr>
                <p14:cNvContentPartPr/>
                <p14:nvPr/>
              </p14:nvContentPartPr>
              <p14:xfrm>
                <a:off x="5160467" y="5099480"/>
                <a:ext cx="1800" cy="11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70D41A-AC51-11AD-AC5A-8FBEDB8B591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56147" y="5095160"/>
                  <a:ext cx="104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E6A79C8-5512-BDC0-6FB5-FC07D127D06B}"/>
                    </a:ext>
                  </a:extLst>
                </p14:cNvPr>
                <p14:cNvContentPartPr/>
                <p14:nvPr/>
              </p14:nvContentPartPr>
              <p14:xfrm>
                <a:off x="5538107" y="4845320"/>
                <a:ext cx="145800" cy="273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E6A79C8-5512-BDC0-6FB5-FC07D127D06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533787" y="4841000"/>
                  <a:ext cx="1544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0048F52-8C9C-41E7-C2C1-D3D5E5B256C6}"/>
                    </a:ext>
                  </a:extLst>
                </p14:cNvPr>
                <p14:cNvContentPartPr/>
                <p14:nvPr/>
              </p14:nvContentPartPr>
              <p14:xfrm>
                <a:off x="5307707" y="5160320"/>
                <a:ext cx="83160" cy="108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0048F52-8C9C-41E7-C2C1-D3D5E5B256C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3387" y="5156000"/>
                  <a:ext cx="918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CA40DA2D-AAB9-14ED-5A6B-04452B65EC7C}"/>
              </a:ext>
            </a:extLst>
          </p:cNvPr>
          <p:cNvGrpSpPr/>
          <p:nvPr/>
        </p:nvGrpSpPr>
        <p:grpSpPr>
          <a:xfrm>
            <a:off x="5751947" y="5036840"/>
            <a:ext cx="253080" cy="428760"/>
            <a:chOff x="5751947" y="5036840"/>
            <a:chExt cx="25308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637F4CB-F4B2-EAA5-3D61-7B77B766E5A8}"/>
                    </a:ext>
                  </a:extLst>
                </p14:cNvPr>
                <p14:cNvContentPartPr/>
                <p14:nvPr/>
              </p14:nvContentPartPr>
              <p14:xfrm>
                <a:off x="5751947" y="5133320"/>
                <a:ext cx="102600" cy="70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637F4CB-F4B2-EAA5-3D61-7B77B766E5A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47627" y="5129000"/>
                  <a:ext cx="111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908C23F-5815-D373-BD0D-E5D06B6B4362}"/>
                    </a:ext>
                  </a:extLst>
                </p14:cNvPr>
                <p14:cNvContentPartPr/>
                <p14:nvPr/>
              </p14:nvContentPartPr>
              <p14:xfrm>
                <a:off x="5798027" y="5179040"/>
                <a:ext cx="162360" cy="2865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908C23F-5815-D373-BD0D-E5D06B6B436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793707" y="5174720"/>
                  <a:ext cx="1710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BF55D3C-38F6-77A0-5CF2-76D3E94E6B27}"/>
                    </a:ext>
                  </a:extLst>
                </p14:cNvPr>
                <p14:cNvContentPartPr/>
                <p14:nvPr/>
              </p14:nvContentPartPr>
              <p14:xfrm>
                <a:off x="5983067" y="5036840"/>
                <a:ext cx="21960" cy="19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BF55D3C-38F6-77A0-5CF2-76D3E94E6B2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78747" y="5032520"/>
                  <a:ext cx="3060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EF7BC59-03CF-09F0-57F9-C8984685AC19}"/>
              </a:ext>
            </a:extLst>
          </p:cNvPr>
          <p:cNvGrpSpPr/>
          <p:nvPr/>
        </p:nvGrpSpPr>
        <p:grpSpPr>
          <a:xfrm>
            <a:off x="1092107" y="5910200"/>
            <a:ext cx="553320" cy="502560"/>
            <a:chOff x="1092107" y="5910200"/>
            <a:chExt cx="553320" cy="50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A9FDC60-BA20-84A5-BFB9-2DDF236A8945}"/>
                    </a:ext>
                  </a:extLst>
                </p14:cNvPr>
                <p14:cNvContentPartPr/>
                <p14:nvPr/>
              </p14:nvContentPartPr>
              <p14:xfrm>
                <a:off x="1092107" y="5910200"/>
                <a:ext cx="187560" cy="174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A9FDC60-BA20-84A5-BFB9-2DDF236A894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87787" y="5905880"/>
                  <a:ext cx="196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16A523C-7C6F-50FE-976E-196D03B36033}"/>
                    </a:ext>
                  </a:extLst>
                </p14:cNvPr>
                <p14:cNvContentPartPr/>
                <p14:nvPr/>
              </p14:nvContentPartPr>
              <p14:xfrm>
                <a:off x="1302707" y="6115400"/>
                <a:ext cx="99720" cy="35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16A523C-7C6F-50FE-976E-196D03B3603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298387" y="6111080"/>
                  <a:ext cx="108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51C0694-048D-26C6-FB30-D17CF179E8A5}"/>
                    </a:ext>
                  </a:extLst>
                </p14:cNvPr>
                <p14:cNvContentPartPr/>
                <p14:nvPr/>
              </p14:nvContentPartPr>
              <p14:xfrm>
                <a:off x="1447067" y="6013160"/>
                <a:ext cx="16200" cy="19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51C0694-048D-26C6-FB30-D17CF179E8A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42747" y="6008840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C4123B0-F5CA-02C1-7A1F-13CC928BB541}"/>
                    </a:ext>
                  </a:extLst>
                </p14:cNvPr>
                <p14:cNvContentPartPr/>
                <p14:nvPr/>
              </p14:nvContentPartPr>
              <p14:xfrm>
                <a:off x="1391627" y="6144920"/>
                <a:ext cx="147240" cy="267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C4123B0-F5CA-02C1-7A1F-13CC928BB54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387307" y="6140600"/>
                  <a:ext cx="155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C1344BE-C728-37EA-81B9-F57967B8F83C}"/>
                    </a:ext>
                  </a:extLst>
                </p14:cNvPr>
                <p14:cNvContentPartPr/>
                <p14:nvPr/>
              </p14:nvContentPartPr>
              <p14:xfrm>
                <a:off x="1601507" y="6017840"/>
                <a:ext cx="43920" cy="18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C1344BE-C728-37EA-81B9-F57967B8F83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97187" y="6013520"/>
                  <a:ext cx="5256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4FE9189-C825-3AE3-17F0-101DE549512F}"/>
              </a:ext>
            </a:extLst>
          </p:cNvPr>
          <p:cNvGrpSpPr/>
          <p:nvPr/>
        </p:nvGrpSpPr>
        <p:grpSpPr>
          <a:xfrm>
            <a:off x="2006507" y="6026120"/>
            <a:ext cx="191160" cy="70920"/>
            <a:chOff x="2006507" y="6026120"/>
            <a:chExt cx="19116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9A483AD-4130-7847-0939-D53FEB098131}"/>
                    </a:ext>
                  </a:extLst>
                </p14:cNvPr>
                <p14:cNvContentPartPr/>
                <p14:nvPr/>
              </p14:nvContentPartPr>
              <p14:xfrm>
                <a:off x="2006507" y="6026120"/>
                <a:ext cx="175680" cy="39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9A483AD-4130-7847-0939-D53FEB09813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002187" y="6021800"/>
                  <a:ext cx="1843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A3C33F4-6C4D-B5EC-AD54-5483295694F5}"/>
                    </a:ext>
                  </a:extLst>
                </p14:cNvPr>
                <p14:cNvContentPartPr/>
                <p14:nvPr/>
              </p14:nvContentPartPr>
              <p14:xfrm>
                <a:off x="2054387" y="6091280"/>
                <a:ext cx="143280" cy="5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A3C33F4-6C4D-B5EC-AD54-5483295694F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050067" y="6086960"/>
                  <a:ext cx="15192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8EDC17B-081A-17D7-BDAE-8E5EC3A7B2D9}"/>
              </a:ext>
            </a:extLst>
          </p:cNvPr>
          <p:cNvGrpSpPr/>
          <p:nvPr/>
        </p:nvGrpSpPr>
        <p:grpSpPr>
          <a:xfrm>
            <a:off x="2687627" y="5650640"/>
            <a:ext cx="725400" cy="624240"/>
            <a:chOff x="2687627" y="5650640"/>
            <a:chExt cx="725400" cy="62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D23A694-582C-EF54-EA51-63D370FCE5F8}"/>
                    </a:ext>
                  </a:extLst>
                </p14:cNvPr>
                <p14:cNvContentPartPr/>
                <p14:nvPr/>
              </p14:nvContentPartPr>
              <p14:xfrm>
                <a:off x="2687627" y="5650640"/>
                <a:ext cx="725400" cy="624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D23A694-582C-EF54-EA51-63D370FCE5F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83307" y="5646320"/>
                  <a:ext cx="73404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85D3791-2F06-26AA-00B0-8FAE555E62F8}"/>
                    </a:ext>
                  </a:extLst>
                </p14:cNvPr>
                <p14:cNvContentPartPr/>
                <p14:nvPr/>
              </p14:nvContentPartPr>
              <p14:xfrm>
                <a:off x="3354347" y="6219080"/>
                <a:ext cx="21240" cy="45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85D3791-2F06-26AA-00B0-8FAE555E62F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350027" y="6214760"/>
                  <a:ext cx="298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3BA82CC-687C-F316-CECB-4B99A29281F9}"/>
              </a:ext>
            </a:extLst>
          </p:cNvPr>
          <p:cNvGrpSpPr/>
          <p:nvPr/>
        </p:nvGrpSpPr>
        <p:grpSpPr>
          <a:xfrm>
            <a:off x="3695987" y="5882840"/>
            <a:ext cx="479520" cy="304560"/>
            <a:chOff x="3695987" y="5882840"/>
            <a:chExt cx="47952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72EA4A9-28C7-0BFD-CAA1-1167AE9D47A6}"/>
                    </a:ext>
                  </a:extLst>
                </p14:cNvPr>
                <p14:cNvContentPartPr/>
                <p14:nvPr/>
              </p14:nvContentPartPr>
              <p14:xfrm>
                <a:off x="3891467" y="6124040"/>
                <a:ext cx="103320" cy="378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72EA4A9-28C7-0BFD-CAA1-1167AE9D47A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887147" y="6119720"/>
                  <a:ext cx="111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39E041A-1CB7-94B9-364B-8276D2514C96}"/>
                    </a:ext>
                  </a:extLst>
                </p14:cNvPr>
                <p14:cNvContentPartPr/>
                <p14:nvPr/>
              </p14:nvContentPartPr>
              <p14:xfrm>
                <a:off x="3695987" y="5882840"/>
                <a:ext cx="196200" cy="1584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39E041A-1CB7-94B9-364B-8276D2514C9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691667" y="5878520"/>
                  <a:ext cx="204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D88783C-C4D3-F17E-1754-658A3D265AFD}"/>
                    </a:ext>
                  </a:extLst>
                </p14:cNvPr>
                <p14:cNvContentPartPr/>
                <p14:nvPr/>
              </p14:nvContentPartPr>
              <p14:xfrm>
                <a:off x="3977147" y="6018560"/>
                <a:ext cx="5040" cy="10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D88783C-C4D3-F17E-1754-658A3D265AF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972827" y="6014240"/>
                  <a:ext cx="13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48ED5B3-1542-B942-1515-7AD223494403}"/>
                    </a:ext>
                  </a:extLst>
                </p14:cNvPr>
                <p14:cNvContentPartPr/>
                <p14:nvPr/>
              </p14:nvContentPartPr>
              <p14:xfrm>
                <a:off x="4047347" y="5949080"/>
                <a:ext cx="128160" cy="238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48ED5B3-1542-B942-1515-7AD22349440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043027" y="5944760"/>
                  <a:ext cx="1368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C1233664-C918-8DAB-FA5E-570DF2896198}"/>
              </a:ext>
            </a:extLst>
          </p:cNvPr>
          <p:cNvGrpSpPr/>
          <p:nvPr/>
        </p:nvGrpSpPr>
        <p:grpSpPr>
          <a:xfrm>
            <a:off x="4350467" y="5689520"/>
            <a:ext cx="482760" cy="690840"/>
            <a:chOff x="4350467" y="5689520"/>
            <a:chExt cx="482760" cy="69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FDA2BAD-BB69-12B8-7E47-7DD1072D8258}"/>
                    </a:ext>
                  </a:extLst>
                </p14:cNvPr>
                <p14:cNvContentPartPr/>
                <p14:nvPr/>
              </p14:nvContentPartPr>
              <p14:xfrm>
                <a:off x="4350467" y="5689520"/>
                <a:ext cx="144720" cy="4111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FDA2BAD-BB69-12B8-7E47-7DD1072D825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46147" y="5685200"/>
                  <a:ext cx="15336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8F0EB7D-FC3E-4A34-C50D-3D380ABD9342}"/>
                    </a:ext>
                  </a:extLst>
                </p14:cNvPr>
                <p14:cNvContentPartPr/>
                <p14:nvPr/>
              </p14:nvContentPartPr>
              <p14:xfrm>
                <a:off x="4523627" y="5973200"/>
                <a:ext cx="113400" cy="2041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8F0EB7D-FC3E-4A34-C50D-3D380ABD934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19307" y="5968880"/>
                  <a:ext cx="1220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7786787-C01A-0E5F-93D8-C2342CFD523D}"/>
                    </a:ext>
                  </a:extLst>
                </p14:cNvPr>
                <p14:cNvContentPartPr/>
                <p14:nvPr/>
              </p14:nvContentPartPr>
              <p14:xfrm>
                <a:off x="4548827" y="6116120"/>
                <a:ext cx="223560" cy="264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7786787-C01A-0E5F-93D8-C2342CFD523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44507" y="6111800"/>
                  <a:ext cx="232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4245F16-17FA-643C-B418-EF31DD12123E}"/>
                    </a:ext>
                  </a:extLst>
                </p14:cNvPr>
                <p14:cNvContentPartPr/>
                <p14:nvPr/>
              </p14:nvContentPartPr>
              <p14:xfrm>
                <a:off x="4822787" y="5978600"/>
                <a:ext cx="10440" cy="32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4245F16-17FA-643C-B418-EF31DD12123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818467" y="5974280"/>
                  <a:ext cx="190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15A117E4-23C6-2B49-AE3B-630CBE0EA016}"/>
              </a:ext>
            </a:extLst>
          </p:cNvPr>
          <p:cNvGrpSpPr/>
          <p:nvPr/>
        </p:nvGrpSpPr>
        <p:grpSpPr>
          <a:xfrm>
            <a:off x="2695547" y="6390800"/>
            <a:ext cx="587880" cy="231120"/>
            <a:chOff x="2695547" y="6390800"/>
            <a:chExt cx="58788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6B1C6C9-36BA-45E9-4753-797EABF9A0EF}"/>
                    </a:ext>
                  </a:extLst>
                </p14:cNvPr>
                <p14:cNvContentPartPr/>
                <p14:nvPr/>
              </p14:nvContentPartPr>
              <p14:xfrm>
                <a:off x="2695547" y="6390800"/>
                <a:ext cx="135000" cy="23112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6B1C6C9-36BA-45E9-4753-797EABF9A0E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691227" y="6386480"/>
                  <a:ext cx="143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EA22C47-D859-62E3-F2BC-0958E0D41CB5}"/>
                    </a:ext>
                  </a:extLst>
                </p14:cNvPr>
                <p14:cNvContentPartPr/>
                <p14:nvPr/>
              </p14:nvContentPartPr>
              <p14:xfrm>
                <a:off x="2953667" y="6515000"/>
                <a:ext cx="65880" cy="16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EA22C47-D859-62E3-F2BC-0958E0D41CB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949347" y="6510680"/>
                  <a:ext cx="74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325FBA2-5701-A0F2-778F-85581D9B12DD}"/>
                    </a:ext>
                  </a:extLst>
                </p14:cNvPr>
                <p14:cNvContentPartPr/>
                <p14:nvPr/>
              </p14:nvContentPartPr>
              <p14:xfrm>
                <a:off x="2937107" y="6576200"/>
                <a:ext cx="123840" cy="39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325FBA2-5701-A0F2-778F-85581D9B12D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932787" y="6571880"/>
                  <a:ext cx="132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125FD68-3F83-B3C8-0AE7-8A5E81348B00}"/>
                    </a:ext>
                  </a:extLst>
                </p14:cNvPr>
                <p14:cNvContentPartPr/>
                <p14:nvPr/>
              </p14:nvContentPartPr>
              <p14:xfrm>
                <a:off x="3195587" y="6528680"/>
                <a:ext cx="87840" cy="824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125FD68-3F83-B3C8-0AE7-8A5E81348B0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191267" y="6524360"/>
                  <a:ext cx="9648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C3DFE2D4-8D08-E5C6-868C-3033BE221F56}"/>
                  </a:ext>
                </a:extLst>
              </p14:cNvPr>
              <p14:cNvContentPartPr/>
              <p14:nvPr/>
            </p14:nvContentPartPr>
            <p14:xfrm>
              <a:off x="2933507" y="5548040"/>
              <a:ext cx="145440" cy="9684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C3DFE2D4-8D08-E5C6-868C-3033BE221F56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2929187" y="5543720"/>
                <a:ext cx="15408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B498D7D-E63F-C938-7420-7767ECE9A9DD}"/>
              </a:ext>
            </a:extLst>
          </p:cNvPr>
          <p:cNvGrpSpPr/>
          <p:nvPr/>
        </p:nvGrpSpPr>
        <p:grpSpPr>
          <a:xfrm>
            <a:off x="5397347" y="5751440"/>
            <a:ext cx="868680" cy="560520"/>
            <a:chOff x="5397347" y="5751440"/>
            <a:chExt cx="868680" cy="56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E87D357-7172-FB9A-E3A4-B2860876B232}"/>
                    </a:ext>
                  </a:extLst>
                </p14:cNvPr>
                <p14:cNvContentPartPr/>
                <p14:nvPr/>
              </p14:nvContentPartPr>
              <p14:xfrm>
                <a:off x="5407067" y="5751440"/>
                <a:ext cx="488880" cy="5605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E87D357-7172-FB9A-E3A4-B2860876B23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402747" y="5747120"/>
                  <a:ext cx="49752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545BDA9-9658-5A7B-B404-698A58EAE0A1}"/>
                    </a:ext>
                  </a:extLst>
                </p14:cNvPr>
                <p14:cNvContentPartPr/>
                <p14:nvPr/>
              </p14:nvContentPartPr>
              <p14:xfrm>
                <a:off x="5397347" y="5997680"/>
                <a:ext cx="562680" cy="134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545BDA9-9658-5A7B-B404-698A58EAE0A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93027" y="5993360"/>
                  <a:ext cx="5713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8A1CBC8-0D9E-B93E-D342-29BE2755BA72}"/>
                    </a:ext>
                  </a:extLst>
                </p14:cNvPr>
                <p14:cNvContentPartPr/>
                <p14:nvPr/>
              </p14:nvContentPartPr>
              <p14:xfrm>
                <a:off x="6041027" y="5952320"/>
                <a:ext cx="225000" cy="1782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8A1CBC8-0D9E-B93E-D342-29BE2755BA7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36707" y="5948000"/>
                  <a:ext cx="23364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E859D4F-9475-7931-FACF-981348A9EEF7}"/>
              </a:ext>
            </a:extLst>
          </p:cNvPr>
          <p:cNvGrpSpPr/>
          <p:nvPr/>
        </p:nvGrpSpPr>
        <p:grpSpPr>
          <a:xfrm>
            <a:off x="6766427" y="5713640"/>
            <a:ext cx="840960" cy="367560"/>
            <a:chOff x="6766427" y="5713640"/>
            <a:chExt cx="840960" cy="36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652C0FD-181C-DCB2-BD4F-2C28980AC852}"/>
                    </a:ext>
                  </a:extLst>
                </p14:cNvPr>
                <p14:cNvContentPartPr/>
                <p14:nvPr/>
              </p14:nvContentPartPr>
              <p14:xfrm>
                <a:off x="6766427" y="5713640"/>
                <a:ext cx="362880" cy="367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652C0FD-181C-DCB2-BD4F-2C28980AC8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62107" y="5709320"/>
                  <a:ext cx="3715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2280A16-0CAF-C766-8FD0-B66788C4350A}"/>
                    </a:ext>
                  </a:extLst>
                </p14:cNvPr>
                <p14:cNvContentPartPr/>
                <p14:nvPr/>
              </p14:nvContentPartPr>
              <p14:xfrm>
                <a:off x="6966587" y="5869520"/>
                <a:ext cx="210240" cy="36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2280A16-0CAF-C766-8FD0-B66788C4350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962267" y="5865200"/>
                  <a:ext cx="218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FAE8DEC-FE31-6E20-A848-01A460F65559}"/>
                    </a:ext>
                  </a:extLst>
                </p14:cNvPr>
                <p14:cNvContentPartPr/>
                <p14:nvPr/>
              </p14:nvContentPartPr>
              <p14:xfrm>
                <a:off x="7253147" y="5741000"/>
                <a:ext cx="354240" cy="2552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FAE8DEC-FE31-6E20-A848-01A460F6555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248827" y="5736680"/>
                  <a:ext cx="36288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7E7F9A95-41A9-0FC1-A620-8A30EEDED4F8}"/>
              </a:ext>
            </a:extLst>
          </p:cNvPr>
          <p:cNvGrpSpPr/>
          <p:nvPr/>
        </p:nvGrpSpPr>
        <p:grpSpPr>
          <a:xfrm>
            <a:off x="8075747" y="5645240"/>
            <a:ext cx="726480" cy="605880"/>
            <a:chOff x="8075747" y="5645240"/>
            <a:chExt cx="726480" cy="6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A632231-4FD8-1664-CD65-72EB5CCCBDE1}"/>
                    </a:ext>
                  </a:extLst>
                </p14:cNvPr>
                <p14:cNvContentPartPr/>
                <p14:nvPr/>
              </p14:nvContentPartPr>
              <p14:xfrm>
                <a:off x="8075747" y="5797160"/>
                <a:ext cx="207360" cy="1148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A632231-4FD8-1664-CD65-72EB5CCCBDE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71427" y="5792840"/>
                  <a:ext cx="2160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E389C21-3F7F-55A8-1C34-A480F92CB82C}"/>
                    </a:ext>
                  </a:extLst>
                </p14:cNvPr>
                <p14:cNvContentPartPr/>
                <p14:nvPr/>
              </p14:nvContentPartPr>
              <p14:xfrm>
                <a:off x="8348267" y="5679080"/>
                <a:ext cx="32040" cy="561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E389C21-3F7F-55A8-1C34-A480F92CB82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343947" y="5674760"/>
                  <a:ext cx="4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E686F76-4010-57D4-77E0-54E0BB50FDDB}"/>
                    </a:ext>
                  </a:extLst>
                </p14:cNvPr>
                <p14:cNvContentPartPr/>
                <p14:nvPr/>
              </p14:nvContentPartPr>
              <p14:xfrm>
                <a:off x="8356547" y="5876360"/>
                <a:ext cx="90720" cy="83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E686F76-4010-57D4-77E0-54E0BB50FDD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352227" y="5872040"/>
                  <a:ext cx="99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C0800B4-01AE-5DF5-6C2B-8D5F05A12DC7}"/>
                    </a:ext>
                  </a:extLst>
                </p14:cNvPr>
                <p14:cNvContentPartPr/>
                <p14:nvPr/>
              </p14:nvContentPartPr>
              <p14:xfrm>
                <a:off x="8499107" y="5869520"/>
                <a:ext cx="263880" cy="3816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C0800B4-01AE-5DF5-6C2B-8D5F05A12DC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94787" y="5865200"/>
                  <a:ext cx="27252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71D36E1-D1D7-0A7B-10F2-28C81E4E6CDD}"/>
                    </a:ext>
                  </a:extLst>
                </p14:cNvPr>
                <p14:cNvContentPartPr/>
                <p14:nvPr/>
              </p14:nvContentPartPr>
              <p14:xfrm>
                <a:off x="8785307" y="5645240"/>
                <a:ext cx="16920" cy="13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71D36E1-D1D7-0A7B-10F2-28C81E4E6CD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80987" y="5640920"/>
                  <a:ext cx="25560" cy="2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8494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30706A-33B6-504E-3C98-AC9655AF94E5}"/>
                  </a:ext>
                </a:extLst>
              </p14:cNvPr>
              <p14:cNvContentPartPr/>
              <p14:nvPr/>
            </p14:nvContentPartPr>
            <p14:xfrm>
              <a:off x="965107" y="830200"/>
              <a:ext cx="187560" cy="17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30706A-33B6-504E-3C98-AC9655AF94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0787" y="825880"/>
                <a:ext cx="1962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53F2F-A0FE-5877-DA0C-9851E073542B}"/>
                  </a:ext>
                </a:extLst>
              </p14:cNvPr>
              <p14:cNvContentPartPr/>
              <p14:nvPr/>
            </p14:nvContentPartPr>
            <p14:xfrm>
              <a:off x="1175707" y="1035400"/>
              <a:ext cx="99720" cy="3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53F2F-A0FE-5877-DA0C-9851E07354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1387" y="1031080"/>
                <a:ext cx="1083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952B3A-D6ED-30DD-B635-D561F7301574}"/>
                  </a:ext>
                </a:extLst>
              </p14:cNvPr>
              <p14:cNvContentPartPr/>
              <p14:nvPr/>
            </p14:nvContentPartPr>
            <p14:xfrm>
              <a:off x="1320067" y="933160"/>
              <a:ext cx="16200" cy="19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952B3A-D6ED-30DD-B635-D561F73015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15747" y="928840"/>
                <a:ext cx="248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770E6BD-AED3-9FFA-BE11-3D7A49FB3ED5}"/>
                  </a:ext>
                </a:extLst>
              </p14:cNvPr>
              <p14:cNvContentPartPr/>
              <p14:nvPr/>
            </p14:nvContentPartPr>
            <p14:xfrm>
              <a:off x="1264627" y="1064920"/>
              <a:ext cx="147240" cy="267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770E6BD-AED3-9FFA-BE11-3D7A49FB3E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0307" y="1060600"/>
                <a:ext cx="1558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EB24BA1-A6FA-924C-8A84-DC7251E3511A}"/>
                  </a:ext>
                </a:extLst>
              </p14:cNvPr>
              <p14:cNvContentPartPr/>
              <p14:nvPr/>
            </p14:nvContentPartPr>
            <p14:xfrm>
              <a:off x="1474507" y="937840"/>
              <a:ext cx="43920" cy="18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EB24BA1-A6FA-924C-8A84-DC7251E351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70187" y="933520"/>
                <a:ext cx="525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FC054F-FEA7-B6EC-10D5-4E15095C3536}"/>
                  </a:ext>
                </a:extLst>
              </p14:cNvPr>
              <p14:cNvContentPartPr/>
              <p14:nvPr/>
            </p14:nvContentPartPr>
            <p14:xfrm>
              <a:off x="1879507" y="946120"/>
              <a:ext cx="175680" cy="3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FC054F-FEA7-B6EC-10D5-4E15095C353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75187" y="941800"/>
                <a:ext cx="184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1AD07E-7DB0-0A06-8CEA-83A996BE3296}"/>
                  </a:ext>
                </a:extLst>
              </p14:cNvPr>
              <p14:cNvContentPartPr/>
              <p14:nvPr/>
            </p14:nvContentPartPr>
            <p14:xfrm>
              <a:off x="1927387" y="1011280"/>
              <a:ext cx="143280" cy="5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1AD07E-7DB0-0A06-8CEA-83A996BE32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23067" y="1006960"/>
                <a:ext cx="15192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3FEF623-18C3-ADD1-C908-4141BCF25BF7}"/>
                  </a:ext>
                </a:extLst>
              </p14:cNvPr>
              <p14:cNvContentPartPr/>
              <p14:nvPr/>
            </p14:nvContentPartPr>
            <p14:xfrm>
              <a:off x="2560627" y="570640"/>
              <a:ext cx="725400" cy="624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3FEF623-18C3-ADD1-C908-4141BCF25B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56307" y="566320"/>
                <a:ext cx="73404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C5A79B0-586A-21C9-26D8-49E747799D11}"/>
                  </a:ext>
                </a:extLst>
              </p14:cNvPr>
              <p14:cNvContentPartPr/>
              <p14:nvPr/>
            </p14:nvContentPartPr>
            <p14:xfrm>
              <a:off x="3227347" y="1139080"/>
              <a:ext cx="21240" cy="45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C5A79B0-586A-21C9-26D8-49E747799D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23027" y="1134760"/>
                <a:ext cx="298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A1298C4-AA78-B61F-65B5-758251B59607}"/>
                  </a:ext>
                </a:extLst>
              </p14:cNvPr>
              <p14:cNvContentPartPr/>
              <p14:nvPr/>
            </p14:nvContentPartPr>
            <p14:xfrm>
              <a:off x="3764467" y="1044040"/>
              <a:ext cx="103320" cy="37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A1298C4-AA78-B61F-65B5-758251B596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60147" y="1039720"/>
                <a:ext cx="1119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A86784-2DEC-B470-F77E-E4005C45B0F2}"/>
                  </a:ext>
                </a:extLst>
              </p14:cNvPr>
              <p14:cNvContentPartPr/>
              <p14:nvPr/>
            </p14:nvContentPartPr>
            <p14:xfrm>
              <a:off x="3568987" y="802840"/>
              <a:ext cx="196200" cy="1584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A86784-2DEC-B470-F77E-E4005C45B0F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64667" y="798520"/>
                <a:ext cx="2048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5A8F0AC-0DD9-BB46-4741-E7BA6D56271B}"/>
                  </a:ext>
                </a:extLst>
              </p14:cNvPr>
              <p14:cNvContentPartPr/>
              <p14:nvPr/>
            </p14:nvContentPartPr>
            <p14:xfrm>
              <a:off x="3850147" y="938560"/>
              <a:ext cx="5040" cy="10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5A8F0AC-0DD9-BB46-4741-E7BA6D56271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45827" y="934240"/>
                <a:ext cx="136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82EC56A-CB44-04A6-08A5-079DC2BADD4D}"/>
                  </a:ext>
                </a:extLst>
              </p14:cNvPr>
              <p14:cNvContentPartPr/>
              <p14:nvPr/>
            </p14:nvContentPartPr>
            <p14:xfrm>
              <a:off x="3920347" y="869080"/>
              <a:ext cx="128160" cy="238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82EC56A-CB44-04A6-08A5-079DC2BADD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16027" y="864760"/>
                <a:ext cx="13680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15D3C7C-2A0D-3D4F-C2E2-E52E467035F4}"/>
                  </a:ext>
                </a:extLst>
              </p14:cNvPr>
              <p14:cNvContentPartPr/>
              <p14:nvPr/>
            </p14:nvContentPartPr>
            <p14:xfrm>
              <a:off x="4223467" y="609520"/>
              <a:ext cx="144720" cy="411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15D3C7C-2A0D-3D4F-C2E2-E52E467035F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19147" y="605200"/>
                <a:ext cx="1533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52422EE-DB0A-A0C8-2C45-B7D9A7D829E8}"/>
                  </a:ext>
                </a:extLst>
              </p14:cNvPr>
              <p14:cNvContentPartPr/>
              <p14:nvPr/>
            </p14:nvContentPartPr>
            <p14:xfrm>
              <a:off x="4396627" y="893200"/>
              <a:ext cx="113400" cy="204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52422EE-DB0A-A0C8-2C45-B7D9A7D829E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92307" y="888880"/>
                <a:ext cx="12204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AA07CFF-E470-92BA-91BB-140375324D7D}"/>
                  </a:ext>
                </a:extLst>
              </p14:cNvPr>
              <p14:cNvContentPartPr/>
              <p14:nvPr/>
            </p14:nvContentPartPr>
            <p14:xfrm>
              <a:off x="4421827" y="1036120"/>
              <a:ext cx="223560" cy="264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A07CFF-E470-92BA-91BB-140375324D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17507" y="1031800"/>
                <a:ext cx="2322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BF4828F-CAAA-8A45-4159-3B5E2C00AB94}"/>
                  </a:ext>
                </a:extLst>
              </p14:cNvPr>
              <p14:cNvContentPartPr/>
              <p14:nvPr/>
            </p14:nvContentPartPr>
            <p14:xfrm>
              <a:off x="4695787" y="898600"/>
              <a:ext cx="10440" cy="32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BF4828F-CAAA-8A45-4159-3B5E2C00AB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91467" y="894280"/>
                <a:ext cx="19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A7D9C79-27CA-A915-B7A3-88755F7AB749}"/>
                  </a:ext>
                </a:extLst>
              </p14:cNvPr>
              <p14:cNvContentPartPr/>
              <p14:nvPr/>
            </p14:nvContentPartPr>
            <p14:xfrm>
              <a:off x="2568547" y="1310800"/>
              <a:ext cx="135000" cy="2311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A7D9C79-27CA-A915-B7A3-88755F7AB7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64227" y="1306480"/>
                <a:ext cx="14364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DCF1308-D28B-B47A-ACCC-3EF39D689C7B}"/>
                  </a:ext>
                </a:extLst>
              </p14:cNvPr>
              <p14:cNvContentPartPr/>
              <p14:nvPr/>
            </p14:nvContentPartPr>
            <p14:xfrm>
              <a:off x="2826667" y="1435000"/>
              <a:ext cx="65880" cy="16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DCF1308-D28B-B47A-ACCC-3EF39D689C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22347" y="1430680"/>
                <a:ext cx="745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138CA6A-3BE6-3A24-B3DA-5C81FA6F1F8C}"/>
                  </a:ext>
                </a:extLst>
              </p14:cNvPr>
              <p14:cNvContentPartPr/>
              <p14:nvPr/>
            </p14:nvContentPartPr>
            <p14:xfrm>
              <a:off x="2810107" y="1496200"/>
              <a:ext cx="123840" cy="3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138CA6A-3BE6-3A24-B3DA-5C81FA6F1F8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805787" y="1491880"/>
                <a:ext cx="1324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13F5A35-242F-37B1-9385-6CB9497E4344}"/>
                  </a:ext>
                </a:extLst>
              </p14:cNvPr>
              <p14:cNvContentPartPr/>
              <p14:nvPr/>
            </p14:nvContentPartPr>
            <p14:xfrm>
              <a:off x="3068587" y="1448680"/>
              <a:ext cx="87840" cy="824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13F5A35-242F-37B1-9385-6CB9497E434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64267" y="1444360"/>
                <a:ext cx="9648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E47C8E7-B3B6-3EC0-A8BD-792435CA225D}"/>
                  </a:ext>
                </a:extLst>
              </p14:cNvPr>
              <p14:cNvContentPartPr/>
              <p14:nvPr/>
            </p14:nvContentPartPr>
            <p14:xfrm>
              <a:off x="2806507" y="468040"/>
              <a:ext cx="145440" cy="96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E47C8E7-B3B6-3EC0-A8BD-792435CA225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02187" y="463720"/>
                <a:ext cx="15408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5059286-E556-4973-F9BB-ADEA7899F695}"/>
                  </a:ext>
                </a:extLst>
              </p14:cNvPr>
              <p14:cNvContentPartPr/>
              <p14:nvPr/>
            </p14:nvContentPartPr>
            <p14:xfrm>
              <a:off x="5280067" y="671440"/>
              <a:ext cx="488880" cy="5605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5059286-E556-4973-F9BB-ADEA7899F69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75747" y="667120"/>
                <a:ext cx="49752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101F9CE-EEFB-26C8-D54C-980A077D92E4}"/>
                  </a:ext>
                </a:extLst>
              </p14:cNvPr>
              <p14:cNvContentPartPr/>
              <p14:nvPr/>
            </p14:nvContentPartPr>
            <p14:xfrm>
              <a:off x="5270347" y="917680"/>
              <a:ext cx="562680" cy="134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101F9CE-EEFB-26C8-D54C-980A077D92E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266027" y="913360"/>
                <a:ext cx="5713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16D7E7F-BB52-6F9C-2DE9-8FAC4F10EAE6}"/>
                  </a:ext>
                </a:extLst>
              </p14:cNvPr>
              <p14:cNvContentPartPr/>
              <p14:nvPr/>
            </p14:nvContentPartPr>
            <p14:xfrm>
              <a:off x="5914027" y="872320"/>
              <a:ext cx="225000" cy="178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16D7E7F-BB52-6F9C-2DE9-8FAC4F10EAE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09707" y="868000"/>
                <a:ext cx="2336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7FC5B52-AF80-628F-BDEC-D5AACAAABE1E}"/>
                  </a:ext>
                </a:extLst>
              </p14:cNvPr>
              <p14:cNvContentPartPr/>
              <p14:nvPr/>
            </p14:nvContentPartPr>
            <p14:xfrm>
              <a:off x="6639427" y="633640"/>
              <a:ext cx="362880" cy="3675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7FC5B52-AF80-628F-BDEC-D5AACAAABE1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35107" y="629320"/>
                <a:ext cx="37152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54FB130-8244-F648-82BC-275E6A200F5C}"/>
                  </a:ext>
                </a:extLst>
              </p14:cNvPr>
              <p14:cNvContentPartPr/>
              <p14:nvPr/>
            </p14:nvContentPartPr>
            <p14:xfrm>
              <a:off x="6839587" y="789520"/>
              <a:ext cx="210240" cy="36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54FB130-8244-F648-82BC-275E6A200F5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835267" y="785200"/>
                <a:ext cx="218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DF27BE0-7026-B920-688E-52D31E6AEB66}"/>
                  </a:ext>
                </a:extLst>
              </p14:cNvPr>
              <p14:cNvContentPartPr/>
              <p14:nvPr/>
            </p14:nvContentPartPr>
            <p14:xfrm>
              <a:off x="7126147" y="661000"/>
              <a:ext cx="354240" cy="255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DF27BE0-7026-B920-688E-52D31E6AEB6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121827" y="656680"/>
                <a:ext cx="36288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2A779F0-1961-4403-1470-095DFE7937B5}"/>
                  </a:ext>
                </a:extLst>
              </p14:cNvPr>
              <p14:cNvContentPartPr/>
              <p14:nvPr/>
            </p14:nvContentPartPr>
            <p14:xfrm>
              <a:off x="7948747" y="717160"/>
              <a:ext cx="207360" cy="1148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2A779F0-1961-4403-1470-095DFE7937B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44427" y="712840"/>
                <a:ext cx="2160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FEE4D0B-09B3-0AEE-2348-A7E558666BA8}"/>
                  </a:ext>
                </a:extLst>
              </p14:cNvPr>
              <p14:cNvContentPartPr/>
              <p14:nvPr/>
            </p14:nvContentPartPr>
            <p14:xfrm>
              <a:off x="8221267" y="599080"/>
              <a:ext cx="32040" cy="56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FEE4D0B-09B3-0AEE-2348-A7E558666BA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216947" y="594760"/>
                <a:ext cx="406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9366E04-C79C-B559-964F-093C68F830DE}"/>
                  </a:ext>
                </a:extLst>
              </p14:cNvPr>
              <p14:cNvContentPartPr/>
              <p14:nvPr/>
            </p14:nvContentPartPr>
            <p14:xfrm>
              <a:off x="8229547" y="796360"/>
              <a:ext cx="90720" cy="838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9366E04-C79C-B559-964F-093C68F830D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225227" y="792040"/>
                <a:ext cx="993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56EF178-4748-8BAE-67F1-B64AA993C364}"/>
                  </a:ext>
                </a:extLst>
              </p14:cNvPr>
              <p14:cNvContentPartPr/>
              <p14:nvPr/>
            </p14:nvContentPartPr>
            <p14:xfrm>
              <a:off x="8372107" y="789520"/>
              <a:ext cx="263880" cy="381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56EF178-4748-8BAE-67F1-B64AA993C36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67787" y="785200"/>
                <a:ext cx="27252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7A0BD8F-7C67-7434-9C53-F1D2A150849C}"/>
                  </a:ext>
                </a:extLst>
              </p14:cNvPr>
              <p14:cNvContentPartPr/>
              <p14:nvPr/>
            </p14:nvContentPartPr>
            <p14:xfrm>
              <a:off x="8658307" y="565240"/>
              <a:ext cx="16920" cy="13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7A0BD8F-7C67-7434-9C53-F1D2A150849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653987" y="560920"/>
                <a:ext cx="2556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AA4447EC-813D-F451-0482-9CBD9E35F5B3}"/>
              </a:ext>
            </a:extLst>
          </p:cNvPr>
          <p:cNvGrpSpPr/>
          <p:nvPr/>
        </p:nvGrpSpPr>
        <p:grpSpPr>
          <a:xfrm>
            <a:off x="1204067" y="2205800"/>
            <a:ext cx="419400" cy="655560"/>
            <a:chOff x="1204067" y="2205800"/>
            <a:chExt cx="419400" cy="65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7B6203-6ADA-01F3-4E5E-F8C7C23243D8}"/>
                    </a:ext>
                  </a:extLst>
                </p14:cNvPr>
                <p14:cNvContentPartPr/>
                <p14:nvPr/>
              </p14:nvContentPartPr>
              <p14:xfrm>
                <a:off x="1228907" y="2205800"/>
                <a:ext cx="379080" cy="65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7B6203-6ADA-01F3-4E5E-F8C7C23243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24587" y="2201480"/>
                  <a:ext cx="38772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B85E2E-FA27-886B-730C-DB396BAAD38D}"/>
                    </a:ext>
                  </a:extLst>
                </p14:cNvPr>
                <p14:cNvContentPartPr/>
                <p14:nvPr/>
              </p14:nvContentPartPr>
              <p14:xfrm>
                <a:off x="1204067" y="2521520"/>
                <a:ext cx="419400" cy="127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B85E2E-FA27-886B-730C-DB396BAAD3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9747" y="2517200"/>
                  <a:ext cx="428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2D7C120-3052-31B7-0226-218438A26296}"/>
              </a:ext>
            </a:extLst>
          </p:cNvPr>
          <p:cNvGrpSpPr/>
          <p:nvPr/>
        </p:nvGrpSpPr>
        <p:grpSpPr>
          <a:xfrm>
            <a:off x="1910387" y="2209760"/>
            <a:ext cx="771480" cy="397440"/>
            <a:chOff x="1910387" y="2209760"/>
            <a:chExt cx="77148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11CF12-A4AD-A88E-236F-2C5958C031A3}"/>
                    </a:ext>
                  </a:extLst>
                </p14:cNvPr>
                <p14:cNvContentPartPr/>
                <p14:nvPr/>
              </p14:nvContentPartPr>
              <p14:xfrm>
                <a:off x="1910387" y="2209760"/>
                <a:ext cx="232560" cy="397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11CF12-A4AD-A88E-236F-2C5958C031A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6067" y="2205440"/>
                  <a:ext cx="241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98AD1E-588D-66F9-3DA7-8E912719336C}"/>
                    </a:ext>
                  </a:extLst>
                </p14:cNvPr>
                <p14:cNvContentPartPr/>
                <p14:nvPr/>
              </p14:nvContentPartPr>
              <p14:xfrm>
                <a:off x="2163827" y="2472560"/>
                <a:ext cx="61920" cy="4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98AD1E-588D-66F9-3DA7-8E91271933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59507" y="2468240"/>
                  <a:ext cx="70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754F896-3D27-383B-E885-E9FC7D63001F}"/>
                    </a:ext>
                  </a:extLst>
                </p14:cNvPr>
                <p14:cNvContentPartPr/>
                <p14:nvPr/>
              </p14:nvContentPartPr>
              <p14:xfrm>
                <a:off x="2263907" y="2335400"/>
                <a:ext cx="17640" cy="56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754F896-3D27-383B-E885-E9FC7D63001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59587" y="2331080"/>
                  <a:ext cx="26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1EBE8E-29E2-7FCA-1960-1C4E32440702}"/>
                    </a:ext>
                  </a:extLst>
                </p14:cNvPr>
                <p14:cNvContentPartPr/>
                <p14:nvPr/>
              </p14:nvContentPartPr>
              <p14:xfrm>
                <a:off x="2331587" y="2470400"/>
                <a:ext cx="121320" cy="46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1EBE8E-29E2-7FCA-1960-1C4E3244070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27267" y="2466080"/>
                  <a:ext cx="129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6A4993-8B6C-71EA-E04A-7A3D5D0D53BB}"/>
                    </a:ext>
                  </a:extLst>
                </p14:cNvPr>
                <p14:cNvContentPartPr/>
                <p14:nvPr/>
              </p14:nvContentPartPr>
              <p14:xfrm>
                <a:off x="2502227" y="2220560"/>
                <a:ext cx="135720" cy="31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6A4993-8B6C-71EA-E04A-7A3D5D0D53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97907" y="2216240"/>
                  <a:ext cx="1443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31E1B7-CAE1-B2C3-349D-C803F10712AD}"/>
                    </a:ext>
                  </a:extLst>
                </p14:cNvPr>
                <p14:cNvContentPartPr/>
                <p14:nvPr/>
              </p14:nvContentPartPr>
              <p14:xfrm>
                <a:off x="2541467" y="2414600"/>
                <a:ext cx="140400" cy="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31E1B7-CAE1-B2C3-349D-C803F10712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37147" y="2410280"/>
                  <a:ext cx="14904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0F7F8A9-2A00-2A25-F9BF-7DD09BF83A50}"/>
                  </a:ext>
                </a:extLst>
              </p14:cNvPr>
              <p14:cNvContentPartPr/>
              <p14:nvPr/>
            </p14:nvContentPartPr>
            <p14:xfrm>
              <a:off x="2963747" y="2398760"/>
              <a:ext cx="156240" cy="85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0F7F8A9-2A00-2A25-F9BF-7DD09BF83A5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59427" y="2394440"/>
                <a:ext cx="1648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3DCFC3C-0B0D-44F0-643A-966262646C8B}"/>
                  </a:ext>
                </a:extLst>
              </p14:cNvPr>
              <p14:cNvContentPartPr/>
              <p14:nvPr/>
            </p14:nvContentPartPr>
            <p14:xfrm>
              <a:off x="3164627" y="2254400"/>
              <a:ext cx="44640" cy="33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3DCFC3C-0B0D-44F0-643A-966262646C8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160307" y="2250080"/>
                <a:ext cx="5328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089D07B7-56B9-0A8D-A38D-BF3B069CD73F}"/>
              </a:ext>
            </a:extLst>
          </p:cNvPr>
          <p:cNvGrpSpPr/>
          <p:nvPr/>
        </p:nvGrpSpPr>
        <p:grpSpPr>
          <a:xfrm>
            <a:off x="3348947" y="2373200"/>
            <a:ext cx="153000" cy="77040"/>
            <a:chOff x="3348947" y="2373200"/>
            <a:chExt cx="15300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93E76E0-A017-45B1-B109-7E7AC3ABA09A}"/>
                    </a:ext>
                  </a:extLst>
                </p14:cNvPr>
                <p14:cNvContentPartPr/>
                <p14:nvPr/>
              </p14:nvContentPartPr>
              <p14:xfrm>
                <a:off x="3348947" y="2373200"/>
                <a:ext cx="1065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93E76E0-A017-45B1-B109-7E7AC3ABA09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344627" y="2368880"/>
                  <a:ext cx="11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D7A0673-2B64-D693-A0DF-8E549B8AC6D8}"/>
                    </a:ext>
                  </a:extLst>
                </p14:cNvPr>
                <p14:cNvContentPartPr/>
                <p14:nvPr/>
              </p14:nvContentPartPr>
              <p14:xfrm>
                <a:off x="3356507" y="2443760"/>
                <a:ext cx="145440" cy="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D7A0673-2B64-D693-A0DF-8E549B8AC6D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52187" y="2439440"/>
                  <a:ext cx="154080" cy="1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BCF2D7B-D55A-AF92-168F-82ECDD17BA39}"/>
                  </a:ext>
                </a:extLst>
              </p14:cNvPr>
              <p14:cNvContentPartPr/>
              <p14:nvPr/>
            </p14:nvContentPartPr>
            <p14:xfrm>
              <a:off x="3761147" y="2285360"/>
              <a:ext cx="126720" cy="113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BCF2D7B-D55A-AF92-168F-82ECDD17BA3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756827" y="2281040"/>
                <a:ext cx="1353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38B7C72-9324-D7B8-1291-D9B3C9BE11D8}"/>
                  </a:ext>
                </a:extLst>
              </p14:cNvPr>
              <p14:cNvContentPartPr/>
              <p14:nvPr/>
            </p14:nvContentPartPr>
            <p14:xfrm>
              <a:off x="4081907" y="2345480"/>
              <a:ext cx="42480" cy="637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38B7C72-9324-D7B8-1291-D9B3C9BE11D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077587" y="2341160"/>
                <a:ext cx="511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E8A5ECC-E575-6B7D-4620-518BA0F605E4}"/>
                  </a:ext>
                </a:extLst>
              </p14:cNvPr>
              <p14:cNvContentPartPr/>
              <p14:nvPr/>
            </p14:nvContentPartPr>
            <p14:xfrm>
              <a:off x="3908747" y="2565800"/>
              <a:ext cx="115560" cy="77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E8A5ECC-E575-6B7D-4620-518BA0F605E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904427" y="2561480"/>
                <a:ext cx="12420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AA0423A8-DDA1-6A60-8FB7-903B1F52DE40}"/>
              </a:ext>
            </a:extLst>
          </p:cNvPr>
          <p:cNvGrpSpPr/>
          <p:nvPr/>
        </p:nvGrpSpPr>
        <p:grpSpPr>
          <a:xfrm>
            <a:off x="4721627" y="2151800"/>
            <a:ext cx="630720" cy="205200"/>
            <a:chOff x="4721627" y="2151800"/>
            <a:chExt cx="63072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FEFE731-45C0-7732-9F2E-1B7F03C8DEDE}"/>
                    </a:ext>
                  </a:extLst>
                </p14:cNvPr>
                <p14:cNvContentPartPr/>
                <p14:nvPr/>
              </p14:nvContentPartPr>
              <p14:xfrm>
                <a:off x="4721627" y="2229560"/>
                <a:ext cx="135720" cy="9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FEFE731-45C0-7732-9F2E-1B7F03C8DE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17307" y="2225240"/>
                  <a:ext cx="144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2A24E8E-76DE-F3AB-D502-7A9243E40AC9}"/>
                    </a:ext>
                  </a:extLst>
                </p14:cNvPr>
                <p14:cNvContentPartPr/>
                <p14:nvPr/>
              </p14:nvContentPartPr>
              <p14:xfrm>
                <a:off x="4900547" y="2151800"/>
                <a:ext cx="70200" cy="3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2A24E8E-76DE-F3AB-D502-7A9243E40A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96227" y="2147480"/>
                  <a:ext cx="78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555D88D-9AAA-0581-DACA-95E9F9FAD6D5}"/>
                    </a:ext>
                  </a:extLst>
                </p14:cNvPr>
                <p14:cNvContentPartPr/>
                <p14:nvPr/>
              </p14:nvContentPartPr>
              <p14:xfrm>
                <a:off x="5076587" y="2224160"/>
                <a:ext cx="275760" cy="132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555D88D-9AAA-0581-DACA-95E9F9FAD6D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72267" y="2219840"/>
                  <a:ext cx="284400" cy="14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E6DD1C9-BF4E-BAB1-9B36-31027A003314}"/>
                  </a:ext>
                </a:extLst>
              </p14:cNvPr>
              <p14:cNvContentPartPr/>
              <p14:nvPr/>
            </p14:nvContentPartPr>
            <p14:xfrm>
              <a:off x="5622347" y="2248280"/>
              <a:ext cx="242640" cy="723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E6DD1C9-BF4E-BAB1-9B36-31027A00331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618027" y="2243960"/>
                <a:ext cx="2512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7543CD7-C873-562A-4CEC-0C79E286F4B0}"/>
                  </a:ext>
                </a:extLst>
              </p14:cNvPr>
              <p14:cNvContentPartPr/>
              <p14:nvPr/>
            </p14:nvContentPartPr>
            <p14:xfrm>
              <a:off x="6079187" y="2273840"/>
              <a:ext cx="27360" cy="334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7543CD7-C873-562A-4CEC-0C79E286F4B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074867" y="2269520"/>
                <a:ext cx="360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1BD76D6-D503-DBBA-2501-E1DA7C6B8155}"/>
                  </a:ext>
                </a:extLst>
              </p14:cNvPr>
              <p14:cNvContentPartPr/>
              <p14:nvPr/>
            </p14:nvContentPartPr>
            <p14:xfrm>
              <a:off x="5856347" y="2462120"/>
              <a:ext cx="169560" cy="831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1BD76D6-D503-DBBA-2501-E1DA7C6B815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852027" y="2457800"/>
                <a:ext cx="17820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0F6467D2-0298-43FF-62AC-C7F1CC83277D}"/>
              </a:ext>
            </a:extLst>
          </p:cNvPr>
          <p:cNvGrpSpPr/>
          <p:nvPr/>
        </p:nvGrpSpPr>
        <p:grpSpPr>
          <a:xfrm>
            <a:off x="6784427" y="2006000"/>
            <a:ext cx="974880" cy="341280"/>
            <a:chOff x="6784427" y="2006000"/>
            <a:chExt cx="974880" cy="34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FE9F7C5-D893-D224-89C8-53D70BA54054}"/>
                    </a:ext>
                  </a:extLst>
                </p14:cNvPr>
                <p14:cNvContentPartPr/>
                <p14:nvPr/>
              </p14:nvContentPartPr>
              <p14:xfrm>
                <a:off x="6784427" y="2195720"/>
                <a:ext cx="161280" cy="102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FE9F7C5-D893-D224-89C8-53D70BA540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80107" y="2191400"/>
                  <a:ext cx="169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D616C7-8D6F-4587-B94E-5B0763035AB4}"/>
                    </a:ext>
                  </a:extLst>
                </p14:cNvPr>
                <p14:cNvContentPartPr/>
                <p14:nvPr/>
              </p14:nvContentPartPr>
              <p14:xfrm>
                <a:off x="7018427" y="2069000"/>
                <a:ext cx="55440" cy="25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D616C7-8D6F-4587-B94E-5B0763035AB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14107" y="2064680"/>
                  <a:ext cx="64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26C5B6-1308-4333-4A4A-32010ED55A83}"/>
                    </a:ext>
                  </a:extLst>
                </p14:cNvPr>
                <p14:cNvContentPartPr/>
                <p14:nvPr/>
              </p14:nvContentPartPr>
              <p14:xfrm>
                <a:off x="7180067" y="2111120"/>
                <a:ext cx="63000" cy="132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26C5B6-1308-4333-4A4A-32010ED55A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175747" y="2106800"/>
                  <a:ext cx="71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5953C8-0D5E-C201-D9EF-502EEDDD0B35}"/>
                    </a:ext>
                  </a:extLst>
                </p14:cNvPr>
                <p14:cNvContentPartPr/>
                <p14:nvPr/>
              </p14:nvContentPartPr>
              <p14:xfrm>
                <a:off x="7144787" y="2197160"/>
                <a:ext cx="184680" cy="7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5953C8-0D5E-C201-D9EF-502EEDDD0B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40467" y="2192840"/>
                  <a:ext cx="193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218688-05CB-3962-5B21-039A72FB30BA}"/>
                    </a:ext>
                  </a:extLst>
                </p14:cNvPr>
                <p14:cNvContentPartPr/>
                <p14:nvPr/>
              </p14:nvContentPartPr>
              <p14:xfrm>
                <a:off x="7447187" y="2132360"/>
                <a:ext cx="45360" cy="99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218688-05CB-3962-5B21-039A72FB30B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42867" y="2128040"/>
                  <a:ext cx="54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7D69020-E357-9ACB-5681-FC13D903C987}"/>
                    </a:ext>
                  </a:extLst>
                </p14:cNvPr>
                <p14:cNvContentPartPr/>
                <p14:nvPr/>
              </p14:nvContentPartPr>
              <p14:xfrm>
                <a:off x="7378067" y="2210480"/>
                <a:ext cx="176400" cy="14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7D69020-E357-9ACB-5681-FC13D903C98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73747" y="2206160"/>
                  <a:ext cx="185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26AB24-7C1A-9C8D-5D1F-D891CCDB1415}"/>
                    </a:ext>
                  </a:extLst>
                </p14:cNvPr>
                <p14:cNvContentPartPr/>
                <p14:nvPr/>
              </p14:nvContentPartPr>
              <p14:xfrm>
                <a:off x="7652387" y="2006000"/>
                <a:ext cx="106920" cy="341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26AB24-7C1A-9C8D-5D1F-D891CCDB141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48067" y="2001680"/>
                  <a:ext cx="11556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EF5ABDC-008D-217C-E3E1-BB86A2C19463}"/>
                  </a:ext>
                </a:extLst>
              </p14:cNvPr>
              <p14:cNvContentPartPr/>
              <p14:nvPr/>
            </p14:nvContentPartPr>
            <p14:xfrm>
              <a:off x="8169707" y="1854800"/>
              <a:ext cx="309960" cy="554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EF5ABDC-008D-217C-E3E1-BB86A2C1946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165387" y="1850480"/>
                <a:ext cx="318600" cy="56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264CBBE-2FAF-DA35-013D-B10046D87037}"/>
              </a:ext>
            </a:extLst>
          </p:cNvPr>
          <p:cNvGrpSpPr/>
          <p:nvPr/>
        </p:nvGrpSpPr>
        <p:grpSpPr>
          <a:xfrm>
            <a:off x="2220707" y="2857760"/>
            <a:ext cx="2197800" cy="564840"/>
            <a:chOff x="2220707" y="2857760"/>
            <a:chExt cx="219780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0FAA41C-4DF6-31BD-B180-63ADA0578632}"/>
                    </a:ext>
                  </a:extLst>
                </p14:cNvPr>
                <p14:cNvContentPartPr/>
                <p14:nvPr/>
              </p14:nvContentPartPr>
              <p14:xfrm>
                <a:off x="2250947" y="2873960"/>
                <a:ext cx="334800" cy="548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0FAA41C-4DF6-31BD-B180-63ADA057863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46627" y="2869640"/>
                  <a:ext cx="3434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ECA7DD-A25B-278D-5A3F-E966CB13A31F}"/>
                    </a:ext>
                  </a:extLst>
                </p14:cNvPr>
                <p14:cNvContentPartPr/>
                <p14:nvPr/>
              </p14:nvContentPartPr>
              <p14:xfrm>
                <a:off x="2220707" y="3105080"/>
                <a:ext cx="658800" cy="132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ECA7DD-A25B-278D-5A3F-E966CB13A3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16387" y="3100760"/>
                  <a:ext cx="667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D874D02-AAB6-D17E-51DD-6413B86C8F07}"/>
                    </a:ext>
                  </a:extLst>
                </p14:cNvPr>
                <p14:cNvContentPartPr/>
                <p14:nvPr/>
              </p14:nvContentPartPr>
              <p14:xfrm>
                <a:off x="2910827" y="2857760"/>
                <a:ext cx="274320" cy="353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D874D02-AAB6-D17E-51DD-6413B86C8F0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06507" y="2853440"/>
                  <a:ext cx="2829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E155258-A8A5-F7B5-1F95-E4AA96235FF6}"/>
                    </a:ext>
                  </a:extLst>
                </p14:cNvPr>
                <p14:cNvContentPartPr/>
                <p14:nvPr/>
              </p14:nvContentPartPr>
              <p14:xfrm>
                <a:off x="3338507" y="3057920"/>
                <a:ext cx="156960" cy="121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E155258-A8A5-F7B5-1F95-E4AA96235FF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34187" y="3053600"/>
                  <a:ext cx="165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17DBE27-A521-87EC-CB0E-BAC092AA2C56}"/>
                    </a:ext>
                  </a:extLst>
                </p14:cNvPr>
                <p14:cNvContentPartPr/>
                <p14:nvPr/>
              </p14:nvContentPartPr>
              <p14:xfrm>
                <a:off x="3562067" y="2927960"/>
                <a:ext cx="41040" cy="80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17DBE27-A521-87EC-CB0E-BAC092AA2C5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57747" y="2923640"/>
                  <a:ext cx="49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DE39E8D-F0D0-E0CF-7594-586D6D027D74}"/>
                    </a:ext>
                  </a:extLst>
                </p14:cNvPr>
                <p14:cNvContentPartPr/>
                <p14:nvPr/>
              </p14:nvContentPartPr>
              <p14:xfrm>
                <a:off x="3611747" y="3084200"/>
                <a:ext cx="139680" cy="58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DE39E8D-F0D0-E0CF-7594-586D6D027D7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07427" y="3079880"/>
                  <a:ext cx="148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3E133AF-A275-769C-DDDF-76A77F587534}"/>
                    </a:ext>
                  </a:extLst>
                </p14:cNvPr>
                <p14:cNvContentPartPr/>
                <p14:nvPr/>
              </p14:nvContentPartPr>
              <p14:xfrm>
                <a:off x="3897227" y="2895560"/>
                <a:ext cx="101520" cy="216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3E133AF-A275-769C-DDDF-76A77F58753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892907" y="2891240"/>
                  <a:ext cx="110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06DB35-3E76-0A04-C823-548B531858F1}"/>
                    </a:ext>
                  </a:extLst>
                </p14:cNvPr>
                <p14:cNvContentPartPr/>
                <p14:nvPr/>
              </p14:nvContentPartPr>
              <p14:xfrm>
                <a:off x="3920987" y="3012200"/>
                <a:ext cx="139680" cy="12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06DB35-3E76-0A04-C823-548B531858F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16667" y="3007880"/>
                  <a:ext cx="148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A543E14-C795-FA3A-783B-D2CA0A62201A}"/>
                    </a:ext>
                  </a:extLst>
                </p14:cNvPr>
                <p14:cNvContentPartPr/>
                <p14:nvPr/>
              </p14:nvContentPartPr>
              <p14:xfrm>
                <a:off x="4140947" y="3076640"/>
                <a:ext cx="201600" cy="3078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A543E14-C795-FA3A-783B-D2CA0A6220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36627" y="3072320"/>
                  <a:ext cx="2102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5D932A-F2C8-D82C-F31B-D4B93B73BF61}"/>
                    </a:ext>
                  </a:extLst>
                </p14:cNvPr>
                <p14:cNvContentPartPr/>
                <p14:nvPr/>
              </p14:nvContentPartPr>
              <p14:xfrm>
                <a:off x="4389707" y="2921120"/>
                <a:ext cx="28800" cy="8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5D932A-F2C8-D82C-F31B-D4B93B73BF6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85387" y="2916800"/>
                  <a:ext cx="37440" cy="1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500C2A6-4B11-49E5-20B5-DC29262BA3DA}"/>
                  </a:ext>
                </a:extLst>
              </p14:cNvPr>
              <p14:cNvContentPartPr/>
              <p14:nvPr/>
            </p14:nvContentPartPr>
            <p14:xfrm>
              <a:off x="4683827" y="2999960"/>
              <a:ext cx="126720" cy="16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500C2A6-4B11-49E5-20B5-DC29262BA3D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679507" y="2995640"/>
                <a:ext cx="135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ADBC8E4-E8AD-E47B-ABCD-9B923018FC66}"/>
                  </a:ext>
                </a:extLst>
              </p14:cNvPr>
              <p14:cNvContentPartPr/>
              <p14:nvPr/>
            </p14:nvContentPartPr>
            <p14:xfrm>
              <a:off x="4701107" y="3105440"/>
              <a:ext cx="127440" cy="648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ADBC8E4-E8AD-E47B-ABCD-9B923018FC6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696787" y="3101120"/>
                <a:ext cx="13608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F874A5E-F83C-6233-001E-A2DA888C8826}"/>
                  </a:ext>
                </a:extLst>
              </p14:cNvPr>
              <p14:cNvContentPartPr/>
              <p14:nvPr/>
            </p14:nvContentPartPr>
            <p14:xfrm>
              <a:off x="5070467" y="2900240"/>
              <a:ext cx="145440" cy="185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F874A5E-F83C-6233-001E-A2DA888C882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066147" y="2895920"/>
                <a:ext cx="1540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3FEE32B-71EB-8E62-F5E2-359073B9F77B}"/>
                  </a:ext>
                </a:extLst>
              </p14:cNvPr>
              <p14:cNvContentPartPr/>
              <p14:nvPr/>
            </p14:nvContentPartPr>
            <p14:xfrm>
              <a:off x="5407067" y="2972960"/>
              <a:ext cx="14760" cy="748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3FEE32B-71EB-8E62-F5E2-359073B9F77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402747" y="2968640"/>
                <a:ext cx="234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F1192E4-7B98-9F62-8085-D6E857E5C81D}"/>
                  </a:ext>
                </a:extLst>
              </p14:cNvPr>
              <p14:cNvContentPartPr/>
              <p14:nvPr/>
            </p14:nvContentPartPr>
            <p14:xfrm>
              <a:off x="5205467" y="3179240"/>
              <a:ext cx="146520" cy="1274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F1192E4-7B98-9F62-8085-D6E857E5C81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201147" y="3174920"/>
                <a:ext cx="155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6CC89C3-4259-88B0-ED2B-78022485BAB0}"/>
                  </a:ext>
                </a:extLst>
              </p14:cNvPr>
              <p14:cNvContentPartPr/>
              <p14:nvPr/>
            </p14:nvContentPartPr>
            <p14:xfrm>
              <a:off x="5744027" y="2957840"/>
              <a:ext cx="161280" cy="350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6CC89C3-4259-88B0-ED2B-78022485BAB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39707" y="2953520"/>
                <a:ext cx="1699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06B047B-9CA8-B1B8-DB89-942D1F73CCE1}"/>
                  </a:ext>
                </a:extLst>
              </p14:cNvPr>
              <p14:cNvContentPartPr/>
              <p14:nvPr/>
            </p14:nvContentPartPr>
            <p14:xfrm>
              <a:off x="5948147" y="2820320"/>
              <a:ext cx="32040" cy="356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06B047B-9CA8-B1B8-DB89-942D1F73CCE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943827" y="2816000"/>
                <a:ext cx="406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7D8EC57-030B-1FEF-D711-50006FA180CC}"/>
                  </a:ext>
                </a:extLst>
              </p14:cNvPr>
              <p14:cNvContentPartPr/>
              <p14:nvPr/>
            </p14:nvContentPartPr>
            <p14:xfrm>
              <a:off x="6197267" y="2906000"/>
              <a:ext cx="253440" cy="177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7D8EC57-030B-1FEF-D711-50006FA180C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192947" y="2901680"/>
                <a:ext cx="2620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7627091-209D-7B64-335D-FE357AC4C2F9}"/>
                  </a:ext>
                </a:extLst>
              </p14:cNvPr>
              <p14:cNvContentPartPr/>
              <p14:nvPr/>
            </p14:nvContentPartPr>
            <p14:xfrm>
              <a:off x="6689027" y="2927960"/>
              <a:ext cx="217440" cy="1152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7627091-209D-7B64-335D-FE357AC4C2F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84707" y="2923640"/>
                <a:ext cx="22608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6FBF163-2810-3E82-5813-D936831C41B6}"/>
                  </a:ext>
                </a:extLst>
              </p14:cNvPr>
              <p14:cNvContentPartPr/>
              <p14:nvPr/>
            </p14:nvContentPartPr>
            <p14:xfrm>
              <a:off x="7166747" y="2917880"/>
              <a:ext cx="5760" cy="507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6FBF163-2810-3E82-5813-D936831C41B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162427" y="2913560"/>
                <a:ext cx="1440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5200375-6F10-9C61-C3C1-4C5CC05061FD}"/>
                  </a:ext>
                </a:extLst>
              </p14:cNvPr>
              <p14:cNvContentPartPr/>
              <p14:nvPr/>
            </p14:nvContentPartPr>
            <p14:xfrm>
              <a:off x="6971627" y="3131720"/>
              <a:ext cx="114120" cy="1051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5200375-6F10-9C61-C3C1-4C5CC05061F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967307" y="3127400"/>
                <a:ext cx="12276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4526EBEE-FED1-BF9B-C4CF-EC6D5085330D}"/>
              </a:ext>
            </a:extLst>
          </p:cNvPr>
          <p:cNvGrpSpPr/>
          <p:nvPr/>
        </p:nvGrpSpPr>
        <p:grpSpPr>
          <a:xfrm>
            <a:off x="7495427" y="2706560"/>
            <a:ext cx="1095840" cy="461160"/>
            <a:chOff x="7495427" y="2706560"/>
            <a:chExt cx="10958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4016BE9-D51C-B813-A578-5047DE4C915C}"/>
                    </a:ext>
                  </a:extLst>
                </p14:cNvPr>
                <p14:cNvContentPartPr/>
                <p14:nvPr/>
              </p14:nvContentPartPr>
              <p14:xfrm>
                <a:off x="7495427" y="2880080"/>
                <a:ext cx="252360" cy="287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4016BE9-D51C-B813-A578-5047DE4C915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91107" y="2875760"/>
                  <a:ext cx="2610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860C4B4-7EBA-1839-D63C-0CFF98DC25B6}"/>
                    </a:ext>
                  </a:extLst>
                </p14:cNvPr>
                <p14:cNvContentPartPr/>
                <p14:nvPr/>
              </p14:nvContentPartPr>
              <p14:xfrm>
                <a:off x="7760387" y="2762360"/>
                <a:ext cx="60480" cy="41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60C4B4-7EBA-1839-D63C-0CFF98DC25B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56067" y="2758040"/>
                  <a:ext cx="69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EAE41D9-6652-DB2A-72A5-184CD1E6AECD}"/>
                    </a:ext>
                  </a:extLst>
                </p14:cNvPr>
                <p14:cNvContentPartPr/>
                <p14:nvPr/>
              </p14:nvContentPartPr>
              <p14:xfrm>
                <a:off x="7918427" y="2833640"/>
                <a:ext cx="57600" cy="196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EAE41D9-6652-DB2A-72A5-184CD1E6AEC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914107" y="2829320"/>
                  <a:ext cx="66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B50A01E-FEE0-CAF3-7364-2EDCC125F7CD}"/>
                    </a:ext>
                  </a:extLst>
                </p14:cNvPr>
                <p14:cNvContentPartPr/>
                <p14:nvPr/>
              </p14:nvContentPartPr>
              <p14:xfrm>
                <a:off x="7892867" y="2893760"/>
                <a:ext cx="181080" cy="57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B50A01E-FEE0-CAF3-7364-2EDCC125F7C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88547" y="2889440"/>
                  <a:ext cx="1897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55DAA0-5FD1-C3A6-3E26-428E4A6EF64A}"/>
                    </a:ext>
                  </a:extLst>
                </p14:cNvPr>
                <p14:cNvContentPartPr/>
                <p14:nvPr/>
              </p14:nvContentPartPr>
              <p14:xfrm>
                <a:off x="8202827" y="2840480"/>
                <a:ext cx="86760" cy="1472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55DAA0-5FD1-C3A6-3E26-428E4A6EF6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98507" y="2836160"/>
                  <a:ext cx="95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4CB14C8-18FD-F8A5-9016-6E627E0A87FA}"/>
                    </a:ext>
                  </a:extLst>
                </p14:cNvPr>
                <p14:cNvContentPartPr/>
                <p14:nvPr/>
              </p14:nvContentPartPr>
              <p14:xfrm>
                <a:off x="8157827" y="2884040"/>
                <a:ext cx="170280" cy="21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4CB14C8-18FD-F8A5-9016-6E627E0A87F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153507" y="2879720"/>
                  <a:ext cx="1789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4D2E05A-3320-AE41-5573-909A052D8A3B}"/>
                    </a:ext>
                  </a:extLst>
                </p14:cNvPr>
                <p14:cNvContentPartPr/>
                <p14:nvPr/>
              </p14:nvContentPartPr>
              <p14:xfrm>
                <a:off x="8461667" y="2706560"/>
                <a:ext cx="129600" cy="396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4D2E05A-3320-AE41-5573-909A052D8A3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457347" y="2702240"/>
                  <a:ext cx="138240" cy="40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288F8E8-2B19-652D-B577-A551D0F85070}"/>
                  </a:ext>
                </a:extLst>
              </p14:cNvPr>
              <p14:cNvContentPartPr/>
              <p14:nvPr/>
            </p14:nvContentPartPr>
            <p14:xfrm>
              <a:off x="8930027" y="2573000"/>
              <a:ext cx="323640" cy="557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288F8E8-2B19-652D-B577-A551D0F8507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925707" y="2568680"/>
                <a:ext cx="332280" cy="56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004E80C-152C-20B5-16C1-BCF0EF3E483D}"/>
              </a:ext>
            </a:extLst>
          </p:cNvPr>
          <p:cNvGrpSpPr/>
          <p:nvPr/>
        </p:nvGrpSpPr>
        <p:grpSpPr>
          <a:xfrm>
            <a:off x="2956187" y="3574520"/>
            <a:ext cx="2434680" cy="950760"/>
            <a:chOff x="2956187" y="3574520"/>
            <a:chExt cx="2434680" cy="9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C4A8A2-40FD-B6EF-DB2A-CBE8C5B5A45B}"/>
                    </a:ext>
                  </a:extLst>
                </p14:cNvPr>
                <p14:cNvContentPartPr/>
                <p14:nvPr/>
              </p14:nvContentPartPr>
              <p14:xfrm>
                <a:off x="3111347" y="3672080"/>
                <a:ext cx="128520" cy="175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C4A8A2-40FD-B6EF-DB2A-CBE8C5B5A45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107027" y="3667760"/>
                  <a:ext cx="137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A3A19E1-C385-94F5-4B4D-F653856616B5}"/>
                    </a:ext>
                  </a:extLst>
                </p14:cNvPr>
                <p14:cNvContentPartPr/>
                <p14:nvPr/>
              </p14:nvContentPartPr>
              <p14:xfrm>
                <a:off x="3355787" y="3695480"/>
                <a:ext cx="160560" cy="1238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A3A19E1-C385-94F5-4B4D-F653856616B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351467" y="3691160"/>
                  <a:ext cx="169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0D9DD9F-4F4A-DBDA-EDF0-D6FF35537046}"/>
                    </a:ext>
                  </a:extLst>
                </p14:cNvPr>
                <p14:cNvContentPartPr/>
                <p14:nvPr/>
              </p14:nvContentPartPr>
              <p14:xfrm>
                <a:off x="3566387" y="3740480"/>
                <a:ext cx="271440" cy="88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0D9DD9F-4F4A-DBDA-EDF0-D6FF3553704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62067" y="3736160"/>
                  <a:ext cx="280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29C14B4-75A3-9E01-FD7C-B1E95D690E6B}"/>
                    </a:ext>
                  </a:extLst>
                </p14:cNvPr>
                <p14:cNvContentPartPr/>
                <p14:nvPr/>
              </p14:nvContentPartPr>
              <p14:xfrm>
                <a:off x="4146707" y="3730760"/>
                <a:ext cx="180000" cy="44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29C14B4-75A3-9E01-FD7C-B1E95D690E6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42387" y="3726440"/>
                  <a:ext cx="188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0F7AABA-070F-133C-436A-D1BB9C7C37C6}"/>
                    </a:ext>
                  </a:extLst>
                </p14:cNvPr>
                <p14:cNvContentPartPr/>
                <p14:nvPr/>
              </p14:nvContentPartPr>
              <p14:xfrm>
                <a:off x="4119707" y="3814280"/>
                <a:ext cx="166680" cy="9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0F7AABA-070F-133C-436A-D1BB9C7C37C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15387" y="3809960"/>
                  <a:ext cx="175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B25876A-6101-B756-5CF9-773F309CE4CD}"/>
                    </a:ext>
                  </a:extLst>
                </p14:cNvPr>
                <p14:cNvContentPartPr/>
                <p14:nvPr/>
              </p14:nvContentPartPr>
              <p14:xfrm>
                <a:off x="4574027" y="3643280"/>
                <a:ext cx="165960" cy="143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B25876A-6101-B756-5CF9-773F309CE4C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69707" y="3638960"/>
                  <a:ext cx="174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661094C-6539-729B-C3DC-0E373FEF15EE}"/>
                    </a:ext>
                  </a:extLst>
                </p14:cNvPr>
                <p14:cNvContentPartPr/>
                <p14:nvPr/>
              </p14:nvContentPartPr>
              <p14:xfrm>
                <a:off x="4842587" y="3739040"/>
                <a:ext cx="16920" cy="11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661094C-6539-729B-C3DC-0E373FEF15E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38267" y="3734720"/>
                  <a:ext cx="255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DB3BD96-8FB7-01FE-761D-4BE8136DDBBE}"/>
                    </a:ext>
                  </a:extLst>
                </p14:cNvPr>
                <p14:cNvContentPartPr/>
                <p14:nvPr/>
              </p14:nvContentPartPr>
              <p14:xfrm>
                <a:off x="4966427" y="3574520"/>
                <a:ext cx="219240" cy="1965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DB3BD96-8FB7-01FE-761D-4BE8136DDB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62107" y="3570200"/>
                  <a:ext cx="227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67B9BF1-4768-FC5E-3DEE-8BE9F0EBE8B7}"/>
                    </a:ext>
                  </a:extLst>
                </p14:cNvPr>
                <p14:cNvContentPartPr/>
                <p14:nvPr/>
              </p14:nvContentPartPr>
              <p14:xfrm>
                <a:off x="5377907" y="3652640"/>
                <a:ext cx="10800" cy="37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67B9BF1-4768-FC5E-3DEE-8BE9F0EBE8B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73587" y="3648320"/>
                  <a:ext cx="19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CFDA3AF-E4D7-AF3F-A846-0036E699C1AB}"/>
                    </a:ext>
                  </a:extLst>
                </p14:cNvPr>
                <p14:cNvContentPartPr/>
                <p14:nvPr/>
              </p14:nvContentPartPr>
              <p14:xfrm>
                <a:off x="5247587" y="3775040"/>
                <a:ext cx="143280" cy="1116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CFDA3AF-E4D7-AF3F-A846-0036E699C1A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43267" y="3770720"/>
                  <a:ext cx="151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F325015-7A69-51DF-8218-37FA18CA176B}"/>
                    </a:ext>
                  </a:extLst>
                </p14:cNvPr>
                <p14:cNvContentPartPr/>
                <p14:nvPr/>
              </p14:nvContentPartPr>
              <p14:xfrm>
                <a:off x="3002627" y="4057280"/>
                <a:ext cx="344880" cy="468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F325015-7A69-51DF-8218-37FA18CA17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98307" y="4052960"/>
                  <a:ext cx="35352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E396192-CB60-F2D7-C362-CBA6DB2E5895}"/>
                    </a:ext>
                  </a:extLst>
                </p14:cNvPr>
                <p14:cNvContentPartPr/>
                <p14:nvPr/>
              </p14:nvContentPartPr>
              <p14:xfrm>
                <a:off x="2956187" y="4231880"/>
                <a:ext cx="612360" cy="138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E396192-CB60-F2D7-C362-CBA6DB2E58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51867" y="4227560"/>
                  <a:ext cx="6210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AB17665-9A9C-C2A8-27B0-1A481EE85BC4}"/>
                    </a:ext>
                  </a:extLst>
                </p14:cNvPr>
                <p14:cNvContentPartPr/>
                <p14:nvPr/>
              </p14:nvContentPartPr>
              <p14:xfrm>
                <a:off x="3791387" y="4035680"/>
                <a:ext cx="279720" cy="356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AB17665-9A9C-C2A8-27B0-1A481EE85BC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87067" y="4031360"/>
                  <a:ext cx="2883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AFD21E9-D424-316A-BFCB-2420FAE135FE}"/>
                    </a:ext>
                  </a:extLst>
                </p14:cNvPr>
                <p14:cNvContentPartPr/>
                <p14:nvPr/>
              </p14:nvContentPartPr>
              <p14:xfrm>
                <a:off x="4066787" y="4208840"/>
                <a:ext cx="160560" cy="102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AFD21E9-D424-316A-BFCB-2420FAE135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62467" y="4204520"/>
                  <a:ext cx="169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EF9FD53-4924-2CBC-8895-096FF00C91B9}"/>
                    </a:ext>
                  </a:extLst>
                </p14:cNvPr>
                <p14:cNvContentPartPr/>
                <p14:nvPr/>
              </p14:nvContentPartPr>
              <p14:xfrm>
                <a:off x="4251107" y="4093640"/>
                <a:ext cx="40320" cy="59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EF9FD53-4924-2CBC-8895-096FF00C91B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46787" y="4089320"/>
                  <a:ext cx="48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8155B67-137B-1977-7FEB-9F0E099066C6}"/>
                    </a:ext>
                  </a:extLst>
                </p14:cNvPr>
                <p14:cNvContentPartPr/>
                <p14:nvPr/>
              </p14:nvContentPartPr>
              <p14:xfrm>
                <a:off x="4283507" y="4255280"/>
                <a:ext cx="158400" cy="62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8155B67-137B-1977-7FEB-9F0E099066C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279187" y="4250960"/>
                  <a:ext cx="167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B2AEC0-989E-9EE1-64AB-76F21D96FB3F}"/>
                    </a:ext>
                  </a:extLst>
                </p14:cNvPr>
                <p14:cNvContentPartPr/>
                <p14:nvPr/>
              </p14:nvContentPartPr>
              <p14:xfrm>
                <a:off x="4616867" y="4035680"/>
                <a:ext cx="66600" cy="244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B2AEC0-989E-9EE1-64AB-76F21D96FB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12547" y="4031360"/>
                  <a:ext cx="75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3CC6F9E-C982-BEDA-CC1E-939DDFF63399}"/>
                    </a:ext>
                  </a:extLst>
                </p14:cNvPr>
                <p14:cNvContentPartPr/>
                <p14:nvPr/>
              </p14:nvContentPartPr>
              <p14:xfrm>
                <a:off x="4548467" y="4130360"/>
                <a:ext cx="198360" cy="108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3CC6F9E-C982-BEDA-CC1E-939DDFF6339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44147" y="4126040"/>
                  <a:ext cx="207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46C4E71-A421-A233-E2BA-01929BF22EBC}"/>
                    </a:ext>
                  </a:extLst>
                </p14:cNvPr>
                <p14:cNvContentPartPr/>
                <p14:nvPr/>
              </p14:nvContentPartPr>
              <p14:xfrm>
                <a:off x="5164787" y="3964760"/>
                <a:ext cx="210960" cy="313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46C4E71-A421-A233-E2BA-01929BF22EB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60467" y="3960440"/>
                  <a:ext cx="21960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B5D356-EE73-1620-C43E-54FE701D6CC4}"/>
              </a:ext>
            </a:extLst>
          </p:cNvPr>
          <p:cNvGrpSpPr/>
          <p:nvPr/>
        </p:nvGrpSpPr>
        <p:grpSpPr>
          <a:xfrm>
            <a:off x="5598227" y="4126760"/>
            <a:ext cx="163080" cy="99360"/>
            <a:chOff x="5598227" y="4126760"/>
            <a:chExt cx="163080" cy="9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3E8C7BC-AFA9-6C99-22B9-525FDBE9DBF1}"/>
                    </a:ext>
                  </a:extLst>
                </p14:cNvPr>
                <p14:cNvContentPartPr/>
                <p14:nvPr/>
              </p14:nvContentPartPr>
              <p14:xfrm>
                <a:off x="5656907" y="4126760"/>
                <a:ext cx="84600" cy="14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3E8C7BC-AFA9-6C99-22B9-525FDBE9DBF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652587" y="4122440"/>
                  <a:ext cx="93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E887A0-3554-D3EA-2D28-EA4C284E965C}"/>
                    </a:ext>
                  </a:extLst>
                </p14:cNvPr>
                <p14:cNvContentPartPr/>
                <p14:nvPr/>
              </p14:nvContentPartPr>
              <p14:xfrm>
                <a:off x="5598227" y="4216040"/>
                <a:ext cx="163080" cy="10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E887A0-3554-D3EA-2D28-EA4C284E965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93907" y="4211720"/>
                  <a:ext cx="1717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0273A1F-0195-584B-D156-E1CD5C686C17}"/>
              </a:ext>
            </a:extLst>
          </p:cNvPr>
          <p:cNvGrpSpPr/>
          <p:nvPr/>
        </p:nvGrpSpPr>
        <p:grpSpPr>
          <a:xfrm>
            <a:off x="5993507" y="4034600"/>
            <a:ext cx="287280" cy="137880"/>
            <a:chOff x="5993507" y="4034600"/>
            <a:chExt cx="287280" cy="13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AB9D9B3-57EF-EA84-5230-A2BA6B5BDDAC}"/>
                    </a:ext>
                  </a:extLst>
                </p14:cNvPr>
                <p14:cNvContentPartPr/>
                <p14:nvPr/>
              </p14:nvContentPartPr>
              <p14:xfrm>
                <a:off x="5993507" y="4034600"/>
                <a:ext cx="127440" cy="137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AB9D9B3-57EF-EA84-5230-A2BA6B5BDDA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89187" y="4030280"/>
                  <a:ext cx="136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2F37E24-E031-7AE1-04F3-E0B64482D838}"/>
                    </a:ext>
                  </a:extLst>
                </p14:cNvPr>
                <p14:cNvContentPartPr/>
                <p14:nvPr/>
              </p14:nvContentPartPr>
              <p14:xfrm>
                <a:off x="6275027" y="4045400"/>
                <a:ext cx="5760" cy="874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2F37E24-E031-7AE1-04F3-E0B64482D83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70707" y="4041080"/>
                  <a:ext cx="14400" cy="9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E331373-6E32-0E31-18D4-45C1BFFA16C1}"/>
                  </a:ext>
                </a:extLst>
              </p14:cNvPr>
              <p14:cNvContentPartPr/>
              <p14:nvPr/>
            </p14:nvContentPartPr>
            <p14:xfrm>
              <a:off x="6103307" y="4264280"/>
              <a:ext cx="74880" cy="1231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E331373-6E32-0E31-18D4-45C1BFFA16C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098987" y="4259960"/>
                <a:ext cx="8352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DB2D1259-E22F-3A68-1BCB-D2494A1605A2}"/>
              </a:ext>
            </a:extLst>
          </p:cNvPr>
          <p:cNvGrpSpPr/>
          <p:nvPr/>
        </p:nvGrpSpPr>
        <p:grpSpPr>
          <a:xfrm>
            <a:off x="6788387" y="3739040"/>
            <a:ext cx="614880" cy="391680"/>
            <a:chOff x="6788387" y="3739040"/>
            <a:chExt cx="614880" cy="39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6B70BF2-FD69-A8E7-E52A-03D871537443}"/>
                    </a:ext>
                  </a:extLst>
                </p14:cNvPr>
                <p14:cNvContentPartPr/>
                <p14:nvPr/>
              </p14:nvContentPartPr>
              <p14:xfrm>
                <a:off x="6788387" y="3739040"/>
                <a:ext cx="214560" cy="391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6B70BF2-FD69-A8E7-E52A-03D87153744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784067" y="3734720"/>
                  <a:ext cx="2232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0FE93F8-A4BA-51A2-F897-A82224188FE2}"/>
                    </a:ext>
                  </a:extLst>
                </p14:cNvPr>
                <p14:cNvContentPartPr/>
                <p14:nvPr/>
              </p14:nvContentPartPr>
              <p14:xfrm>
                <a:off x="7099787" y="3913640"/>
                <a:ext cx="303480" cy="199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0FE93F8-A4BA-51A2-F897-A82224188FE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095467" y="3909320"/>
                  <a:ext cx="31212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5A9776CD-D88A-5FDB-B0E7-53A70861C7BC}"/>
              </a:ext>
            </a:extLst>
          </p:cNvPr>
          <p:cNvGrpSpPr/>
          <p:nvPr/>
        </p:nvGrpSpPr>
        <p:grpSpPr>
          <a:xfrm>
            <a:off x="7581467" y="3973760"/>
            <a:ext cx="322200" cy="330840"/>
            <a:chOff x="7581467" y="3973760"/>
            <a:chExt cx="32220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6D523D5-E964-D563-779A-581FB722C0A0}"/>
                    </a:ext>
                  </a:extLst>
                </p14:cNvPr>
                <p14:cNvContentPartPr/>
                <p14:nvPr/>
              </p14:nvContentPartPr>
              <p14:xfrm>
                <a:off x="7581467" y="4019120"/>
                <a:ext cx="147960" cy="96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6D523D5-E964-D563-779A-581FB722C0A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77147" y="4014800"/>
                  <a:ext cx="156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98483F4-8470-E3E0-FCAA-0A8182C6BB52}"/>
                    </a:ext>
                  </a:extLst>
                </p14:cNvPr>
                <p14:cNvContentPartPr/>
                <p14:nvPr/>
              </p14:nvContentPartPr>
              <p14:xfrm>
                <a:off x="7886027" y="3973760"/>
                <a:ext cx="17640" cy="47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98483F4-8470-E3E0-FCAA-0A8182C6BB5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81707" y="3969440"/>
                  <a:ext cx="262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8038B9D-72FE-FE32-6347-273F7FCC9124}"/>
                    </a:ext>
                  </a:extLst>
                </p14:cNvPr>
                <p14:cNvContentPartPr/>
                <p14:nvPr/>
              </p14:nvContentPartPr>
              <p14:xfrm>
                <a:off x="7680827" y="4120640"/>
                <a:ext cx="178560" cy="183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8038B9D-72FE-FE32-6347-273F7FCC912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76507" y="4116320"/>
                  <a:ext cx="18720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FC6ABD0-4C07-F7B4-37BA-DAC69A7FE42C}"/>
              </a:ext>
            </a:extLst>
          </p:cNvPr>
          <p:cNvGrpSpPr/>
          <p:nvPr/>
        </p:nvGrpSpPr>
        <p:grpSpPr>
          <a:xfrm>
            <a:off x="8302907" y="3641120"/>
            <a:ext cx="947160" cy="468360"/>
            <a:chOff x="8302907" y="3641120"/>
            <a:chExt cx="94716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427818-5A62-A775-5197-B2CFDBEDA63B}"/>
                    </a:ext>
                  </a:extLst>
                </p14:cNvPr>
                <p14:cNvContentPartPr/>
                <p14:nvPr/>
              </p14:nvContentPartPr>
              <p14:xfrm>
                <a:off x="8302907" y="3641120"/>
                <a:ext cx="236520" cy="443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427818-5A62-A775-5197-B2CFDBEDA63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98587" y="3636800"/>
                  <a:ext cx="2451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640CADD-FE16-4402-09B9-3B9652A4BFC1}"/>
                    </a:ext>
                  </a:extLst>
                </p14:cNvPr>
                <p14:cNvContentPartPr/>
                <p14:nvPr/>
              </p14:nvContentPartPr>
              <p14:xfrm>
                <a:off x="8661827" y="3915800"/>
                <a:ext cx="65160" cy="1562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640CADD-FE16-4402-09B9-3B9652A4BFC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657507" y="3911480"/>
                  <a:ext cx="73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CCDE61D-63B0-4843-DD2C-36812D268D70}"/>
                    </a:ext>
                  </a:extLst>
                </p14:cNvPr>
                <p14:cNvContentPartPr/>
                <p14:nvPr/>
              </p14:nvContentPartPr>
              <p14:xfrm>
                <a:off x="8646347" y="3973760"/>
                <a:ext cx="178560" cy="6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CCDE61D-63B0-4843-DD2C-36812D268D7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42027" y="3969440"/>
                  <a:ext cx="1872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91EEDF1-CD26-C65C-F9F6-824E88B89679}"/>
                    </a:ext>
                  </a:extLst>
                </p14:cNvPr>
                <p14:cNvContentPartPr/>
                <p14:nvPr/>
              </p14:nvContentPartPr>
              <p14:xfrm>
                <a:off x="8932907" y="3884120"/>
                <a:ext cx="76320" cy="185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91EEDF1-CD26-C65C-F9F6-824E88B8967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928587" y="3879800"/>
                  <a:ext cx="84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E1DEA10-3FBA-7556-6518-47A3D33EA1EE}"/>
                    </a:ext>
                  </a:extLst>
                </p14:cNvPr>
                <p14:cNvContentPartPr/>
                <p14:nvPr/>
              </p14:nvContentPartPr>
              <p14:xfrm>
                <a:off x="8912747" y="3982040"/>
                <a:ext cx="161280" cy="5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E1DEA10-3FBA-7556-6518-47A3D33EA1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908427" y="3977720"/>
                  <a:ext cx="1699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5551509-CFBF-F27D-187F-C3497A275D0C}"/>
                    </a:ext>
                  </a:extLst>
                </p14:cNvPr>
                <p14:cNvContentPartPr/>
                <p14:nvPr/>
              </p14:nvContentPartPr>
              <p14:xfrm>
                <a:off x="9089507" y="3687920"/>
                <a:ext cx="160560" cy="421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5551509-CFBF-F27D-187F-C3497A275D0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085187" y="3683600"/>
                  <a:ext cx="169200" cy="43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47AE486-B7BE-EE61-03FB-AD012521484B}"/>
                  </a:ext>
                </a:extLst>
              </p14:cNvPr>
              <p14:cNvContentPartPr/>
              <p14:nvPr/>
            </p14:nvContentPartPr>
            <p14:xfrm>
              <a:off x="9690707" y="3559760"/>
              <a:ext cx="155520" cy="5652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47AE486-B7BE-EE61-03FB-AD012521484B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686387" y="3555440"/>
                <a:ext cx="164160" cy="57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72C444E-49F4-1D8E-FEC1-AA3DC901C1FE}"/>
              </a:ext>
            </a:extLst>
          </p:cNvPr>
          <p:cNvGrpSpPr/>
          <p:nvPr/>
        </p:nvGrpSpPr>
        <p:grpSpPr>
          <a:xfrm>
            <a:off x="3742427" y="4716080"/>
            <a:ext cx="805680" cy="186840"/>
            <a:chOff x="3742427" y="4716080"/>
            <a:chExt cx="80568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D7F5D19-23EF-7230-CAEA-EF5048B5C1D2}"/>
                    </a:ext>
                  </a:extLst>
                </p14:cNvPr>
                <p14:cNvContentPartPr/>
                <p14:nvPr/>
              </p14:nvContentPartPr>
              <p14:xfrm>
                <a:off x="3742427" y="4716080"/>
                <a:ext cx="197640" cy="186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D7F5D19-23EF-7230-CAEA-EF5048B5C1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738107" y="4711760"/>
                  <a:ext cx="206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C9FF60C-CD59-97D9-8996-09B1D34F407F}"/>
                    </a:ext>
                  </a:extLst>
                </p14:cNvPr>
                <p14:cNvContentPartPr/>
                <p14:nvPr/>
              </p14:nvContentPartPr>
              <p14:xfrm>
                <a:off x="3975707" y="4750280"/>
                <a:ext cx="128160" cy="900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C9FF60C-CD59-97D9-8996-09B1D34F40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971387" y="4745960"/>
                  <a:ext cx="136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A99F256-63B4-F10D-231B-77F5855CD6AE}"/>
                    </a:ext>
                  </a:extLst>
                </p14:cNvPr>
                <p14:cNvContentPartPr/>
                <p14:nvPr/>
              </p14:nvContentPartPr>
              <p14:xfrm>
                <a:off x="4206467" y="4760360"/>
                <a:ext cx="341640" cy="1004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A99F256-63B4-F10D-231B-77F5855CD6A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202147" y="4756040"/>
                  <a:ext cx="35028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F61AF06-7FE8-FBC8-788C-80EEBAE3394E}"/>
              </a:ext>
            </a:extLst>
          </p:cNvPr>
          <p:cNvGrpSpPr/>
          <p:nvPr/>
        </p:nvGrpSpPr>
        <p:grpSpPr>
          <a:xfrm>
            <a:off x="4844387" y="4766840"/>
            <a:ext cx="192960" cy="75240"/>
            <a:chOff x="4844387" y="4766840"/>
            <a:chExt cx="19296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E86EEA-C20D-F8F5-0A52-85B7CFD80CC7}"/>
                    </a:ext>
                  </a:extLst>
                </p14:cNvPr>
                <p14:cNvContentPartPr/>
                <p14:nvPr/>
              </p14:nvContentPartPr>
              <p14:xfrm>
                <a:off x="4844387" y="4766840"/>
                <a:ext cx="123120" cy="23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E86EEA-C20D-F8F5-0A52-85B7CFD80CC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40067" y="4762520"/>
                  <a:ext cx="131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3960432-6BE3-B5C7-0FEE-9534EC24F0E9}"/>
                    </a:ext>
                  </a:extLst>
                </p14:cNvPr>
                <p14:cNvContentPartPr/>
                <p14:nvPr/>
              </p14:nvContentPartPr>
              <p14:xfrm>
                <a:off x="4857707" y="4836320"/>
                <a:ext cx="179640" cy="5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3960432-6BE3-B5C7-0FEE-9534EC24F0E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853387" y="4832000"/>
                  <a:ext cx="18828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A329ED0-6871-EBE0-85E2-B67F61FA328E}"/>
              </a:ext>
            </a:extLst>
          </p:cNvPr>
          <p:cNvGrpSpPr/>
          <p:nvPr/>
        </p:nvGrpSpPr>
        <p:grpSpPr>
          <a:xfrm>
            <a:off x="5345507" y="4646600"/>
            <a:ext cx="1302840" cy="276120"/>
            <a:chOff x="5345507" y="4646600"/>
            <a:chExt cx="130284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BB11909-5981-17A5-0C90-F541F34038E1}"/>
                    </a:ext>
                  </a:extLst>
                </p14:cNvPr>
                <p14:cNvContentPartPr/>
                <p14:nvPr/>
              </p14:nvContentPartPr>
              <p14:xfrm>
                <a:off x="5345507" y="4739120"/>
                <a:ext cx="199800" cy="1836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BB11909-5981-17A5-0C90-F541F34038E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41187" y="4734800"/>
                  <a:ext cx="208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D63E5C8-197B-69A1-B92A-5BE0BDD81755}"/>
                    </a:ext>
                  </a:extLst>
                </p14:cNvPr>
                <p14:cNvContentPartPr/>
                <p14:nvPr/>
              </p14:nvContentPartPr>
              <p14:xfrm>
                <a:off x="5593187" y="4763960"/>
                <a:ext cx="227520" cy="115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D63E5C8-197B-69A1-B92A-5BE0BDD8175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88867" y="4759640"/>
                  <a:ext cx="236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8038CA1-D7FD-116E-E903-7B3178353D6D}"/>
                    </a:ext>
                  </a:extLst>
                </p14:cNvPr>
                <p14:cNvContentPartPr/>
                <p14:nvPr/>
              </p14:nvContentPartPr>
              <p14:xfrm>
                <a:off x="5887307" y="4744520"/>
                <a:ext cx="40536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8038CA1-D7FD-116E-E903-7B3178353D6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82987" y="4740200"/>
                  <a:ext cx="414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BD1A428-2D78-2992-3C01-716E14373157}"/>
                    </a:ext>
                  </a:extLst>
                </p14:cNvPr>
                <p14:cNvContentPartPr/>
                <p14:nvPr/>
              </p14:nvContentPartPr>
              <p14:xfrm>
                <a:off x="6504347" y="4646600"/>
                <a:ext cx="56160" cy="167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BD1A428-2D78-2992-3C01-716E1437315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00027" y="4642280"/>
                  <a:ext cx="64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DE3269C-50C0-A8E6-FED0-8B4C9232ABD5}"/>
                    </a:ext>
                  </a:extLst>
                </p14:cNvPr>
                <p14:cNvContentPartPr/>
                <p14:nvPr/>
              </p14:nvContentPartPr>
              <p14:xfrm>
                <a:off x="6465107" y="4730840"/>
                <a:ext cx="183240" cy="11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DE3269C-50C0-A8E6-FED0-8B4C9232ABD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460787" y="4726520"/>
                  <a:ext cx="19188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1B5A927-B693-3EF3-657E-F76F72D11E64}"/>
                  </a:ext>
                </a:extLst>
              </p14:cNvPr>
              <p14:cNvContentPartPr/>
              <p14:nvPr/>
            </p14:nvContentPartPr>
            <p14:xfrm>
              <a:off x="6923747" y="4619240"/>
              <a:ext cx="249480" cy="1216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1B5A927-B693-3EF3-657E-F76F72D11E64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919427" y="4614920"/>
                <a:ext cx="25812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5128AFB-3CE0-40AD-0953-428CB50E2166}"/>
              </a:ext>
            </a:extLst>
          </p:cNvPr>
          <p:cNvGrpSpPr/>
          <p:nvPr/>
        </p:nvGrpSpPr>
        <p:grpSpPr>
          <a:xfrm>
            <a:off x="7369427" y="4459400"/>
            <a:ext cx="1564200" cy="327240"/>
            <a:chOff x="7369427" y="4459400"/>
            <a:chExt cx="156420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3982112-D2DD-B8D9-7523-9F0158EBE7B7}"/>
                    </a:ext>
                  </a:extLst>
                </p14:cNvPr>
                <p14:cNvContentPartPr/>
                <p14:nvPr/>
              </p14:nvContentPartPr>
              <p14:xfrm>
                <a:off x="7369427" y="4506200"/>
                <a:ext cx="219600" cy="256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3982112-D2DD-B8D9-7523-9F0158EBE7B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65107" y="4501880"/>
                  <a:ext cx="228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0204CB1-5345-ECDA-86B6-D18C4D2100C2}"/>
                    </a:ext>
                  </a:extLst>
                </p14:cNvPr>
                <p14:cNvContentPartPr/>
                <p14:nvPr/>
              </p14:nvContentPartPr>
              <p14:xfrm>
                <a:off x="7658867" y="4645160"/>
                <a:ext cx="119160" cy="741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0204CB1-5345-ECDA-86B6-D18C4D2100C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54547" y="4640840"/>
                  <a:ext cx="127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CCE12E-A52E-6155-46B9-C8B6CB101C4B}"/>
                    </a:ext>
                  </a:extLst>
                </p14:cNvPr>
                <p14:cNvContentPartPr/>
                <p14:nvPr/>
              </p14:nvContentPartPr>
              <p14:xfrm>
                <a:off x="7775507" y="4581080"/>
                <a:ext cx="37080" cy="9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CCE12E-A52E-6155-46B9-C8B6CB101C4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771187" y="4576760"/>
                  <a:ext cx="45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9F0CF0-D854-379C-EED9-6F697E3392D9}"/>
                    </a:ext>
                  </a:extLst>
                </p14:cNvPr>
                <p14:cNvContentPartPr/>
                <p14:nvPr/>
              </p14:nvContentPartPr>
              <p14:xfrm>
                <a:off x="7968107" y="4487120"/>
                <a:ext cx="155520" cy="2707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9F0CF0-D854-379C-EED9-6F697E3392D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63787" y="4482800"/>
                  <a:ext cx="164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C32981B-CA97-66FA-C4AE-983C770B305F}"/>
                    </a:ext>
                  </a:extLst>
                </p14:cNvPr>
                <p14:cNvContentPartPr/>
                <p14:nvPr/>
              </p14:nvContentPartPr>
              <p14:xfrm>
                <a:off x="8261507" y="4495040"/>
                <a:ext cx="210240" cy="2916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C32981B-CA97-66FA-C4AE-983C770B305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257187" y="4490720"/>
                  <a:ext cx="218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5958822-8949-5B25-FD28-FFFEAA972754}"/>
                    </a:ext>
                  </a:extLst>
                </p14:cNvPr>
                <p14:cNvContentPartPr/>
                <p14:nvPr/>
              </p14:nvContentPartPr>
              <p14:xfrm>
                <a:off x="8519267" y="4483880"/>
                <a:ext cx="166320" cy="238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5958822-8949-5B25-FD28-FFFEAA97275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14947" y="4479560"/>
                  <a:ext cx="174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AAFADE-06FA-9F30-BB6D-4B56119721D1}"/>
                    </a:ext>
                  </a:extLst>
                </p14:cNvPr>
                <p14:cNvContentPartPr/>
                <p14:nvPr/>
              </p14:nvContentPartPr>
              <p14:xfrm>
                <a:off x="8748587" y="4459400"/>
                <a:ext cx="185040" cy="3049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AAFADE-06FA-9F30-BB6D-4B56119721D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44267" y="4455080"/>
                  <a:ext cx="19368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AA067C6-5B9F-41F0-EF1E-C4D23A003CB4}"/>
              </a:ext>
            </a:extLst>
          </p:cNvPr>
          <p:cNvGrpSpPr/>
          <p:nvPr/>
        </p:nvGrpSpPr>
        <p:grpSpPr>
          <a:xfrm>
            <a:off x="9264827" y="4560920"/>
            <a:ext cx="196200" cy="215640"/>
            <a:chOff x="9264827" y="4560920"/>
            <a:chExt cx="19620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D56DFFD-6FC4-CD6C-715D-47560A2BB8CE}"/>
                    </a:ext>
                  </a:extLst>
                </p14:cNvPr>
                <p14:cNvContentPartPr/>
                <p14:nvPr/>
              </p14:nvContentPartPr>
              <p14:xfrm>
                <a:off x="9269147" y="4560920"/>
                <a:ext cx="159120" cy="182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D56DFFD-6FC4-CD6C-715D-47560A2BB8C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264827" y="4556600"/>
                  <a:ext cx="1677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5D68ECE-BA39-5D62-306D-904C75654101}"/>
                    </a:ext>
                  </a:extLst>
                </p14:cNvPr>
                <p14:cNvContentPartPr/>
                <p14:nvPr/>
              </p14:nvContentPartPr>
              <p14:xfrm>
                <a:off x="9339347" y="4586480"/>
                <a:ext cx="27360" cy="1900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5D68ECE-BA39-5D62-306D-904C7565410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335027" y="4582160"/>
                  <a:ext cx="36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1B14C40-6824-810A-C9DC-31B390458770}"/>
                    </a:ext>
                  </a:extLst>
                </p14:cNvPr>
                <p14:cNvContentPartPr/>
                <p14:nvPr/>
              </p14:nvContentPartPr>
              <p14:xfrm>
                <a:off x="9264827" y="4675040"/>
                <a:ext cx="196200" cy="5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1B14C40-6824-810A-C9DC-31B39045877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60507" y="4670720"/>
                  <a:ext cx="204840" cy="1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80AF2FD-03FF-011B-EAAA-FBB34BE6C027}"/>
                  </a:ext>
                </a:extLst>
              </p14:cNvPr>
              <p14:cNvContentPartPr/>
              <p14:nvPr/>
            </p14:nvContentPartPr>
            <p14:xfrm>
              <a:off x="9675947" y="4373360"/>
              <a:ext cx="139680" cy="2930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80AF2FD-03FF-011B-EAAA-FBB34BE6C027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671627" y="4369040"/>
                <a:ext cx="14832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5589D9EB-0AE3-7CB9-9C36-E83AADB14258}"/>
              </a:ext>
            </a:extLst>
          </p:cNvPr>
          <p:cNvGrpSpPr/>
          <p:nvPr/>
        </p:nvGrpSpPr>
        <p:grpSpPr>
          <a:xfrm>
            <a:off x="10061147" y="4355720"/>
            <a:ext cx="1632960" cy="682560"/>
            <a:chOff x="10061147" y="4355720"/>
            <a:chExt cx="1632960" cy="68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B391A57-10D4-0E3B-AD11-C90E2FF518EA}"/>
                    </a:ext>
                  </a:extLst>
                </p14:cNvPr>
                <p14:cNvContentPartPr/>
                <p14:nvPr/>
              </p14:nvContentPartPr>
              <p14:xfrm>
                <a:off x="10061147" y="4394960"/>
                <a:ext cx="207360" cy="374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B391A57-10D4-0E3B-AD11-C90E2FF518E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56827" y="4390640"/>
                  <a:ext cx="2160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7645608-5A6D-65A8-0FB1-B2AF2F7D8FD3}"/>
                    </a:ext>
                  </a:extLst>
                </p14:cNvPr>
                <p14:cNvContentPartPr/>
                <p14:nvPr/>
              </p14:nvContentPartPr>
              <p14:xfrm>
                <a:off x="10331507" y="4441760"/>
                <a:ext cx="166320" cy="245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7645608-5A6D-65A8-0FB1-B2AF2F7D8FD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327187" y="4437440"/>
                  <a:ext cx="1749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F7644FE-87AB-1F49-8E3F-54063446F76A}"/>
                    </a:ext>
                  </a:extLst>
                </p14:cNvPr>
                <p14:cNvContentPartPr/>
                <p14:nvPr/>
              </p14:nvContentPartPr>
              <p14:xfrm>
                <a:off x="10549667" y="4404320"/>
                <a:ext cx="228600" cy="3038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F7644FE-87AB-1F49-8E3F-54063446F76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545347" y="4400000"/>
                  <a:ext cx="2372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E2739D0-4762-6D6F-4E1E-44B457034EAD}"/>
                    </a:ext>
                  </a:extLst>
                </p14:cNvPr>
                <p14:cNvContentPartPr/>
                <p14:nvPr/>
              </p14:nvContentPartPr>
              <p14:xfrm>
                <a:off x="10840547" y="4514120"/>
                <a:ext cx="250200" cy="3016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E2739D0-4762-6D6F-4E1E-44B457034EA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836227" y="4509800"/>
                  <a:ext cx="2588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8621BB6-0F21-A80A-DC60-D7158BA61ABF}"/>
                    </a:ext>
                  </a:extLst>
                </p14:cNvPr>
                <p14:cNvContentPartPr/>
                <p14:nvPr/>
              </p14:nvContentPartPr>
              <p14:xfrm>
                <a:off x="10988147" y="4663160"/>
                <a:ext cx="160920" cy="306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8621BB6-0F21-A80A-DC60-D7158BA61AB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983827" y="4658840"/>
                  <a:ext cx="169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543F4EB-DDCE-5FE5-03B2-31C0D2A8FBA3}"/>
                    </a:ext>
                  </a:extLst>
                </p14:cNvPr>
                <p14:cNvContentPartPr/>
                <p14:nvPr/>
              </p14:nvContentPartPr>
              <p14:xfrm>
                <a:off x="11192987" y="4566680"/>
                <a:ext cx="29880" cy="39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543F4EB-DDCE-5FE5-03B2-31C0D2A8FBA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188667" y="4562360"/>
                  <a:ext cx="38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D067512-F5F6-B3A2-3B92-078B95EE8448}"/>
                    </a:ext>
                  </a:extLst>
                </p14:cNvPr>
                <p14:cNvContentPartPr/>
                <p14:nvPr/>
              </p14:nvContentPartPr>
              <p14:xfrm>
                <a:off x="11250947" y="4355720"/>
                <a:ext cx="244800" cy="376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D067512-F5F6-B3A2-3B92-078B95EE844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46627" y="4351400"/>
                  <a:ext cx="2534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740A817-D4DB-5457-597F-3AFD050348A8}"/>
                    </a:ext>
                  </a:extLst>
                </p14:cNvPr>
                <p14:cNvContentPartPr/>
                <p14:nvPr/>
              </p14:nvContentPartPr>
              <p14:xfrm>
                <a:off x="11618147" y="4595480"/>
                <a:ext cx="44640" cy="47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740A817-D4DB-5457-597F-3AFD050348A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613827" y="4591160"/>
                  <a:ext cx="53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13A32C1-20E7-7639-F6DF-4F3D4F4E1490}"/>
                    </a:ext>
                  </a:extLst>
                </p14:cNvPr>
                <p14:cNvContentPartPr/>
                <p14:nvPr/>
              </p14:nvContentPartPr>
              <p14:xfrm>
                <a:off x="11374067" y="4796360"/>
                <a:ext cx="320040" cy="241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13A32C1-20E7-7639-F6DF-4F3D4F4E149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369747" y="4792040"/>
                  <a:ext cx="32868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39F5A66-4373-DF7E-8D1A-482E99D2AD25}"/>
                  </a:ext>
                </a:extLst>
              </p14:cNvPr>
              <p14:cNvContentPartPr/>
              <p14:nvPr/>
            </p14:nvContentPartPr>
            <p14:xfrm>
              <a:off x="3029987" y="5260760"/>
              <a:ext cx="257040" cy="41796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39F5A66-4373-DF7E-8D1A-482E99D2AD25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025667" y="5256440"/>
                <a:ext cx="2656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C21DE59-624A-A510-8D98-C6C55DB20C97}"/>
                  </a:ext>
                </a:extLst>
              </p14:cNvPr>
              <p14:cNvContentPartPr/>
              <p14:nvPr/>
            </p14:nvContentPartPr>
            <p14:xfrm>
              <a:off x="2628227" y="5924240"/>
              <a:ext cx="192600" cy="1710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C21DE59-624A-A510-8D98-C6C55DB20C97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623907" y="5919920"/>
                <a:ext cx="201240" cy="17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95ED3B3-0AF2-6EEF-605C-31A5C742AA62}"/>
              </a:ext>
            </a:extLst>
          </p:cNvPr>
          <p:cNvGrpSpPr/>
          <p:nvPr/>
        </p:nvGrpSpPr>
        <p:grpSpPr>
          <a:xfrm>
            <a:off x="2821547" y="5788880"/>
            <a:ext cx="1594800" cy="475560"/>
            <a:chOff x="2821547" y="5788880"/>
            <a:chExt cx="159480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932C20C-DD98-C64A-566A-4C2BD490572B}"/>
                    </a:ext>
                  </a:extLst>
                </p14:cNvPr>
                <p14:cNvContentPartPr/>
                <p14:nvPr/>
              </p14:nvContentPartPr>
              <p14:xfrm>
                <a:off x="2821547" y="5838560"/>
                <a:ext cx="255960" cy="364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932C20C-DD98-C64A-566A-4C2BD490572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817227" y="5834240"/>
                  <a:ext cx="2646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9B211B5-1AD7-7E7F-DA96-87203CA294D6}"/>
                    </a:ext>
                  </a:extLst>
                </p14:cNvPr>
                <p14:cNvContentPartPr/>
                <p14:nvPr/>
              </p14:nvContentPartPr>
              <p14:xfrm>
                <a:off x="3119267" y="6029000"/>
                <a:ext cx="101160" cy="644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9B211B5-1AD7-7E7F-DA96-87203CA294D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14947" y="6024680"/>
                  <a:ext cx="1098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959356E-2C85-7A6D-1D6E-8DF919D120C2}"/>
                    </a:ext>
                  </a:extLst>
                </p14:cNvPr>
                <p14:cNvContentPartPr/>
                <p14:nvPr/>
              </p14:nvContentPartPr>
              <p14:xfrm>
                <a:off x="3277307" y="5921360"/>
                <a:ext cx="14760" cy="7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959356E-2C85-7A6D-1D6E-8DF919D120C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72987" y="5917040"/>
                  <a:ext cx="234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6C5BE23-9548-D900-26DC-C850924B9ED3}"/>
                    </a:ext>
                  </a:extLst>
                </p14:cNvPr>
                <p14:cNvContentPartPr/>
                <p14:nvPr/>
              </p14:nvContentPartPr>
              <p14:xfrm>
                <a:off x="3286307" y="5819840"/>
                <a:ext cx="271440" cy="3142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6C5BE23-9548-D900-26DC-C850924B9ED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281987" y="5815520"/>
                  <a:ext cx="280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9E0E4EB-E0D4-8FB1-1709-8F9263574E66}"/>
                    </a:ext>
                  </a:extLst>
                </p14:cNvPr>
                <p14:cNvContentPartPr/>
                <p14:nvPr/>
              </p14:nvContentPartPr>
              <p14:xfrm>
                <a:off x="3694547" y="5813360"/>
                <a:ext cx="218520" cy="2779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9E0E4EB-E0D4-8FB1-1709-8F9263574E6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690227" y="5809040"/>
                  <a:ext cx="2271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14FE5BE-6C02-49B1-FFE5-7CB9B11E229B}"/>
                    </a:ext>
                  </a:extLst>
                </p14:cNvPr>
                <p14:cNvContentPartPr/>
                <p14:nvPr/>
              </p14:nvContentPartPr>
              <p14:xfrm>
                <a:off x="3904787" y="6001280"/>
                <a:ext cx="157320" cy="2631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14FE5BE-6C02-49B1-FFE5-7CB9B11E22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00467" y="5996960"/>
                  <a:ext cx="1659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665BE8E-DB1D-36EE-BF0A-B62D474DF49B}"/>
                    </a:ext>
                  </a:extLst>
                </p14:cNvPr>
                <p14:cNvContentPartPr/>
                <p14:nvPr/>
              </p14:nvContentPartPr>
              <p14:xfrm>
                <a:off x="4023227" y="5884640"/>
                <a:ext cx="56160" cy="15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665BE8E-DB1D-36EE-BF0A-B62D474DF49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018907" y="5880320"/>
                  <a:ext cx="64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128590-9F36-67F1-F9E5-4576BF09145A}"/>
                    </a:ext>
                  </a:extLst>
                </p14:cNvPr>
                <p14:cNvContentPartPr/>
                <p14:nvPr/>
              </p14:nvContentPartPr>
              <p14:xfrm>
                <a:off x="4154267" y="5788880"/>
                <a:ext cx="262080" cy="320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128590-9F36-67F1-F9E5-4576BF09145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49947" y="5784560"/>
                  <a:ext cx="270720" cy="32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5B607BF-3F34-7999-3F40-7DB25CDD951B}"/>
              </a:ext>
            </a:extLst>
          </p:cNvPr>
          <p:cNvGrpSpPr/>
          <p:nvPr/>
        </p:nvGrpSpPr>
        <p:grpSpPr>
          <a:xfrm>
            <a:off x="4683107" y="5931080"/>
            <a:ext cx="237240" cy="90000"/>
            <a:chOff x="4683107" y="5931080"/>
            <a:chExt cx="237240" cy="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29D373F-BBB0-5362-D5EA-4297176AA441}"/>
                    </a:ext>
                  </a:extLst>
                </p14:cNvPr>
                <p14:cNvContentPartPr/>
                <p14:nvPr/>
              </p14:nvContentPartPr>
              <p14:xfrm>
                <a:off x="4683107" y="5931080"/>
                <a:ext cx="193680" cy="14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29D373F-BBB0-5362-D5EA-4297176AA44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78787" y="5926760"/>
                  <a:ext cx="202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CD93BD3-9CB4-C0E8-718F-FCFA01D7AC9E}"/>
                    </a:ext>
                  </a:extLst>
                </p14:cNvPr>
                <p14:cNvContentPartPr/>
                <p14:nvPr/>
              </p14:nvContentPartPr>
              <p14:xfrm>
                <a:off x="4709387" y="6009560"/>
                <a:ext cx="210960" cy="115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CD93BD3-9CB4-C0E8-718F-FCFA01D7AC9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705067" y="6005240"/>
                  <a:ext cx="2196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FA6515D6-2476-4FF8-8F94-ABC0D41AEEB0}"/>
              </a:ext>
            </a:extLst>
          </p:cNvPr>
          <p:cNvGrpSpPr/>
          <p:nvPr/>
        </p:nvGrpSpPr>
        <p:grpSpPr>
          <a:xfrm>
            <a:off x="5187467" y="5777720"/>
            <a:ext cx="1073520" cy="389520"/>
            <a:chOff x="5187467" y="5777720"/>
            <a:chExt cx="10735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B0DCBFB-09B4-3FE8-31D4-32A91DAF00AA}"/>
                    </a:ext>
                  </a:extLst>
                </p14:cNvPr>
                <p14:cNvContentPartPr/>
                <p14:nvPr/>
              </p14:nvContentPartPr>
              <p14:xfrm>
                <a:off x="5187467" y="5797520"/>
                <a:ext cx="192240" cy="170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B0DCBFB-09B4-3FE8-31D4-32A91DAF00A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183147" y="5793200"/>
                  <a:ext cx="200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2ED8F23-0987-D33C-D1C6-E1D90DDF76B5}"/>
                    </a:ext>
                  </a:extLst>
                </p14:cNvPr>
                <p14:cNvContentPartPr/>
                <p14:nvPr/>
              </p14:nvContentPartPr>
              <p14:xfrm>
                <a:off x="5435867" y="5882480"/>
                <a:ext cx="177120" cy="73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2ED8F23-0987-D33C-D1C6-E1D90DDF76B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431547" y="5878160"/>
                  <a:ext cx="185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2AE0602-6559-9D15-176B-73E63601CA86}"/>
                    </a:ext>
                  </a:extLst>
                </p14:cNvPr>
                <p14:cNvContentPartPr/>
                <p14:nvPr/>
              </p14:nvContentPartPr>
              <p14:xfrm>
                <a:off x="5663027" y="5818040"/>
                <a:ext cx="354240" cy="136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2AE0602-6559-9D15-176B-73E63601CA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658707" y="5813720"/>
                  <a:ext cx="362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E9EFA551-57BA-36C8-ABC0-62D7954DCED2}"/>
                    </a:ext>
                  </a:extLst>
                </p14:cNvPr>
                <p14:cNvContentPartPr/>
                <p14:nvPr/>
              </p14:nvContentPartPr>
              <p14:xfrm>
                <a:off x="6203387" y="5777720"/>
                <a:ext cx="57600" cy="205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E9EFA551-57BA-36C8-ABC0-62D7954DCED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99067" y="5773400"/>
                  <a:ext cx="66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4C140BC-F658-59FE-9459-105322D98DC6}"/>
                    </a:ext>
                  </a:extLst>
                </p14:cNvPr>
                <p14:cNvContentPartPr/>
                <p14:nvPr/>
              </p14:nvContentPartPr>
              <p14:xfrm>
                <a:off x="6142547" y="5933600"/>
                <a:ext cx="116280" cy="233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4C140BC-F658-59FE-9459-105322D98DC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138227" y="5929280"/>
                  <a:ext cx="12492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7937843-3DBB-2926-239D-B6B00AE27871}"/>
                  </a:ext>
                </a:extLst>
              </p14:cNvPr>
              <p14:cNvContentPartPr/>
              <p14:nvPr/>
            </p14:nvContentPartPr>
            <p14:xfrm>
              <a:off x="2067347" y="6254000"/>
              <a:ext cx="181440" cy="3924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7937843-3DBB-2926-239D-B6B00AE2787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063027" y="6249680"/>
                <a:ext cx="19008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B860A8D0-58F1-794C-FE8B-581D22353B51}"/>
                  </a:ext>
                </a:extLst>
              </p14:cNvPr>
              <p14:cNvContentPartPr/>
              <p14:nvPr/>
            </p14:nvContentPartPr>
            <p14:xfrm>
              <a:off x="1208387" y="6561080"/>
              <a:ext cx="157320" cy="3142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B860A8D0-58F1-794C-FE8B-581D22353B51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1204067" y="6556760"/>
                <a:ext cx="165960" cy="32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3F80A33A-B303-8C1B-7ABB-69011D1437E1}"/>
              </a:ext>
            </a:extLst>
          </p:cNvPr>
          <p:cNvGrpSpPr/>
          <p:nvPr/>
        </p:nvGrpSpPr>
        <p:grpSpPr>
          <a:xfrm>
            <a:off x="9271307" y="1856440"/>
            <a:ext cx="629280" cy="358920"/>
            <a:chOff x="9271307" y="1856440"/>
            <a:chExt cx="6292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7A7594F-FF38-0BB7-BA35-ECC78A98E148}"/>
                    </a:ext>
                  </a:extLst>
                </p14:cNvPr>
                <p14:cNvContentPartPr/>
                <p14:nvPr/>
              </p14:nvContentPartPr>
              <p14:xfrm>
                <a:off x="9271307" y="1896040"/>
                <a:ext cx="80280" cy="319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7A7594F-FF38-0BB7-BA35-ECC78A98E14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265187" y="1889920"/>
                  <a:ext cx="9252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86C1059-C6DB-91B3-C77E-4906BFC0F57B}"/>
                    </a:ext>
                  </a:extLst>
                </p14:cNvPr>
                <p14:cNvContentPartPr/>
                <p14:nvPr/>
              </p14:nvContentPartPr>
              <p14:xfrm>
                <a:off x="9485867" y="1996480"/>
                <a:ext cx="195120" cy="1094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86C1059-C6DB-91B3-C77E-4906BFC0F57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479747" y="1990360"/>
                  <a:ext cx="207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38CD16F-8ACC-C0CA-2D54-B59C9E9BA40B}"/>
                    </a:ext>
                  </a:extLst>
                </p14:cNvPr>
                <p14:cNvContentPartPr/>
                <p14:nvPr/>
              </p14:nvContentPartPr>
              <p14:xfrm>
                <a:off x="9801227" y="1856440"/>
                <a:ext cx="99360" cy="304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38CD16F-8ACC-C0CA-2D54-B59C9E9BA40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795107" y="1850320"/>
                  <a:ext cx="11160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9C1631A-9C59-4D32-98B8-AB808B050CD1}"/>
              </a:ext>
            </a:extLst>
          </p:cNvPr>
          <p:cNvGrpSpPr/>
          <p:nvPr/>
        </p:nvGrpSpPr>
        <p:grpSpPr>
          <a:xfrm>
            <a:off x="9598907" y="2556280"/>
            <a:ext cx="686520" cy="361440"/>
            <a:chOff x="9598907" y="2556280"/>
            <a:chExt cx="68652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FD997C0-8EE6-203C-9814-FF0198D82EFF}"/>
                    </a:ext>
                  </a:extLst>
                </p14:cNvPr>
                <p14:cNvContentPartPr/>
                <p14:nvPr/>
              </p14:nvContentPartPr>
              <p14:xfrm>
                <a:off x="9598907" y="2556280"/>
                <a:ext cx="165600" cy="3463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FD997C0-8EE6-203C-9814-FF0198D82EF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592787" y="2550160"/>
                  <a:ext cx="17784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343B7E8-7117-5E95-DFF5-CC08EA934713}"/>
                    </a:ext>
                  </a:extLst>
                </p14:cNvPr>
                <p14:cNvContentPartPr/>
                <p14:nvPr/>
              </p14:nvContentPartPr>
              <p14:xfrm>
                <a:off x="9869987" y="2726920"/>
                <a:ext cx="217800" cy="123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343B7E8-7117-5E95-DFF5-CC08EA93471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863867" y="2720800"/>
                  <a:ext cx="230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0C68F1B-2BD3-C3CB-77D1-C305CF75ABB6}"/>
                    </a:ext>
                  </a:extLst>
                </p14:cNvPr>
                <p14:cNvContentPartPr/>
                <p14:nvPr/>
              </p14:nvContentPartPr>
              <p14:xfrm>
                <a:off x="10212347" y="2604880"/>
                <a:ext cx="73080" cy="312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0C68F1B-2BD3-C3CB-77D1-C305CF75ABB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206227" y="2598760"/>
                  <a:ext cx="85320" cy="32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E2B7830-F158-1783-1EE1-A00602383951}"/>
              </a:ext>
            </a:extLst>
          </p:cNvPr>
          <p:cNvGrpSpPr/>
          <p:nvPr/>
        </p:nvGrpSpPr>
        <p:grpSpPr>
          <a:xfrm>
            <a:off x="10148627" y="3692800"/>
            <a:ext cx="662400" cy="315720"/>
            <a:chOff x="10148627" y="3692800"/>
            <a:chExt cx="66240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94357D1-DD12-E908-C02A-4927FF9FCECC}"/>
                    </a:ext>
                  </a:extLst>
                </p14:cNvPr>
                <p14:cNvContentPartPr/>
                <p14:nvPr/>
              </p14:nvContentPartPr>
              <p14:xfrm>
                <a:off x="10148627" y="3759760"/>
                <a:ext cx="152640" cy="2286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94357D1-DD12-E908-C02A-4927FF9FCEC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142507" y="3753640"/>
                  <a:ext cx="164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C26E821-0B11-86EA-3EB3-71D1F90205BF}"/>
                    </a:ext>
                  </a:extLst>
                </p14:cNvPr>
                <p14:cNvContentPartPr/>
                <p14:nvPr/>
              </p14:nvContentPartPr>
              <p14:xfrm>
                <a:off x="10400987" y="3842200"/>
                <a:ext cx="230040" cy="817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C26E821-0B11-86EA-3EB3-71D1F90205B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94867" y="3836080"/>
                  <a:ext cx="242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534BC31-5C02-1D58-4F95-D48DDF842666}"/>
                    </a:ext>
                  </a:extLst>
                </p14:cNvPr>
                <p14:cNvContentPartPr/>
                <p14:nvPr/>
              </p14:nvContentPartPr>
              <p14:xfrm>
                <a:off x="10698347" y="3692800"/>
                <a:ext cx="112680" cy="3157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534BC31-5C02-1D58-4F95-D48DDF84266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692227" y="3686680"/>
                  <a:ext cx="12492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2F87878-42C8-AB7F-2EE7-4D2A5B347282}"/>
              </a:ext>
            </a:extLst>
          </p:cNvPr>
          <p:cNvGrpSpPr/>
          <p:nvPr/>
        </p:nvGrpSpPr>
        <p:grpSpPr>
          <a:xfrm>
            <a:off x="10241867" y="530920"/>
            <a:ext cx="1128240" cy="487440"/>
            <a:chOff x="10241867" y="530920"/>
            <a:chExt cx="1128240" cy="48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69F6D0B-5E45-E2F6-232F-A97904891277}"/>
                    </a:ext>
                  </a:extLst>
                </p14:cNvPr>
                <p14:cNvContentPartPr/>
                <p14:nvPr/>
              </p14:nvContentPartPr>
              <p14:xfrm>
                <a:off x="10241867" y="759520"/>
                <a:ext cx="222840" cy="2134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69F6D0B-5E45-E2F6-232F-A9790489127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235747" y="753400"/>
                  <a:ext cx="2350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2C05174-58F9-91C7-45A9-271A9BB24D0E}"/>
                    </a:ext>
                  </a:extLst>
                </p14:cNvPr>
                <p14:cNvContentPartPr/>
                <p14:nvPr/>
              </p14:nvContentPartPr>
              <p14:xfrm>
                <a:off x="10545707" y="556120"/>
                <a:ext cx="329760" cy="4554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2C05174-58F9-91C7-45A9-271A9BB24D0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539587" y="550000"/>
                  <a:ext cx="34200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1CEB6D2-2C63-1BA0-C3CA-44709FCA51AD}"/>
                    </a:ext>
                  </a:extLst>
                </p14:cNvPr>
                <p14:cNvContentPartPr/>
                <p14:nvPr/>
              </p14:nvContentPartPr>
              <p14:xfrm>
                <a:off x="10868627" y="832240"/>
                <a:ext cx="177840" cy="856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1CEB6D2-2C63-1BA0-C3CA-44709FCA51A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62507" y="826120"/>
                  <a:ext cx="190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1D246C2-02A4-64F4-45D3-2360FF19805A}"/>
                    </a:ext>
                  </a:extLst>
                </p14:cNvPr>
                <p14:cNvContentPartPr/>
                <p14:nvPr/>
              </p14:nvContentPartPr>
              <p14:xfrm>
                <a:off x="11059787" y="600760"/>
                <a:ext cx="79200" cy="121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1D246C2-02A4-64F4-45D3-2360FF19805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1053667" y="594640"/>
                  <a:ext cx="91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CBBA0CB-B935-FBE1-9EFF-538DFF20C3AD}"/>
                    </a:ext>
                  </a:extLst>
                </p14:cNvPr>
                <p14:cNvContentPartPr/>
                <p14:nvPr/>
              </p14:nvContentPartPr>
              <p14:xfrm>
                <a:off x="11227547" y="530920"/>
                <a:ext cx="142560" cy="487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CBBA0CB-B935-FBE1-9EFF-538DFF20C3A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221427" y="524800"/>
                  <a:ext cx="154800" cy="49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4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C0DEA22B-BB12-F647-C5C2-CB4DFFEF54D3}"/>
                  </a:ext>
                </a:extLst>
              </p14:cNvPr>
              <p14:cNvContentPartPr/>
              <p14:nvPr/>
            </p14:nvContentPartPr>
            <p14:xfrm>
              <a:off x="4787867" y="2192680"/>
              <a:ext cx="1071360" cy="756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C0DEA22B-BB12-F647-C5C2-CB4DFFEF54D3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4697867" y="2012680"/>
                <a:ext cx="125100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BE9FB641-1C04-7E26-5110-BC750C03EE44}"/>
                  </a:ext>
                </a:extLst>
              </p14:cNvPr>
              <p14:cNvContentPartPr/>
              <p14:nvPr/>
            </p14:nvContentPartPr>
            <p14:xfrm>
              <a:off x="4780667" y="2165680"/>
              <a:ext cx="1125720" cy="1548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BE9FB641-1C04-7E26-5110-BC750C03EE44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4691027" y="1986040"/>
                <a:ext cx="130536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CC9DB041-CCA3-C1ED-20D2-23920E4C6BEC}"/>
                  </a:ext>
                </a:extLst>
              </p14:cNvPr>
              <p14:cNvContentPartPr/>
              <p14:nvPr/>
            </p14:nvContentPartPr>
            <p14:xfrm>
              <a:off x="2954387" y="2317600"/>
              <a:ext cx="821880" cy="9720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CC9DB041-CCA3-C1ED-20D2-23920E4C6BEC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2864387" y="2137600"/>
                <a:ext cx="100152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A82B640A-D389-5CE9-A1B2-975D31AC61EB}"/>
                  </a:ext>
                </a:extLst>
              </p14:cNvPr>
              <p14:cNvContentPartPr/>
              <p14:nvPr/>
            </p14:nvContentPartPr>
            <p14:xfrm>
              <a:off x="6825467" y="2135800"/>
              <a:ext cx="693720" cy="784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A82B640A-D389-5CE9-A1B2-975D31AC61EB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6735827" y="1956160"/>
                <a:ext cx="87336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0FACAF5A-757E-6C99-B67D-3D68C837A2ED}"/>
                  </a:ext>
                </a:extLst>
              </p14:cNvPr>
              <p14:cNvContentPartPr/>
              <p14:nvPr/>
            </p14:nvContentPartPr>
            <p14:xfrm>
              <a:off x="5675267" y="2970280"/>
              <a:ext cx="1117800" cy="2001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0FACAF5A-757E-6C99-B67D-3D68C837A2ED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5585627" y="2790280"/>
                <a:ext cx="129744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FB1AA50-3FCF-7807-E875-43A9FAA700FF}"/>
                  </a:ext>
                </a:extLst>
              </p14:cNvPr>
              <p14:cNvContentPartPr/>
              <p14:nvPr/>
            </p14:nvContentPartPr>
            <p14:xfrm>
              <a:off x="6765707" y="3917800"/>
              <a:ext cx="836640" cy="5076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FB1AA50-3FCF-7807-E875-43A9FAA700FF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675707" y="3738160"/>
                <a:ext cx="10162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32FC832A-E7D9-5A31-0B57-28B10020A5CE}"/>
                  </a:ext>
                </a:extLst>
              </p14:cNvPr>
              <p14:cNvContentPartPr/>
              <p14:nvPr/>
            </p14:nvContentPartPr>
            <p14:xfrm>
              <a:off x="4216907" y="2915200"/>
              <a:ext cx="905400" cy="3171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32FC832A-E7D9-5A31-0B57-28B10020A5CE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4126907" y="2735560"/>
                <a:ext cx="1085040" cy="6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EAEC755B-40CD-A7B0-9F86-8DC5C3F8234C}"/>
                  </a:ext>
                </a:extLst>
              </p14:cNvPr>
              <p14:cNvContentPartPr/>
              <p14:nvPr/>
            </p14:nvContentPartPr>
            <p14:xfrm>
              <a:off x="7577147" y="2915200"/>
              <a:ext cx="810720" cy="18648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EAEC755B-40CD-A7B0-9F86-8DC5C3F8234C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487507" y="2735200"/>
                <a:ext cx="99036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C84F079-0646-DFD2-523A-FB4390BE28BC}"/>
                  </a:ext>
                </a:extLst>
              </p14:cNvPr>
              <p14:cNvContentPartPr/>
              <p14:nvPr/>
            </p14:nvContentPartPr>
            <p14:xfrm>
              <a:off x="5173067" y="4064320"/>
              <a:ext cx="1026360" cy="1180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C84F079-0646-DFD2-523A-FB4390BE28BC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5083427" y="3884680"/>
                <a:ext cx="120600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B8D2481-428D-8EAE-2758-A419B3321378}"/>
                  </a:ext>
                </a:extLst>
              </p14:cNvPr>
              <p14:cNvContentPartPr/>
              <p14:nvPr/>
            </p14:nvContentPartPr>
            <p14:xfrm>
              <a:off x="8223707" y="3781720"/>
              <a:ext cx="819360" cy="15444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B8D2481-428D-8EAE-2758-A419B3321378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8133707" y="3602080"/>
                <a:ext cx="99900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512B9B7-4CFE-65E6-DB83-9002ADCC702E}"/>
                  </a:ext>
                </a:extLst>
              </p14:cNvPr>
              <p14:cNvContentPartPr/>
              <p14:nvPr/>
            </p14:nvContentPartPr>
            <p14:xfrm>
              <a:off x="6914387" y="4344040"/>
              <a:ext cx="4293360" cy="3153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512B9B7-4CFE-65E6-DB83-9002ADCC702E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6824747" y="4164040"/>
                <a:ext cx="4473000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6268B98B-D005-627F-8A5F-19EDDFA189CD}"/>
                  </a:ext>
                </a:extLst>
              </p14:cNvPr>
              <p14:cNvContentPartPr/>
              <p14:nvPr/>
            </p14:nvContentPartPr>
            <p14:xfrm>
              <a:off x="7471307" y="4625200"/>
              <a:ext cx="3069360" cy="1494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6268B98B-D005-627F-8A5F-19EDDFA189CD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7381667" y="4445560"/>
                <a:ext cx="324900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2804CA08-A83D-0FAC-8B60-AFAE54F3D190}"/>
                  </a:ext>
                </a:extLst>
              </p14:cNvPr>
              <p14:cNvContentPartPr/>
              <p14:nvPr/>
            </p14:nvContentPartPr>
            <p14:xfrm>
              <a:off x="5214107" y="4642840"/>
              <a:ext cx="2415600" cy="1976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2804CA08-A83D-0FAC-8B60-AFAE54F3D190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5124467" y="4463200"/>
                <a:ext cx="259524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E1C356A-D7CC-D7B2-A2EA-19C795B2DCD7}"/>
                  </a:ext>
                </a:extLst>
              </p14:cNvPr>
              <p14:cNvContentPartPr/>
              <p14:nvPr/>
            </p14:nvContentPartPr>
            <p14:xfrm>
              <a:off x="2692667" y="5870440"/>
              <a:ext cx="3325320" cy="2077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E1C356A-D7CC-D7B2-A2EA-19C795B2DCD7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2603027" y="5690800"/>
                <a:ext cx="350496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2EF4D512-BC74-EE77-12D3-8DEDF7D6D3F1}"/>
                  </a:ext>
                </a:extLst>
              </p14:cNvPr>
              <p14:cNvContentPartPr/>
              <p14:nvPr/>
            </p14:nvContentPartPr>
            <p14:xfrm>
              <a:off x="7445747" y="6000400"/>
              <a:ext cx="750600" cy="1044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2EF4D512-BC74-EE77-12D3-8DEDF7D6D3F1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7356107" y="5820760"/>
                <a:ext cx="93024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2D9DAC36-F50C-50B0-92D0-F6E7A59A5828}"/>
              </a:ext>
            </a:extLst>
          </p:cNvPr>
          <p:cNvGrpSpPr/>
          <p:nvPr/>
        </p:nvGrpSpPr>
        <p:grpSpPr>
          <a:xfrm>
            <a:off x="8656787" y="5814280"/>
            <a:ext cx="1810800" cy="542880"/>
            <a:chOff x="8656787" y="5814280"/>
            <a:chExt cx="181080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7102A79-C398-0678-B12F-B5D5B6B5B3C2}"/>
                    </a:ext>
                  </a:extLst>
                </p14:cNvPr>
                <p14:cNvContentPartPr/>
                <p14:nvPr/>
              </p14:nvContentPartPr>
              <p14:xfrm>
                <a:off x="8656787" y="6044680"/>
                <a:ext cx="126720" cy="1274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7102A79-C398-0678-B12F-B5D5B6B5B3C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52467" y="6040360"/>
                  <a:ext cx="135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79BD49E6-F527-E2BC-DFF3-6955FA19660D}"/>
                    </a:ext>
                  </a:extLst>
                </p14:cNvPr>
                <p14:cNvContentPartPr/>
                <p14:nvPr/>
              </p14:nvContentPartPr>
              <p14:xfrm>
                <a:off x="8854067" y="6032440"/>
                <a:ext cx="191520" cy="152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79BD49E6-F527-E2BC-DFF3-6955FA19660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49747" y="6028120"/>
                  <a:ext cx="2001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02DDFDA-0D24-0375-72D5-8CD34323ED17}"/>
                    </a:ext>
                  </a:extLst>
                </p14:cNvPr>
                <p14:cNvContentPartPr/>
                <p14:nvPr/>
              </p14:nvContentPartPr>
              <p14:xfrm>
                <a:off x="8909507" y="6123520"/>
                <a:ext cx="123840" cy="48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02DDFDA-0D24-0375-72D5-8CD34323ED1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05187" y="6119200"/>
                  <a:ext cx="132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59DD6BA-1D1E-DD54-AC10-F3472BFB95DF}"/>
                    </a:ext>
                  </a:extLst>
                </p14:cNvPr>
                <p14:cNvContentPartPr/>
                <p14:nvPr/>
              </p14:nvContentPartPr>
              <p14:xfrm>
                <a:off x="9089507" y="6115960"/>
                <a:ext cx="81000" cy="2412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59DD6BA-1D1E-DD54-AC10-F3472BFB95D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85187" y="6111640"/>
                  <a:ext cx="89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460F227-E04D-D365-9366-CBD4967C884A}"/>
                    </a:ext>
                  </a:extLst>
                </p14:cNvPr>
                <p14:cNvContentPartPr/>
                <p14:nvPr/>
              </p14:nvContentPartPr>
              <p14:xfrm>
                <a:off x="9213707" y="6028120"/>
                <a:ext cx="47520" cy="799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460F227-E04D-D365-9366-CBD4967C884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209387" y="6023800"/>
                  <a:ext cx="56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3E68410-4252-F37E-C968-7A17BEDBB92C}"/>
                    </a:ext>
                  </a:extLst>
                </p14:cNvPr>
                <p14:cNvContentPartPr/>
                <p14:nvPr/>
              </p14:nvContentPartPr>
              <p14:xfrm>
                <a:off x="9340067" y="5997160"/>
                <a:ext cx="122400" cy="1094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3E68410-4252-F37E-C968-7A17BEDBB92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335747" y="5992840"/>
                  <a:ext cx="131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EDEAA79-5780-932D-CBA5-BB7327ADF373}"/>
                    </a:ext>
                  </a:extLst>
                </p14:cNvPr>
                <p14:cNvContentPartPr/>
                <p14:nvPr/>
              </p14:nvContentPartPr>
              <p14:xfrm>
                <a:off x="9497747" y="6037480"/>
                <a:ext cx="186120" cy="514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EDEAA79-5780-932D-CBA5-BB7327ADF37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493427" y="6033160"/>
                  <a:ext cx="194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010A5BA-41B9-F6CD-CFB3-05D81F2105BE}"/>
                    </a:ext>
                  </a:extLst>
                </p14:cNvPr>
                <p14:cNvContentPartPr/>
                <p14:nvPr/>
              </p14:nvContentPartPr>
              <p14:xfrm>
                <a:off x="9709427" y="5928040"/>
                <a:ext cx="96120" cy="145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010A5BA-41B9-F6CD-CFB3-05D81F2105B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705107" y="5923720"/>
                  <a:ext cx="104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DDF2EBA-201B-AB69-0986-A38C877DAC94}"/>
                    </a:ext>
                  </a:extLst>
                </p14:cNvPr>
                <p14:cNvContentPartPr/>
                <p14:nvPr/>
              </p14:nvContentPartPr>
              <p14:xfrm>
                <a:off x="9857747" y="5971600"/>
                <a:ext cx="50040" cy="53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DDF2EBA-201B-AB69-0986-A38C877DAC9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53427" y="5967280"/>
                  <a:ext cx="58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BC30A54-0767-8560-43B8-E8E501D4FE8F}"/>
                    </a:ext>
                  </a:extLst>
                </p14:cNvPr>
                <p14:cNvContentPartPr/>
                <p14:nvPr/>
              </p14:nvContentPartPr>
              <p14:xfrm>
                <a:off x="9932267" y="5814280"/>
                <a:ext cx="25200" cy="52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BC30A54-0767-8560-43B8-E8E501D4FE8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927947" y="5809960"/>
                  <a:ext cx="338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6D4F65C-9445-1514-F555-387821EF9901}"/>
                    </a:ext>
                  </a:extLst>
                </p14:cNvPr>
                <p14:cNvContentPartPr/>
                <p14:nvPr/>
              </p14:nvContentPartPr>
              <p14:xfrm>
                <a:off x="10004267" y="5851360"/>
                <a:ext cx="194760" cy="178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6D4F65C-9445-1514-F555-387821EF990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999947" y="5847040"/>
                  <a:ext cx="203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5E4008B-8451-1047-A972-149F2630EAB1}"/>
                    </a:ext>
                  </a:extLst>
                </p14:cNvPr>
                <p14:cNvContentPartPr/>
                <p14:nvPr/>
              </p14:nvContentPartPr>
              <p14:xfrm>
                <a:off x="10290107" y="5896360"/>
                <a:ext cx="177480" cy="136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5E4008B-8451-1047-A972-149F2630EAB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285787" y="5892040"/>
                  <a:ext cx="18612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17F73C36-92B3-A2F7-262C-D65416CD954C}"/>
                  </a:ext>
                </a:extLst>
              </p14:cNvPr>
              <p14:cNvContentPartPr/>
              <p14:nvPr/>
            </p14:nvContentPartPr>
            <p14:xfrm>
              <a:off x="3123227" y="3686680"/>
              <a:ext cx="2118960" cy="6804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17F73C36-92B3-A2F7-262C-D65416CD954C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3033587" y="3506680"/>
                <a:ext cx="229860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3B51E5CC-1F39-5118-DFC7-642F383B283A}"/>
                  </a:ext>
                </a:extLst>
              </p14:cNvPr>
              <p14:cNvContentPartPr/>
              <p14:nvPr/>
            </p14:nvContentPartPr>
            <p14:xfrm>
              <a:off x="3617507" y="4787920"/>
              <a:ext cx="1393200" cy="4860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3B51E5CC-1F39-5118-DFC7-642F383B283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3527867" y="4607920"/>
                <a:ext cx="157284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F53F52F0-0167-BAD6-7000-922C3FFFBECC}"/>
                  </a:ext>
                </a:extLst>
              </p14:cNvPr>
              <p14:cNvContentPartPr/>
              <p14:nvPr/>
            </p14:nvContentPartPr>
            <p14:xfrm>
              <a:off x="7259987" y="6630040"/>
              <a:ext cx="861120" cy="439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F53F52F0-0167-BAD6-7000-922C3FFFBECC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7169987" y="6450400"/>
                <a:ext cx="1040760" cy="40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10A08D1C-3E56-F970-ED96-19781B70F8F1}"/>
              </a:ext>
            </a:extLst>
          </p:cNvPr>
          <p:cNvGrpSpPr/>
          <p:nvPr/>
        </p:nvGrpSpPr>
        <p:grpSpPr>
          <a:xfrm>
            <a:off x="8692427" y="6452027"/>
            <a:ext cx="992880" cy="352800"/>
            <a:chOff x="8692427" y="6452027"/>
            <a:chExt cx="99288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FCFF264-F957-948C-F700-ED474F0CE5FD}"/>
                    </a:ext>
                  </a:extLst>
                </p14:cNvPr>
                <p14:cNvContentPartPr/>
                <p14:nvPr/>
              </p14:nvContentPartPr>
              <p14:xfrm>
                <a:off x="8692427" y="6608627"/>
                <a:ext cx="116640" cy="792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FCFF264-F957-948C-F700-ED474F0CE5F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688107" y="6604307"/>
                  <a:ext cx="125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5B788EE-0F1C-174E-C440-05BCF5BF3F51}"/>
                    </a:ext>
                  </a:extLst>
                </p14:cNvPr>
                <p14:cNvContentPartPr/>
                <p14:nvPr/>
              </p14:nvContentPartPr>
              <p14:xfrm>
                <a:off x="8896907" y="6452027"/>
                <a:ext cx="143280" cy="2300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5B788EE-0F1C-174E-C440-05BCF5BF3F5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892587" y="6447707"/>
                  <a:ext cx="151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A94B752-12EB-E631-46BA-2213E046B2B5}"/>
                    </a:ext>
                  </a:extLst>
                </p14:cNvPr>
                <p14:cNvContentPartPr/>
                <p14:nvPr/>
              </p14:nvContentPartPr>
              <p14:xfrm>
                <a:off x="9107507" y="6621587"/>
                <a:ext cx="109440" cy="88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A94B752-12EB-E631-46BA-2213E046B2B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103187" y="6617267"/>
                  <a:ext cx="118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65F013B-79A7-FD73-F1AE-BB52C901B3A0}"/>
                    </a:ext>
                  </a:extLst>
                </p14:cNvPr>
                <p14:cNvContentPartPr/>
                <p14:nvPr/>
              </p14:nvContentPartPr>
              <p14:xfrm>
                <a:off x="9291827" y="6612227"/>
                <a:ext cx="164520" cy="101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65F013B-79A7-FD73-F1AE-BB52C901B3A0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287507" y="6607907"/>
                  <a:ext cx="173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ADDFE08-EC93-63F9-B727-F64FDDE0E759}"/>
                    </a:ext>
                  </a:extLst>
                </p14:cNvPr>
                <p14:cNvContentPartPr/>
                <p14:nvPr/>
              </p14:nvContentPartPr>
              <p14:xfrm>
                <a:off x="9495587" y="6619067"/>
                <a:ext cx="102960" cy="1857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ADDFE08-EC93-63F9-B727-F64FDDE0E75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91267" y="6614747"/>
                  <a:ext cx="111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F32899E-B7C5-8A01-905B-A47E9CBE6D9C}"/>
                    </a:ext>
                  </a:extLst>
                </p14:cNvPr>
                <p14:cNvContentPartPr/>
                <p14:nvPr/>
              </p14:nvContentPartPr>
              <p14:xfrm>
                <a:off x="9558227" y="6574427"/>
                <a:ext cx="127080" cy="950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F32899E-B7C5-8A01-905B-A47E9CBE6D9C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553907" y="6570107"/>
                  <a:ext cx="13572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5489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B26181B-271E-41CE-5EF0-6E3DB1D9FFAB}"/>
                  </a:ext>
                </a:extLst>
              </p14:cNvPr>
              <p14:cNvContentPartPr/>
              <p14:nvPr/>
            </p14:nvContentPartPr>
            <p14:xfrm>
              <a:off x="2094867" y="1833747"/>
              <a:ext cx="26640" cy="275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B26181B-271E-41CE-5EF0-6E3DB1D9FF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0547" y="1829427"/>
                <a:ext cx="352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AA723FF-357B-1EAD-CA28-F79F34134D70}"/>
                  </a:ext>
                </a:extLst>
              </p14:cNvPr>
              <p14:cNvContentPartPr/>
              <p14:nvPr/>
            </p14:nvContentPartPr>
            <p14:xfrm>
              <a:off x="2154987" y="1589667"/>
              <a:ext cx="3089160" cy="552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AA723FF-357B-1EAD-CA28-F79F34134D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0667" y="1585347"/>
                <a:ext cx="3097800" cy="56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E0FBDD-696A-D78B-C6A4-D7CAAC8D1DDA}"/>
                  </a:ext>
                </a:extLst>
              </p14:cNvPr>
              <p14:cNvContentPartPr/>
              <p14:nvPr/>
            </p14:nvContentPartPr>
            <p14:xfrm>
              <a:off x="2548467" y="1767507"/>
              <a:ext cx="26640" cy="3099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E0FBDD-696A-D78B-C6A4-D7CAAC8D1D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44147" y="1763187"/>
                <a:ext cx="352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2921B84-A783-8704-B3E4-F0C8A3168A9D}"/>
                  </a:ext>
                </a:extLst>
              </p14:cNvPr>
              <p14:cNvContentPartPr/>
              <p14:nvPr/>
            </p14:nvContentPartPr>
            <p14:xfrm>
              <a:off x="3050307" y="1702707"/>
              <a:ext cx="61560" cy="397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2921B84-A783-8704-B3E4-F0C8A3168A9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5987" y="1698387"/>
                <a:ext cx="702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285E5AF-DF72-C5A6-0D0F-1852994DE9BF}"/>
                  </a:ext>
                </a:extLst>
              </p14:cNvPr>
              <p14:cNvContentPartPr/>
              <p14:nvPr/>
            </p14:nvContentPartPr>
            <p14:xfrm>
              <a:off x="3660867" y="1700187"/>
              <a:ext cx="60480" cy="423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285E5AF-DF72-C5A6-0D0F-1852994DE9B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56547" y="1695867"/>
                <a:ext cx="691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9702BB6-8647-2F2D-5FE9-6117E37C107E}"/>
                  </a:ext>
                </a:extLst>
              </p14:cNvPr>
              <p14:cNvContentPartPr/>
              <p14:nvPr/>
            </p14:nvContentPartPr>
            <p14:xfrm>
              <a:off x="4129587" y="1740867"/>
              <a:ext cx="59760" cy="3736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9702BB6-8647-2F2D-5FE9-6117E37C107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25267" y="1736547"/>
                <a:ext cx="684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066775A-3147-380E-24E6-93BE4ED9D57B}"/>
                  </a:ext>
                </a:extLst>
              </p14:cNvPr>
              <p14:cNvContentPartPr/>
              <p14:nvPr/>
            </p14:nvContentPartPr>
            <p14:xfrm>
              <a:off x="4533147" y="1661307"/>
              <a:ext cx="140760" cy="433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066775A-3147-380E-24E6-93BE4ED9D5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28827" y="1656987"/>
                <a:ext cx="14940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CBEF669-8D29-DB31-842F-E8DC9F80D2D2}"/>
                  </a:ext>
                </a:extLst>
              </p14:cNvPr>
              <p14:cNvContentPartPr/>
              <p14:nvPr/>
            </p14:nvContentPartPr>
            <p14:xfrm>
              <a:off x="920187" y="2004027"/>
              <a:ext cx="167040" cy="146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CBEF669-8D29-DB31-842F-E8DC9F80D2D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5867" y="1999707"/>
                <a:ext cx="1756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1D6139-2205-86BB-EA67-121950F162C5}"/>
                  </a:ext>
                </a:extLst>
              </p14:cNvPr>
              <p14:cNvContentPartPr/>
              <p14:nvPr/>
            </p14:nvContentPartPr>
            <p14:xfrm>
              <a:off x="843867" y="2274387"/>
              <a:ext cx="19800" cy="2401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1D6139-2205-86BB-EA67-121950F162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39547" y="2270067"/>
                <a:ext cx="28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AAD949C-DB5B-F8B6-0673-13D9A1D97579}"/>
                  </a:ext>
                </a:extLst>
              </p14:cNvPr>
              <p14:cNvContentPartPr/>
              <p14:nvPr/>
            </p14:nvContentPartPr>
            <p14:xfrm>
              <a:off x="811467" y="2208867"/>
              <a:ext cx="424080" cy="3445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AAD949C-DB5B-F8B6-0673-13D9A1D975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7147" y="2204547"/>
                <a:ext cx="4327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5A59A79-0B2F-47AC-7B1F-40ACB262B4B0}"/>
                  </a:ext>
                </a:extLst>
              </p14:cNvPr>
              <p14:cNvContentPartPr/>
              <p14:nvPr/>
            </p14:nvContentPartPr>
            <p14:xfrm>
              <a:off x="1096227" y="2076747"/>
              <a:ext cx="963360" cy="5814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5A59A79-0B2F-47AC-7B1F-40ACB262B4B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91907" y="2072427"/>
                <a:ext cx="972000" cy="5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B472C90-08D1-2F31-BF02-9810C195DAF8}"/>
                  </a:ext>
                </a:extLst>
              </p14:cNvPr>
              <p14:cNvContentPartPr/>
              <p14:nvPr/>
            </p14:nvContentPartPr>
            <p14:xfrm>
              <a:off x="1995147" y="2014827"/>
              <a:ext cx="120240" cy="1479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B472C90-08D1-2F31-BF02-9810C195DA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90827" y="2010507"/>
                <a:ext cx="1288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67B7BC1-C9A9-F393-6216-CE6A72F50057}"/>
                  </a:ext>
                </a:extLst>
              </p14:cNvPr>
              <p14:cNvContentPartPr/>
              <p14:nvPr/>
            </p14:nvContentPartPr>
            <p14:xfrm>
              <a:off x="2277027" y="2208867"/>
              <a:ext cx="110520" cy="925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67B7BC1-C9A9-F393-6216-CE6A72F5005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272707" y="2204547"/>
                <a:ext cx="1191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D35DFE-321F-9497-B94D-723005E56B84}"/>
                  </a:ext>
                </a:extLst>
              </p14:cNvPr>
              <p14:cNvContentPartPr/>
              <p14:nvPr/>
            </p14:nvContentPartPr>
            <p14:xfrm>
              <a:off x="4654827" y="2196987"/>
              <a:ext cx="67320" cy="73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D35DFE-321F-9497-B94D-723005E56B8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650507" y="2192667"/>
                <a:ext cx="75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B7D760-C7BC-8681-A242-1AAC1464B1F1}"/>
                  </a:ext>
                </a:extLst>
              </p14:cNvPr>
              <p14:cNvContentPartPr/>
              <p14:nvPr/>
            </p14:nvContentPartPr>
            <p14:xfrm>
              <a:off x="4807827" y="2223267"/>
              <a:ext cx="74160" cy="7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B7D760-C7BC-8681-A242-1AAC1464B1F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03507" y="2218947"/>
                <a:ext cx="8280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FDFFC9E-359D-AAE5-1A93-22366405E980}"/>
                  </a:ext>
                </a:extLst>
              </p14:cNvPr>
              <p14:cNvContentPartPr/>
              <p14:nvPr/>
            </p14:nvContentPartPr>
            <p14:xfrm>
              <a:off x="4990707" y="2181867"/>
              <a:ext cx="19080" cy="1198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FDFFC9E-359D-AAE5-1A93-22366405E9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86387" y="2177547"/>
                <a:ext cx="277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7239C54-433C-45A7-D433-4B25A9BB971C}"/>
                  </a:ext>
                </a:extLst>
              </p14:cNvPr>
              <p14:cNvContentPartPr/>
              <p14:nvPr/>
            </p14:nvContentPartPr>
            <p14:xfrm>
              <a:off x="7254587" y="482120"/>
              <a:ext cx="218520" cy="59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7239C54-433C-45A7-D433-4B25A9BB971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50267" y="477800"/>
                <a:ext cx="2271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2353D6FE-E345-8D2E-448D-E79F594B33E4}"/>
              </a:ext>
            </a:extLst>
          </p:cNvPr>
          <p:cNvGrpSpPr/>
          <p:nvPr/>
        </p:nvGrpSpPr>
        <p:grpSpPr>
          <a:xfrm>
            <a:off x="7970987" y="307520"/>
            <a:ext cx="895320" cy="263880"/>
            <a:chOff x="7970987" y="307520"/>
            <a:chExt cx="8953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0FF8788-756C-7854-6F37-8FFBB71E1420}"/>
                    </a:ext>
                  </a:extLst>
                </p14:cNvPr>
                <p14:cNvContentPartPr/>
                <p14:nvPr/>
              </p14:nvContentPartPr>
              <p14:xfrm>
                <a:off x="7970987" y="494720"/>
                <a:ext cx="111600" cy="7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0FF8788-756C-7854-6F37-8FFBB71E14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66667" y="490400"/>
                  <a:ext cx="120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32BF7B-9666-DE45-2C95-3AE7F320E433}"/>
                    </a:ext>
                  </a:extLst>
                </p14:cNvPr>
                <p14:cNvContentPartPr/>
                <p14:nvPr/>
              </p14:nvContentPartPr>
              <p14:xfrm>
                <a:off x="8050187" y="400040"/>
                <a:ext cx="5364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32BF7B-9666-DE45-2C95-3AE7F320E43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45867" y="395720"/>
                  <a:ext cx="62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6A4841-4C0D-B59E-21FC-C162A4496CE1}"/>
                    </a:ext>
                  </a:extLst>
                </p14:cNvPr>
                <p14:cNvContentPartPr/>
                <p14:nvPr/>
              </p14:nvContentPartPr>
              <p14:xfrm>
                <a:off x="8202827" y="307520"/>
                <a:ext cx="86040" cy="26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6A4841-4C0D-B59E-21FC-C162A4496CE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198507" y="303200"/>
                  <a:ext cx="94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5588227-ACA3-ECC9-13D1-F47C77E9E087}"/>
                    </a:ext>
                  </a:extLst>
                </p14:cNvPr>
                <p14:cNvContentPartPr/>
                <p14:nvPr/>
              </p14:nvContentPartPr>
              <p14:xfrm>
                <a:off x="8174387" y="416240"/>
                <a:ext cx="22032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5588227-ACA3-ECC9-13D1-F47C77E9E0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70067" y="411920"/>
                  <a:ext cx="228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635138-64A5-EA6F-3B28-57278CA074B9}"/>
                    </a:ext>
                  </a:extLst>
                </p14:cNvPr>
                <p14:cNvContentPartPr/>
                <p14:nvPr/>
              </p14:nvContentPartPr>
              <p14:xfrm>
                <a:off x="8451227" y="444680"/>
                <a:ext cx="26892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635138-64A5-EA6F-3B28-57278CA074B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46907" y="440360"/>
                  <a:ext cx="277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522BA6-C76B-9B32-E0F8-9DC943120649}"/>
                    </a:ext>
                  </a:extLst>
                </p14:cNvPr>
                <p14:cNvContentPartPr/>
                <p14:nvPr/>
              </p14:nvContentPartPr>
              <p14:xfrm>
                <a:off x="8729867" y="422000"/>
                <a:ext cx="136440" cy="7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522BA6-C76B-9B32-E0F8-9DC94312064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5547" y="417680"/>
                  <a:ext cx="145080" cy="8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674730E-D468-EA6C-D3EF-8A048D9149D9}"/>
                  </a:ext>
                </a:extLst>
              </p14:cNvPr>
              <p14:cNvContentPartPr/>
              <p14:nvPr/>
            </p14:nvContentPartPr>
            <p14:xfrm>
              <a:off x="2733107" y="2359747"/>
              <a:ext cx="42840" cy="288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674730E-D468-EA6C-D3EF-8A048D9149D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26987" y="2353627"/>
                <a:ext cx="550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0BD5A3E-BAF8-A0B8-EBBB-069706E7DBFF}"/>
                  </a:ext>
                </a:extLst>
              </p14:cNvPr>
              <p14:cNvContentPartPr/>
              <p14:nvPr/>
            </p14:nvContentPartPr>
            <p14:xfrm>
              <a:off x="2618627" y="2292787"/>
              <a:ext cx="257760" cy="1497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0BD5A3E-BAF8-A0B8-EBBB-069706E7DBF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12507" y="2286667"/>
                <a:ext cx="2700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75BCFD6-BF17-D868-AE35-6D60CCC50F2B}"/>
                  </a:ext>
                </a:extLst>
              </p14:cNvPr>
              <p14:cNvContentPartPr/>
              <p14:nvPr/>
            </p14:nvContentPartPr>
            <p14:xfrm>
              <a:off x="3174827" y="2231587"/>
              <a:ext cx="27360" cy="3668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75BCFD6-BF17-D868-AE35-6D60CCC50F2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68707" y="2225467"/>
                <a:ext cx="3960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A858B25-80A2-02FA-0B93-9737D7BBCF7D}"/>
                  </a:ext>
                </a:extLst>
              </p14:cNvPr>
              <p14:cNvContentPartPr/>
              <p14:nvPr/>
            </p14:nvContentPartPr>
            <p14:xfrm>
              <a:off x="3063947" y="2224747"/>
              <a:ext cx="224640" cy="123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A858B25-80A2-02FA-0B93-9737D7BBCF7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57827" y="2218627"/>
                <a:ext cx="2368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A6F639E-63EB-AB77-393B-DCCBD7B24A3A}"/>
                  </a:ext>
                </a:extLst>
              </p14:cNvPr>
              <p14:cNvContentPartPr/>
              <p14:nvPr/>
            </p14:nvContentPartPr>
            <p14:xfrm>
              <a:off x="3444307" y="3714413"/>
              <a:ext cx="42840" cy="2883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A6F639E-63EB-AB77-393B-DCCBD7B24A3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8187" y="3708293"/>
                <a:ext cx="550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19A609F-B6C1-D3D2-A736-F9AF2EFC2C43}"/>
                  </a:ext>
                </a:extLst>
              </p14:cNvPr>
              <p14:cNvContentPartPr/>
              <p14:nvPr/>
            </p14:nvContentPartPr>
            <p14:xfrm>
              <a:off x="3329827" y="3647453"/>
              <a:ext cx="257760" cy="1497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19A609F-B6C1-D3D2-A736-F9AF2EFC2C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23707" y="3641333"/>
                <a:ext cx="2700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77B3BE4-FC51-80FB-C55B-1FC8E8282774}"/>
                  </a:ext>
                </a:extLst>
              </p14:cNvPr>
              <p14:cNvContentPartPr/>
              <p14:nvPr/>
            </p14:nvContentPartPr>
            <p14:xfrm>
              <a:off x="3886027" y="3586253"/>
              <a:ext cx="27360" cy="3668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77B3BE4-FC51-80FB-C55B-1FC8E828277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9907" y="3580133"/>
                <a:ext cx="3960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2F0C0F9-86A0-547D-FF03-D542026F02B8}"/>
                  </a:ext>
                </a:extLst>
              </p14:cNvPr>
              <p14:cNvContentPartPr/>
              <p14:nvPr/>
            </p14:nvContentPartPr>
            <p14:xfrm>
              <a:off x="3775147" y="3579413"/>
              <a:ext cx="224640" cy="1231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2F0C0F9-86A0-547D-FF03-D542026F02B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69027" y="3573293"/>
                <a:ext cx="2368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F74EF35-EB7F-87D5-37A3-FAE0C3C9BE93}"/>
                  </a:ext>
                </a:extLst>
              </p14:cNvPr>
              <p14:cNvContentPartPr/>
              <p14:nvPr/>
            </p14:nvContentPartPr>
            <p14:xfrm>
              <a:off x="3702107" y="5021561"/>
              <a:ext cx="42840" cy="2883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F74EF35-EB7F-87D5-37A3-FAE0C3C9BE9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95987" y="5015441"/>
                <a:ext cx="550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D58693C7-43DE-ADE5-6988-FB60F758DC27}"/>
                  </a:ext>
                </a:extLst>
              </p14:cNvPr>
              <p14:cNvContentPartPr/>
              <p14:nvPr/>
            </p14:nvContentPartPr>
            <p14:xfrm>
              <a:off x="3587627" y="4954601"/>
              <a:ext cx="257760" cy="14976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D58693C7-43DE-ADE5-6988-FB60F758DC2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581507" y="4948481"/>
                <a:ext cx="2700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03BB80D2-780D-D002-1BCF-45C63664EB5B}"/>
                  </a:ext>
                </a:extLst>
              </p14:cNvPr>
              <p14:cNvContentPartPr/>
              <p14:nvPr/>
            </p14:nvContentPartPr>
            <p14:xfrm>
              <a:off x="4143827" y="4893401"/>
              <a:ext cx="27360" cy="3668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03BB80D2-780D-D002-1BCF-45C63664EB5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137707" y="4887281"/>
                <a:ext cx="3960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FCD09A1-B37C-60F4-2083-C20AF8A96D81}"/>
                  </a:ext>
                </a:extLst>
              </p14:cNvPr>
              <p14:cNvContentPartPr/>
              <p14:nvPr/>
            </p14:nvContentPartPr>
            <p14:xfrm>
              <a:off x="4032947" y="4886561"/>
              <a:ext cx="224640" cy="1231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FCD09A1-B37C-60F4-2083-C20AF8A96D8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026827" y="4880441"/>
                <a:ext cx="236880" cy="13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3BC44C4E-3A93-0C41-D714-D21B7B56CD93}"/>
              </a:ext>
            </a:extLst>
          </p:cNvPr>
          <p:cNvGrpSpPr/>
          <p:nvPr/>
        </p:nvGrpSpPr>
        <p:grpSpPr>
          <a:xfrm>
            <a:off x="568207" y="2892867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7C35C7-3B96-7FBC-D6EF-4EB32DBBDEB2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7C35C7-3B96-7FBC-D6EF-4EB32DBBDE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0C02BB-FD76-71D6-03D1-CC207EC3D2A0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0C02BB-FD76-71D6-03D1-CC207EC3D2A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D7C984-C504-6750-FD30-C28EEBEA6186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D7C984-C504-6750-FD30-C28EEBEA61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B900877-9785-AB6F-8A70-07CC1250A38D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B900877-9785-AB6F-8A70-07CC1250A3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47FA16-F25F-E330-83BC-9CB10D086930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47FA16-F25F-E330-83BC-9CB10D0869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223C28-6765-3C19-E354-2A4102A70133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223C28-6765-3C19-E354-2A4102A701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955AF5-6F1A-2822-A8DE-59E5032DF5F3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955AF5-6F1A-2822-A8DE-59E5032DF5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CA09290-3B9B-E02F-9C03-3CE05342E165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CA09290-3B9B-E02F-9C03-3CE05342E1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66DBD46-81AB-96AA-EC74-7DE44F7AEF87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66DBD46-81AB-96AA-EC74-7DE44F7AEF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2F927C-CB80-2BB5-02D3-7541FB476E33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2F927C-CB80-2BB5-02D3-7541FB476E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9F8E04-2B8D-C92A-8E49-8C61ADFA9725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9F8E04-2B8D-C92A-8E49-8C61ADFA972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9D688A2-AE14-BB52-9964-D18C25FB8107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9D688A2-AE14-BB52-9964-D18C25FB81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C3C0216-EC01-02BA-5E0A-E6884A0A4525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C3C0216-EC01-02BA-5E0A-E6884A0A45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4F44BC-7093-CA5D-DF84-E17DE242E9F8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4F44BC-7093-CA5D-DF84-E17DE242E9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35B533B-F1D7-DEBD-0E4E-15674A83B517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35B533B-F1D7-DEBD-0E4E-15674A83B5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D5A1E89-9B24-025E-F947-B61163410388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D5A1E89-9B24-025E-F947-B611634103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6A440E-860E-E612-3076-27B008486CB8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6A440E-860E-E612-3076-27B008486C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2935C3B-8869-CCDB-CC11-9214B31B9903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2935C3B-8869-CCDB-CC11-9214B31B990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04148F-7DF1-C302-39FC-4954E5772A20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04148F-7DF1-C302-39FC-4954E5772A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E36955-8F6C-289E-2881-C8FCDFC17D5D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E36955-8F6C-289E-2881-C8FCDFC17D5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6A98CD3-8838-C718-674C-344391F32C28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6A98CD3-8838-C718-674C-344391F32C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C571E4-5D1E-A43F-9359-11E7626FA1F0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C571E4-5D1E-A43F-9359-11E7626FA1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A046B7-E48F-36F7-4EB0-5240FA034BFB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A046B7-E48F-36F7-4EB0-5240FA034B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88784B-EFB7-6A03-7C37-680B64950D5D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88784B-EFB7-6A03-7C37-680B64950D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D02E2E-C764-A8D9-D7BD-C078DF240137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D02E2E-C764-A8D9-D7BD-C078DF2401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67435BA-646E-76F4-0780-5E0BB2F6FAE6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67435BA-646E-76F4-0780-5E0BB2F6FA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3B975BE-0168-0F7B-AEA0-FB817BF93CDF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3B975BE-0168-0F7B-AEA0-FB817BF93C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DF49EDB-51F4-CA50-338B-6E32AA277BAC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DF49EDB-51F4-CA50-338B-6E32AA277B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5B8BCE4-58C7-1D5D-AD1F-36BB062D73AF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5B8BCE4-58C7-1D5D-AD1F-36BB062D73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9CA0D11-B393-1855-7F16-E7FAD1138FDD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9CA0D11-B393-1855-7F16-E7FAD1138FD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D7BBF8A-9EE8-47CB-3059-F3A75CCF1C99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D7BBF8A-9EE8-47CB-3059-F3A75CCF1C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79E9F9A-6916-8D19-CDFD-1ABADBFEF997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79E9F9A-6916-8D19-CDFD-1ABADBFEF9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16F8FD8-DCEE-6B3F-4BC7-44D558D5C875}"/>
              </a:ext>
            </a:extLst>
          </p:cNvPr>
          <p:cNvGrpSpPr/>
          <p:nvPr/>
        </p:nvGrpSpPr>
        <p:grpSpPr>
          <a:xfrm>
            <a:off x="6652467" y="81692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EE368AA-150F-D21C-B2F0-20022CCB7434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EE368AA-150F-D21C-B2F0-20022CCB743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AA69A53-5B1D-C5D9-1F5C-57ACE0471ECE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AA69A53-5B1D-C5D9-1F5C-57ACE0471E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BEF320C-2A51-883F-CB87-9D47897096AE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BEF320C-2A51-883F-CB87-9D4789709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5942253-D607-6D7A-F107-D7FE06D37213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5942253-D607-6D7A-F107-D7FE06D372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D8308F-42A5-82B1-3EC0-A82F7750A797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D8308F-42A5-82B1-3EC0-A82F7750A7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09D0764-B411-175B-9474-F0CB1740CF14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09D0764-B411-175B-9474-F0CB1740CF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BAA1C6-AD25-A44A-7FBA-0E6A960F2033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BAA1C6-AD25-A44A-7FBA-0E6A960F20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DD4E913-2890-C56E-E94B-22C327FCE7F8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DD4E913-2890-C56E-E94B-22C327FCE7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670A61-23D5-F286-9BBD-217640EC7C83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670A61-23D5-F286-9BBD-217640EC7C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7CFB83-823D-3668-1EE0-3E6E0E8FEAC3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7CFB83-823D-3668-1EE0-3E6E0E8FEA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7E7C434-BDE5-049F-CDAA-5B6FC89C4F81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7E7C434-BDE5-049F-CDAA-5B6FC89C4F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C1E84C-15EF-057F-2CD7-36B26AE45207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C1E84C-15EF-057F-2CD7-36B26AE452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00D28C0-372B-77F1-A218-88D24C14228D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00D28C0-372B-77F1-A218-88D24C14228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EFCE0F-390A-4B46-6294-5C29EA65CDCE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EFCE0F-390A-4B46-6294-5C29EA65CD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C94698D-C993-6BF9-3F4B-576DB1613FB5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C94698D-C993-6BF9-3F4B-576DB1613F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D237802-F749-DDE7-551F-9BBDC44624A9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D237802-F749-DDE7-551F-9BBDC44624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BD469DE-7130-77AB-490A-8EAF9F9EEE2C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BD469DE-7130-77AB-490A-8EAF9F9EEE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D3E143D-03A6-3FE3-BA82-B14946C8FBA6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D3E143D-03A6-3FE3-BA82-B14946C8FBA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F8B4B0-31F2-F42C-9494-F57652DE065A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F8B4B0-31F2-F42C-9494-F57652DE06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4A117E-8DDB-173D-E515-C2D9A0D5800A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4A117E-8DDB-173D-E515-C2D9A0D580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8E481A-A283-B4FF-0310-1763DAE6AA42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8E481A-A283-B4FF-0310-1763DAE6AA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5FBD23-0881-492C-5AC2-7D31EAF791F2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5FBD23-0881-492C-5AC2-7D31EAF791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7C21EA7-0E4A-AADB-18D4-FD703729138D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7C21EA7-0E4A-AADB-18D4-FD70372913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4921960-500E-8AEF-9BCD-7F58E43081C1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4921960-500E-8AEF-9BCD-7F58E43081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4DED5A2-58DE-3F46-FA1F-63FB88EDAF79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4DED5A2-58DE-3F46-FA1F-63FB88EDAF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AE64B2D-894E-A0CA-740F-716A0A4E3CEE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E64B2D-894E-A0CA-740F-716A0A4E3C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95FA213-6B78-FBDA-2378-640193035151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95FA213-6B78-FBDA-2378-6401930351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4D2B781-5524-F6E2-B47F-6280041913AB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4D2B781-5524-F6E2-B47F-6280041913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97620A-E2CC-E190-22D3-4087EB2430C4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97620A-E2CC-E190-22D3-4087EB2430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9963EBA-5AC5-C3E9-094C-3A2B2DCC895D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9963EBA-5AC5-C3E9-094C-3A2B2DCC89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AA76F31-2454-872F-D670-871C42F155B9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AA76F31-2454-872F-D670-871C42F155B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0586A1E-C20E-C22B-F824-50131E0C0690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0586A1E-C20E-C22B-F824-50131E0C06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D1182C9-C576-6C61-A097-C5C429EFC496}"/>
              </a:ext>
            </a:extLst>
          </p:cNvPr>
          <p:cNvGrpSpPr/>
          <p:nvPr/>
        </p:nvGrpSpPr>
        <p:grpSpPr>
          <a:xfrm>
            <a:off x="2527067" y="452600"/>
            <a:ext cx="154800" cy="212400"/>
            <a:chOff x="2527067" y="452600"/>
            <a:chExt cx="15480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39C33A1-3AF2-5B38-3B45-AE3C05CA1E39}"/>
                    </a:ext>
                  </a:extLst>
                </p14:cNvPr>
                <p14:cNvContentPartPr/>
                <p14:nvPr/>
              </p14:nvContentPartPr>
              <p14:xfrm>
                <a:off x="2527067" y="485000"/>
                <a:ext cx="126360" cy="180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39C33A1-3AF2-5B38-3B45-AE3C05CA1E3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20947" y="478880"/>
                  <a:ext cx="1386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88AC5A4-CA69-6DDC-70A0-89A1A3083D91}"/>
                    </a:ext>
                  </a:extLst>
                </p14:cNvPr>
                <p14:cNvContentPartPr/>
                <p14:nvPr/>
              </p14:nvContentPartPr>
              <p14:xfrm>
                <a:off x="2543627" y="452600"/>
                <a:ext cx="138240" cy="29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88AC5A4-CA69-6DDC-70A0-89A1A3083D9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37507" y="446480"/>
                  <a:ext cx="1504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49EE5B8-3239-8A10-770E-52590EA5F8D8}"/>
              </a:ext>
            </a:extLst>
          </p:cNvPr>
          <p:cNvGrpSpPr/>
          <p:nvPr/>
        </p:nvGrpSpPr>
        <p:grpSpPr>
          <a:xfrm>
            <a:off x="3675467" y="419480"/>
            <a:ext cx="188640" cy="225360"/>
            <a:chOff x="3675467" y="419480"/>
            <a:chExt cx="18864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519299C-2545-6F81-E6AB-C524007B17B9}"/>
                    </a:ext>
                  </a:extLst>
                </p14:cNvPr>
                <p14:cNvContentPartPr/>
                <p14:nvPr/>
              </p14:nvContentPartPr>
              <p14:xfrm>
                <a:off x="3675467" y="419480"/>
                <a:ext cx="188640" cy="188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519299C-2545-6F81-E6AB-C524007B17B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69347" y="413360"/>
                  <a:ext cx="200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E61EE95-45A3-81B8-7415-1F9FBA40B534}"/>
                    </a:ext>
                  </a:extLst>
                </p14:cNvPr>
                <p14:cNvContentPartPr/>
                <p14:nvPr/>
              </p14:nvContentPartPr>
              <p14:xfrm>
                <a:off x="3783107" y="502280"/>
                <a:ext cx="34200" cy="1425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E61EE95-45A3-81B8-7415-1F9FBA40B53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76987" y="496160"/>
                  <a:ext cx="4644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7CDC4BC-2B19-5CE0-10E5-97082A79E614}"/>
                  </a:ext>
                </a:extLst>
              </p14:cNvPr>
              <p14:cNvContentPartPr/>
              <p14:nvPr/>
            </p14:nvContentPartPr>
            <p14:xfrm>
              <a:off x="4551347" y="368720"/>
              <a:ext cx="147600" cy="1940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7CDC4BC-2B19-5CE0-10E5-97082A79E61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545227" y="362600"/>
                <a:ext cx="1598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C5ACB34-4630-7766-1A24-837E196D27FA}"/>
                  </a:ext>
                </a:extLst>
              </p14:cNvPr>
              <p14:cNvContentPartPr/>
              <p14:nvPr/>
            </p14:nvContentPartPr>
            <p14:xfrm>
              <a:off x="3008747" y="465560"/>
              <a:ext cx="173520" cy="1418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C5ACB34-4630-7766-1A24-837E196D27F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02627" y="459440"/>
                <a:ext cx="1857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7D0716A-1148-5346-ECC8-152088CACAB4}"/>
                  </a:ext>
                </a:extLst>
              </p14:cNvPr>
              <p14:cNvContentPartPr/>
              <p14:nvPr/>
            </p14:nvContentPartPr>
            <p14:xfrm>
              <a:off x="4174427" y="438560"/>
              <a:ext cx="16920" cy="1648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7D0716A-1148-5346-ECC8-152088CACAB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168307" y="432440"/>
                <a:ext cx="2916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12830EE-9D05-A332-75D1-97D4F2574B21}"/>
                  </a:ext>
                </a:extLst>
              </p14:cNvPr>
              <p14:cNvContentPartPr/>
              <p14:nvPr/>
            </p14:nvContentPartPr>
            <p14:xfrm>
              <a:off x="5156867" y="397880"/>
              <a:ext cx="129600" cy="1688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12830EE-9D05-A332-75D1-97D4F2574B2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50747" y="391760"/>
                <a:ext cx="1418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CF685C1-0092-8CBB-B898-F5DA2182AB4B}"/>
                  </a:ext>
                </a:extLst>
              </p14:cNvPr>
              <p14:cNvContentPartPr/>
              <p14:nvPr/>
            </p14:nvContentPartPr>
            <p14:xfrm>
              <a:off x="2252387" y="1846520"/>
              <a:ext cx="142560" cy="16488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CF685C1-0092-8CBB-B898-F5DA2182AB4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246267" y="1840400"/>
                <a:ext cx="15480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A94B30B-3C29-6534-86D7-2CF343167368}"/>
              </a:ext>
            </a:extLst>
          </p:cNvPr>
          <p:cNvGrpSpPr/>
          <p:nvPr/>
        </p:nvGrpSpPr>
        <p:grpSpPr>
          <a:xfrm>
            <a:off x="2767187" y="1788200"/>
            <a:ext cx="241200" cy="216360"/>
            <a:chOff x="2767187" y="1788200"/>
            <a:chExt cx="24120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4123237-CE73-1561-ABE8-6C880E457027}"/>
                    </a:ext>
                  </a:extLst>
                </p14:cNvPr>
                <p14:cNvContentPartPr/>
                <p14:nvPr/>
              </p14:nvContentPartPr>
              <p14:xfrm>
                <a:off x="2767187" y="1794320"/>
                <a:ext cx="135000" cy="210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4123237-CE73-1561-ABE8-6C880E45702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761067" y="1788200"/>
                  <a:ext cx="147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75F732E-7A9B-BDBE-8C3E-C596617BD673}"/>
                    </a:ext>
                  </a:extLst>
                </p14:cNvPr>
                <p14:cNvContentPartPr/>
                <p14:nvPr/>
              </p14:nvContentPartPr>
              <p14:xfrm>
                <a:off x="2907227" y="1788200"/>
                <a:ext cx="101160" cy="18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75F732E-7A9B-BDBE-8C3E-C596617BD67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01107" y="1782080"/>
                  <a:ext cx="1134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3D34B26-3145-D456-6D98-40BFF2E07E00}"/>
              </a:ext>
            </a:extLst>
          </p:cNvPr>
          <p:cNvGrpSpPr/>
          <p:nvPr/>
        </p:nvGrpSpPr>
        <p:grpSpPr>
          <a:xfrm>
            <a:off x="3378827" y="1783160"/>
            <a:ext cx="198720" cy="197640"/>
            <a:chOff x="3378827" y="1783160"/>
            <a:chExt cx="19872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A851F91-9B7F-AFC0-761B-D45BD24A3586}"/>
                    </a:ext>
                  </a:extLst>
                </p14:cNvPr>
                <p14:cNvContentPartPr/>
                <p14:nvPr/>
              </p14:nvContentPartPr>
              <p14:xfrm>
                <a:off x="3378827" y="1783160"/>
                <a:ext cx="198720" cy="128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A851F91-9B7F-AFC0-761B-D45BD24A35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72707" y="1777040"/>
                  <a:ext cx="2109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20E8095-3405-7C99-FC49-591FEE8DA471}"/>
                    </a:ext>
                  </a:extLst>
                </p14:cNvPr>
                <p14:cNvContentPartPr/>
                <p14:nvPr/>
              </p14:nvContentPartPr>
              <p14:xfrm>
                <a:off x="3522107" y="1817000"/>
                <a:ext cx="45360" cy="163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20E8095-3405-7C99-FC49-591FEE8DA4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515987" y="1810880"/>
                  <a:ext cx="5760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9590EAAE-8D96-395C-2437-B35451D1C8D3}"/>
                  </a:ext>
                </a:extLst>
              </p14:cNvPr>
              <p14:cNvContentPartPr/>
              <p14:nvPr/>
            </p14:nvContentPartPr>
            <p14:xfrm>
              <a:off x="3920627" y="1825280"/>
              <a:ext cx="31320" cy="1461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9590EAAE-8D96-395C-2437-B35451D1C8D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14507" y="1819160"/>
                <a:ext cx="435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2E24512-71C2-604D-FBB6-82D12872CE1B}"/>
                  </a:ext>
                </a:extLst>
              </p14:cNvPr>
              <p14:cNvContentPartPr/>
              <p14:nvPr/>
            </p14:nvContentPartPr>
            <p14:xfrm>
              <a:off x="4297907" y="1754000"/>
              <a:ext cx="173160" cy="1684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2E24512-71C2-604D-FBB6-82D12872CE1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91787" y="1747880"/>
                <a:ext cx="185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FDDE50E-AA21-38AA-04D8-C51173EAAF9C}"/>
                  </a:ext>
                </a:extLst>
              </p14:cNvPr>
              <p14:cNvContentPartPr/>
              <p14:nvPr/>
            </p14:nvContentPartPr>
            <p14:xfrm>
              <a:off x="4891187" y="1766960"/>
              <a:ext cx="181080" cy="1702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FDDE50E-AA21-38AA-04D8-C51173EAAF9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885067" y="1760840"/>
                <a:ext cx="1933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9BF81FE-D376-C3B7-6349-76E73E77194C}"/>
                  </a:ext>
                </a:extLst>
              </p14:cNvPr>
              <p14:cNvContentPartPr/>
              <p14:nvPr/>
            </p14:nvContentPartPr>
            <p14:xfrm>
              <a:off x="2203427" y="3207680"/>
              <a:ext cx="217800" cy="1234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9BF81FE-D376-C3B7-6349-76E73E77194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197307" y="3201560"/>
                <a:ext cx="2300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5692B92C-2FC0-9FD3-946A-20FE9E151F13}"/>
                  </a:ext>
                </a:extLst>
              </p14:cNvPr>
              <p14:cNvContentPartPr/>
              <p14:nvPr/>
            </p14:nvContentPartPr>
            <p14:xfrm>
              <a:off x="3918107" y="3176000"/>
              <a:ext cx="24120" cy="1638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5692B92C-2FC0-9FD3-946A-20FE9E151F1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11987" y="3169880"/>
                <a:ext cx="363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4610556-F219-13DD-07A6-41F416F9D1D7}"/>
                  </a:ext>
                </a:extLst>
              </p14:cNvPr>
              <p14:cNvContentPartPr/>
              <p14:nvPr/>
            </p14:nvContentPartPr>
            <p14:xfrm>
              <a:off x="4333907" y="3102200"/>
              <a:ext cx="164520" cy="1666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4610556-F219-13DD-07A6-41F416F9D1D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327787" y="3096080"/>
                <a:ext cx="1767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52299C75-D6AE-B4E4-D1AC-A1EAB92CFE0E}"/>
                  </a:ext>
                </a:extLst>
              </p14:cNvPr>
              <p14:cNvContentPartPr/>
              <p14:nvPr/>
            </p14:nvContentPartPr>
            <p14:xfrm>
              <a:off x="4863827" y="3081320"/>
              <a:ext cx="172080" cy="1486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52299C75-D6AE-B4E4-D1AC-A1EAB92CFE0E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57707" y="3075200"/>
                <a:ext cx="184320" cy="16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CFC8BB4-B274-C7A3-F43F-784AA5316D4E}"/>
              </a:ext>
            </a:extLst>
          </p:cNvPr>
          <p:cNvGrpSpPr/>
          <p:nvPr/>
        </p:nvGrpSpPr>
        <p:grpSpPr>
          <a:xfrm>
            <a:off x="2730107" y="3078080"/>
            <a:ext cx="176760" cy="240480"/>
            <a:chOff x="2730107" y="3078080"/>
            <a:chExt cx="17676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A49974E-8BF2-BAAF-D674-141444413712}"/>
                    </a:ext>
                  </a:extLst>
                </p14:cNvPr>
                <p14:cNvContentPartPr/>
                <p14:nvPr/>
              </p14:nvContentPartPr>
              <p14:xfrm>
                <a:off x="2730107" y="3078080"/>
                <a:ext cx="169200" cy="168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A49974E-8BF2-BAAF-D674-14144441371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23987" y="3071960"/>
                  <a:ext cx="181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81904DF-3F8B-BC4F-2AD7-FC3BC8E300E7}"/>
                    </a:ext>
                  </a:extLst>
                </p14:cNvPr>
                <p14:cNvContentPartPr/>
                <p14:nvPr/>
              </p14:nvContentPartPr>
              <p14:xfrm>
                <a:off x="2851427" y="3158000"/>
                <a:ext cx="55440" cy="160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81904DF-3F8B-BC4F-2AD7-FC3BC8E300E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45307" y="3151880"/>
                  <a:ext cx="676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8686B8C-CDDF-0996-F306-5FF13AF5EF24}"/>
              </a:ext>
            </a:extLst>
          </p:cNvPr>
          <p:cNvGrpSpPr/>
          <p:nvPr/>
        </p:nvGrpSpPr>
        <p:grpSpPr>
          <a:xfrm>
            <a:off x="3163907" y="3126320"/>
            <a:ext cx="269640" cy="161280"/>
            <a:chOff x="3163907" y="3126320"/>
            <a:chExt cx="269640" cy="16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D90F0CE-38C7-48B8-F274-09CB03356A82}"/>
                    </a:ext>
                  </a:extLst>
                </p14:cNvPr>
                <p14:cNvContentPartPr/>
                <p14:nvPr/>
              </p14:nvContentPartPr>
              <p14:xfrm>
                <a:off x="3163907" y="3126320"/>
                <a:ext cx="126360" cy="161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D90F0CE-38C7-48B8-F274-09CB03356A8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57787" y="3120200"/>
                  <a:ext cx="138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0EFAA0C-4E69-816F-3E89-91059DD2346C}"/>
                    </a:ext>
                  </a:extLst>
                </p14:cNvPr>
                <p14:cNvContentPartPr/>
                <p14:nvPr/>
              </p14:nvContentPartPr>
              <p14:xfrm>
                <a:off x="3315107" y="3138560"/>
                <a:ext cx="118440" cy="25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0EFAA0C-4E69-816F-3E89-91059DD2346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08987" y="3132440"/>
                  <a:ext cx="13068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C179D295-6188-45B2-8ED0-90F1DF659928}"/>
                  </a:ext>
                </a:extLst>
              </p14:cNvPr>
              <p14:cNvContentPartPr/>
              <p14:nvPr/>
            </p14:nvContentPartPr>
            <p14:xfrm>
              <a:off x="4035107" y="4445360"/>
              <a:ext cx="154080" cy="17964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C179D295-6188-45B2-8ED0-90F1DF65992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028987" y="4439240"/>
                <a:ext cx="1663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82A5438-DE43-39F8-8C5F-1D252CB9C3A4}"/>
                  </a:ext>
                </a:extLst>
              </p14:cNvPr>
              <p14:cNvContentPartPr/>
              <p14:nvPr/>
            </p14:nvContentPartPr>
            <p14:xfrm>
              <a:off x="4592387" y="4483160"/>
              <a:ext cx="198000" cy="1620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82A5438-DE43-39F8-8C5F-1D252CB9C3A4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586267" y="4477040"/>
                <a:ext cx="2102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F9C2D962-21C6-2FDE-44F5-107E047AB0DE}"/>
                  </a:ext>
                </a:extLst>
              </p14:cNvPr>
              <p14:cNvContentPartPr/>
              <p14:nvPr/>
            </p14:nvContentPartPr>
            <p14:xfrm>
              <a:off x="2034587" y="4551920"/>
              <a:ext cx="179640" cy="1728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F9C2D962-21C6-2FDE-44F5-107E047AB0D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028467" y="4545800"/>
                <a:ext cx="191880" cy="18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45B9F69-8B1E-21EA-9A6A-C3CEC4345A84}"/>
              </a:ext>
            </a:extLst>
          </p:cNvPr>
          <p:cNvGrpSpPr/>
          <p:nvPr/>
        </p:nvGrpSpPr>
        <p:grpSpPr>
          <a:xfrm>
            <a:off x="2513747" y="4525280"/>
            <a:ext cx="172440" cy="211320"/>
            <a:chOff x="2513747" y="4525280"/>
            <a:chExt cx="17244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130009C-557F-15F2-A173-3E13E4984273}"/>
                    </a:ext>
                  </a:extLst>
                </p14:cNvPr>
                <p14:cNvContentPartPr/>
                <p14:nvPr/>
              </p14:nvContentPartPr>
              <p14:xfrm>
                <a:off x="2513747" y="4525280"/>
                <a:ext cx="172440" cy="1386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130009C-557F-15F2-A173-3E13E498427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07627" y="4519160"/>
                  <a:ext cx="184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676D0DA-57B6-A6BA-4A4D-F2900492EAC5}"/>
                    </a:ext>
                  </a:extLst>
                </p14:cNvPr>
                <p14:cNvContentPartPr/>
                <p14:nvPr/>
              </p14:nvContentPartPr>
              <p14:xfrm>
                <a:off x="2646587" y="4573520"/>
                <a:ext cx="24120" cy="163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676D0DA-57B6-A6BA-4A4D-F2900492EAC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40467" y="4567400"/>
                  <a:ext cx="3636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5E3AEDAA-99DD-8984-4CBE-FBEFBB236F47}"/>
                  </a:ext>
                </a:extLst>
              </p14:cNvPr>
              <p14:cNvContentPartPr/>
              <p14:nvPr/>
            </p14:nvContentPartPr>
            <p14:xfrm>
              <a:off x="3120707" y="4481720"/>
              <a:ext cx="34200" cy="2016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5E3AEDAA-99DD-8984-4CBE-FBEFBB236F4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114587" y="4475600"/>
                <a:ext cx="464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BACDDC79-4A25-403D-CF04-7515FAA07134}"/>
                  </a:ext>
                </a:extLst>
              </p14:cNvPr>
              <p14:cNvContentPartPr/>
              <p14:nvPr/>
            </p14:nvContentPartPr>
            <p14:xfrm>
              <a:off x="3744947" y="4484960"/>
              <a:ext cx="92880" cy="3708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BACDDC79-4A25-403D-CF04-7515FAA0713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738827" y="4478840"/>
                <a:ext cx="10512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E23919E-8FBD-C46B-B274-E3D201A7DA19}"/>
              </a:ext>
            </a:extLst>
          </p:cNvPr>
          <p:cNvGrpSpPr/>
          <p:nvPr/>
        </p:nvGrpSpPr>
        <p:grpSpPr>
          <a:xfrm>
            <a:off x="8732027" y="1090880"/>
            <a:ext cx="172440" cy="169920"/>
            <a:chOff x="8732027" y="1090880"/>
            <a:chExt cx="17244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594F6BA-F7D8-AACE-F201-F97530AB4527}"/>
                    </a:ext>
                  </a:extLst>
                </p14:cNvPr>
                <p14:cNvContentPartPr/>
                <p14:nvPr/>
              </p14:nvContentPartPr>
              <p14:xfrm>
                <a:off x="8732027" y="1090880"/>
                <a:ext cx="172440" cy="101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594F6BA-F7D8-AACE-F201-F97530AB45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725907" y="1084760"/>
                  <a:ext cx="184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01818C4-C5D2-7DF7-CC8F-C92C654EE28F}"/>
                    </a:ext>
                  </a:extLst>
                </p14:cNvPr>
                <p14:cNvContentPartPr/>
                <p14:nvPr/>
              </p14:nvContentPartPr>
              <p14:xfrm>
                <a:off x="8860547" y="1114280"/>
                <a:ext cx="10080" cy="146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01818C4-C5D2-7DF7-CC8F-C92C654EE2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54427" y="1108160"/>
                  <a:ext cx="22320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3ADEFCF-5B69-B9E7-DAFD-0B84ABC75612}"/>
                  </a:ext>
                </a:extLst>
              </p14:cNvPr>
              <p14:cNvContentPartPr/>
              <p14:nvPr/>
            </p14:nvContentPartPr>
            <p14:xfrm>
              <a:off x="8343587" y="1120040"/>
              <a:ext cx="158760" cy="1479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3ADEFCF-5B69-B9E7-DAFD-0B84ABC7561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337467" y="1113920"/>
                <a:ext cx="171000" cy="16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B45F244-F7F8-08DC-5CEC-DEB94BD68028}"/>
              </a:ext>
            </a:extLst>
          </p:cNvPr>
          <p:cNvGrpSpPr/>
          <p:nvPr/>
        </p:nvGrpSpPr>
        <p:grpSpPr>
          <a:xfrm>
            <a:off x="3658187" y="4506920"/>
            <a:ext cx="190440" cy="200520"/>
            <a:chOff x="3658187" y="4506920"/>
            <a:chExt cx="190440" cy="20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B1659A5-C611-613C-2C6B-A6348A676497}"/>
                    </a:ext>
                  </a:extLst>
                </p14:cNvPr>
                <p14:cNvContentPartPr/>
                <p14:nvPr/>
              </p14:nvContentPartPr>
              <p14:xfrm>
                <a:off x="3658187" y="4518440"/>
                <a:ext cx="160560" cy="189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B1659A5-C611-613C-2C6B-A6348A67649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52067" y="4512320"/>
                  <a:ext cx="172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A29A41F-DFAE-0214-376F-06D1B777928E}"/>
                    </a:ext>
                  </a:extLst>
                </p14:cNvPr>
                <p14:cNvContentPartPr/>
                <p14:nvPr/>
              </p14:nvContentPartPr>
              <p14:xfrm>
                <a:off x="3684467" y="4506920"/>
                <a:ext cx="164160" cy="129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A29A41F-DFAE-0214-376F-06D1B777928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678347" y="4500800"/>
                  <a:ext cx="17640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4C36B380-C9E3-AF3D-AA0D-33D1B994CB5F}"/>
                  </a:ext>
                </a:extLst>
              </p14:cNvPr>
              <p14:cNvContentPartPr/>
              <p14:nvPr/>
            </p14:nvContentPartPr>
            <p14:xfrm>
              <a:off x="10963307" y="1013480"/>
              <a:ext cx="131400" cy="1486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4C36B380-C9E3-AF3D-AA0D-33D1B994CB5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0957187" y="1007360"/>
                <a:ext cx="1436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6FE8C566-660C-15D9-79C3-E9CA0635A42C}"/>
                  </a:ext>
                </a:extLst>
              </p14:cNvPr>
              <p14:cNvContentPartPr/>
              <p14:nvPr/>
            </p14:nvContentPartPr>
            <p14:xfrm>
              <a:off x="9330347" y="1036160"/>
              <a:ext cx="44280" cy="2257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6FE8C566-660C-15D9-79C3-E9CA0635A42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9324227" y="1030040"/>
                <a:ext cx="565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015FFD9-6117-A5DA-5D32-63658A4E0198}"/>
                  </a:ext>
                </a:extLst>
              </p14:cNvPr>
              <p14:cNvContentPartPr/>
              <p14:nvPr/>
            </p14:nvContentPartPr>
            <p14:xfrm>
              <a:off x="9945947" y="1063880"/>
              <a:ext cx="126720" cy="1576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015FFD9-6117-A5DA-5D32-63658A4E019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939827" y="1057760"/>
                <a:ext cx="13896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19A9CA2-E8F9-4CCC-4180-B00DD62A741B}"/>
              </a:ext>
            </a:extLst>
          </p:cNvPr>
          <p:cNvGrpSpPr/>
          <p:nvPr/>
        </p:nvGrpSpPr>
        <p:grpSpPr>
          <a:xfrm>
            <a:off x="10407827" y="1064600"/>
            <a:ext cx="216720" cy="158760"/>
            <a:chOff x="10407827" y="1064600"/>
            <a:chExt cx="216720" cy="1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89723F0-BAEF-0FD5-9F76-4795F9D83876}"/>
                    </a:ext>
                  </a:extLst>
                </p14:cNvPr>
                <p14:cNvContentPartPr/>
                <p14:nvPr/>
              </p14:nvContentPartPr>
              <p14:xfrm>
                <a:off x="10407827" y="1064600"/>
                <a:ext cx="127080" cy="1587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89723F0-BAEF-0FD5-9F76-4795F9D8387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01707" y="1058480"/>
                  <a:ext cx="139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3FA982E-8A84-82BA-E4FB-6254BAAD6D85}"/>
                    </a:ext>
                  </a:extLst>
                </p14:cNvPr>
                <p14:cNvContentPartPr/>
                <p14:nvPr/>
              </p14:nvContentPartPr>
              <p14:xfrm>
                <a:off x="10520867" y="1071440"/>
                <a:ext cx="103680" cy="7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3FA982E-8A84-82BA-E4FB-6254BAAD6D8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514747" y="1065320"/>
                  <a:ext cx="11592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42956333-024D-3238-346D-A9027B9DA2B1}"/>
              </a:ext>
            </a:extLst>
          </p:cNvPr>
          <p:cNvGrpSpPr/>
          <p:nvPr/>
        </p:nvGrpSpPr>
        <p:grpSpPr>
          <a:xfrm>
            <a:off x="10403867" y="1509560"/>
            <a:ext cx="169200" cy="303840"/>
            <a:chOff x="10403867" y="1509560"/>
            <a:chExt cx="169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03083F3-F83A-7E61-9B92-968BC2141013}"/>
                    </a:ext>
                  </a:extLst>
                </p14:cNvPr>
                <p14:cNvContentPartPr/>
                <p14:nvPr/>
              </p14:nvContentPartPr>
              <p14:xfrm>
                <a:off x="10456787" y="1549880"/>
                <a:ext cx="53280" cy="263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03083F3-F83A-7E61-9B92-968BC214101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450667" y="1543760"/>
                  <a:ext cx="65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6A5E9F6-E624-FF68-189B-3A8E13B883D8}"/>
                    </a:ext>
                  </a:extLst>
                </p14:cNvPr>
                <p14:cNvContentPartPr/>
                <p14:nvPr/>
              </p14:nvContentPartPr>
              <p14:xfrm>
                <a:off x="10403867" y="1509560"/>
                <a:ext cx="169200" cy="87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6A5E9F6-E624-FF68-189B-3A8E13B883D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97747" y="1503440"/>
                  <a:ext cx="181440" cy="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7BF453A0-3B8D-FDF8-D25B-BC3C2F2FDDC3}"/>
                  </a:ext>
                </a:extLst>
              </p14:cNvPr>
              <p14:cNvContentPartPr/>
              <p14:nvPr/>
            </p14:nvContentPartPr>
            <p14:xfrm>
              <a:off x="10187147" y="2403440"/>
              <a:ext cx="119880" cy="16488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7BF453A0-3B8D-FDF8-D25B-BC3C2F2FDDC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181027" y="2397320"/>
                <a:ext cx="13212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C1E43FA-D22C-2AB8-C8D3-E2B02AB6A862}"/>
              </a:ext>
            </a:extLst>
          </p:cNvPr>
          <p:cNvGrpSpPr/>
          <p:nvPr/>
        </p:nvGrpSpPr>
        <p:grpSpPr>
          <a:xfrm>
            <a:off x="10757027" y="2362040"/>
            <a:ext cx="206640" cy="219240"/>
            <a:chOff x="10757027" y="2362040"/>
            <a:chExt cx="20664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B2C08BB-CAAB-E2E0-2B70-91D001046A46}"/>
                    </a:ext>
                  </a:extLst>
                </p14:cNvPr>
                <p14:cNvContentPartPr/>
                <p14:nvPr/>
              </p14:nvContentPartPr>
              <p14:xfrm>
                <a:off x="10757027" y="2403080"/>
                <a:ext cx="125640" cy="1782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B2C08BB-CAAB-E2E0-2B70-91D001046A4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750907" y="2396960"/>
                  <a:ext cx="1378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C5D75C5-97A7-05A9-652C-001C9B715FC1}"/>
                    </a:ext>
                  </a:extLst>
                </p14:cNvPr>
                <p14:cNvContentPartPr/>
                <p14:nvPr/>
              </p14:nvContentPartPr>
              <p14:xfrm>
                <a:off x="10880507" y="2362040"/>
                <a:ext cx="83160" cy="10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C5D75C5-97A7-05A9-652C-001C9B715F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874387" y="2355920"/>
                  <a:ext cx="9540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97CA3380-1E45-419E-DFE8-8F9FFF45C371}"/>
                  </a:ext>
                </a:extLst>
              </p14:cNvPr>
              <p14:cNvContentPartPr/>
              <p14:nvPr/>
            </p14:nvContentPartPr>
            <p14:xfrm>
              <a:off x="8111027" y="2485160"/>
              <a:ext cx="159120" cy="1616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97CA3380-1E45-419E-DFE8-8F9FFF45C37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104907" y="2479040"/>
                <a:ext cx="17136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DE59DF6C-2267-C217-29C6-61F027CF0CB8}"/>
              </a:ext>
            </a:extLst>
          </p:cNvPr>
          <p:cNvGrpSpPr/>
          <p:nvPr/>
        </p:nvGrpSpPr>
        <p:grpSpPr>
          <a:xfrm>
            <a:off x="8531147" y="2478320"/>
            <a:ext cx="160560" cy="146520"/>
            <a:chOff x="8531147" y="2478320"/>
            <a:chExt cx="160560" cy="1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BE5F968-E020-43A5-EE8A-47867BEF43D7}"/>
                    </a:ext>
                  </a:extLst>
                </p14:cNvPr>
                <p14:cNvContentPartPr/>
                <p14:nvPr/>
              </p14:nvContentPartPr>
              <p14:xfrm>
                <a:off x="8531147" y="2478320"/>
                <a:ext cx="151920" cy="982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BE5F968-E020-43A5-EE8A-47867BEF43D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25027" y="2472200"/>
                  <a:ext cx="164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0F0BB0F-4A40-EFD4-E03D-25B74CC0B84D}"/>
                    </a:ext>
                  </a:extLst>
                </p14:cNvPr>
                <p14:cNvContentPartPr/>
                <p14:nvPr/>
              </p14:nvContentPartPr>
              <p14:xfrm>
                <a:off x="8674067" y="2509280"/>
                <a:ext cx="17640" cy="1155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0F0BB0F-4A40-EFD4-E03D-25B74CC0B84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667947" y="2503160"/>
                  <a:ext cx="2988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D12E7F2B-A8CC-C9CA-9B62-8B27315012D2}"/>
                  </a:ext>
                </a:extLst>
              </p14:cNvPr>
              <p14:cNvContentPartPr/>
              <p14:nvPr/>
            </p14:nvContentPartPr>
            <p14:xfrm>
              <a:off x="9109667" y="2491280"/>
              <a:ext cx="10080" cy="14760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D12E7F2B-A8CC-C9CA-9B62-8B27315012D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103547" y="2485160"/>
                <a:ext cx="223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9A4F926-6461-102D-D896-23D1E7DE317D}"/>
                  </a:ext>
                </a:extLst>
              </p14:cNvPr>
              <p14:cNvContentPartPr/>
              <p14:nvPr/>
            </p14:nvContentPartPr>
            <p14:xfrm>
              <a:off x="9693587" y="2453840"/>
              <a:ext cx="139320" cy="1544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9A4F926-6461-102D-D896-23D1E7DE317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687467" y="2447720"/>
                <a:ext cx="15156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0C8A384C-8A83-E900-0B76-1F49130BE724}"/>
              </a:ext>
            </a:extLst>
          </p:cNvPr>
          <p:cNvGrpSpPr/>
          <p:nvPr/>
        </p:nvGrpSpPr>
        <p:grpSpPr>
          <a:xfrm>
            <a:off x="7356467" y="3844520"/>
            <a:ext cx="1424880" cy="595080"/>
            <a:chOff x="7356467" y="3844520"/>
            <a:chExt cx="142488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772318B-6DF1-35EB-D01D-240AFB54987B}"/>
                    </a:ext>
                  </a:extLst>
                </p14:cNvPr>
                <p14:cNvContentPartPr/>
                <p14:nvPr/>
              </p14:nvContentPartPr>
              <p14:xfrm>
                <a:off x="7356467" y="4115240"/>
                <a:ext cx="166680" cy="324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772318B-6DF1-35EB-D01D-240AFB54987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52147" y="4110920"/>
                  <a:ext cx="175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2BC9E32-D5F5-2E5D-33D8-194F3EE88060}"/>
                    </a:ext>
                  </a:extLst>
                </p14:cNvPr>
                <p14:cNvContentPartPr/>
                <p14:nvPr/>
              </p14:nvContentPartPr>
              <p14:xfrm>
                <a:off x="7610627" y="3937760"/>
                <a:ext cx="110880" cy="1216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2BC9E32-D5F5-2E5D-33D8-194F3EE8806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606307" y="3933440"/>
                  <a:ext cx="119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59A74FD-DE14-7327-094B-A0468F4AC52C}"/>
                    </a:ext>
                  </a:extLst>
                </p14:cNvPr>
                <p14:cNvContentPartPr/>
                <p14:nvPr/>
              </p14:nvContentPartPr>
              <p14:xfrm>
                <a:off x="7765067" y="3844520"/>
                <a:ext cx="94320" cy="1749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59A74FD-DE14-7327-094B-A0468F4AC52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760747" y="3840200"/>
                  <a:ext cx="102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DC01E40-78C9-9C94-90D7-9B79B0DADF56}"/>
                    </a:ext>
                  </a:extLst>
                </p14:cNvPr>
                <p14:cNvContentPartPr/>
                <p14:nvPr/>
              </p14:nvContentPartPr>
              <p14:xfrm>
                <a:off x="7801787" y="3933800"/>
                <a:ext cx="123840" cy="1404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DC01E40-78C9-9C94-90D7-9B79B0DADF5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97467" y="3929480"/>
                  <a:ext cx="132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561F561-CB21-4269-E92A-C4AB1E373AE2}"/>
                    </a:ext>
                  </a:extLst>
                </p14:cNvPr>
                <p14:cNvContentPartPr/>
                <p14:nvPr/>
              </p14:nvContentPartPr>
              <p14:xfrm>
                <a:off x="8061347" y="4140800"/>
                <a:ext cx="126720" cy="2728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561F561-CB21-4269-E92A-C4AB1E373AE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57027" y="4136480"/>
                  <a:ext cx="1353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54FBBDA-670A-4924-B0A7-08B7AD16ADD1}"/>
                    </a:ext>
                  </a:extLst>
                </p14:cNvPr>
                <p14:cNvContentPartPr/>
                <p14:nvPr/>
              </p14:nvContentPartPr>
              <p14:xfrm>
                <a:off x="8249627" y="3995720"/>
                <a:ext cx="118440" cy="80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54FBBDA-670A-4924-B0A7-08B7AD16ADD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45307" y="3991400"/>
                  <a:ext cx="127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6F2E823-DB97-FF64-456D-6E8F26E4A980}"/>
                    </a:ext>
                  </a:extLst>
                </p14:cNvPr>
                <p14:cNvContentPartPr/>
                <p14:nvPr/>
              </p14:nvContentPartPr>
              <p14:xfrm>
                <a:off x="8251787" y="4209200"/>
                <a:ext cx="176760" cy="123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6F2E823-DB97-FF64-456D-6E8F26E4A9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247467" y="4204880"/>
                  <a:ext cx="185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E4861CA-645B-EAB2-FF14-73C69C8B61D1}"/>
                    </a:ext>
                  </a:extLst>
                </p14:cNvPr>
                <p14:cNvContentPartPr/>
                <p14:nvPr/>
              </p14:nvContentPartPr>
              <p14:xfrm>
                <a:off x="8464187" y="4178600"/>
                <a:ext cx="128880" cy="121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E4861CA-645B-EAB2-FF14-73C69C8B61D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459867" y="4174280"/>
                  <a:ext cx="137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1F0A09F-134A-A340-5A23-1B74F277D619}"/>
                    </a:ext>
                  </a:extLst>
                </p14:cNvPr>
                <p14:cNvContentPartPr/>
                <p14:nvPr/>
              </p14:nvContentPartPr>
              <p14:xfrm>
                <a:off x="8592707" y="4161680"/>
                <a:ext cx="188640" cy="1108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1F0A09F-134A-A340-5A23-1B74F277D61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88387" y="4157360"/>
                  <a:ext cx="197280" cy="11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8D272BC7-0ED1-E313-E6EA-227EE24053A5}"/>
                  </a:ext>
                </a:extLst>
              </p14:cNvPr>
              <p14:cNvContentPartPr/>
              <p14:nvPr/>
            </p14:nvContentPartPr>
            <p14:xfrm>
              <a:off x="10636067" y="2533400"/>
              <a:ext cx="334080" cy="10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8D272BC7-0ED1-E313-E6EA-227EE24053A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546067" y="2353760"/>
                <a:ext cx="5137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76EE6C04-D049-D9E3-2B0F-5654A297F28E}"/>
                  </a:ext>
                </a:extLst>
              </p14:cNvPr>
              <p14:cNvContentPartPr/>
              <p14:nvPr/>
            </p14:nvContentPartPr>
            <p14:xfrm>
              <a:off x="7822307" y="4896440"/>
              <a:ext cx="260640" cy="1011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76EE6C04-D049-D9E3-2B0F-5654A297F28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817987" y="4892120"/>
                <a:ext cx="2692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838B4E46-00A7-D5AE-A243-E69C551FEAEE}"/>
                  </a:ext>
                </a:extLst>
              </p14:cNvPr>
              <p14:cNvContentPartPr/>
              <p14:nvPr/>
            </p14:nvContentPartPr>
            <p14:xfrm>
              <a:off x="8028587" y="4739840"/>
              <a:ext cx="54360" cy="453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838B4E46-00A7-D5AE-A243-E69C551FEAE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024267" y="4735520"/>
                <a:ext cx="6300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C8097278-1569-7E30-90C5-A96D46CC3F63}"/>
              </a:ext>
            </a:extLst>
          </p:cNvPr>
          <p:cNvGrpSpPr/>
          <p:nvPr/>
        </p:nvGrpSpPr>
        <p:grpSpPr>
          <a:xfrm>
            <a:off x="8354027" y="4852520"/>
            <a:ext cx="321120" cy="69840"/>
            <a:chOff x="8354027" y="4852520"/>
            <a:chExt cx="321120" cy="6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0593F91-A4FC-4530-DD2A-7BC346C45D82}"/>
                    </a:ext>
                  </a:extLst>
                </p14:cNvPr>
                <p14:cNvContentPartPr/>
                <p14:nvPr/>
              </p14:nvContentPartPr>
              <p14:xfrm>
                <a:off x="8354027" y="4852520"/>
                <a:ext cx="223560" cy="115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0593F91-A4FC-4530-DD2A-7BC346C45D8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349707" y="4848200"/>
                  <a:ext cx="232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943685A-DF35-3343-959C-A3641DA85DCE}"/>
                    </a:ext>
                  </a:extLst>
                </p14:cNvPr>
                <p14:cNvContentPartPr/>
                <p14:nvPr/>
              </p14:nvContentPartPr>
              <p14:xfrm>
                <a:off x="8388947" y="4903280"/>
                <a:ext cx="286200" cy="190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943685A-DF35-3343-959C-A3641DA85DC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84627" y="4898960"/>
                  <a:ext cx="2948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6B9684C1-B4A6-BF4D-7B62-6CDA292A3D9C}"/>
                  </a:ext>
                </a:extLst>
              </p14:cNvPr>
              <p14:cNvContentPartPr/>
              <p14:nvPr/>
            </p14:nvContentPartPr>
            <p14:xfrm>
              <a:off x="8868107" y="4721840"/>
              <a:ext cx="172080" cy="2026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6B9684C1-B4A6-BF4D-7B62-6CDA292A3D9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863787" y="4717520"/>
                <a:ext cx="18072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BB0FA0C-0901-059E-A516-4CFECFC1E8F7}"/>
              </a:ext>
            </a:extLst>
          </p:cNvPr>
          <p:cNvGrpSpPr/>
          <p:nvPr/>
        </p:nvGrpSpPr>
        <p:grpSpPr>
          <a:xfrm>
            <a:off x="2346707" y="1022480"/>
            <a:ext cx="789480" cy="529560"/>
            <a:chOff x="2346707" y="1022480"/>
            <a:chExt cx="78948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E80048A-92DF-D7D8-C863-FC22FBFEBBA6}"/>
                    </a:ext>
                  </a:extLst>
                </p14:cNvPr>
                <p14:cNvContentPartPr/>
                <p14:nvPr/>
              </p14:nvContentPartPr>
              <p14:xfrm>
                <a:off x="2580707" y="1157480"/>
                <a:ext cx="42840" cy="28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E80048A-92DF-D7D8-C863-FC22FBFEBBA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74587" y="1151360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3909B5-B9A8-6D0D-FC42-3C09B10B87A3}"/>
                    </a:ext>
                  </a:extLst>
                </p14:cNvPr>
                <p14:cNvContentPartPr/>
                <p14:nvPr/>
              </p14:nvContentPartPr>
              <p14:xfrm>
                <a:off x="2466227" y="1090520"/>
                <a:ext cx="257760" cy="14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93909B5-B9A8-6D0D-FC42-3C09B10B87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60107" y="1084400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D6CF94-7B6B-063D-1311-B7A1D66511A7}"/>
                    </a:ext>
                  </a:extLst>
                </p14:cNvPr>
                <p14:cNvContentPartPr/>
                <p14:nvPr/>
              </p14:nvContentPartPr>
              <p14:xfrm>
                <a:off x="3022427" y="1029320"/>
                <a:ext cx="27360" cy="36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D6CF94-7B6B-063D-1311-B7A1D66511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16307" y="1023200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9BC122E-6A39-69BB-667E-BC4FA748C90C}"/>
                    </a:ext>
                  </a:extLst>
                </p14:cNvPr>
                <p14:cNvContentPartPr/>
                <p14:nvPr/>
              </p14:nvContentPartPr>
              <p14:xfrm>
                <a:off x="2911547" y="1022480"/>
                <a:ext cx="22464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9BC122E-6A39-69BB-667E-BC4FA748C90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05427" y="1016360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A8607F2-E89D-6E5F-9564-4B71028F83CE}"/>
                    </a:ext>
                  </a:extLst>
                </p14:cNvPr>
                <p14:cNvContentPartPr/>
                <p14:nvPr/>
              </p14:nvContentPartPr>
              <p14:xfrm>
                <a:off x="2346707" y="1413800"/>
                <a:ext cx="108000" cy="1382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A8607F2-E89D-6E5F-9564-4B71028F83C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40587" y="1407680"/>
                  <a:ext cx="120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89C20AD-8132-E96B-ED38-761D904D72B9}"/>
                    </a:ext>
                  </a:extLst>
                </p14:cNvPr>
                <p14:cNvContentPartPr/>
                <p14:nvPr/>
              </p14:nvContentPartPr>
              <p14:xfrm>
                <a:off x="2397107" y="1316600"/>
                <a:ext cx="39600" cy="21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89C20AD-8132-E96B-ED38-761D904D72B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390987" y="1310480"/>
                  <a:ext cx="51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2C4F3756-E205-12EC-6A6C-0E68E27FADE8}"/>
              </a:ext>
            </a:extLst>
          </p:cNvPr>
          <p:cNvGrpSpPr/>
          <p:nvPr/>
        </p:nvGrpSpPr>
        <p:grpSpPr>
          <a:xfrm>
            <a:off x="3082547" y="1277360"/>
            <a:ext cx="411120" cy="245880"/>
            <a:chOff x="3082547" y="1277360"/>
            <a:chExt cx="41112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FB614AA-E439-FBE7-0CED-35259AD8F5D2}"/>
                    </a:ext>
                  </a:extLst>
                </p14:cNvPr>
                <p14:cNvContentPartPr/>
                <p14:nvPr/>
              </p14:nvContentPartPr>
              <p14:xfrm>
                <a:off x="3082547" y="1385720"/>
                <a:ext cx="78840" cy="137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FB614AA-E439-FBE7-0CED-35259AD8F5D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076427" y="1379600"/>
                  <a:ext cx="91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2FC761E-67CE-8229-3D12-D678367CAC7D}"/>
                    </a:ext>
                  </a:extLst>
                </p14:cNvPr>
                <p14:cNvContentPartPr/>
                <p14:nvPr/>
              </p14:nvContentPartPr>
              <p14:xfrm>
                <a:off x="3174347" y="1277360"/>
                <a:ext cx="19800" cy="79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2FC761E-67CE-8229-3D12-D678367CAC7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168227" y="1271240"/>
                  <a:ext cx="32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8814441-6060-E141-08E2-A08CDD410E47}"/>
                    </a:ext>
                  </a:extLst>
                </p14:cNvPr>
                <p14:cNvContentPartPr/>
                <p14:nvPr/>
              </p14:nvContentPartPr>
              <p14:xfrm>
                <a:off x="3294587" y="1300040"/>
                <a:ext cx="15480" cy="112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8814441-6060-E141-08E2-A08CDD410E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288467" y="1293920"/>
                  <a:ext cx="27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35CB8F6-4F7B-A260-44B2-AD3B1E48DD73}"/>
                    </a:ext>
                  </a:extLst>
                </p14:cNvPr>
                <p14:cNvContentPartPr/>
                <p14:nvPr/>
              </p14:nvContentPartPr>
              <p14:xfrm>
                <a:off x="3258587" y="1367720"/>
                <a:ext cx="98280" cy="9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35CB8F6-4F7B-A260-44B2-AD3B1E48DD7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252467" y="1361600"/>
                  <a:ext cx="110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F031DF4-B3FB-DFCF-65F0-4ABBF513721E}"/>
                    </a:ext>
                  </a:extLst>
                </p14:cNvPr>
                <p14:cNvContentPartPr/>
                <p14:nvPr/>
              </p14:nvContentPartPr>
              <p14:xfrm>
                <a:off x="3469187" y="1290320"/>
                <a:ext cx="24480" cy="1245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F031DF4-B3FB-DFCF-65F0-4ABBF513721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63067" y="1284200"/>
                  <a:ext cx="36720" cy="13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64258F32-F263-03B1-0C34-5715E7783C65}"/>
                  </a:ext>
                </a:extLst>
              </p14:cNvPr>
              <p14:cNvContentPartPr/>
              <p14:nvPr/>
            </p14:nvContentPartPr>
            <p14:xfrm>
              <a:off x="2622827" y="5980040"/>
              <a:ext cx="107640" cy="2192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64258F32-F263-03B1-0C34-5715E7783C65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616707" y="5973920"/>
                <a:ext cx="1198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D4B8AF21-27D3-118A-E555-363EF9748BC3}"/>
                  </a:ext>
                </a:extLst>
              </p14:cNvPr>
              <p14:cNvContentPartPr/>
              <p14:nvPr/>
            </p14:nvContentPartPr>
            <p14:xfrm>
              <a:off x="2695547" y="5812280"/>
              <a:ext cx="33480" cy="140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D4B8AF21-27D3-118A-E555-363EF9748BC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2689427" y="5806160"/>
                <a:ext cx="457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535549E-378B-567B-8B4A-02B4A01D25EC}"/>
                  </a:ext>
                </a:extLst>
              </p14:cNvPr>
              <p14:cNvContentPartPr/>
              <p14:nvPr/>
            </p14:nvContentPartPr>
            <p14:xfrm>
              <a:off x="3183707" y="5876360"/>
              <a:ext cx="101520" cy="12888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535549E-378B-567B-8B4A-02B4A01D25EC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177587" y="5870240"/>
                <a:ext cx="11376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7830BDB-D01F-B0DB-71FD-6E409E29A3AA}"/>
              </a:ext>
            </a:extLst>
          </p:cNvPr>
          <p:cNvGrpSpPr/>
          <p:nvPr/>
        </p:nvGrpSpPr>
        <p:grpSpPr>
          <a:xfrm>
            <a:off x="3444347" y="5701040"/>
            <a:ext cx="697320" cy="309600"/>
            <a:chOff x="3444347" y="5701040"/>
            <a:chExt cx="697320" cy="30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1F410B1-65EC-1280-8E4B-D5B0DC0977D4}"/>
                    </a:ext>
                  </a:extLst>
                </p14:cNvPr>
                <p14:cNvContentPartPr/>
                <p14:nvPr/>
              </p14:nvContentPartPr>
              <p14:xfrm>
                <a:off x="3449747" y="5802560"/>
                <a:ext cx="65880" cy="208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1F410B1-65EC-1280-8E4B-D5B0DC0977D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443627" y="5796440"/>
                  <a:ext cx="78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AA1E20F-635F-8470-C0C1-18F1533E06E0}"/>
                    </a:ext>
                  </a:extLst>
                </p14:cNvPr>
                <p14:cNvContentPartPr/>
                <p14:nvPr/>
              </p14:nvContentPartPr>
              <p14:xfrm>
                <a:off x="3444347" y="5897960"/>
                <a:ext cx="254880" cy="680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AA1E20F-635F-8470-C0C1-18F1533E06E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38227" y="5891840"/>
                  <a:ext cx="267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3E89DBE1-2167-4B9C-070B-EFC6BEDF467D}"/>
                    </a:ext>
                  </a:extLst>
                </p14:cNvPr>
                <p14:cNvContentPartPr/>
                <p14:nvPr/>
              </p14:nvContentPartPr>
              <p14:xfrm>
                <a:off x="3747827" y="5864120"/>
                <a:ext cx="103320" cy="982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3E89DBE1-2167-4B9C-070B-EFC6BEDF467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741707" y="5858000"/>
                  <a:ext cx="1155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44C711E-289A-5174-D49C-BB9BD6709737}"/>
                    </a:ext>
                  </a:extLst>
                </p14:cNvPr>
                <p14:cNvContentPartPr/>
                <p14:nvPr/>
              </p14:nvContentPartPr>
              <p14:xfrm>
                <a:off x="3954107" y="5701040"/>
                <a:ext cx="110160" cy="2426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44C711E-289A-5174-D49C-BB9BD670973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947987" y="5694920"/>
                  <a:ext cx="1224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1C23606-9799-9DB8-2D65-2052A94514BF}"/>
                    </a:ext>
                  </a:extLst>
                </p14:cNvPr>
                <p14:cNvContentPartPr/>
                <p14:nvPr/>
              </p14:nvContentPartPr>
              <p14:xfrm>
                <a:off x="3977147" y="5851520"/>
                <a:ext cx="164520" cy="92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1C23606-9799-9DB8-2D65-2052A94514B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71027" y="5845400"/>
                  <a:ext cx="17676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EA49A275-794B-75A8-D275-D4036578A15B}"/>
              </a:ext>
            </a:extLst>
          </p:cNvPr>
          <p:cNvGrpSpPr/>
          <p:nvPr/>
        </p:nvGrpSpPr>
        <p:grpSpPr>
          <a:xfrm>
            <a:off x="4639547" y="5645240"/>
            <a:ext cx="449640" cy="278640"/>
            <a:chOff x="4639547" y="5645240"/>
            <a:chExt cx="4496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2B22A86-E511-F097-E8C3-B2C6112E9E98}"/>
                    </a:ext>
                  </a:extLst>
                </p14:cNvPr>
                <p14:cNvContentPartPr/>
                <p14:nvPr/>
              </p14:nvContentPartPr>
              <p14:xfrm>
                <a:off x="4639547" y="5821280"/>
                <a:ext cx="112680" cy="1026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2B22A86-E511-F097-E8C3-B2C6112E9E9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33427" y="5815160"/>
                  <a:ext cx="1249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6B9A6D9-1C52-2BD5-FD87-37A39F1AD566}"/>
                    </a:ext>
                  </a:extLst>
                </p14:cNvPr>
                <p14:cNvContentPartPr/>
                <p14:nvPr/>
              </p14:nvContentPartPr>
              <p14:xfrm>
                <a:off x="4931507" y="5645240"/>
                <a:ext cx="86760" cy="2635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6B9A6D9-1C52-2BD5-FD87-37A39F1AD56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25387" y="5639120"/>
                  <a:ext cx="99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05A2368-8419-BEA3-1672-0B9ADEE11F4A}"/>
                    </a:ext>
                  </a:extLst>
                </p14:cNvPr>
                <p14:cNvContentPartPr/>
                <p14:nvPr/>
              </p14:nvContentPartPr>
              <p14:xfrm>
                <a:off x="4839707" y="5777000"/>
                <a:ext cx="249480" cy="57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05A2368-8419-BEA3-1672-0B9ADEE11F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833587" y="5770880"/>
                  <a:ext cx="2617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D3AC4F9-E028-CF54-1186-9BCDBA4AFA15}"/>
              </a:ext>
            </a:extLst>
          </p:cNvPr>
          <p:cNvGrpSpPr/>
          <p:nvPr/>
        </p:nvGrpSpPr>
        <p:grpSpPr>
          <a:xfrm>
            <a:off x="5568347" y="5709320"/>
            <a:ext cx="247680" cy="217080"/>
            <a:chOff x="5568347" y="5709320"/>
            <a:chExt cx="24768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14D4931-8359-9990-FCFD-235B45A18845}"/>
                    </a:ext>
                  </a:extLst>
                </p14:cNvPr>
                <p14:cNvContentPartPr/>
                <p14:nvPr/>
              </p14:nvContentPartPr>
              <p14:xfrm>
                <a:off x="5568347" y="5709320"/>
                <a:ext cx="136440" cy="1569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14D4931-8359-9990-FCFD-235B45A1884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562227" y="5703200"/>
                  <a:ext cx="148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D3854D3-7DEE-83B4-372B-F44DC49F36F3}"/>
                    </a:ext>
                  </a:extLst>
                </p14:cNvPr>
                <p14:cNvContentPartPr/>
                <p14:nvPr/>
              </p14:nvContentPartPr>
              <p14:xfrm>
                <a:off x="5773547" y="5843240"/>
                <a:ext cx="42480" cy="831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D3854D3-7DEE-83B4-372B-F44DC49F36F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67427" y="5837120"/>
                  <a:ext cx="5472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5A58728C-6C14-7DB9-D464-9935DAD7B247}"/>
              </a:ext>
            </a:extLst>
          </p:cNvPr>
          <p:cNvGrpSpPr/>
          <p:nvPr/>
        </p:nvGrpSpPr>
        <p:grpSpPr>
          <a:xfrm>
            <a:off x="6331907" y="5508440"/>
            <a:ext cx="842760" cy="311040"/>
            <a:chOff x="6331907" y="5508440"/>
            <a:chExt cx="84276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F0660E4-EB3D-EA13-260D-F1EFF23B5357}"/>
                    </a:ext>
                  </a:extLst>
                </p14:cNvPr>
                <p14:cNvContentPartPr/>
                <p14:nvPr/>
              </p14:nvContentPartPr>
              <p14:xfrm>
                <a:off x="6331907" y="5708240"/>
                <a:ext cx="526320" cy="1112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F0660E4-EB3D-EA13-260D-F1EFF23B535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325787" y="5702120"/>
                  <a:ext cx="538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A36F6DC-F1B5-0A80-2D5E-C1A27BFF5F42}"/>
                    </a:ext>
                  </a:extLst>
                </p14:cNvPr>
                <p14:cNvContentPartPr/>
                <p14:nvPr/>
              </p14:nvContentPartPr>
              <p14:xfrm>
                <a:off x="6882707" y="5508440"/>
                <a:ext cx="291960" cy="3020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A36F6DC-F1B5-0A80-2D5E-C1A27BFF5F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876587" y="5502320"/>
                  <a:ext cx="30420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A40EE9DC-28E8-AB7E-BC92-773FCDE6AB23}"/>
              </a:ext>
            </a:extLst>
          </p:cNvPr>
          <p:cNvGrpSpPr/>
          <p:nvPr/>
        </p:nvGrpSpPr>
        <p:grpSpPr>
          <a:xfrm>
            <a:off x="7474547" y="5429600"/>
            <a:ext cx="776160" cy="368640"/>
            <a:chOff x="7474547" y="5429600"/>
            <a:chExt cx="77616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9263B93-2136-F736-8DB4-F53C887B446D}"/>
                    </a:ext>
                  </a:extLst>
                </p14:cNvPr>
                <p14:cNvContentPartPr/>
                <p14:nvPr/>
              </p14:nvContentPartPr>
              <p14:xfrm>
                <a:off x="7474547" y="5690240"/>
                <a:ext cx="191520" cy="1080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9263B93-2136-F736-8DB4-F53C887B446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68427" y="5684120"/>
                  <a:ext cx="203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00AFE8BF-8B6E-A40D-6DCB-E8E992400B24}"/>
                    </a:ext>
                  </a:extLst>
                </p14:cNvPr>
                <p14:cNvContentPartPr/>
                <p14:nvPr/>
              </p14:nvContentPartPr>
              <p14:xfrm>
                <a:off x="7712867" y="5735960"/>
                <a:ext cx="173520" cy="28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00AFE8BF-8B6E-A40D-6DCB-E8E992400B2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706747" y="5729840"/>
                  <a:ext cx="185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52D0B12-F6FA-7E5B-D282-253A4A9C413D}"/>
                    </a:ext>
                  </a:extLst>
                </p14:cNvPr>
                <p14:cNvContentPartPr/>
                <p14:nvPr/>
              </p14:nvContentPartPr>
              <p14:xfrm>
                <a:off x="7947227" y="5429600"/>
                <a:ext cx="161280" cy="2970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52D0B12-F6FA-7E5B-D282-253A4A9C413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941107" y="5423480"/>
                  <a:ext cx="1735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7D3953F-D674-B74F-7EAB-B8CA7892992E}"/>
                    </a:ext>
                  </a:extLst>
                </p14:cNvPr>
                <p14:cNvContentPartPr/>
                <p14:nvPr/>
              </p14:nvContentPartPr>
              <p14:xfrm>
                <a:off x="8189507" y="5609600"/>
                <a:ext cx="61200" cy="806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7D3953F-D674-B74F-7EAB-B8CA7892992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83387" y="5603480"/>
                  <a:ext cx="734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8AB179E2-B8B5-B619-941F-A6EF5FE5E65A}"/>
              </a:ext>
            </a:extLst>
          </p:cNvPr>
          <p:cNvGrpSpPr/>
          <p:nvPr/>
        </p:nvGrpSpPr>
        <p:grpSpPr>
          <a:xfrm>
            <a:off x="8783147" y="5438240"/>
            <a:ext cx="420480" cy="234360"/>
            <a:chOff x="8783147" y="5438240"/>
            <a:chExt cx="4204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2D13E5-6A4E-E72A-0A19-C9AC294EEAA1}"/>
                    </a:ext>
                  </a:extLst>
                </p14:cNvPr>
                <p14:cNvContentPartPr/>
                <p14:nvPr/>
              </p14:nvContentPartPr>
              <p14:xfrm>
                <a:off x="8783147" y="5565680"/>
                <a:ext cx="107280" cy="106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2D13E5-6A4E-E72A-0A19-C9AC294EEAA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77027" y="5559560"/>
                  <a:ext cx="119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0567966-7EF8-58A0-81BC-B0148025F9F6}"/>
                    </a:ext>
                  </a:extLst>
                </p14:cNvPr>
                <p14:cNvContentPartPr/>
                <p14:nvPr/>
              </p14:nvContentPartPr>
              <p14:xfrm>
                <a:off x="9042707" y="5438240"/>
                <a:ext cx="72000" cy="2023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0567966-7EF8-58A0-81BC-B0148025F9F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36587" y="5432120"/>
                  <a:ext cx="84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258DECB-ED20-BD61-A399-0D3852A06319}"/>
                    </a:ext>
                  </a:extLst>
                </p14:cNvPr>
                <p14:cNvContentPartPr/>
                <p14:nvPr/>
              </p14:nvContentPartPr>
              <p14:xfrm>
                <a:off x="8987987" y="5509160"/>
                <a:ext cx="215640" cy="122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258DECB-ED20-BD61-A399-0D3852A0631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981867" y="5503040"/>
                  <a:ext cx="22788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4060D6A9-7763-5F38-37C6-1CC4D1428DC5}"/>
              </a:ext>
            </a:extLst>
          </p:cNvPr>
          <p:cNvGrpSpPr/>
          <p:nvPr/>
        </p:nvGrpSpPr>
        <p:grpSpPr>
          <a:xfrm>
            <a:off x="9656147" y="5470640"/>
            <a:ext cx="500040" cy="152640"/>
            <a:chOff x="9656147" y="5470640"/>
            <a:chExt cx="500040" cy="15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E40E4BA-59D0-30D2-5ED3-C728B932892C}"/>
                    </a:ext>
                  </a:extLst>
                </p14:cNvPr>
                <p14:cNvContentPartPr/>
                <p14:nvPr/>
              </p14:nvContentPartPr>
              <p14:xfrm>
                <a:off x="9656147" y="5470640"/>
                <a:ext cx="172800" cy="1526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E40E4BA-59D0-30D2-5ED3-C728B932892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650027" y="5464520"/>
                  <a:ext cx="1850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C3545E5-637E-E8D3-F4C4-CE2F90604658}"/>
                    </a:ext>
                  </a:extLst>
                </p14:cNvPr>
                <p14:cNvContentPartPr/>
                <p14:nvPr/>
              </p14:nvContentPartPr>
              <p14:xfrm>
                <a:off x="9966827" y="5521040"/>
                <a:ext cx="189360" cy="4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C3545E5-637E-E8D3-F4C4-CE2F9060465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960707" y="5514920"/>
                  <a:ext cx="20160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758EBFD8-C7B6-56C3-924E-F57E068833A4}"/>
                  </a:ext>
                </a:extLst>
              </p14:cNvPr>
              <p14:cNvContentPartPr/>
              <p14:nvPr/>
            </p14:nvContentPartPr>
            <p14:xfrm>
              <a:off x="10379027" y="5457680"/>
              <a:ext cx="154080" cy="1638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758EBFD8-C7B6-56C3-924E-F57E068833A4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0372907" y="5451560"/>
                <a:ext cx="16632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92E8130E-2538-46D3-7858-3EE72FCE6661}"/>
                  </a:ext>
                </a:extLst>
              </p14:cNvPr>
              <p14:cNvContentPartPr/>
              <p14:nvPr/>
            </p14:nvContentPartPr>
            <p14:xfrm>
              <a:off x="10280027" y="1881080"/>
              <a:ext cx="80640" cy="1576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92E8130E-2538-46D3-7858-3EE72FCE6661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273907" y="1874960"/>
                <a:ext cx="9288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2AF1707B-4E08-8B53-7943-B9119EA0DB3F}"/>
                  </a:ext>
                </a:extLst>
              </p14:cNvPr>
              <p14:cNvContentPartPr/>
              <p14:nvPr/>
            </p14:nvContentPartPr>
            <p14:xfrm>
              <a:off x="10336187" y="1748600"/>
              <a:ext cx="20160" cy="2772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2AF1707B-4E08-8B53-7943-B9119EA0DB3F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0330067" y="1742480"/>
                <a:ext cx="3240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042A41B-3913-26B8-2D41-D054C999DE2D}"/>
              </a:ext>
            </a:extLst>
          </p:cNvPr>
          <p:cNvGrpSpPr/>
          <p:nvPr/>
        </p:nvGrpSpPr>
        <p:grpSpPr>
          <a:xfrm>
            <a:off x="10914707" y="1573280"/>
            <a:ext cx="614880" cy="388080"/>
            <a:chOff x="10914707" y="1573280"/>
            <a:chExt cx="61488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4A72B9A-D56B-76FA-3CF3-DDCACC7920D7}"/>
                    </a:ext>
                  </a:extLst>
                </p14:cNvPr>
                <p14:cNvContentPartPr/>
                <p14:nvPr/>
              </p14:nvContentPartPr>
              <p14:xfrm>
                <a:off x="10931627" y="1601720"/>
                <a:ext cx="74880" cy="205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4A72B9A-D56B-76FA-3CF3-DDCACC7920D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925507" y="1595600"/>
                  <a:ext cx="87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039FBF2-A342-162C-AA7E-6D56B47A3F27}"/>
                    </a:ext>
                  </a:extLst>
                </p14:cNvPr>
                <p14:cNvContentPartPr/>
                <p14:nvPr/>
              </p14:nvContentPartPr>
              <p14:xfrm>
                <a:off x="10914707" y="1573280"/>
                <a:ext cx="161280" cy="99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039FBF2-A342-162C-AA7E-6D56B47A3F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908587" y="1567160"/>
                  <a:ext cx="173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0F1831F-C0EF-C4C8-CB27-80DB754F4049}"/>
                    </a:ext>
                  </a:extLst>
                </p14:cNvPr>
                <p14:cNvContentPartPr/>
                <p14:nvPr/>
              </p14:nvContentPartPr>
              <p14:xfrm>
                <a:off x="11016227" y="1833560"/>
                <a:ext cx="74880" cy="12780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0F1831F-C0EF-C4C8-CB27-80DB754F404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010107" y="1827440"/>
                  <a:ext cx="871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4B3D4C3-B8FA-F89E-54BD-1A078A9DD91B}"/>
                    </a:ext>
                  </a:extLst>
                </p14:cNvPr>
                <p14:cNvContentPartPr/>
                <p14:nvPr/>
              </p14:nvContentPartPr>
              <p14:xfrm>
                <a:off x="11149067" y="1741760"/>
                <a:ext cx="16200" cy="100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4B3D4C3-B8FA-F89E-54BD-1A078A9DD91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142947" y="1735640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54CB81FA-2CB4-5B6D-28BD-169EEB358D1E}"/>
                    </a:ext>
                  </a:extLst>
                </p14:cNvPr>
                <p14:cNvContentPartPr/>
                <p14:nvPr/>
              </p14:nvContentPartPr>
              <p14:xfrm>
                <a:off x="11278667" y="1786040"/>
                <a:ext cx="4320" cy="842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54CB81FA-2CB4-5B6D-28BD-169EEB358D1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272547" y="1779920"/>
                  <a:ext cx="165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E1C31BF-888A-BC00-D47B-132D64F3785A}"/>
                    </a:ext>
                  </a:extLst>
                </p14:cNvPr>
                <p14:cNvContentPartPr/>
                <p14:nvPr/>
              </p14:nvContentPartPr>
              <p14:xfrm>
                <a:off x="11241587" y="1831400"/>
                <a:ext cx="144000" cy="100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E1C31BF-888A-BC00-D47B-132D64F3785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235467" y="1825280"/>
                  <a:ext cx="156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8DCE9AF-D03A-4730-C376-1ABEB30F9DBE}"/>
                    </a:ext>
                  </a:extLst>
                </p14:cNvPr>
                <p14:cNvContentPartPr/>
                <p14:nvPr/>
              </p14:nvContentPartPr>
              <p14:xfrm>
                <a:off x="11492867" y="1772720"/>
                <a:ext cx="36720" cy="1522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8DCE9AF-D03A-4730-C376-1ABEB30F9DB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486747" y="1766600"/>
                  <a:ext cx="489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D2BECCC1-DB00-A066-C7DF-97AE7AC9AA04}"/>
              </a:ext>
            </a:extLst>
          </p:cNvPr>
          <p:cNvGrpSpPr/>
          <p:nvPr/>
        </p:nvGrpSpPr>
        <p:grpSpPr>
          <a:xfrm>
            <a:off x="1065467" y="209600"/>
            <a:ext cx="4432680" cy="1068480"/>
            <a:chOff x="1065467" y="209600"/>
            <a:chExt cx="4432680" cy="106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1E1C470-F8AC-B09B-3D6E-00E9D6869825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1E1C470-F8AC-B09B-3D6E-00E9D68698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537732-CE7B-3EB8-EE87-14BA5B6B6CAD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537732-CE7B-3EB8-EE87-14BA5B6B6C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89FAD82-2103-6ABB-4D48-35033CFE1322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89FAD82-2103-6ABB-4D48-35033CFE13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B174CC-37A7-9641-A259-34F8EF77E760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B174CC-37A7-9641-A259-34F8EF77E7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F8B6BB4-0DD3-BDD0-82F0-67864AB159E8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F8B6BB4-0DD3-BDD0-82F0-67864AB159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C99BF48-DD71-B322-71A3-79790640CC86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C99BF48-DD71-B322-71A3-79790640CC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C3BCC74-6E22-4678-F6EA-18229C6386FF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C3BCC74-6E22-4678-F6EA-18229C6386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223F52B-DF67-620C-2BB0-75953E0C62BC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223F52B-DF67-620C-2BB0-75953E0C62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D9D5BB-5EC6-5CBF-F388-567D5873F19E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D9D5BB-5EC6-5CBF-F388-567D5873F1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D50B64-26C1-21D4-3AC7-7364B982F6E5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D50B64-26C1-21D4-3AC7-7364B982F6E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C331BF-A162-822B-E2EA-F4612B6EFA9A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C331BF-A162-822B-E2EA-F4612B6EFA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6521B5-BA8C-E9E3-85B9-72F302E1B964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6521B5-BA8C-E9E3-85B9-72F302E1B9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B64FE6C-CDAA-54BC-8F88-D0360BF93169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B64FE6C-CDAA-54BC-8F88-D0360BF931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D325-8185-A4A3-7F61-9E3FABD96C75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D325-8185-A4A3-7F61-9E3FABD96C7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7DA136-3F25-FCC4-9612-AB8BA3652393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7DA136-3F25-FCC4-9612-AB8BA36523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0DC4A38-71C0-4656-8E4E-05CED7639EC0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0DC4A38-71C0-4656-8E4E-05CED7639E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39E7D0F-85B0-C595-CA69-36B1AC9BA9BE}"/>
                    </a:ext>
                  </a:extLst>
                </p14:cNvPr>
                <p14:cNvContentPartPr/>
                <p14:nvPr/>
              </p14:nvContentPartPr>
              <p14:xfrm>
                <a:off x="4394387" y="867320"/>
                <a:ext cx="105120" cy="7560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39E7D0F-85B0-C595-CA69-36B1AC9BA9B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390067" y="863000"/>
                  <a:ext cx="113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7F13507-4F70-60C2-8247-5FAF0EA9DF92}"/>
                    </a:ext>
                  </a:extLst>
                </p14:cNvPr>
                <p14:cNvContentPartPr/>
                <p14:nvPr/>
              </p14:nvContentPartPr>
              <p14:xfrm>
                <a:off x="4554587" y="888560"/>
                <a:ext cx="43920" cy="50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7F13507-4F70-60C2-8247-5FAF0EA9DF9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550267" y="884240"/>
                  <a:ext cx="525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B42C9BE-07DF-6187-EA6F-0A1073F5DD1B}"/>
                    </a:ext>
                  </a:extLst>
                </p14:cNvPr>
                <p14:cNvContentPartPr/>
                <p14:nvPr/>
              </p14:nvContentPartPr>
              <p14:xfrm>
                <a:off x="4636667" y="816920"/>
                <a:ext cx="63720" cy="1108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B42C9BE-07DF-6187-EA6F-0A1073F5DD1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632347" y="812600"/>
                  <a:ext cx="72360" cy="11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70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E909A-33B1-BACF-7482-3E7D2F57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4CB018E-F4CA-2761-D721-651D54EFB486}"/>
              </a:ext>
            </a:extLst>
          </p:cNvPr>
          <p:cNvGrpSpPr/>
          <p:nvPr/>
        </p:nvGrpSpPr>
        <p:grpSpPr>
          <a:xfrm>
            <a:off x="811467" y="20960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65F188-3BE5-CC78-2557-AFC156554C35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65F188-3BE5-CC78-2557-AFC156554C3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E66A52A-5D88-C9D2-6E73-B5BF4539F2C7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E66A52A-5D88-C9D2-6E73-B5BF4539F2C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37E7E1D-FDCF-09B1-2F67-7E7CB52C821B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37E7E1D-FDCF-09B1-2F67-7E7CB52C82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204558-5502-B068-415C-8C976FFC1552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204558-5502-B068-415C-8C976FFC15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433C8F-8269-9B3F-3AAC-924DB88CFAF6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433C8F-8269-9B3F-3AAC-924DB88CFAF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CB3EDC-0907-0799-1A66-B8FF388783A0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CB3EDC-0907-0799-1A66-B8FF388783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61D99F-281E-B0D8-9AB5-F4B24E31A46F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D61D99F-281E-B0D8-9AB5-F4B24E31A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EF8A069-87D0-035E-A5CA-D8030D51AF8D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EF8A069-87D0-035E-A5CA-D8030D51AF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8C9E0AE-FA43-B201-5B11-9FF4E5E19E19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8C9E0AE-FA43-B201-5B11-9FF4E5E19E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E9ED1F-2B58-B8F9-6498-0F159171E84E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E9ED1F-2B58-B8F9-6498-0F159171E8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4849E59-CAC6-94DC-DA0A-DFB9DC3CEA37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4849E59-CAC6-94DC-DA0A-DFB9DC3CEA3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671E9D-9EE6-25B9-31FE-3D99B117F0A7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671E9D-9EE6-25B9-31FE-3D99B117F0A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557E20-C0D9-21C5-7832-21D08E10621B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557E20-C0D9-21C5-7832-21D08E1062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6DA9FE-216E-5246-4961-7F340872DEFC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6DA9FE-216E-5246-4961-7F340872DE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14E6AD-3DCE-8281-3233-E96A337BB39D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14E6AD-3DCE-8281-3233-E96A337BB3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70C579-3971-1E3A-A451-F5F5A1B494C0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70C579-3971-1E3A-A451-F5F5A1B494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253120B-CAB0-309D-D627-8E36A9A084D2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253120B-CAB0-309D-D627-8E36A9A084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839C811-8051-1BD3-CFF8-F0EA71638EF2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839C811-8051-1BD3-CFF8-F0EA71638E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485F62-2B63-8122-7428-8723C81FBE4D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485F62-2B63-8122-7428-8723C81FBE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5CB8D7-99F7-E87C-E63E-DF03D303A6A5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5CB8D7-99F7-E87C-E63E-DF03D303A6A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1C1B77-4DB2-ABAA-D396-03D84D8597C8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1C1B77-4DB2-ABAA-D396-03D84D8597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B2781C4-15C7-CE67-367C-4DBB23299DD7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B2781C4-15C7-CE67-367C-4DBB23299D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8C1469D-D3AD-B2D8-F437-2DD62E12D74B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8C1469D-D3AD-B2D8-F437-2DD62E12D7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573954-8FF2-0494-5B5A-22F7BD913EBD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573954-8FF2-0494-5B5A-22F7BD913E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F853B3-4CBD-486A-07C5-5AB46B1A7512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F853B3-4CBD-486A-07C5-5AB46B1A75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41B193-354D-9430-A5B6-674834A61104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41B193-354D-9430-A5B6-674834A611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B344CDC-0EB3-6224-BE89-BA2A82C70E1C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B344CDC-0EB3-6224-BE89-BA2A82C70E1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BAD769-891C-DB46-E4E7-31A67CC78F63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BAD769-891C-DB46-E4E7-31A67CC78F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3863305-AD78-1732-93E5-50127A4D5F28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3863305-AD78-1732-93E5-50127A4D5F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2DD6CA-B210-D07E-4C62-AFCA45A61A06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2DD6CA-B210-D07E-4C62-AFCA45A61A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15ADFB7-0248-9DA3-D40F-C842825C5355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15ADFB7-0248-9DA3-D40F-C842825C53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168E40-5320-8E4C-5A1C-9C2482968596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168E40-5320-8E4C-5A1C-9C24829685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CCD2F20-2E43-CA13-07B3-AE9F079EE87D}"/>
                  </a:ext>
                </a:extLst>
              </p14:cNvPr>
              <p14:cNvContentPartPr/>
              <p14:nvPr/>
            </p14:nvContentPartPr>
            <p14:xfrm>
              <a:off x="7254587" y="482120"/>
              <a:ext cx="218520" cy="59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CCD2F20-2E43-CA13-07B3-AE9F079EE87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50267" y="477800"/>
                <a:ext cx="2271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563CF92-37BA-74B1-6718-71262A9693EE}"/>
              </a:ext>
            </a:extLst>
          </p:cNvPr>
          <p:cNvGrpSpPr/>
          <p:nvPr/>
        </p:nvGrpSpPr>
        <p:grpSpPr>
          <a:xfrm>
            <a:off x="7970987" y="307520"/>
            <a:ext cx="895320" cy="263880"/>
            <a:chOff x="7970987" y="307520"/>
            <a:chExt cx="8953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F043F1-8DFC-60D4-73DC-826B06A37EAE}"/>
                    </a:ext>
                  </a:extLst>
                </p14:cNvPr>
                <p14:cNvContentPartPr/>
                <p14:nvPr/>
              </p14:nvContentPartPr>
              <p14:xfrm>
                <a:off x="7970987" y="494720"/>
                <a:ext cx="111600" cy="7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F043F1-8DFC-60D4-73DC-826B06A37E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6667" y="490400"/>
                  <a:ext cx="120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E3C484F-05B2-2693-E8F5-A403DF92E438}"/>
                    </a:ext>
                  </a:extLst>
                </p14:cNvPr>
                <p14:cNvContentPartPr/>
                <p14:nvPr/>
              </p14:nvContentPartPr>
              <p14:xfrm>
                <a:off x="8050187" y="400040"/>
                <a:ext cx="5364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E3C484F-05B2-2693-E8F5-A403DF92E43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5867" y="395720"/>
                  <a:ext cx="62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A08F18-C663-8620-D7C4-6A8A686EABC3}"/>
                    </a:ext>
                  </a:extLst>
                </p14:cNvPr>
                <p14:cNvContentPartPr/>
                <p14:nvPr/>
              </p14:nvContentPartPr>
              <p14:xfrm>
                <a:off x="8202827" y="307520"/>
                <a:ext cx="86040" cy="26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A08F18-C663-8620-D7C4-6A8A686EAB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98507" y="303200"/>
                  <a:ext cx="94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07FE41-9AF9-F10C-41A1-D67FE0D8DFF9}"/>
                    </a:ext>
                  </a:extLst>
                </p14:cNvPr>
                <p14:cNvContentPartPr/>
                <p14:nvPr/>
              </p14:nvContentPartPr>
              <p14:xfrm>
                <a:off x="8174387" y="416240"/>
                <a:ext cx="22032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07FE41-9AF9-F10C-41A1-D67FE0D8DFF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70067" y="411920"/>
                  <a:ext cx="228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E52B8F7-AA70-F2EA-57B4-F3D36FA8B98D}"/>
                    </a:ext>
                  </a:extLst>
                </p14:cNvPr>
                <p14:cNvContentPartPr/>
                <p14:nvPr/>
              </p14:nvContentPartPr>
              <p14:xfrm>
                <a:off x="8451227" y="444680"/>
                <a:ext cx="26892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E52B8F7-AA70-F2EA-57B4-F3D36FA8B9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46907" y="440360"/>
                  <a:ext cx="277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6FD6DD-6B4B-8098-FF10-159E2658CD5D}"/>
                    </a:ext>
                  </a:extLst>
                </p14:cNvPr>
                <p14:cNvContentPartPr/>
                <p14:nvPr/>
              </p14:nvContentPartPr>
              <p14:xfrm>
                <a:off x="8729867" y="422000"/>
                <a:ext cx="136440" cy="7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6FD6DD-6B4B-8098-FF10-159E2658CD5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5547" y="417680"/>
                  <a:ext cx="1450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228D409-A700-7FA8-6901-624E16C1240D}"/>
              </a:ext>
            </a:extLst>
          </p:cNvPr>
          <p:cNvGrpSpPr/>
          <p:nvPr/>
        </p:nvGrpSpPr>
        <p:grpSpPr>
          <a:xfrm>
            <a:off x="2466227" y="1022480"/>
            <a:ext cx="1791360" cy="4287441"/>
            <a:chOff x="2466227" y="1022480"/>
            <a:chExt cx="1791360" cy="428744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B8C1F5-11FD-F409-BCD0-1443B8509A85}"/>
                    </a:ext>
                  </a:extLst>
                </p14:cNvPr>
                <p14:cNvContentPartPr/>
                <p14:nvPr/>
              </p14:nvContentPartPr>
              <p14:xfrm>
                <a:off x="2580707" y="1157480"/>
                <a:ext cx="42840" cy="28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B8C1F5-11FD-F409-BCD0-1443B8509A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74587" y="1151360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10C88D-956C-2E69-0D94-4718C47200A6}"/>
                    </a:ext>
                  </a:extLst>
                </p14:cNvPr>
                <p14:cNvContentPartPr/>
                <p14:nvPr/>
              </p14:nvContentPartPr>
              <p14:xfrm>
                <a:off x="2466227" y="1090520"/>
                <a:ext cx="257760" cy="14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10C88D-956C-2E69-0D94-4718C47200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60107" y="1084400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1241D7-9419-B5BF-1CC5-8855D8477268}"/>
                    </a:ext>
                  </a:extLst>
                </p14:cNvPr>
                <p14:cNvContentPartPr/>
                <p14:nvPr/>
              </p14:nvContentPartPr>
              <p14:xfrm>
                <a:off x="3022427" y="1029320"/>
                <a:ext cx="27360" cy="36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1241D7-9419-B5BF-1CC5-8855D84772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16307" y="1023200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7434BC-F3AA-0DCB-4480-7FFD3042D2AE}"/>
                    </a:ext>
                  </a:extLst>
                </p14:cNvPr>
                <p14:cNvContentPartPr/>
                <p14:nvPr/>
              </p14:nvContentPartPr>
              <p14:xfrm>
                <a:off x="2911547" y="1022480"/>
                <a:ext cx="22464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7434BC-F3AA-0DCB-4480-7FFD3042D2A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5427" y="1016360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2E3ED3-61D1-5475-E8A6-750070991467}"/>
                    </a:ext>
                  </a:extLst>
                </p14:cNvPr>
                <p14:cNvContentPartPr/>
                <p14:nvPr/>
              </p14:nvContentPartPr>
              <p14:xfrm>
                <a:off x="2733107" y="2359747"/>
                <a:ext cx="42840" cy="28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2E3ED3-61D1-5475-E8A6-7500709914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987" y="2353627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4E96B37-49A8-098A-B954-3D5BE01441B4}"/>
                    </a:ext>
                  </a:extLst>
                </p14:cNvPr>
                <p14:cNvContentPartPr/>
                <p14:nvPr/>
              </p14:nvContentPartPr>
              <p14:xfrm>
                <a:off x="2618627" y="2292787"/>
                <a:ext cx="257760" cy="149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4E96B37-49A8-098A-B954-3D5BE01441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12507" y="2286667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EA9E28C-E608-A0D7-CAB1-BD9CE20116A5}"/>
                    </a:ext>
                  </a:extLst>
                </p14:cNvPr>
                <p14:cNvContentPartPr/>
                <p14:nvPr/>
              </p14:nvContentPartPr>
              <p14:xfrm>
                <a:off x="3174827" y="2231587"/>
                <a:ext cx="27360" cy="36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EA9E28C-E608-A0D7-CAB1-BD9CE20116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68707" y="2225467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515B31-3E3E-E8BA-35F2-9F54086785F2}"/>
                    </a:ext>
                  </a:extLst>
                </p14:cNvPr>
                <p14:cNvContentPartPr/>
                <p14:nvPr/>
              </p14:nvContentPartPr>
              <p14:xfrm>
                <a:off x="3063947" y="2224747"/>
                <a:ext cx="224640" cy="123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515B31-3E3E-E8BA-35F2-9F54086785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57827" y="2218627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1850957-DEBC-EAB0-CEBB-62303B17E072}"/>
                    </a:ext>
                  </a:extLst>
                </p14:cNvPr>
                <p14:cNvContentPartPr/>
                <p14:nvPr/>
              </p14:nvContentPartPr>
              <p14:xfrm>
                <a:off x="3444307" y="3714413"/>
                <a:ext cx="42840" cy="288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1850957-DEBC-EAB0-CEBB-62303B17E07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38187" y="3708293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C0ACA95-0DB4-DA7F-F63C-EB1E195B8FEB}"/>
                    </a:ext>
                  </a:extLst>
                </p14:cNvPr>
                <p14:cNvContentPartPr/>
                <p14:nvPr/>
              </p14:nvContentPartPr>
              <p14:xfrm>
                <a:off x="3329827" y="3647453"/>
                <a:ext cx="257760" cy="149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C0ACA95-0DB4-DA7F-F63C-EB1E195B8F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23707" y="3641333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B41A91F-3B31-6D02-D6B6-14BDC38E1D06}"/>
                    </a:ext>
                  </a:extLst>
                </p14:cNvPr>
                <p14:cNvContentPartPr/>
                <p14:nvPr/>
              </p14:nvContentPartPr>
              <p14:xfrm>
                <a:off x="3886027" y="3586253"/>
                <a:ext cx="27360" cy="366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B41A91F-3B31-6D02-D6B6-14BDC38E1D0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79907" y="3580133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8ABE491-D292-F953-DBE9-151C19DEB7A8}"/>
                    </a:ext>
                  </a:extLst>
                </p14:cNvPr>
                <p14:cNvContentPartPr/>
                <p14:nvPr/>
              </p14:nvContentPartPr>
              <p14:xfrm>
                <a:off x="3775147" y="3579413"/>
                <a:ext cx="224640" cy="123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8ABE491-D292-F953-DBE9-151C19DEB7A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69027" y="3573293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9FBBF70-A1FE-1B49-B8D8-0B37D2AF3AAE}"/>
                    </a:ext>
                  </a:extLst>
                </p14:cNvPr>
                <p14:cNvContentPartPr/>
                <p14:nvPr/>
              </p14:nvContentPartPr>
              <p14:xfrm>
                <a:off x="3702107" y="5021561"/>
                <a:ext cx="42840" cy="288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9FBBF70-A1FE-1B49-B8D8-0B37D2AF3A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95987" y="5015441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64774FD-6410-993A-E158-06147F78F9CF}"/>
                    </a:ext>
                  </a:extLst>
                </p14:cNvPr>
                <p14:cNvContentPartPr/>
                <p14:nvPr/>
              </p14:nvContentPartPr>
              <p14:xfrm>
                <a:off x="3587627" y="4954601"/>
                <a:ext cx="257760" cy="149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64774FD-6410-993A-E158-06147F78F9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81507" y="4948481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585679B-72E5-DC51-7724-A8EFF672BE5E}"/>
                    </a:ext>
                  </a:extLst>
                </p14:cNvPr>
                <p14:cNvContentPartPr/>
                <p14:nvPr/>
              </p14:nvContentPartPr>
              <p14:xfrm>
                <a:off x="4143827" y="4893401"/>
                <a:ext cx="27360" cy="36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585679B-72E5-DC51-7724-A8EFF672BE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37707" y="4887281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25130D-6DE4-9352-8862-C6E637B849D4}"/>
                    </a:ext>
                  </a:extLst>
                </p14:cNvPr>
                <p14:cNvContentPartPr/>
                <p14:nvPr/>
              </p14:nvContentPartPr>
              <p14:xfrm>
                <a:off x="4032947" y="4886561"/>
                <a:ext cx="224640" cy="123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25130D-6DE4-9352-8862-C6E637B849D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6827" y="4880441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1A97154-4AB1-EAF1-8106-DF37EEE90DAE}"/>
              </a:ext>
            </a:extLst>
          </p:cNvPr>
          <p:cNvGrpSpPr/>
          <p:nvPr/>
        </p:nvGrpSpPr>
        <p:grpSpPr>
          <a:xfrm>
            <a:off x="568207" y="2892867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9FB6375-02F4-D1A0-42D3-E21E797C4D44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9FB6375-02F4-D1A0-42D3-E21E797C4D4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92791FB-C3F2-4CC7-04FC-56021CE905BF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92791FB-C3F2-4CC7-04FC-56021CE905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A8BA46F-E253-73F8-CDEA-0965D0EB7E7E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A8BA46F-E253-73F8-CDEA-0965D0EB7E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110B2A-5586-4E67-27BD-F2DA205A19CB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110B2A-5586-4E67-27BD-F2DA205A19C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5033B1-9E6B-59D4-F84C-DCA2DC56E57D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5033B1-9E6B-59D4-F84C-DCA2DC56E5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BEBDDB-E8DE-6726-5B74-5933AF5EED93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BEBDDB-E8DE-6726-5B74-5933AF5EED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4EC6DD9-D0A7-7539-D90F-9513913607F9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4EC6DD9-D0A7-7539-D90F-9513913607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822AE4-CD08-E402-A35B-CE339F0A6165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822AE4-CD08-E402-A35B-CE339F0A61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D2A5CC7-4F59-A780-6E7C-2460FE84C9D9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D2A5CC7-4F59-A780-6E7C-2460FE84C9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201F1C3-93A8-FE17-968E-F5603A4926FB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201F1C3-93A8-FE17-968E-F5603A4926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AC0C8C-DFDC-7575-EC69-13D78D7FF609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AC0C8C-DFDC-7575-EC69-13D78D7FF60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0097F6-7A91-85DA-E983-C8D14FFEAA01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0097F6-7A91-85DA-E983-C8D14FFEAA0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826080E-E201-D424-C941-62CE3B1AA6FE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826080E-E201-D424-C941-62CE3B1AA6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C78495-5D76-4884-4645-61828549D1E8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C78495-5D76-4884-4645-61828549D1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C5CC6E-A61A-B606-31CC-6DD5BF7A753D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C5CC6E-A61A-B606-31CC-6DD5BF7A75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9C7629A-ED67-A5CE-28AB-EAED042BF050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9C7629A-ED67-A5CE-28AB-EAED042BF0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F72A2F0-97B3-0DD5-9732-9C4377447F19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F72A2F0-97B3-0DD5-9732-9C4377447F1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1F966D-0AC9-13C2-AE1E-28EBC2FCBF6E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1F966D-0AC9-13C2-AE1E-28EBC2FCBF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AC2269E-AEC8-E4D7-54C5-895A48D3E938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AC2269E-AEC8-E4D7-54C5-895A48D3E9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0593C2-6FB6-55FF-3BE6-E021F3CD77F3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0593C2-6FB6-55FF-3BE6-E021F3CD77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94BC6A-FA8C-273D-00EC-0CA2D9E0279A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94BC6A-FA8C-273D-00EC-0CA2D9E027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C68ECA-1A8B-BEA5-FEE4-E5021F7D6065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C68ECA-1A8B-BEA5-FEE4-E5021F7D60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2784EB-0155-F20D-0F29-E25B500F3096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2784EB-0155-F20D-0F29-E25B500F30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BBBCC96-9A4E-F3BE-EB7E-DB709620CA03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BBBCC96-9A4E-F3BE-EB7E-DB709620CA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9B48A0-0B3E-248F-C318-55C6502EE49C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9B48A0-0B3E-248F-C318-55C6502EE49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2A38C9B-AFBF-DEE2-38EB-32175D7073AB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2A38C9B-AFBF-DEE2-38EB-32175D7073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589035B-6025-7517-DB4A-2CAFFA68F576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589035B-6025-7517-DB4A-2CAFFA68F5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EE6817E-4084-5ECD-622A-A27744B9103C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EE6817E-4084-5ECD-622A-A27744B910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79255E-3DA0-C3F3-396A-5F035AF715B4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79255E-3DA0-C3F3-396A-5F035AF715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CFB66F9-63B2-62D9-A3C4-953774BCD9BD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CFB66F9-63B2-62D9-A3C4-953774BCD9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C5EAE46-B363-3F18-6443-D0AFFD6588C4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C5EAE46-B363-3F18-6443-D0AFFD6588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027FD01-34A5-7C12-6D11-56021112983F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027FD01-34A5-7C12-6D11-5602111298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A7404A0-A9E1-AFCF-72D0-F13F03F81397}"/>
              </a:ext>
            </a:extLst>
          </p:cNvPr>
          <p:cNvGrpSpPr/>
          <p:nvPr/>
        </p:nvGrpSpPr>
        <p:grpSpPr>
          <a:xfrm>
            <a:off x="6652467" y="81692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275ACA-5512-CC37-7731-35D2F3F28FA7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1275ACA-5512-CC37-7731-35D2F3F28FA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EF01BC5-03D6-2384-ECF2-E416C770949D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EF01BC5-03D6-2384-ECF2-E416C77094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1FB7C34-5F06-3991-D54E-4CB5658555D8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1FB7C34-5F06-3991-D54E-4CB5658555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F102026-20CE-B1F4-067D-9260AF221760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F102026-20CE-B1F4-067D-9260AF22176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530B4E9-B987-6CC2-4002-6D7D9EC98E03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530B4E9-B987-6CC2-4002-6D7D9EC98E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3F2B4C5-6BB1-6427-48DD-2E3BC760A66F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3F2B4C5-6BB1-6427-48DD-2E3BC760A6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197346-206C-919C-9017-A6E88B5EDB45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197346-206C-919C-9017-A6E88B5EDB4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2432C32-754D-BBB6-711F-435A1EA88B57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2432C32-754D-BBB6-711F-435A1EA88B5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7E01333-8673-58B9-5EE9-363F56622E7C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7E01333-8673-58B9-5EE9-363F56622E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F088CB-EA7A-0F43-06C8-A2CF36EF160B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F088CB-EA7A-0F43-06C8-A2CF36EF16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30C5E21-2BAE-CFDD-69E6-B0989F901F52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30C5E21-2BAE-CFDD-69E6-B0989F901F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4BEDFEC-30B5-5BD5-BBC5-DC31EF4CA3DA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4BEDFEC-30B5-5BD5-BBC5-DC31EF4CA3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A4163E4-E9D8-1600-A43D-BEA175DC38DD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A4163E4-E9D8-1600-A43D-BEA175DC38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0234A53-327D-F0ED-A417-87CC7A21C4AA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0234A53-327D-F0ED-A417-87CC7A21C4A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31E80E-73F3-A8A6-EA23-645575E37A08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31E80E-73F3-A8A6-EA23-645575E37A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C3F16DD-5038-3635-B146-E5CAA21F9FC6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C3F16DD-5038-3635-B146-E5CAA21F9F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FBBC921-DFB2-CE8D-5ADE-953E9C6C5FF0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FBBC921-DFB2-CE8D-5ADE-953E9C6C5F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5CED3DE-BA79-F08C-E6EA-72FD6C8FB667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5CED3DE-BA79-F08C-E6EA-72FD6C8FB6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D3358FB-83B7-1408-C381-FFA337D4951C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D3358FB-83B7-1408-C381-FFA337D495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5C552CB-AB2C-72B0-3591-A0D5531DE5A6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5C552CB-AB2C-72B0-3591-A0D5531DE5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A9375EC-1ED6-9A70-F045-AFD10F539329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A9375EC-1ED6-9A70-F045-AFD10F5393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892AAC1-B33E-88D9-6C5B-13F2869EECAE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892AAC1-B33E-88D9-6C5B-13F2869EEC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982D21-7966-6A93-9095-95D2E6F90109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982D21-7966-6A93-9095-95D2E6F901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E4785E-BF59-8CC3-84B6-F3AEA64363DB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E4785E-BF59-8CC3-84B6-F3AEA64363D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B26E0EC-23A4-59DF-8AD6-12E99836685B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B26E0EC-23A4-59DF-8AD6-12E9983668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FF9AD6E-00EA-753A-1B64-65717D4BE400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FF9AD6E-00EA-753A-1B64-65717D4BE4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46B1009-C22D-AD83-24AB-9FEB947F1586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46B1009-C22D-AD83-24AB-9FEB947F15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A7E6DE5-1B10-3FF3-6D67-38FD594A3C10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A7E6DE5-1B10-3FF3-6D67-38FD594A3C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2E70133-9E69-08B9-4C21-7ED935AF7329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2E70133-9E69-08B9-4C21-7ED935AF73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32EC7B6-EA79-489C-5F18-91CECBA5566B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32EC7B6-EA79-489C-5F18-91CECBA556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61640CB-2018-91AC-CB1B-A1523C322391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61640CB-2018-91AC-CB1B-A1523C32239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E6A8D29-D326-D817-F55F-7A6BBCB01FFC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E6A8D29-D326-D817-F55F-7A6BBCB01F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BC48E83-54DB-B624-92D1-9A417FB32EAC}"/>
              </a:ext>
            </a:extLst>
          </p:cNvPr>
          <p:cNvGrpSpPr/>
          <p:nvPr/>
        </p:nvGrpSpPr>
        <p:grpSpPr>
          <a:xfrm>
            <a:off x="10403867" y="1509560"/>
            <a:ext cx="169200" cy="303840"/>
            <a:chOff x="10403867" y="1509560"/>
            <a:chExt cx="169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9E88B99-963E-709C-73A1-9A709F07D3AF}"/>
                    </a:ext>
                  </a:extLst>
                </p14:cNvPr>
                <p14:cNvContentPartPr/>
                <p14:nvPr/>
              </p14:nvContentPartPr>
              <p14:xfrm>
                <a:off x="10456787" y="1549880"/>
                <a:ext cx="53280" cy="263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9E88B99-963E-709C-73A1-9A709F07D3A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50667" y="1543760"/>
                  <a:ext cx="65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B759F06-B446-AABD-CD07-151C5FAF952A}"/>
                    </a:ext>
                  </a:extLst>
                </p14:cNvPr>
                <p14:cNvContentPartPr/>
                <p14:nvPr/>
              </p14:nvContentPartPr>
              <p14:xfrm>
                <a:off x="10403867" y="1509560"/>
                <a:ext cx="169200" cy="87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B759F06-B446-AABD-CD07-151C5FAF952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97747" y="1503440"/>
                  <a:ext cx="1814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3B1FB7B-4519-5559-B749-51B298DE1678}"/>
              </a:ext>
            </a:extLst>
          </p:cNvPr>
          <p:cNvGrpSpPr/>
          <p:nvPr/>
        </p:nvGrpSpPr>
        <p:grpSpPr>
          <a:xfrm>
            <a:off x="10914707" y="1573280"/>
            <a:ext cx="161280" cy="234360"/>
            <a:chOff x="10914707" y="1573280"/>
            <a:chExt cx="1612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41642DC-BEF4-0716-8B79-3585289753E7}"/>
                    </a:ext>
                  </a:extLst>
                </p14:cNvPr>
                <p14:cNvContentPartPr/>
                <p14:nvPr/>
              </p14:nvContentPartPr>
              <p14:xfrm>
                <a:off x="10931627" y="1601720"/>
                <a:ext cx="74880" cy="205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41642DC-BEF4-0716-8B79-3585289753E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925507" y="1595600"/>
                  <a:ext cx="87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FB2AF70-D73C-FF7A-4B6E-50EDB3581AE6}"/>
                    </a:ext>
                  </a:extLst>
                </p14:cNvPr>
                <p14:cNvContentPartPr/>
                <p14:nvPr/>
              </p14:nvContentPartPr>
              <p14:xfrm>
                <a:off x="10914707" y="1573280"/>
                <a:ext cx="161280" cy="99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FB2AF70-D73C-FF7A-4B6E-50EDB3581AE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08587" y="1567160"/>
                  <a:ext cx="17352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52580D20-7ACA-A70B-10EC-29F56672ED37}"/>
                  </a:ext>
                </a:extLst>
              </p14:cNvPr>
              <p14:cNvContentPartPr/>
              <p14:nvPr/>
            </p14:nvContentPartPr>
            <p14:xfrm>
              <a:off x="10880507" y="2362040"/>
              <a:ext cx="83160" cy="10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52580D20-7ACA-A70B-10EC-29F56672ED3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874387" y="2355920"/>
                <a:ext cx="95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19EFDB-F05B-0E0B-E172-1FBE06AC9D5E}"/>
                  </a:ext>
                </a:extLst>
              </p14:cNvPr>
              <p14:cNvContentPartPr/>
              <p14:nvPr/>
            </p14:nvContentPartPr>
            <p14:xfrm>
              <a:off x="2493227" y="484640"/>
              <a:ext cx="118440" cy="150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19EFDB-F05B-0E0B-E172-1FBE06AC9D5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487107" y="478520"/>
                <a:ext cx="13068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438CCFB-E1B5-0B44-1C2B-5C282ED9A7E9}"/>
              </a:ext>
            </a:extLst>
          </p:cNvPr>
          <p:cNvGrpSpPr/>
          <p:nvPr/>
        </p:nvGrpSpPr>
        <p:grpSpPr>
          <a:xfrm>
            <a:off x="2918747" y="467360"/>
            <a:ext cx="231840" cy="189000"/>
            <a:chOff x="2918747" y="467360"/>
            <a:chExt cx="23184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A837F0B-7911-777A-663B-E45231C3362D}"/>
                    </a:ext>
                  </a:extLst>
                </p14:cNvPr>
                <p14:cNvContentPartPr/>
                <p14:nvPr/>
              </p14:nvContentPartPr>
              <p14:xfrm>
                <a:off x="2918747" y="467360"/>
                <a:ext cx="211680" cy="125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A837F0B-7911-777A-663B-E45231C3362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2627" y="461240"/>
                  <a:ext cx="223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711BCD4-398F-96C9-FD2A-9DAEF7B5FC29}"/>
                    </a:ext>
                  </a:extLst>
                </p14:cNvPr>
                <p14:cNvContentPartPr/>
                <p14:nvPr/>
              </p14:nvContentPartPr>
              <p14:xfrm>
                <a:off x="3062027" y="522080"/>
                <a:ext cx="88560" cy="134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711BCD4-398F-96C9-FD2A-9DAEF7B5FC2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55907" y="515960"/>
                  <a:ext cx="10080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6659D28C-323A-EA22-B00F-EFE6D2939E8B}"/>
                  </a:ext>
                </a:extLst>
              </p14:cNvPr>
              <p14:cNvContentPartPr/>
              <p14:nvPr/>
            </p14:nvContentPartPr>
            <p14:xfrm>
              <a:off x="3527147" y="422720"/>
              <a:ext cx="24120" cy="178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6659D28C-323A-EA22-B00F-EFE6D2939E8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521027" y="416600"/>
                <a:ext cx="363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4B05E94-033D-ABCE-E9FF-7D3B6E0D8537}"/>
                  </a:ext>
                </a:extLst>
              </p14:cNvPr>
              <p14:cNvContentPartPr/>
              <p14:nvPr/>
            </p14:nvContentPartPr>
            <p14:xfrm>
              <a:off x="4068947" y="423440"/>
              <a:ext cx="170280" cy="1306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4B05E94-033D-ABCE-E9FF-7D3B6E0D853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062827" y="417320"/>
                <a:ext cx="182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2395BFF-B101-8983-E991-AB05D40A5230}"/>
                  </a:ext>
                </a:extLst>
              </p14:cNvPr>
              <p14:cNvContentPartPr/>
              <p14:nvPr/>
            </p14:nvContentPartPr>
            <p14:xfrm>
              <a:off x="4588427" y="389960"/>
              <a:ext cx="162000" cy="1270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2395BFF-B101-8983-E991-AB05D40A523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582307" y="383840"/>
                <a:ext cx="17424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4894D8B-581C-87DE-9DDC-DD9AAF9E9DF8}"/>
              </a:ext>
            </a:extLst>
          </p:cNvPr>
          <p:cNvGrpSpPr/>
          <p:nvPr/>
        </p:nvGrpSpPr>
        <p:grpSpPr>
          <a:xfrm>
            <a:off x="5047427" y="424520"/>
            <a:ext cx="193680" cy="166680"/>
            <a:chOff x="5047427" y="424520"/>
            <a:chExt cx="19368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DA9C5E-BFDC-9366-7001-5ADFF63AC434}"/>
                    </a:ext>
                  </a:extLst>
                </p14:cNvPr>
                <p14:cNvContentPartPr/>
                <p14:nvPr/>
              </p14:nvContentPartPr>
              <p14:xfrm>
                <a:off x="5047427" y="424520"/>
                <a:ext cx="124920" cy="166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DA9C5E-BFDC-9366-7001-5ADFF63AC4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41307" y="418400"/>
                  <a:ext cx="137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7215055-D9D9-970D-36AD-8AC0CC2F9FA1}"/>
                    </a:ext>
                  </a:extLst>
                </p14:cNvPr>
                <p14:cNvContentPartPr/>
                <p14:nvPr/>
              </p14:nvContentPartPr>
              <p14:xfrm>
                <a:off x="5122667" y="436760"/>
                <a:ext cx="118440" cy="10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7215055-D9D9-970D-36AD-8AC0CC2F9F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16547" y="430640"/>
                  <a:ext cx="13068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F15A8F-63F8-C902-EDFA-1637B8AAEF29}"/>
              </a:ext>
            </a:extLst>
          </p:cNvPr>
          <p:cNvGrpSpPr/>
          <p:nvPr/>
        </p:nvGrpSpPr>
        <p:grpSpPr>
          <a:xfrm>
            <a:off x="7459427" y="4051520"/>
            <a:ext cx="819360" cy="587880"/>
            <a:chOff x="7459427" y="4051520"/>
            <a:chExt cx="819360" cy="58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F7D491-FE23-0619-9B11-6D6781595EF9}"/>
                    </a:ext>
                  </a:extLst>
                </p14:cNvPr>
                <p14:cNvContentPartPr/>
                <p14:nvPr/>
              </p14:nvContentPartPr>
              <p14:xfrm>
                <a:off x="7459427" y="4344200"/>
                <a:ext cx="284760" cy="295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F7D491-FE23-0619-9B11-6D6781595EF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55107" y="4339880"/>
                  <a:ext cx="29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13F979A-1E55-3C5D-3316-CBDC93BCA5AC}"/>
                    </a:ext>
                  </a:extLst>
                </p14:cNvPr>
                <p14:cNvContentPartPr/>
                <p14:nvPr/>
              </p14:nvContentPartPr>
              <p14:xfrm>
                <a:off x="7878467" y="4255640"/>
                <a:ext cx="156240" cy="59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13F979A-1E55-3C5D-3316-CBDC93BCA5A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74147" y="4251320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74C650-9ABB-B253-2906-7B17E677DA5F}"/>
                    </a:ext>
                  </a:extLst>
                </p14:cNvPr>
                <p14:cNvContentPartPr/>
                <p14:nvPr/>
              </p14:nvContentPartPr>
              <p14:xfrm>
                <a:off x="8095547" y="4051520"/>
                <a:ext cx="183240" cy="310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74C650-9ABB-B253-2906-7B17E677DA5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91227" y="4047200"/>
                  <a:ext cx="19188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3B706E3-2B67-1E5A-AE63-AB8783FB22B0}"/>
              </a:ext>
            </a:extLst>
          </p:cNvPr>
          <p:cNvGrpSpPr/>
          <p:nvPr/>
        </p:nvGrpSpPr>
        <p:grpSpPr>
          <a:xfrm>
            <a:off x="8595587" y="4216040"/>
            <a:ext cx="614880" cy="381960"/>
            <a:chOff x="8595587" y="4216040"/>
            <a:chExt cx="614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D0443BF-E4FE-CFB7-5B24-F14415305C06}"/>
                    </a:ext>
                  </a:extLst>
                </p14:cNvPr>
                <p14:cNvContentPartPr/>
                <p14:nvPr/>
              </p14:nvContentPartPr>
              <p14:xfrm>
                <a:off x="8595587" y="4352480"/>
                <a:ext cx="47880" cy="245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D0443BF-E4FE-CFB7-5B24-F14415305C0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91267" y="4348160"/>
                  <a:ext cx="56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C50A70E-03BC-2A35-E526-0D5A7D17CA21}"/>
                    </a:ext>
                  </a:extLst>
                </p14:cNvPr>
                <p14:cNvContentPartPr/>
                <p14:nvPr/>
              </p14:nvContentPartPr>
              <p14:xfrm>
                <a:off x="8639507" y="4216040"/>
                <a:ext cx="189000" cy="11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C50A70E-03BC-2A35-E526-0D5A7D17CA2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35187" y="4211720"/>
                  <a:ext cx="19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A194D6D-94CE-62A7-7A1E-64544A828486}"/>
                    </a:ext>
                  </a:extLst>
                </p14:cNvPr>
                <p14:cNvContentPartPr/>
                <p14:nvPr/>
              </p14:nvContentPartPr>
              <p14:xfrm>
                <a:off x="8743907" y="4446080"/>
                <a:ext cx="136800" cy="10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A194D6D-94CE-62A7-7A1E-64544A82848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39587" y="4441760"/>
                  <a:ext cx="145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270F8BA-E79C-D943-E324-1B0C051C6F56}"/>
                    </a:ext>
                  </a:extLst>
                </p14:cNvPr>
                <p14:cNvContentPartPr/>
                <p14:nvPr/>
              </p14:nvContentPartPr>
              <p14:xfrm>
                <a:off x="8901947" y="4455440"/>
                <a:ext cx="154080" cy="110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270F8BA-E79C-D943-E324-1B0C051C6F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97627" y="4451120"/>
                  <a:ext cx="162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4560B96-F0EA-97D8-529B-A4253D6AFF6E}"/>
                    </a:ext>
                  </a:extLst>
                </p14:cNvPr>
                <p14:cNvContentPartPr/>
                <p14:nvPr/>
              </p14:nvContentPartPr>
              <p14:xfrm>
                <a:off x="9032987" y="4451120"/>
                <a:ext cx="177480" cy="116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4560B96-F0EA-97D8-529B-A4253D6AFF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28667" y="4446800"/>
                  <a:ext cx="18612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AD852F5-A045-2DB1-E353-59C3840D6C35}"/>
                  </a:ext>
                </a:extLst>
              </p14:cNvPr>
              <p14:cNvContentPartPr/>
              <p14:nvPr/>
            </p14:nvContentPartPr>
            <p14:xfrm>
              <a:off x="2333387" y="1864880"/>
              <a:ext cx="222120" cy="1202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AD852F5-A045-2DB1-E353-59C3840D6C3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327267" y="1858760"/>
                <a:ext cx="23436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1D40041B-9EA3-04BB-6800-14B3487FC81A}"/>
              </a:ext>
            </a:extLst>
          </p:cNvPr>
          <p:cNvGrpSpPr/>
          <p:nvPr/>
        </p:nvGrpSpPr>
        <p:grpSpPr>
          <a:xfrm>
            <a:off x="2749187" y="1815560"/>
            <a:ext cx="127080" cy="183600"/>
            <a:chOff x="2749187" y="1815560"/>
            <a:chExt cx="1270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8ADECC-971E-A952-0C3C-8568B34C2422}"/>
                    </a:ext>
                  </a:extLst>
                </p14:cNvPr>
                <p14:cNvContentPartPr/>
                <p14:nvPr/>
              </p14:nvContentPartPr>
              <p14:xfrm>
                <a:off x="2749187" y="1815560"/>
                <a:ext cx="115200" cy="121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8ADECC-971E-A952-0C3C-8568B34C242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43067" y="1809440"/>
                  <a:ext cx="127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7DCDD0E-6A5D-6B1A-1FBD-ACFD4A916273}"/>
                    </a:ext>
                  </a:extLst>
                </p14:cNvPr>
                <p14:cNvContentPartPr/>
                <p14:nvPr/>
              </p14:nvContentPartPr>
              <p14:xfrm>
                <a:off x="2854667" y="1894400"/>
                <a:ext cx="21600" cy="104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7DCDD0E-6A5D-6B1A-1FBD-ACFD4A91627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8547" y="1888280"/>
                  <a:ext cx="3384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1CB2E35-84BE-4032-F026-0E02FB837819}"/>
                  </a:ext>
                </a:extLst>
              </p14:cNvPr>
              <p14:cNvContentPartPr/>
              <p14:nvPr/>
            </p14:nvContentPartPr>
            <p14:xfrm>
              <a:off x="3408347" y="1801880"/>
              <a:ext cx="21600" cy="1652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1CB2E35-84BE-4032-F026-0E02FB83781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402227" y="1795760"/>
                <a:ext cx="338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1C8FCB5-C9A5-41EF-7879-CD50A0F930BC}"/>
                  </a:ext>
                </a:extLst>
              </p14:cNvPr>
              <p14:cNvContentPartPr/>
              <p14:nvPr/>
            </p14:nvContentPartPr>
            <p14:xfrm>
              <a:off x="3863747" y="1839680"/>
              <a:ext cx="138240" cy="1440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1C8FCB5-C9A5-41EF-7879-CD50A0F930B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857627" y="1833560"/>
                <a:ext cx="150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CE6593C-2803-0061-C153-66A93B99AB97}"/>
                  </a:ext>
                </a:extLst>
              </p14:cNvPr>
              <p14:cNvContentPartPr/>
              <p14:nvPr/>
            </p14:nvContentPartPr>
            <p14:xfrm>
              <a:off x="4338587" y="1773800"/>
              <a:ext cx="152280" cy="1735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CE6593C-2803-0061-C153-66A93B99AB9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332467" y="1767680"/>
                <a:ext cx="16452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9C31F35-A9FE-1A4B-08C4-5E82D50B5096}"/>
              </a:ext>
            </a:extLst>
          </p:cNvPr>
          <p:cNvGrpSpPr/>
          <p:nvPr/>
        </p:nvGrpSpPr>
        <p:grpSpPr>
          <a:xfrm>
            <a:off x="4886147" y="1742480"/>
            <a:ext cx="266040" cy="191880"/>
            <a:chOff x="4886147" y="1742480"/>
            <a:chExt cx="2660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662CE79-24E5-5199-3752-D6B8A448B6B2}"/>
                    </a:ext>
                  </a:extLst>
                </p14:cNvPr>
                <p14:cNvContentPartPr/>
                <p14:nvPr/>
              </p14:nvContentPartPr>
              <p14:xfrm>
                <a:off x="4886147" y="1778840"/>
                <a:ext cx="81720" cy="155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662CE79-24E5-5199-3752-D6B8A448B6B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80027" y="1772720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7C60DF6-38A5-0FFE-EAE6-36E3CC6980DF}"/>
                    </a:ext>
                  </a:extLst>
                </p14:cNvPr>
                <p14:cNvContentPartPr/>
                <p14:nvPr/>
              </p14:nvContentPartPr>
              <p14:xfrm>
                <a:off x="4984067" y="1742480"/>
                <a:ext cx="168120" cy="21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7C60DF6-38A5-0FFE-EAE6-36E3CC6980D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77947" y="1736360"/>
                  <a:ext cx="18036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C1FEE786-E143-4013-C9E2-7F7B0BB86AF5}"/>
                  </a:ext>
                </a:extLst>
              </p14:cNvPr>
              <p14:cNvContentPartPr/>
              <p14:nvPr/>
            </p14:nvContentPartPr>
            <p14:xfrm>
              <a:off x="2831267" y="3127040"/>
              <a:ext cx="24480" cy="1731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C1FEE786-E143-4013-C9E2-7F7B0BB86AF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825147" y="3120920"/>
                <a:ext cx="3672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6E2592F5-E08B-423C-AA62-30AC5BD539C6}"/>
              </a:ext>
            </a:extLst>
          </p:cNvPr>
          <p:cNvGrpSpPr/>
          <p:nvPr/>
        </p:nvGrpSpPr>
        <p:grpSpPr>
          <a:xfrm>
            <a:off x="3292427" y="3118760"/>
            <a:ext cx="155520" cy="179640"/>
            <a:chOff x="3292427" y="3118760"/>
            <a:chExt cx="15552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52D3BE2-2E9F-C8A7-58C3-9CE0112FAEA0}"/>
                    </a:ext>
                  </a:extLst>
                </p14:cNvPr>
                <p14:cNvContentPartPr/>
                <p14:nvPr/>
              </p14:nvContentPartPr>
              <p14:xfrm>
                <a:off x="3292427" y="3118760"/>
                <a:ext cx="155520" cy="119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52D3BE2-2E9F-C8A7-58C3-9CE0112FAEA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86307" y="3112640"/>
                  <a:ext cx="167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A620477-3521-945D-F6DC-895439C26424}"/>
                    </a:ext>
                  </a:extLst>
                </p14:cNvPr>
                <p14:cNvContentPartPr/>
                <p14:nvPr/>
              </p14:nvContentPartPr>
              <p14:xfrm>
                <a:off x="3378107" y="3150440"/>
                <a:ext cx="55440" cy="147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A620477-3521-945D-F6DC-895439C2642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71987" y="3144320"/>
                  <a:ext cx="6768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93B56E0-7C1F-A68E-3617-C5B3CEFE9CA3}"/>
                  </a:ext>
                </a:extLst>
              </p14:cNvPr>
              <p14:cNvContentPartPr/>
              <p14:nvPr/>
            </p14:nvContentPartPr>
            <p14:xfrm>
              <a:off x="2270387" y="3200120"/>
              <a:ext cx="244080" cy="1231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93B56E0-7C1F-A68E-3617-C5B3CEFE9CA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264267" y="3194000"/>
                <a:ext cx="2563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17598B62-063C-32F4-6D17-94F0C14F28F8}"/>
                  </a:ext>
                </a:extLst>
              </p14:cNvPr>
              <p14:cNvContentPartPr/>
              <p14:nvPr/>
            </p14:nvContentPartPr>
            <p14:xfrm>
              <a:off x="3845747" y="3119480"/>
              <a:ext cx="140760" cy="1558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17598B62-063C-32F4-6D17-94F0C14F28F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839627" y="3113360"/>
                <a:ext cx="1530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4692CE7-417F-A471-9004-589EC7C50445}"/>
                  </a:ext>
                </a:extLst>
              </p14:cNvPr>
              <p14:cNvContentPartPr/>
              <p14:nvPr/>
            </p14:nvContentPartPr>
            <p14:xfrm>
              <a:off x="4307987" y="3114800"/>
              <a:ext cx="115200" cy="1162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4692CE7-417F-A471-9004-589EC7C5044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301867" y="3108680"/>
                <a:ext cx="12744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F8B59BAB-DC2D-B1FD-1E70-BCEB42B7BDBD}"/>
              </a:ext>
            </a:extLst>
          </p:cNvPr>
          <p:cNvGrpSpPr/>
          <p:nvPr/>
        </p:nvGrpSpPr>
        <p:grpSpPr>
          <a:xfrm>
            <a:off x="4826027" y="3079880"/>
            <a:ext cx="247320" cy="162720"/>
            <a:chOff x="4826027" y="3079880"/>
            <a:chExt cx="24732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15660B2-1967-F013-D198-51B865FDCB0E}"/>
                    </a:ext>
                  </a:extLst>
                </p14:cNvPr>
                <p14:cNvContentPartPr/>
                <p14:nvPr/>
              </p14:nvContentPartPr>
              <p14:xfrm>
                <a:off x="4826027" y="3079880"/>
                <a:ext cx="108720" cy="162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15660B2-1967-F013-D198-51B865FDCB0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19907" y="3073760"/>
                  <a:ext cx="120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0C049CD-3C06-4B6E-7EB0-5D2B3D2521A8}"/>
                    </a:ext>
                  </a:extLst>
                </p14:cNvPr>
                <p14:cNvContentPartPr/>
                <p14:nvPr/>
              </p14:nvContentPartPr>
              <p14:xfrm>
                <a:off x="4936907" y="3079880"/>
                <a:ext cx="136440" cy="13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0C049CD-3C06-4B6E-7EB0-5D2B3D2521A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30787" y="3073760"/>
                  <a:ext cx="1486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E799555D-26CC-691B-0718-CD49AE3812B3}"/>
                  </a:ext>
                </a:extLst>
              </p14:cNvPr>
              <p14:cNvContentPartPr/>
              <p14:nvPr/>
            </p14:nvContentPartPr>
            <p14:xfrm>
              <a:off x="3142667" y="4486760"/>
              <a:ext cx="159120" cy="1548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E799555D-26CC-691B-0718-CD49AE3812B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136547" y="4480640"/>
                <a:ext cx="17136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CAF801D-1E8E-52E8-7BCD-01EB3783DD67}"/>
              </a:ext>
            </a:extLst>
          </p:cNvPr>
          <p:cNvGrpSpPr/>
          <p:nvPr/>
        </p:nvGrpSpPr>
        <p:grpSpPr>
          <a:xfrm>
            <a:off x="3542267" y="4494320"/>
            <a:ext cx="183600" cy="150480"/>
            <a:chOff x="3542267" y="4494320"/>
            <a:chExt cx="18360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2BCCFC1-C419-0E4A-1028-BF7202F1DA1A}"/>
                    </a:ext>
                  </a:extLst>
                </p14:cNvPr>
                <p14:cNvContentPartPr/>
                <p14:nvPr/>
              </p14:nvContentPartPr>
              <p14:xfrm>
                <a:off x="3542267" y="4494320"/>
                <a:ext cx="183600" cy="109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2BCCFC1-C419-0E4A-1028-BF7202F1D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36147" y="4488200"/>
                  <a:ext cx="19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120BC79-16AD-23AB-CC5B-E4D587B6D6D8}"/>
                    </a:ext>
                  </a:extLst>
                </p14:cNvPr>
                <p14:cNvContentPartPr/>
                <p14:nvPr/>
              </p14:nvContentPartPr>
              <p14:xfrm>
                <a:off x="3656027" y="4514840"/>
                <a:ext cx="61200" cy="129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120BC79-16AD-23AB-CC5B-E4D587B6D6D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49907" y="4508720"/>
                  <a:ext cx="734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B0A95905-685F-0A99-9AE6-6C9510946C71}"/>
                  </a:ext>
                </a:extLst>
              </p14:cNvPr>
              <p14:cNvContentPartPr/>
              <p14:nvPr/>
            </p14:nvContentPartPr>
            <p14:xfrm>
              <a:off x="4124027" y="4460480"/>
              <a:ext cx="168840" cy="1638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B0A95905-685F-0A99-9AE6-6C9510946C71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17907" y="4454360"/>
                <a:ext cx="18108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930A63B-6F4E-BC69-6D9D-65F66592EE3F}"/>
              </a:ext>
            </a:extLst>
          </p:cNvPr>
          <p:cNvGrpSpPr/>
          <p:nvPr/>
        </p:nvGrpSpPr>
        <p:grpSpPr>
          <a:xfrm>
            <a:off x="4644587" y="4450760"/>
            <a:ext cx="274680" cy="198720"/>
            <a:chOff x="4644587" y="4450760"/>
            <a:chExt cx="27468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4EC76A0-3994-479F-5BBA-E2531856534F}"/>
                    </a:ext>
                  </a:extLst>
                </p14:cNvPr>
                <p14:cNvContentPartPr/>
                <p14:nvPr/>
              </p14:nvContentPartPr>
              <p14:xfrm>
                <a:off x="4644587" y="4473440"/>
                <a:ext cx="120960" cy="176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4EC76A0-3994-479F-5BBA-E2531856534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38467" y="4467320"/>
                  <a:ext cx="133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D5B4CE9-11A4-EF59-D3BF-A0816EA9451C}"/>
                    </a:ext>
                  </a:extLst>
                </p14:cNvPr>
                <p14:cNvContentPartPr/>
                <p14:nvPr/>
              </p14:nvContentPartPr>
              <p14:xfrm>
                <a:off x="4778147" y="4450760"/>
                <a:ext cx="141120" cy="1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D5B4CE9-11A4-EF59-D3BF-A0816EA9451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72027" y="4444640"/>
                  <a:ext cx="1533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4789132-0A8B-BED8-E57B-8BDD2E1B2E9E}"/>
              </a:ext>
            </a:extLst>
          </p:cNvPr>
          <p:cNvGrpSpPr/>
          <p:nvPr/>
        </p:nvGrpSpPr>
        <p:grpSpPr>
          <a:xfrm>
            <a:off x="2054387" y="4569200"/>
            <a:ext cx="212760" cy="120240"/>
            <a:chOff x="2054387" y="4569200"/>
            <a:chExt cx="21276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93A35E7-D641-F3ED-6CB1-67A7BBC96717}"/>
                    </a:ext>
                  </a:extLst>
                </p14:cNvPr>
                <p14:cNvContentPartPr/>
                <p14:nvPr/>
              </p14:nvContentPartPr>
              <p14:xfrm>
                <a:off x="2054387" y="4569200"/>
                <a:ext cx="16920" cy="6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93A35E7-D641-F3ED-6CB1-67A7BBC9671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48267" y="4563080"/>
                  <a:ext cx="29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46CD849-CBFF-4D31-9CB4-4FAF4983BE59}"/>
                    </a:ext>
                  </a:extLst>
                </p14:cNvPr>
                <p14:cNvContentPartPr/>
                <p14:nvPr/>
              </p14:nvContentPartPr>
              <p14:xfrm>
                <a:off x="2054387" y="4569200"/>
                <a:ext cx="212760" cy="120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46CD849-CBFF-4D31-9CB4-4FAF4983BE5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48267" y="4563080"/>
                  <a:ext cx="22500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DAE7F27-CF65-A586-E658-4F1328C62CDA}"/>
                  </a:ext>
                </a:extLst>
              </p14:cNvPr>
              <p14:cNvContentPartPr/>
              <p14:nvPr/>
            </p14:nvContentPartPr>
            <p14:xfrm>
              <a:off x="2556587" y="4559120"/>
              <a:ext cx="50040" cy="1508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DAE7F27-CF65-A586-E658-4F1328C62CDA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550467" y="4553000"/>
                <a:ext cx="622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01DC16F-04C3-37E7-6694-5024785BCFDC}"/>
                  </a:ext>
                </a:extLst>
              </p14:cNvPr>
              <p14:cNvContentPartPr/>
              <p14:nvPr/>
            </p14:nvContentPartPr>
            <p14:xfrm>
              <a:off x="9943067" y="1027520"/>
              <a:ext cx="152280" cy="2016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01DC16F-04C3-37E7-6694-5024785BCFDC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936947" y="1021400"/>
                <a:ext cx="16452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B84BBD4-0810-8F05-F32A-498A09709D7E}"/>
              </a:ext>
            </a:extLst>
          </p:cNvPr>
          <p:cNvGrpSpPr/>
          <p:nvPr/>
        </p:nvGrpSpPr>
        <p:grpSpPr>
          <a:xfrm>
            <a:off x="10367147" y="1094120"/>
            <a:ext cx="168840" cy="129600"/>
            <a:chOff x="10367147" y="1094120"/>
            <a:chExt cx="16884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59AE7BE-C8F7-E6C6-B8A4-BF23116EA1E6}"/>
                    </a:ext>
                  </a:extLst>
                </p14:cNvPr>
                <p14:cNvContentPartPr/>
                <p14:nvPr/>
              </p14:nvContentPartPr>
              <p14:xfrm>
                <a:off x="10367147" y="1094120"/>
                <a:ext cx="168840" cy="1040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59AE7BE-C8F7-E6C6-B8A4-BF23116EA1E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61027" y="1088000"/>
                  <a:ext cx="181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864F290-ACF3-FF3D-0B24-01171ACC9E82}"/>
                    </a:ext>
                  </a:extLst>
                </p14:cNvPr>
                <p14:cNvContentPartPr/>
                <p14:nvPr/>
              </p14:nvContentPartPr>
              <p14:xfrm>
                <a:off x="10481627" y="1113560"/>
                <a:ext cx="47160" cy="110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864F290-ACF3-FF3D-0B24-01171ACC9E8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75507" y="1107440"/>
                  <a:ext cx="594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5635CEF4-5C12-C535-BA2C-5DCC627E66EA}"/>
              </a:ext>
            </a:extLst>
          </p:cNvPr>
          <p:cNvGrpSpPr/>
          <p:nvPr/>
        </p:nvGrpSpPr>
        <p:grpSpPr>
          <a:xfrm>
            <a:off x="10846307" y="1038320"/>
            <a:ext cx="221400" cy="172800"/>
            <a:chOff x="10846307" y="1038320"/>
            <a:chExt cx="22140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4D70E6A-D561-C575-78B9-233D75EA046F}"/>
                    </a:ext>
                  </a:extLst>
                </p14:cNvPr>
                <p14:cNvContentPartPr/>
                <p14:nvPr/>
              </p14:nvContentPartPr>
              <p14:xfrm>
                <a:off x="10846307" y="1072880"/>
                <a:ext cx="90000" cy="138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4D70E6A-D561-C575-78B9-233D75EA046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40187" y="1066760"/>
                  <a:ext cx="102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CDDC5F4-83D6-C319-23D4-7BE608008ABF}"/>
                    </a:ext>
                  </a:extLst>
                </p14:cNvPr>
                <p14:cNvContentPartPr/>
                <p14:nvPr/>
              </p14:nvContentPartPr>
              <p14:xfrm>
                <a:off x="10937027" y="1038320"/>
                <a:ext cx="130680" cy="133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CDDC5F4-83D6-C319-23D4-7BE608008AB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30907" y="1032200"/>
                  <a:ext cx="1429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E247A083-4EC8-04EE-2411-32B3184F8B6E}"/>
                  </a:ext>
                </a:extLst>
              </p14:cNvPr>
              <p14:cNvContentPartPr/>
              <p14:nvPr/>
            </p14:nvContentPartPr>
            <p14:xfrm>
              <a:off x="8373107" y="1120040"/>
              <a:ext cx="202680" cy="1054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E247A083-4EC8-04EE-2411-32B3184F8B6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366987" y="1113920"/>
                <a:ext cx="214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B097C21D-F2F7-0A1F-AA15-696F43D5D3A4}"/>
                  </a:ext>
                </a:extLst>
              </p14:cNvPr>
              <p14:cNvContentPartPr/>
              <p14:nvPr/>
            </p14:nvContentPartPr>
            <p14:xfrm>
              <a:off x="8843987" y="1108880"/>
              <a:ext cx="18360" cy="1116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B097C21D-F2F7-0A1F-AA15-696F43D5D3A4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837867" y="1102760"/>
                <a:ext cx="306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7D75A0BE-DC6C-E430-A5D2-2DF180FF9153}"/>
                  </a:ext>
                </a:extLst>
              </p14:cNvPr>
              <p14:cNvContentPartPr/>
              <p14:nvPr/>
            </p14:nvContentPartPr>
            <p14:xfrm>
              <a:off x="9345107" y="1092320"/>
              <a:ext cx="180720" cy="1774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7D75A0BE-DC6C-E430-A5D2-2DF180FF9153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338987" y="1086200"/>
                <a:ext cx="192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80C4DD87-FAA1-964B-1453-5C014B51CAA8}"/>
                  </a:ext>
                </a:extLst>
              </p14:cNvPr>
              <p14:cNvContentPartPr/>
              <p14:nvPr/>
            </p14:nvContentPartPr>
            <p14:xfrm>
              <a:off x="8055587" y="2511440"/>
              <a:ext cx="260640" cy="1047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80C4DD87-FAA1-964B-1453-5C014B51CAA8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049467" y="2505320"/>
                <a:ext cx="2728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FF3A194-10B8-F00F-DDD6-40193649DDC3}"/>
                  </a:ext>
                </a:extLst>
              </p14:cNvPr>
              <p14:cNvContentPartPr/>
              <p14:nvPr/>
            </p14:nvContentPartPr>
            <p14:xfrm>
              <a:off x="8589107" y="2486960"/>
              <a:ext cx="39600" cy="1184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FF3A194-10B8-F00F-DDD6-40193649DDC3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582987" y="2480840"/>
                <a:ext cx="518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642D1571-82F2-131C-9A67-A52DE515B2BF}"/>
                  </a:ext>
                </a:extLst>
              </p14:cNvPr>
              <p14:cNvContentPartPr/>
              <p14:nvPr/>
            </p14:nvContentPartPr>
            <p14:xfrm>
              <a:off x="9107507" y="2471480"/>
              <a:ext cx="120600" cy="16632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642D1571-82F2-131C-9A67-A52DE515B2B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101387" y="2465360"/>
                <a:ext cx="1328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16BD84F-1061-783B-7612-54D3B0426015}"/>
                  </a:ext>
                </a:extLst>
              </p14:cNvPr>
              <p14:cNvContentPartPr/>
              <p14:nvPr/>
            </p14:nvContentPartPr>
            <p14:xfrm>
              <a:off x="9745067" y="2453840"/>
              <a:ext cx="131400" cy="14256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16BD84F-1061-783B-7612-54D3B042601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738947" y="2447720"/>
                <a:ext cx="14364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37874AAC-7ED6-7150-F394-4D322679EF09}"/>
              </a:ext>
            </a:extLst>
          </p:cNvPr>
          <p:cNvGrpSpPr/>
          <p:nvPr/>
        </p:nvGrpSpPr>
        <p:grpSpPr>
          <a:xfrm>
            <a:off x="10145387" y="2401280"/>
            <a:ext cx="187200" cy="177840"/>
            <a:chOff x="10145387" y="2401280"/>
            <a:chExt cx="18720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C0F26C6-9F99-D58D-5047-22F4AFEB4F14}"/>
                    </a:ext>
                  </a:extLst>
                </p14:cNvPr>
                <p14:cNvContentPartPr/>
                <p14:nvPr/>
              </p14:nvContentPartPr>
              <p14:xfrm>
                <a:off x="10145387" y="2401280"/>
                <a:ext cx="187200" cy="110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C0F26C6-9F99-D58D-5047-22F4AFEB4F1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39267" y="2395160"/>
                  <a:ext cx="199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141B0FA-2511-5C7D-5DE4-894D206F6A9A}"/>
                    </a:ext>
                  </a:extLst>
                </p14:cNvPr>
                <p14:cNvContentPartPr/>
                <p14:nvPr/>
              </p14:nvContentPartPr>
              <p14:xfrm>
                <a:off x="10271747" y="2447720"/>
                <a:ext cx="47880" cy="131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141B0FA-2511-5C7D-5DE4-894D206F6A9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265627" y="2441600"/>
                  <a:ext cx="601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1F484F76-2F9E-9384-E0B5-77EC2DD14DF8}"/>
              </a:ext>
            </a:extLst>
          </p:cNvPr>
          <p:cNvGrpSpPr/>
          <p:nvPr/>
        </p:nvGrpSpPr>
        <p:grpSpPr>
          <a:xfrm>
            <a:off x="10685747" y="2338280"/>
            <a:ext cx="228960" cy="179640"/>
            <a:chOff x="10685747" y="2338280"/>
            <a:chExt cx="22896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D4DBEF9-424C-DBCA-873A-72C10ABC6D8E}"/>
                    </a:ext>
                  </a:extLst>
                </p14:cNvPr>
                <p14:cNvContentPartPr/>
                <p14:nvPr/>
              </p14:nvContentPartPr>
              <p14:xfrm>
                <a:off x="10685747" y="2338280"/>
                <a:ext cx="136440" cy="179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D4DBEF9-424C-DBCA-873A-72C10ABC6D8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679627" y="2332160"/>
                  <a:ext cx="148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CB65AE5-6719-7471-7755-2C7E5933D411}"/>
                    </a:ext>
                  </a:extLst>
                </p14:cNvPr>
                <p14:cNvContentPartPr/>
                <p14:nvPr/>
              </p14:nvContentPartPr>
              <p14:xfrm>
                <a:off x="10788347" y="2359520"/>
                <a:ext cx="126360" cy="9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CB65AE5-6719-7471-7755-2C7E5933D41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82227" y="2353400"/>
                  <a:ext cx="13860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6F9B751-518F-7877-8ADD-724EDA3C703A}"/>
                  </a:ext>
                </a:extLst>
              </p14:cNvPr>
              <p14:cNvContentPartPr/>
              <p14:nvPr/>
            </p14:nvContentPartPr>
            <p14:xfrm>
              <a:off x="10113707" y="2452400"/>
              <a:ext cx="828000" cy="3384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6F9B751-518F-7877-8ADD-724EDA3C703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023707" y="2272760"/>
                <a:ext cx="1007640" cy="39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74DF417-6B78-7F73-56B2-E55F46517AB6}"/>
              </a:ext>
            </a:extLst>
          </p:cNvPr>
          <p:cNvGrpSpPr/>
          <p:nvPr/>
        </p:nvGrpSpPr>
        <p:grpSpPr>
          <a:xfrm>
            <a:off x="7912307" y="4955840"/>
            <a:ext cx="902160" cy="246960"/>
            <a:chOff x="7912307" y="4955840"/>
            <a:chExt cx="902160" cy="24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A4D2897-3EB2-F90D-D454-888575E05AFD}"/>
                    </a:ext>
                  </a:extLst>
                </p14:cNvPr>
                <p14:cNvContentPartPr/>
                <p14:nvPr/>
              </p14:nvContentPartPr>
              <p14:xfrm>
                <a:off x="7912307" y="5128280"/>
                <a:ext cx="212760" cy="6408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A4D2897-3EB2-F90D-D454-888575E05AF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07987" y="5123960"/>
                  <a:ext cx="221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29C6793-D473-A6A7-62B9-FBCEF871275F}"/>
                    </a:ext>
                  </a:extLst>
                </p14:cNvPr>
                <p14:cNvContentPartPr/>
                <p14:nvPr/>
              </p14:nvContentPartPr>
              <p14:xfrm>
                <a:off x="8178707" y="4955840"/>
                <a:ext cx="26640" cy="176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29C6793-D473-A6A7-62B9-FBCEF871275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174387" y="4951520"/>
                  <a:ext cx="35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FE2924E-18FA-3530-A868-C9F81AFCF8AD}"/>
                    </a:ext>
                  </a:extLst>
                </p14:cNvPr>
                <p14:cNvContentPartPr/>
                <p14:nvPr/>
              </p14:nvContentPartPr>
              <p14:xfrm>
                <a:off x="8339987" y="5063480"/>
                <a:ext cx="144000" cy="183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FE2924E-18FA-3530-A868-C9F81AFCF8A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335667" y="5059160"/>
                  <a:ext cx="1526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B69AF87-ADE0-4ABB-EABD-145A8216EE08}"/>
                    </a:ext>
                  </a:extLst>
                </p14:cNvPr>
                <p14:cNvContentPartPr/>
                <p14:nvPr/>
              </p14:nvContentPartPr>
              <p14:xfrm>
                <a:off x="8349707" y="5133320"/>
                <a:ext cx="209520" cy="39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B69AF87-ADE0-4ABB-EABD-145A8216EE0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345387" y="5129000"/>
                  <a:ext cx="218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D30B1A5-2D7C-EAD4-07A4-2ABB27F6F525}"/>
                    </a:ext>
                  </a:extLst>
                </p14:cNvPr>
                <p14:cNvContentPartPr/>
                <p14:nvPr/>
              </p14:nvContentPartPr>
              <p14:xfrm>
                <a:off x="8686307" y="4957280"/>
                <a:ext cx="128160" cy="24552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D30B1A5-2D7C-EAD4-07A4-2ABB27F6F52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81987" y="4952960"/>
                  <a:ext cx="136800" cy="25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705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9D882-F979-0EB7-1742-5FA15BAB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F323D94-A02F-44CA-09B3-0DE61FC50C00}"/>
              </a:ext>
            </a:extLst>
          </p:cNvPr>
          <p:cNvGrpSpPr/>
          <p:nvPr/>
        </p:nvGrpSpPr>
        <p:grpSpPr>
          <a:xfrm>
            <a:off x="811467" y="20960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227AB3D-0D75-AFD5-E998-098B46B81BB4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227AB3D-0D75-AFD5-E998-098B46B81B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45CE23-4783-B13A-F54A-A9D6CE4C4B62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45CE23-4783-B13A-F54A-A9D6CE4C4B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A5DBF90-5802-F364-81E2-D80450C8C070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A5DBF90-5802-F364-81E2-D80450C8C0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E9FF0F-8F20-E98B-6387-DA37F8ED3436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E9FF0F-8F20-E98B-6387-DA37F8ED34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644B8D-9669-C4A9-BA3F-9FF399925334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644B8D-9669-C4A9-BA3F-9FF3999253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5040CC-CE29-3FD9-0D3B-CBEC65BB0048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5040CC-CE29-3FD9-0D3B-CBEC65BB00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DF52F81-D687-805A-583D-53BB49458775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DF52F81-D687-805A-583D-53BB494587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B3832A-8C37-29DC-CFCE-6D9EA9A8BCCA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B3832A-8C37-29DC-CFCE-6D9EA9A8BCC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F9C541-D0B8-5391-5577-1A28B10F806D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F9C541-D0B8-5391-5577-1A28B10F80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82BF99E-9703-E182-C94D-F440DAE70059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82BF99E-9703-E182-C94D-F440DAE7005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7869A6-E510-8CFA-FE18-97AF914CC76C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7869A6-E510-8CFA-FE18-97AF914CC76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A0EF52-6849-1ECF-1D51-EC6FB1873DA5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A0EF52-6849-1ECF-1D51-EC6FB1873D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0FAFB4-0D75-8799-BAD2-AE5DEA0CFEB9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00FAFB4-0D75-8799-BAD2-AE5DEA0CFE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1F05CCC-3398-523B-1487-5C01C22FE735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1F05CCC-3398-523B-1487-5C01C22FE7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923E69-7290-D09D-2C4C-84F0C1752FF7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923E69-7290-D09D-2C4C-84F0C1752F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8FBCA6-E17A-326A-A73C-6030E09DFB03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8FBCA6-E17A-326A-A73C-6030E09DFB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8A64DB-E0DB-ABF7-1B0B-7A2A36E28B48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8A64DB-E0DB-ABF7-1B0B-7A2A36E28B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A54971-A33A-DAB5-7C4D-BD7586F7D449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A54971-A33A-DAB5-7C4D-BD7586F7D4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84BC11-D8E5-467C-4924-EAC956013E72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84BC11-D8E5-467C-4924-EAC956013E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2A82E4-4D97-C7B1-E3F2-953F3D68E170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2A82E4-4D97-C7B1-E3F2-953F3D68E1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535C98-B928-30EA-D7AC-150A2B3D8B23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535C98-B928-30EA-D7AC-150A2B3D8B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811970-273C-5B45-98E4-941555BDF954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811970-273C-5B45-98E4-941555BDF9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4B627B-1E80-D9C3-F0C5-1183E646A75E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4B627B-1E80-D9C3-F0C5-1183E646A7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4465F41-F838-1218-9A09-43179EF96AFA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4465F41-F838-1218-9A09-43179EF96A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65A50C-4A2F-3788-C233-55EA7A3A0A4D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65A50C-4A2F-3788-C233-55EA7A3A0A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2B3998-7A4F-A114-AA50-2C8FF6C45667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2B3998-7A4F-A114-AA50-2C8FF6C456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323D559-33A5-E828-3785-51E57D77BA3B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323D559-33A5-E828-3785-51E57D77BA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E4FF80-BFDF-A181-E44A-2FC89275E814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E4FF80-BFDF-A181-E44A-2FC89275E81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441775D-CE8E-A696-41D7-04DA6BB470B1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441775D-CE8E-A696-41D7-04DA6BB470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24733C3-E7AC-9958-5393-D38CF9E05548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24733C3-E7AC-9958-5393-D38CF9E055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AF7A90B-0037-6DFD-EF48-D8BBDBBAEB28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AF7A90B-0037-6DFD-EF48-D8BBDBBAEB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364F0B-8825-94FB-2A0D-2C76C8CF6069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1364F0B-8825-94FB-2A0D-2C76C8CF60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EFB622C-1A13-FA4C-357F-0E52F3114E15}"/>
                  </a:ext>
                </a:extLst>
              </p14:cNvPr>
              <p14:cNvContentPartPr/>
              <p14:nvPr/>
            </p14:nvContentPartPr>
            <p14:xfrm>
              <a:off x="7254587" y="482120"/>
              <a:ext cx="218520" cy="59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EFB622C-1A13-FA4C-357F-0E52F3114E1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50267" y="477800"/>
                <a:ext cx="2271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06D2EAA-1EE3-B5C4-53BF-C695EB7E8039}"/>
              </a:ext>
            </a:extLst>
          </p:cNvPr>
          <p:cNvGrpSpPr/>
          <p:nvPr/>
        </p:nvGrpSpPr>
        <p:grpSpPr>
          <a:xfrm>
            <a:off x="7970987" y="307520"/>
            <a:ext cx="895320" cy="263880"/>
            <a:chOff x="7970987" y="307520"/>
            <a:chExt cx="8953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9311AD-81A2-07E4-FF73-98A07215D8C9}"/>
                    </a:ext>
                  </a:extLst>
                </p14:cNvPr>
                <p14:cNvContentPartPr/>
                <p14:nvPr/>
              </p14:nvContentPartPr>
              <p14:xfrm>
                <a:off x="7970987" y="494720"/>
                <a:ext cx="111600" cy="7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9311AD-81A2-07E4-FF73-98A07215D8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6667" y="490400"/>
                  <a:ext cx="120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86890AF-ED5E-4232-0241-AF3AB45CB699}"/>
                    </a:ext>
                  </a:extLst>
                </p14:cNvPr>
                <p14:cNvContentPartPr/>
                <p14:nvPr/>
              </p14:nvContentPartPr>
              <p14:xfrm>
                <a:off x="8050187" y="400040"/>
                <a:ext cx="5364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86890AF-ED5E-4232-0241-AF3AB45CB69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5867" y="395720"/>
                  <a:ext cx="62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C1EF5A-E792-8C56-E952-0820132E4B25}"/>
                    </a:ext>
                  </a:extLst>
                </p14:cNvPr>
                <p14:cNvContentPartPr/>
                <p14:nvPr/>
              </p14:nvContentPartPr>
              <p14:xfrm>
                <a:off x="8202827" y="307520"/>
                <a:ext cx="86040" cy="26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C1EF5A-E792-8C56-E952-0820132E4B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98507" y="303200"/>
                  <a:ext cx="94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C58A2D-DD15-5849-0B6E-EB5501124EFB}"/>
                    </a:ext>
                  </a:extLst>
                </p14:cNvPr>
                <p14:cNvContentPartPr/>
                <p14:nvPr/>
              </p14:nvContentPartPr>
              <p14:xfrm>
                <a:off x="8174387" y="416240"/>
                <a:ext cx="22032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C58A2D-DD15-5849-0B6E-EB5501124EF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70067" y="411920"/>
                  <a:ext cx="228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889A08-42CE-9D36-BCEF-93B7C4113FF9}"/>
                    </a:ext>
                  </a:extLst>
                </p14:cNvPr>
                <p14:cNvContentPartPr/>
                <p14:nvPr/>
              </p14:nvContentPartPr>
              <p14:xfrm>
                <a:off x="8451227" y="444680"/>
                <a:ext cx="26892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889A08-42CE-9D36-BCEF-93B7C4113FF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46907" y="440360"/>
                  <a:ext cx="277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0A2FE0C-4451-D01A-1CE5-FF7A66C22D74}"/>
                    </a:ext>
                  </a:extLst>
                </p14:cNvPr>
                <p14:cNvContentPartPr/>
                <p14:nvPr/>
              </p14:nvContentPartPr>
              <p14:xfrm>
                <a:off x="8729867" y="422000"/>
                <a:ext cx="136440" cy="7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0A2FE0C-4451-D01A-1CE5-FF7A66C22D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5547" y="417680"/>
                  <a:ext cx="1450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DF1406-6F6A-9140-F9C8-2069CDE73FCF}"/>
              </a:ext>
            </a:extLst>
          </p:cNvPr>
          <p:cNvGrpSpPr/>
          <p:nvPr/>
        </p:nvGrpSpPr>
        <p:grpSpPr>
          <a:xfrm>
            <a:off x="2466227" y="1022480"/>
            <a:ext cx="1791360" cy="4287441"/>
            <a:chOff x="2466227" y="1022480"/>
            <a:chExt cx="1791360" cy="428744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AE5DA37-E97B-0D2B-0B07-41AB3602AB46}"/>
                    </a:ext>
                  </a:extLst>
                </p14:cNvPr>
                <p14:cNvContentPartPr/>
                <p14:nvPr/>
              </p14:nvContentPartPr>
              <p14:xfrm>
                <a:off x="2580707" y="1157480"/>
                <a:ext cx="42840" cy="28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AE5DA37-E97B-0D2B-0B07-41AB3602AB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74587" y="1151360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758B1CE-6577-F7D5-8B8F-6FE8A57BEE10}"/>
                    </a:ext>
                  </a:extLst>
                </p14:cNvPr>
                <p14:cNvContentPartPr/>
                <p14:nvPr/>
              </p14:nvContentPartPr>
              <p14:xfrm>
                <a:off x="2466227" y="1090520"/>
                <a:ext cx="257760" cy="14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758B1CE-6577-F7D5-8B8F-6FE8A57BEE1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60107" y="1084400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B2BF8D7-30BD-202F-E945-C3A46C836BEE}"/>
                    </a:ext>
                  </a:extLst>
                </p14:cNvPr>
                <p14:cNvContentPartPr/>
                <p14:nvPr/>
              </p14:nvContentPartPr>
              <p14:xfrm>
                <a:off x="3022427" y="1029320"/>
                <a:ext cx="27360" cy="36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B2BF8D7-30BD-202F-E945-C3A46C836BE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16307" y="1023200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CD914C-D799-02F7-1AAB-538F91CFAB6B}"/>
                    </a:ext>
                  </a:extLst>
                </p14:cNvPr>
                <p14:cNvContentPartPr/>
                <p14:nvPr/>
              </p14:nvContentPartPr>
              <p14:xfrm>
                <a:off x="2911547" y="1022480"/>
                <a:ext cx="22464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CD914C-D799-02F7-1AAB-538F91CFAB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5427" y="1016360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8A9B2B-B3B7-32A9-69E3-5D3F7BAC549F}"/>
                    </a:ext>
                  </a:extLst>
                </p14:cNvPr>
                <p14:cNvContentPartPr/>
                <p14:nvPr/>
              </p14:nvContentPartPr>
              <p14:xfrm>
                <a:off x="2733107" y="2359747"/>
                <a:ext cx="42840" cy="28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8A9B2B-B3B7-32A9-69E3-5D3F7BAC54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987" y="2353627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2D1132D-B4E7-6131-32F3-23A6412C7D15}"/>
                    </a:ext>
                  </a:extLst>
                </p14:cNvPr>
                <p14:cNvContentPartPr/>
                <p14:nvPr/>
              </p14:nvContentPartPr>
              <p14:xfrm>
                <a:off x="2618627" y="2292787"/>
                <a:ext cx="257760" cy="149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2D1132D-B4E7-6131-32F3-23A6412C7D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12507" y="2286667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5EBF4DD-E896-5EB4-563A-27F6C644FB51}"/>
                    </a:ext>
                  </a:extLst>
                </p14:cNvPr>
                <p14:cNvContentPartPr/>
                <p14:nvPr/>
              </p14:nvContentPartPr>
              <p14:xfrm>
                <a:off x="3174827" y="2231587"/>
                <a:ext cx="27360" cy="36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EBF4DD-E896-5EB4-563A-27F6C644FB5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68707" y="2225467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88EAEE-90F8-0C95-DB7A-CD8EE162FAC8}"/>
                    </a:ext>
                  </a:extLst>
                </p14:cNvPr>
                <p14:cNvContentPartPr/>
                <p14:nvPr/>
              </p14:nvContentPartPr>
              <p14:xfrm>
                <a:off x="3063947" y="2224747"/>
                <a:ext cx="224640" cy="123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688EAEE-90F8-0C95-DB7A-CD8EE162FAC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57827" y="2218627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F951661-922C-4882-4B15-A8D1AB3710E2}"/>
                    </a:ext>
                  </a:extLst>
                </p14:cNvPr>
                <p14:cNvContentPartPr/>
                <p14:nvPr/>
              </p14:nvContentPartPr>
              <p14:xfrm>
                <a:off x="3444307" y="3714413"/>
                <a:ext cx="42840" cy="288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F951661-922C-4882-4B15-A8D1AB3710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38187" y="3708293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0570E30-6E18-A4B0-7B3F-FB6888A0E5CF}"/>
                    </a:ext>
                  </a:extLst>
                </p14:cNvPr>
                <p14:cNvContentPartPr/>
                <p14:nvPr/>
              </p14:nvContentPartPr>
              <p14:xfrm>
                <a:off x="3329827" y="3647453"/>
                <a:ext cx="257760" cy="149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0570E30-6E18-A4B0-7B3F-FB6888A0E5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23707" y="3641333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B076205-5233-34D8-8039-E34E3A1851E4}"/>
                    </a:ext>
                  </a:extLst>
                </p14:cNvPr>
                <p14:cNvContentPartPr/>
                <p14:nvPr/>
              </p14:nvContentPartPr>
              <p14:xfrm>
                <a:off x="3886027" y="3586253"/>
                <a:ext cx="27360" cy="366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B076205-5233-34D8-8039-E34E3A1851E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79907" y="3580133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2B8118-0C18-F888-3F8B-E15AF35A663D}"/>
                    </a:ext>
                  </a:extLst>
                </p14:cNvPr>
                <p14:cNvContentPartPr/>
                <p14:nvPr/>
              </p14:nvContentPartPr>
              <p14:xfrm>
                <a:off x="3775147" y="3579413"/>
                <a:ext cx="224640" cy="123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2B8118-0C18-F888-3F8B-E15AF35A66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69027" y="3573293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55B79E-B580-C87E-FA3C-8BFE0654A683}"/>
                    </a:ext>
                  </a:extLst>
                </p14:cNvPr>
                <p14:cNvContentPartPr/>
                <p14:nvPr/>
              </p14:nvContentPartPr>
              <p14:xfrm>
                <a:off x="3702107" y="5021561"/>
                <a:ext cx="42840" cy="288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55B79E-B580-C87E-FA3C-8BFE0654A68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95987" y="5015441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C31580E-BB6C-5C24-73DE-D04281392129}"/>
                    </a:ext>
                  </a:extLst>
                </p14:cNvPr>
                <p14:cNvContentPartPr/>
                <p14:nvPr/>
              </p14:nvContentPartPr>
              <p14:xfrm>
                <a:off x="3587627" y="4954601"/>
                <a:ext cx="257760" cy="149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C31580E-BB6C-5C24-73DE-D042813921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81507" y="4948481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0BA6C7-E6B9-7F61-6F94-A86A176D21B8}"/>
                    </a:ext>
                  </a:extLst>
                </p14:cNvPr>
                <p14:cNvContentPartPr/>
                <p14:nvPr/>
              </p14:nvContentPartPr>
              <p14:xfrm>
                <a:off x="4143827" y="4893401"/>
                <a:ext cx="27360" cy="36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0BA6C7-E6B9-7F61-6F94-A86A176D21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37707" y="4887281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20BBEA-3B70-3F74-D750-7ABB15BC2C32}"/>
                    </a:ext>
                  </a:extLst>
                </p14:cNvPr>
                <p14:cNvContentPartPr/>
                <p14:nvPr/>
              </p14:nvContentPartPr>
              <p14:xfrm>
                <a:off x="4032947" y="4886561"/>
                <a:ext cx="224640" cy="123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20BBEA-3B70-3F74-D750-7ABB15BC2C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6827" y="4880441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B1E5769-4E3A-04AE-0317-4746FBE1E343}"/>
              </a:ext>
            </a:extLst>
          </p:cNvPr>
          <p:cNvGrpSpPr/>
          <p:nvPr/>
        </p:nvGrpSpPr>
        <p:grpSpPr>
          <a:xfrm>
            <a:off x="568207" y="2892867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4E4831-F155-9CA2-6F3F-4B7A45B6A642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4E4831-F155-9CA2-6F3F-4B7A45B6A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8C2E57-1887-902A-48D0-A8945B8C130D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8C2E57-1887-902A-48D0-A8945B8C13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2D450F8-4C18-A5FF-E9FE-FE5542D98646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2D450F8-4C18-A5FF-E9FE-FE5542D986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F489221-5DA9-5560-9F88-F7E1B969EC63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F489221-5DA9-5560-9F88-F7E1B969EC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226EB73-A6AA-5FEF-2E8A-554FBBE88029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226EB73-A6AA-5FEF-2E8A-554FBBE880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E5A8CE-8F73-2E01-BE61-C555F2872171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E5A8CE-8F73-2E01-BE61-C555F28721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C666AC-8CE5-FD79-2D90-D06A9A9F44C4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C666AC-8CE5-FD79-2D90-D06A9A9F44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C2E07B5-066D-DB3E-EEB7-1CA78A41FECB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C2E07B5-066D-DB3E-EEB7-1CA78A41FE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6D02F7D-B502-5679-46B4-C2CDFB508827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6D02F7D-B502-5679-46B4-C2CDFB5088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BC55C7F-44B1-4D8B-0C6E-E8C8FDBAC3C3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BC55C7F-44B1-4D8B-0C6E-E8C8FDBAC3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D0AFD5D-46D6-253D-F5FB-64A42B41DEF8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D0AFD5D-46D6-253D-F5FB-64A42B41DE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4B1BC8-FE1D-C128-A8FE-4A0F42A8A829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44B1BC8-FE1D-C128-A8FE-4A0F42A8A8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7FB6352-994C-6EFB-34E2-9147731A8711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7FB6352-994C-6EFB-34E2-9147731A87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722ECF1-D225-3D55-A736-DED9EF42BA86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722ECF1-D225-3D55-A736-DED9EF42BA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E4BDFC-942C-37F5-97FA-1DC6B0DB1383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E4BDFC-942C-37F5-97FA-1DC6B0DB13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0AA75F-39EB-9459-9F9F-E0B6F10D44F2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0AA75F-39EB-9459-9F9F-E0B6F10D44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FC4E23-2BAB-861E-95D6-0E1453499725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FC4E23-2BAB-861E-95D6-0E145349972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1A21E8-D99C-12AF-D32C-77949F32AF67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1A21E8-D99C-12AF-D32C-77949F32AF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7AE7377-3D89-B8D4-E2F9-452D7E09252D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7AE7377-3D89-B8D4-E2F9-452D7E0925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A49DBC-3100-EB52-11B1-F0C8ADEDDC16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A49DBC-3100-EB52-11B1-F0C8ADEDDC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03F627-3F3F-CB07-8FB2-96D8836F048F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03F627-3F3F-CB07-8FB2-96D8836F04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3B7C9A8-8C81-5699-874F-E73D941DBA66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3B7C9A8-8C81-5699-874F-E73D941DBA6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3EB9EAF-A17A-BB8E-47E0-E2285BA6AD3F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3EB9EAF-A17A-BB8E-47E0-E2285BA6AD3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8A59E1-3476-ED4B-CA19-33AD8E78C2B4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8A59E1-3476-ED4B-CA19-33AD8E78C2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01A6584-0FE5-8B70-A423-5983AA205AD0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01A6584-0FE5-8B70-A423-5983AA205A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0680397-14E0-96C1-3536-126C1434FB77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0680397-14E0-96C1-3536-126C1434FB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FC23222-E44D-AF1E-F409-EA982C928364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FC23222-E44D-AF1E-F409-EA982C9283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1A690A1-0CDC-B6AE-8A3E-AA955FE1FC24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1A690A1-0CDC-B6AE-8A3E-AA955FE1FC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AED31F5-3DDA-1E6F-6384-38633CC307B6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AED31F5-3DDA-1E6F-6384-38633CC307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34E285A-18C2-C036-D9D7-ECE3F5FEA29D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34E285A-18C2-C036-D9D7-ECE3F5FEA29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992B2A8-1D3A-8577-BA1A-985ECBA09BCA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992B2A8-1D3A-8577-BA1A-985ECBA09B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2E044B6-9479-D68E-D50B-65F909CD4344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2E044B6-9479-D68E-D50B-65F909CD43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B6D5A48-9A10-5889-710A-9D7A99BC0544}"/>
              </a:ext>
            </a:extLst>
          </p:cNvPr>
          <p:cNvGrpSpPr/>
          <p:nvPr/>
        </p:nvGrpSpPr>
        <p:grpSpPr>
          <a:xfrm>
            <a:off x="6652467" y="81692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B1A6343-22EF-DA21-1215-F2BA978304A0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B1A6343-22EF-DA21-1215-F2BA978304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ADA854-AAE2-AE2D-3997-9B69320ECE43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ADA854-AAE2-AE2D-3997-9B69320ECE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2D82597-6EBE-F94A-4330-299BEF997E5E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2D82597-6EBE-F94A-4330-299BEF997E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411138F-4A09-3FD4-5B9A-8EA67C642B70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411138F-4A09-3FD4-5B9A-8EA67C642B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C4C533-4796-11D4-41FB-0868C44B6CFB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C4C533-4796-11D4-41FB-0868C44B6C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D67ADDE-E478-2FDD-F278-D60BAADD22BB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D67ADDE-E478-2FDD-F278-D60BAADD22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A169077-51B0-432E-EA0C-67B7DF5AD063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A169077-51B0-432E-EA0C-67B7DF5AD0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52727EB-697E-E15C-F954-B29DCF94CADC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52727EB-697E-E15C-F954-B29DCF94CA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26CB2AF-55C4-0009-1CA1-EA942DFDDFFA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26CB2AF-55C4-0009-1CA1-EA942DFDDFF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1F3737E-2268-2975-BC13-1A31472AADF9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1F3737E-2268-2975-BC13-1A31472AAD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AF21ABD-C406-321A-D2A8-7318C1C48389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AF21ABD-C406-321A-D2A8-7318C1C483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0647442-A32A-C4D6-94B8-FD797E63B5FD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0647442-A32A-C4D6-94B8-FD797E63B5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DDB73C0-7467-F50E-056F-092D45A35E44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DDB73C0-7467-F50E-056F-092D45A35E4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E304771-E707-92AE-C831-A3108E970C47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E304771-E707-92AE-C831-A3108E970C4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8951C0C-B567-9AA9-31F3-3E1D0C7D09DB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8951C0C-B567-9AA9-31F3-3E1D0C7D09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D34F392-B868-DA2C-346E-2BAD75E85615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D34F392-B868-DA2C-346E-2BAD75E856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7600184-B875-1EFE-1EAC-AB3F4DAF3ED9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7600184-B875-1EFE-1EAC-AB3F4DAF3ED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05EC986-053D-14B7-EC6D-323DF39005CF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05EC986-053D-14B7-EC6D-323DF39005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27A3C81-2A9F-4022-7DBA-D936CC6FB83B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27A3C81-2A9F-4022-7DBA-D936CC6FB8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43B04C-DD93-DF35-131D-00587453C5E2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43B04C-DD93-DF35-131D-00587453C5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13C0EAD-DF0D-D858-A648-530D9BBA62A0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13C0EAD-DF0D-D858-A648-530D9BBA62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FA8AD9B-6B13-9F3A-A43F-B405D78E06D1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FA8AD9B-6B13-9F3A-A43F-B405D78E06D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9119C67-030C-58D2-74BE-C198CD8F389F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9119C67-030C-58D2-74BE-C198CD8F389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BA4C32E-BC06-DE0D-5540-1838F1ADB34C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BA4C32E-BC06-DE0D-5540-1838F1ADB3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355352-E6B1-07CC-4108-9CB676BBB4E7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355352-E6B1-07CC-4108-9CB676BBB4E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A568BFD-EB7E-AABA-DE0B-18C616CEC2BF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A568BFD-EB7E-AABA-DE0B-18C616CEC2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180CBB9-F1B8-F9F9-4BA5-B6FFC0D4CC98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180CBB9-F1B8-F9F9-4BA5-B6FFC0D4CC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9E69FDA-6D47-E7BA-A690-83BDCD765FC5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9E69FDA-6D47-E7BA-A690-83BDCD765F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C3F5999-3775-9879-1EA9-7F99DE833E0D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C3F5999-3775-9879-1EA9-7F99DE833E0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B55A6E-FAF0-0762-39F3-37F97A445910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B55A6E-FAF0-0762-39F3-37F97A4459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D120F82-819D-04DA-3D8D-92D89F9886A8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D120F82-819D-04DA-3D8D-92D89F9886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CB00DC9-1892-B4BD-09D5-7111FA2F55C6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CB00DC9-1892-B4BD-09D5-7111FA2F55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AE3A614-0321-2232-89D1-322DCA2DC0EF}"/>
              </a:ext>
            </a:extLst>
          </p:cNvPr>
          <p:cNvGrpSpPr/>
          <p:nvPr/>
        </p:nvGrpSpPr>
        <p:grpSpPr>
          <a:xfrm>
            <a:off x="10403867" y="1509560"/>
            <a:ext cx="169200" cy="303840"/>
            <a:chOff x="10403867" y="1509560"/>
            <a:chExt cx="169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819891A-0619-DC0F-C9C1-E35508FB463E}"/>
                    </a:ext>
                  </a:extLst>
                </p14:cNvPr>
                <p14:cNvContentPartPr/>
                <p14:nvPr/>
              </p14:nvContentPartPr>
              <p14:xfrm>
                <a:off x="10456787" y="1549880"/>
                <a:ext cx="53280" cy="263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819891A-0619-DC0F-C9C1-E35508FB463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50667" y="1543760"/>
                  <a:ext cx="65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9A651FB-DA7E-CF8A-9AC5-D5FDE3ADE576}"/>
                    </a:ext>
                  </a:extLst>
                </p14:cNvPr>
                <p14:cNvContentPartPr/>
                <p14:nvPr/>
              </p14:nvContentPartPr>
              <p14:xfrm>
                <a:off x="10403867" y="1509560"/>
                <a:ext cx="169200" cy="87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9A651FB-DA7E-CF8A-9AC5-D5FDE3ADE57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97747" y="1503440"/>
                  <a:ext cx="1814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47B8E86-E13F-3AB4-DE68-8D4D6ED06A2C}"/>
              </a:ext>
            </a:extLst>
          </p:cNvPr>
          <p:cNvGrpSpPr/>
          <p:nvPr/>
        </p:nvGrpSpPr>
        <p:grpSpPr>
          <a:xfrm>
            <a:off x="10914707" y="1573280"/>
            <a:ext cx="161280" cy="234360"/>
            <a:chOff x="10914707" y="1573280"/>
            <a:chExt cx="1612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9433D71-FAC0-C62C-FA75-38EA658EFC5F}"/>
                    </a:ext>
                  </a:extLst>
                </p14:cNvPr>
                <p14:cNvContentPartPr/>
                <p14:nvPr/>
              </p14:nvContentPartPr>
              <p14:xfrm>
                <a:off x="10931627" y="1601720"/>
                <a:ext cx="74880" cy="205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9433D71-FAC0-C62C-FA75-38EA658EFC5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925507" y="1595600"/>
                  <a:ext cx="87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8273B1C-AB01-BB60-212E-E458E89317E3}"/>
                    </a:ext>
                  </a:extLst>
                </p14:cNvPr>
                <p14:cNvContentPartPr/>
                <p14:nvPr/>
              </p14:nvContentPartPr>
              <p14:xfrm>
                <a:off x="10914707" y="1573280"/>
                <a:ext cx="161280" cy="99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8273B1C-AB01-BB60-212E-E458E89317E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08587" y="1567160"/>
                  <a:ext cx="17352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B952857-CD41-3387-F7D2-04CD15C5AD40}"/>
              </a:ext>
            </a:extLst>
          </p:cNvPr>
          <p:cNvGrpSpPr/>
          <p:nvPr/>
        </p:nvGrpSpPr>
        <p:grpSpPr>
          <a:xfrm>
            <a:off x="8595587" y="4216040"/>
            <a:ext cx="614880" cy="381960"/>
            <a:chOff x="8595587" y="4216040"/>
            <a:chExt cx="614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47FB1DE-DE5E-41FD-CEEA-ECC867744571}"/>
                    </a:ext>
                  </a:extLst>
                </p14:cNvPr>
                <p14:cNvContentPartPr/>
                <p14:nvPr/>
              </p14:nvContentPartPr>
              <p14:xfrm>
                <a:off x="8595587" y="4352480"/>
                <a:ext cx="47880" cy="245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47FB1DE-DE5E-41FD-CEEA-ECC86774457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91267" y="4348160"/>
                  <a:ext cx="56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9B098D0-3951-F91F-ABEE-7CBF8206C2C3}"/>
                    </a:ext>
                  </a:extLst>
                </p14:cNvPr>
                <p14:cNvContentPartPr/>
                <p14:nvPr/>
              </p14:nvContentPartPr>
              <p14:xfrm>
                <a:off x="8639507" y="4216040"/>
                <a:ext cx="189000" cy="11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9B098D0-3951-F91F-ABEE-7CBF8206C2C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35187" y="4211720"/>
                  <a:ext cx="19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9F86591-D33F-7041-9693-DC6D91BC48BA}"/>
                    </a:ext>
                  </a:extLst>
                </p14:cNvPr>
                <p14:cNvContentPartPr/>
                <p14:nvPr/>
              </p14:nvContentPartPr>
              <p14:xfrm>
                <a:off x="8743907" y="4446080"/>
                <a:ext cx="136800" cy="10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9F86591-D33F-7041-9693-DC6D91BC48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39587" y="4441760"/>
                  <a:ext cx="145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BA20B65-5702-740A-6942-16E8A3DF9B13}"/>
                    </a:ext>
                  </a:extLst>
                </p14:cNvPr>
                <p14:cNvContentPartPr/>
                <p14:nvPr/>
              </p14:nvContentPartPr>
              <p14:xfrm>
                <a:off x="8901947" y="4455440"/>
                <a:ext cx="154080" cy="110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BA20B65-5702-740A-6942-16E8A3DF9B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97627" y="4451120"/>
                  <a:ext cx="162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4B36CA2-B325-9D1E-C938-A0B05D0FCCC0}"/>
                    </a:ext>
                  </a:extLst>
                </p14:cNvPr>
                <p14:cNvContentPartPr/>
                <p14:nvPr/>
              </p14:nvContentPartPr>
              <p14:xfrm>
                <a:off x="9032987" y="4451120"/>
                <a:ext cx="177480" cy="116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4B36CA2-B325-9D1E-C938-A0B05D0FCC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28667" y="4446800"/>
                  <a:ext cx="18612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7FA75374-AFB3-4283-2568-BE2B8C7292AF}"/>
                  </a:ext>
                </a:extLst>
              </p14:cNvPr>
              <p14:cNvContentPartPr/>
              <p14:nvPr/>
            </p14:nvContentPartPr>
            <p14:xfrm>
              <a:off x="2054387" y="4569200"/>
              <a:ext cx="16920" cy="648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7FA75374-AFB3-4283-2568-BE2B8C7292A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048267" y="4563080"/>
                <a:ext cx="291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9D68E3D3-9638-204E-1212-CF8B7465E47B}"/>
                  </a:ext>
                </a:extLst>
              </p14:cNvPr>
              <p14:cNvContentPartPr/>
              <p14:nvPr/>
            </p14:nvContentPartPr>
            <p14:xfrm>
              <a:off x="10937027" y="1038320"/>
              <a:ext cx="130680" cy="133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9D68E3D3-9638-204E-1212-CF8B7465E47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0930907" y="1032200"/>
                <a:ext cx="142920" cy="2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65B6CA5-F3E3-3031-AF55-314355519A4A}"/>
              </a:ext>
            </a:extLst>
          </p:cNvPr>
          <p:cNvGrpSpPr/>
          <p:nvPr/>
        </p:nvGrpSpPr>
        <p:grpSpPr>
          <a:xfrm>
            <a:off x="7685507" y="3925880"/>
            <a:ext cx="664920" cy="570960"/>
            <a:chOff x="7685507" y="3925880"/>
            <a:chExt cx="664920" cy="5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3F62811-0A88-CFAF-E995-3F16537E2B6C}"/>
                    </a:ext>
                  </a:extLst>
                </p14:cNvPr>
                <p14:cNvContentPartPr/>
                <p14:nvPr/>
              </p14:nvContentPartPr>
              <p14:xfrm>
                <a:off x="7685507" y="4220360"/>
                <a:ext cx="288720" cy="2764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3F62811-0A88-CFAF-E995-3F16537E2B6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681187" y="4216040"/>
                  <a:ext cx="29736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5455E0B-C093-C85C-7E0D-B700BDB2E2DE}"/>
                    </a:ext>
                  </a:extLst>
                </p14:cNvPr>
                <p14:cNvContentPartPr/>
                <p14:nvPr/>
              </p14:nvContentPartPr>
              <p14:xfrm>
                <a:off x="8003027" y="4132520"/>
                <a:ext cx="121320" cy="1076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5455E0B-C093-C85C-7E0D-B700BDB2E2D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98707" y="4128200"/>
                  <a:ext cx="129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459E6BA-CFBD-6B8E-0ED9-258EC94918DE}"/>
                    </a:ext>
                  </a:extLst>
                </p14:cNvPr>
                <p14:cNvContentPartPr/>
                <p14:nvPr/>
              </p14:nvContentPartPr>
              <p14:xfrm>
                <a:off x="8193827" y="3925880"/>
                <a:ext cx="156600" cy="258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459E6BA-CFBD-6B8E-0ED9-258EC94918D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189507" y="3921560"/>
                  <a:ext cx="165240" cy="26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1CF57FC-2F67-A576-FF63-652FADC28B2B}"/>
                  </a:ext>
                </a:extLst>
              </p14:cNvPr>
              <p14:cNvContentPartPr/>
              <p14:nvPr/>
            </p14:nvContentPartPr>
            <p14:xfrm>
              <a:off x="2434547" y="504800"/>
              <a:ext cx="285480" cy="1216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1CF57FC-2F67-A576-FF63-652FADC28B2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428427" y="498680"/>
                <a:ext cx="2977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F24057E4-F03F-1335-B35D-EC1AA30816F7}"/>
                  </a:ext>
                </a:extLst>
              </p14:cNvPr>
              <p14:cNvContentPartPr/>
              <p14:nvPr/>
            </p14:nvContentPartPr>
            <p14:xfrm>
              <a:off x="3023147" y="495440"/>
              <a:ext cx="21600" cy="1252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F24057E4-F03F-1335-B35D-EC1AA30816F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017027" y="489320"/>
                <a:ext cx="338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7AE13B6-D28B-27CE-69A7-87EA72D3AA08}"/>
                  </a:ext>
                </a:extLst>
              </p14:cNvPr>
              <p14:cNvContentPartPr/>
              <p14:nvPr/>
            </p14:nvContentPartPr>
            <p14:xfrm>
              <a:off x="3523547" y="436760"/>
              <a:ext cx="154080" cy="1605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7AE13B6-D28B-27CE-69A7-87EA72D3AA08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517427" y="430640"/>
                <a:ext cx="16632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9DAC5DB-BFE3-37AC-6776-462D2471607E}"/>
                  </a:ext>
                </a:extLst>
              </p14:cNvPr>
              <p14:cNvContentPartPr/>
              <p14:nvPr/>
            </p14:nvContentPartPr>
            <p14:xfrm>
              <a:off x="4143467" y="447560"/>
              <a:ext cx="99000" cy="1180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9DAC5DB-BFE3-37AC-6776-462D247160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137347" y="441440"/>
                <a:ext cx="11124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AEDE0E7E-F8EF-F591-4A59-8610FD2300A7}"/>
              </a:ext>
            </a:extLst>
          </p:cNvPr>
          <p:cNvGrpSpPr/>
          <p:nvPr/>
        </p:nvGrpSpPr>
        <p:grpSpPr>
          <a:xfrm>
            <a:off x="4581227" y="376640"/>
            <a:ext cx="168840" cy="187560"/>
            <a:chOff x="4581227" y="376640"/>
            <a:chExt cx="168840" cy="18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F7CDD86-A576-B4E4-E78E-E95E475207AF}"/>
                    </a:ext>
                  </a:extLst>
                </p14:cNvPr>
                <p14:cNvContentPartPr/>
                <p14:nvPr/>
              </p14:nvContentPartPr>
              <p14:xfrm>
                <a:off x="4581227" y="376640"/>
                <a:ext cx="143280" cy="130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F7CDD86-A576-B4E4-E78E-E95E475207A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575107" y="370520"/>
                  <a:ext cx="1555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C90686A-90FB-0A39-92CC-85D084FDDF70}"/>
                    </a:ext>
                  </a:extLst>
                </p14:cNvPr>
                <p14:cNvContentPartPr/>
                <p14:nvPr/>
              </p14:nvContentPartPr>
              <p14:xfrm>
                <a:off x="4711907" y="435320"/>
                <a:ext cx="38160" cy="128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C90686A-90FB-0A39-92CC-85D084FDDF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705787" y="429200"/>
                  <a:ext cx="504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2CE6872-BCBE-29FE-76B9-4F3DAAEB09F5}"/>
              </a:ext>
            </a:extLst>
          </p:cNvPr>
          <p:cNvGrpSpPr/>
          <p:nvPr/>
        </p:nvGrpSpPr>
        <p:grpSpPr>
          <a:xfrm>
            <a:off x="5075507" y="358640"/>
            <a:ext cx="247680" cy="172080"/>
            <a:chOff x="5075507" y="358640"/>
            <a:chExt cx="24768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DE037B6-B539-BBE9-EA72-7B5E9BE9FCB0}"/>
                    </a:ext>
                  </a:extLst>
                </p14:cNvPr>
                <p14:cNvContentPartPr/>
                <p14:nvPr/>
              </p14:nvContentPartPr>
              <p14:xfrm>
                <a:off x="5075507" y="393200"/>
                <a:ext cx="56520" cy="137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DE037B6-B539-BBE9-EA72-7B5E9BE9FCB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69387" y="387080"/>
                  <a:ext cx="68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811DAC9-9448-C630-1FB6-FEF56F07D7DB}"/>
                    </a:ext>
                  </a:extLst>
                </p14:cNvPr>
                <p14:cNvContentPartPr/>
                <p14:nvPr/>
              </p14:nvContentPartPr>
              <p14:xfrm>
                <a:off x="5183507" y="358640"/>
                <a:ext cx="139680" cy="190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811DAC9-9448-C630-1FB6-FEF56F07D7D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77387" y="352520"/>
                  <a:ext cx="151920" cy="3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1D6456F5-CF6E-A0CC-E034-89490DA9918A}"/>
                  </a:ext>
                </a:extLst>
              </p14:cNvPr>
              <p14:cNvContentPartPr/>
              <p14:nvPr/>
            </p14:nvContentPartPr>
            <p14:xfrm>
              <a:off x="2364707" y="1876400"/>
              <a:ext cx="56160" cy="1537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1D6456F5-CF6E-A0CC-E034-89490DA9918A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358587" y="1870280"/>
                <a:ext cx="684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8851028F-F77C-7600-2BB8-BFBD4394C7C7}"/>
                  </a:ext>
                </a:extLst>
              </p14:cNvPr>
              <p14:cNvContentPartPr/>
              <p14:nvPr/>
            </p14:nvContentPartPr>
            <p14:xfrm>
              <a:off x="2737667" y="1883960"/>
              <a:ext cx="165240" cy="1314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8851028F-F77C-7600-2BB8-BFBD4394C7C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731547" y="1877840"/>
                <a:ext cx="1774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D9F19EA-3EBD-3EA0-B5E3-729780690EF2}"/>
                  </a:ext>
                </a:extLst>
              </p14:cNvPr>
              <p14:cNvContentPartPr/>
              <p14:nvPr/>
            </p14:nvContentPartPr>
            <p14:xfrm>
              <a:off x="3315827" y="1873880"/>
              <a:ext cx="183240" cy="1530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D9F19EA-3EBD-3EA0-B5E3-729780690EF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309707" y="1867760"/>
                <a:ext cx="1954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BEE6E18-B0F2-4B2D-932C-5CB455A18743}"/>
                  </a:ext>
                </a:extLst>
              </p14:cNvPr>
              <p14:cNvContentPartPr/>
              <p14:nvPr/>
            </p14:nvContentPartPr>
            <p14:xfrm>
              <a:off x="3931787" y="1823120"/>
              <a:ext cx="148320" cy="1198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BEE6E18-B0F2-4B2D-932C-5CB455A1874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925667" y="1817000"/>
                <a:ext cx="16056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3ECF69AF-596C-A5B3-9996-F9B78616555A}"/>
              </a:ext>
            </a:extLst>
          </p:cNvPr>
          <p:cNvGrpSpPr/>
          <p:nvPr/>
        </p:nvGrpSpPr>
        <p:grpSpPr>
          <a:xfrm>
            <a:off x="4401227" y="1790720"/>
            <a:ext cx="167400" cy="155520"/>
            <a:chOff x="4401227" y="1790720"/>
            <a:chExt cx="16740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A53F3D0-670F-E4E1-4781-59D870B00F52}"/>
                    </a:ext>
                  </a:extLst>
                </p14:cNvPr>
                <p14:cNvContentPartPr/>
                <p14:nvPr/>
              </p14:nvContentPartPr>
              <p14:xfrm>
                <a:off x="4401227" y="1790720"/>
                <a:ext cx="167400" cy="1044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A53F3D0-670F-E4E1-4781-59D870B00F5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95107" y="1784600"/>
                  <a:ext cx="179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E7D45C1-962C-4178-6409-C587B49959B2}"/>
                    </a:ext>
                  </a:extLst>
                </p14:cNvPr>
                <p14:cNvContentPartPr/>
                <p14:nvPr/>
              </p14:nvContentPartPr>
              <p14:xfrm>
                <a:off x="4495907" y="1829960"/>
                <a:ext cx="50040" cy="116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E7D45C1-962C-4178-6409-C587B49959B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489787" y="1823840"/>
                  <a:ext cx="622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D2BE2AC5-28D1-AD00-36CB-3822A4373359}"/>
              </a:ext>
            </a:extLst>
          </p:cNvPr>
          <p:cNvGrpSpPr/>
          <p:nvPr/>
        </p:nvGrpSpPr>
        <p:grpSpPr>
          <a:xfrm>
            <a:off x="4776707" y="1781000"/>
            <a:ext cx="295920" cy="144360"/>
            <a:chOff x="4776707" y="1781000"/>
            <a:chExt cx="29592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80310EE-D767-7A23-5552-79FFFD7D0259}"/>
                    </a:ext>
                  </a:extLst>
                </p14:cNvPr>
                <p14:cNvContentPartPr/>
                <p14:nvPr/>
              </p14:nvContentPartPr>
              <p14:xfrm>
                <a:off x="4776707" y="1781000"/>
                <a:ext cx="86040" cy="144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80310EE-D767-7A23-5552-79FFFD7D025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70587" y="1774880"/>
                  <a:ext cx="98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0A8C98F-BD7D-35B3-BEBD-C7282C2B1CFA}"/>
                    </a:ext>
                  </a:extLst>
                </p14:cNvPr>
                <p14:cNvContentPartPr/>
                <p14:nvPr/>
              </p14:nvContentPartPr>
              <p14:xfrm>
                <a:off x="4918907" y="1791440"/>
                <a:ext cx="153720" cy="230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0A8C98F-BD7D-35B3-BEBD-C7282C2B1CF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12787" y="1785320"/>
                  <a:ext cx="16596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313EE30F-83EE-A779-333F-4815BD2AA185}"/>
                  </a:ext>
                </a:extLst>
              </p14:cNvPr>
              <p14:cNvContentPartPr/>
              <p14:nvPr/>
            </p14:nvContentPartPr>
            <p14:xfrm>
              <a:off x="2275787" y="3245480"/>
              <a:ext cx="42480" cy="1022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313EE30F-83EE-A779-333F-4815BD2AA18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269667" y="3239360"/>
                <a:ext cx="5472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7E9448DA-3499-53FA-170B-DFD1E15A2B11}"/>
                  </a:ext>
                </a:extLst>
              </p14:cNvPr>
              <p14:cNvContentPartPr/>
              <p14:nvPr/>
            </p14:nvContentPartPr>
            <p14:xfrm>
              <a:off x="2707067" y="3229640"/>
              <a:ext cx="220680" cy="9288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7E9448DA-3499-53FA-170B-DFD1E15A2B11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700947" y="3223520"/>
                <a:ext cx="23292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2DF92FA-9FDA-5CA1-EA7C-03D0C6FC9677}"/>
                  </a:ext>
                </a:extLst>
              </p14:cNvPr>
              <p14:cNvContentPartPr/>
              <p14:nvPr/>
            </p14:nvContentPartPr>
            <p14:xfrm>
              <a:off x="3326987" y="3102200"/>
              <a:ext cx="159480" cy="16236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2DF92FA-9FDA-5CA1-EA7C-03D0C6FC9677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320867" y="3096080"/>
                <a:ext cx="1717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67BE7405-55D4-6625-BEC6-D88C146735D2}"/>
                  </a:ext>
                </a:extLst>
              </p14:cNvPr>
              <p14:cNvContentPartPr/>
              <p14:nvPr/>
            </p14:nvContentPartPr>
            <p14:xfrm>
              <a:off x="3870947" y="3083480"/>
              <a:ext cx="135360" cy="1238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67BE7405-55D4-6625-BEC6-D88C146735D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864827" y="3077360"/>
                <a:ext cx="147600" cy="13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91836E5-C2E2-E27A-96DB-3F73A733C4DC}"/>
              </a:ext>
            </a:extLst>
          </p:cNvPr>
          <p:cNvGrpSpPr/>
          <p:nvPr/>
        </p:nvGrpSpPr>
        <p:grpSpPr>
          <a:xfrm>
            <a:off x="4255067" y="3086720"/>
            <a:ext cx="214200" cy="179280"/>
            <a:chOff x="4255067" y="3086720"/>
            <a:chExt cx="21420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115BFBF-DF21-4A14-29E9-52B94103BE7E}"/>
                    </a:ext>
                  </a:extLst>
                </p14:cNvPr>
                <p14:cNvContentPartPr/>
                <p14:nvPr/>
              </p14:nvContentPartPr>
              <p14:xfrm>
                <a:off x="4255067" y="3086720"/>
                <a:ext cx="189000" cy="106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115BFBF-DF21-4A14-29E9-52B94103BE7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48947" y="3080600"/>
                  <a:ext cx="201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010460A-C757-23B7-E715-A9E1AB4F8E61}"/>
                    </a:ext>
                  </a:extLst>
                </p14:cNvPr>
                <p14:cNvContentPartPr/>
                <p14:nvPr/>
              </p14:nvContentPartPr>
              <p14:xfrm>
                <a:off x="4428947" y="3120560"/>
                <a:ext cx="40320" cy="1454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010460A-C757-23B7-E715-A9E1AB4F8E6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422827" y="3114440"/>
                  <a:ext cx="5256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3829888-30BC-913F-F03F-8DCEB36C2F01}"/>
              </a:ext>
            </a:extLst>
          </p:cNvPr>
          <p:cNvGrpSpPr/>
          <p:nvPr/>
        </p:nvGrpSpPr>
        <p:grpSpPr>
          <a:xfrm>
            <a:off x="4732427" y="3086720"/>
            <a:ext cx="268200" cy="180720"/>
            <a:chOff x="4732427" y="3086720"/>
            <a:chExt cx="26820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F7A616-3335-745D-C50B-F1712D25C2B3}"/>
                    </a:ext>
                  </a:extLst>
                </p14:cNvPr>
                <p14:cNvContentPartPr/>
                <p14:nvPr/>
              </p14:nvContentPartPr>
              <p14:xfrm>
                <a:off x="4732427" y="3098960"/>
                <a:ext cx="93240" cy="168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F7A616-3335-745D-C50B-F1712D25C2B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726307" y="3092840"/>
                  <a:ext cx="105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3C7FDF4-E401-B2B3-A11A-3668615A4A37}"/>
                    </a:ext>
                  </a:extLst>
                </p14:cNvPr>
                <p14:cNvContentPartPr/>
                <p14:nvPr/>
              </p14:nvContentPartPr>
              <p14:xfrm>
                <a:off x="4852667" y="3086720"/>
                <a:ext cx="147960" cy="334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3C7FDF4-E401-B2B3-A11A-3668615A4A3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846547" y="3080600"/>
                  <a:ext cx="1602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289F0AAF-9621-CEA5-4D89-6ABC8E1E565B}"/>
                  </a:ext>
                </a:extLst>
              </p14:cNvPr>
              <p14:cNvContentPartPr/>
              <p14:nvPr/>
            </p14:nvContentPartPr>
            <p14:xfrm>
              <a:off x="3139067" y="4492520"/>
              <a:ext cx="136440" cy="14868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289F0AAF-9621-CEA5-4D89-6ABC8E1E565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132947" y="4486400"/>
                <a:ext cx="1486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9674E5F-6BFD-2600-08CA-117EDDB448EE}"/>
                  </a:ext>
                </a:extLst>
              </p14:cNvPr>
              <p14:cNvContentPartPr/>
              <p14:nvPr/>
            </p14:nvContentPartPr>
            <p14:xfrm>
              <a:off x="3563507" y="4542560"/>
              <a:ext cx="154080" cy="1555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9674E5F-6BFD-2600-08CA-117EDDB448EE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557387" y="4536440"/>
                <a:ext cx="166320" cy="16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7238A73-B379-E137-CBD1-6F6095B66B7F}"/>
              </a:ext>
            </a:extLst>
          </p:cNvPr>
          <p:cNvGrpSpPr/>
          <p:nvPr/>
        </p:nvGrpSpPr>
        <p:grpSpPr>
          <a:xfrm>
            <a:off x="4092347" y="4520960"/>
            <a:ext cx="196200" cy="196200"/>
            <a:chOff x="4092347" y="4520960"/>
            <a:chExt cx="19620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4A4D942-61A6-9534-95C6-C97B6CAA36C8}"/>
                    </a:ext>
                  </a:extLst>
                </p14:cNvPr>
                <p14:cNvContentPartPr/>
                <p14:nvPr/>
              </p14:nvContentPartPr>
              <p14:xfrm>
                <a:off x="4092347" y="4520960"/>
                <a:ext cx="190800" cy="1357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4A4D942-61A6-9534-95C6-C97B6CAA36C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86227" y="4514840"/>
                  <a:ext cx="2030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294530-C015-4668-1EA3-CF64884FABC9}"/>
                    </a:ext>
                  </a:extLst>
                </p14:cNvPr>
                <p14:cNvContentPartPr/>
                <p14:nvPr/>
              </p14:nvContentPartPr>
              <p14:xfrm>
                <a:off x="4197107" y="4593320"/>
                <a:ext cx="91440" cy="123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294530-C015-4668-1EA3-CF64884FABC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190987" y="4587200"/>
                  <a:ext cx="10368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25BE895-5E78-0E5F-66C6-E5ECDF6DD2F8}"/>
              </a:ext>
            </a:extLst>
          </p:cNvPr>
          <p:cNvGrpSpPr/>
          <p:nvPr/>
        </p:nvGrpSpPr>
        <p:grpSpPr>
          <a:xfrm>
            <a:off x="4596707" y="4504400"/>
            <a:ext cx="213840" cy="164160"/>
            <a:chOff x="4596707" y="4504400"/>
            <a:chExt cx="21384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B585BC9-77C6-87B9-5C02-B1FD311244CA}"/>
                    </a:ext>
                  </a:extLst>
                </p14:cNvPr>
                <p14:cNvContentPartPr/>
                <p14:nvPr/>
              </p14:nvContentPartPr>
              <p14:xfrm>
                <a:off x="4596707" y="4504400"/>
                <a:ext cx="83880" cy="1641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B585BC9-77C6-87B9-5C02-B1FD311244C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590587" y="4498280"/>
                  <a:ext cx="961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0F980D7-187E-5933-78CA-5FC8367B22E6}"/>
                    </a:ext>
                  </a:extLst>
                </p14:cNvPr>
                <p14:cNvContentPartPr/>
                <p14:nvPr/>
              </p14:nvContentPartPr>
              <p14:xfrm>
                <a:off x="4707227" y="4527800"/>
                <a:ext cx="103320" cy="14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0F980D7-187E-5933-78CA-5FC8367B22E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701107" y="4521680"/>
                  <a:ext cx="1155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85885AB-31A0-CA87-D29C-2B9334BD97C4}"/>
                  </a:ext>
                </a:extLst>
              </p14:cNvPr>
              <p14:cNvContentPartPr/>
              <p14:nvPr/>
            </p14:nvContentPartPr>
            <p14:xfrm>
              <a:off x="2179307" y="4589360"/>
              <a:ext cx="28080" cy="1288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85885AB-31A0-CA87-D29C-2B9334BD97C4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173187" y="4583240"/>
                <a:ext cx="4032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9A716314-FE5A-A3F2-B914-9369248DAF62}"/>
                  </a:ext>
                </a:extLst>
              </p14:cNvPr>
              <p14:cNvContentPartPr/>
              <p14:nvPr/>
            </p14:nvContentPartPr>
            <p14:xfrm>
              <a:off x="2548307" y="4606640"/>
              <a:ext cx="278640" cy="9036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9A716314-FE5A-A3F2-B914-9369248DAF6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542187" y="4600520"/>
                <a:ext cx="290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B7A8E99D-893E-17F3-9B50-D30E807D68A3}"/>
                  </a:ext>
                </a:extLst>
              </p14:cNvPr>
              <p14:cNvContentPartPr/>
              <p14:nvPr/>
            </p14:nvContentPartPr>
            <p14:xfrm>
              <a:off x="9958547" y="1033640"/>
              <a:ext cx="138960" cy="21204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B7A8E99D-893E-17F3-9B50-D30E807D68A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952427" y="1027520"/>
                <a:ext cx="15120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32C52C2-4243-B4A2-2EF7-13269F61A94A}"/>
              </a:ext>
            </a:extLst>
          </p:cNvPr>
          <p:cNvGrpSpPr/>
          <p:nvPr/>
        </p:nvGrpSpPr>
        <p:grpSpPr>
          <a:xfrm>
            <a:off x="10404227" y="1049840"/>
            <a:ext cx="168840" cy="167040"/>
            <a:chOff x="10404227" y="1049840"/>
            <a:chExt cx="168840" cy="1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A0E2079-5BD8-CF35-507E-EED63CAB8B61}"/>
                    </a:ext>
                  </a:extLst>
                </p14:cNvPr>
                <p14:cNvContentPartPr/>
                <p14:nvPr/>
              </p14:nvContentPartPr>
              <p14:xfrm>
                <a:off x="10404227" y="1049840"/>
                <a:ext cx="168840" cy="107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A0E2079-5BD8-CF35-507E-EED63CAB8B6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98107" y="1043720"/>
                  <a:ext cx="181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570EEB7-C0A8-6F4E-B2CA-F053EDFE6E22}"/>
                    </a:ext>
                  </a:extLst>
                </p14:cNvPr>
                <p14:cNvContentPartPr/>
                <p14:nvPr/>
              </p14:nvContentPartPr>
              <p14:xfrm>
                <a:off x="10493867" y="1077200"/>
                <a:ext cx="59760" cy="1396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570EEB7-C0A8-6F4E-B2CA-F053EDFE6E2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87747" y="1071080"/>
                  <a:ext cx="720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DB2AAE0-A71A-30F4-0572-135B7AE3BE7E}"/>
                  </a:ext>
                </a:extLst>
              </p14:cNvPr>
              <p14:cNvContentPartPr/>
              <p14:nvPr/>
            </p14:nvContentPartPr>
            <p14:xfrm>
              <a:off x="10852787" y="1032560"/>
              <a:ext cx="210600" cy="16668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DB2AAE0-A71A-30F4-0572-135B7AE3BE7E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846667" y="1026440"/>
                <a:ext cx="22284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CAE85DA-BC16-4247-1778-116A212CD4F8}"/>
                  </a:ext>
                </a:extLst>
              </p14:cNvPr>
              <p14:cNvContentPartPr/>
              <p14:nvPr/>
            </p14:nvContentPartPr>
            <p14:xfrm>
              <a:off x="8462747" y="1090880"/>
              <a:ext cx="21600" cy="1404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CAE85DA-BC16-4247-1778-116A212CD4F8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456627" y="1084760"/>
                <a:ext cx="338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98F99DA6-07A1-4A51-1F55-78FA84D8A23A}"/>
                  </a:ext>
                </a:extLst>
              </p14:cNvPr>
              <p14:cNvContentPartPr/>
              <p14:nvPr/>
            </p14:nvContentPartPr>
            <p14:xfrm>
              <a:off x="8817707" y="1135880"/>
              <a:ext cx="221760" cy="11088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98F99DA6-07A1-4A51-1F55-78FA84D8A23A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811587" y="1129760"/>
                <a:ext cx="2340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0A74062A-7D1F-B239-A32C-A096B1BB6FFA}"/>
                  </a:ext>
                </a:extLst>
              </p14:cNvPr>
              <p14:cNvContentPartPr/>
              <p14:nvPr/>
            </p14:nvContentPartPr>
            <p14:xfrm>
              <a:off x="9405947" y="1075760"/>
              <a:ext cx="179640" cy="1314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0A74062A-7D1F-B239-A32C-A096B1BB6FFA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9399827" y="1069640"/>
                <a:ext cx="1918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857897F9-B2D2-09F3-EF54-2301C350E808}"/>
                  </a:ext>
                </a:extLst>
              </p14:cNvPr>
              <p14:cNvContentPartPr/>
              <p14:nvPr/>
            </p14:nvContentPartPr>
            <p14:xfrm>
              <a:off x="8163947" y="2498840"/>
              <a:ext cx="33480" cy="11304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857897F9-B2D2-09F3-EF54-2301C350E80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157827" y="2492720"/>
                <a:ext cx="457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E6D74F5-A36F-29D1-7977-FE35ADD1E3D9}"/>
                  </a:ext>
                </a:extLst>
              </p14:cNvPr>
              <p14:cNvContentPartPr/>
              <p14:nvPr/>
            </p14:nvContentPartPr>
            <p14:xfrm>
              <a:off x="8594147" y="2489840"/>
              <a:ext cx="231480" cy="10656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E6D74F5-A36F-29D1-7977-FE35ADD1E3D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588027" y="2483720"/>
                <a:ext cx="2437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7515D439-2F1E-64BA-F497-C257A42803B8}"/>
                  </a:ext>
                </a:extLst>
              </p14:cNvPr>
              <p14:cNvContentPartPr/>
              <p14:nvPr/>
            </p14:nvContentPartPr>
            <p14:xfrm>
              <a:off x="9165827" y="2474720"/>
              <a:ext cx="162000" cy="13968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7515D439-2F1E-64BA-F497-C257A42803B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159707" y="2468600"/>
                <a:ext cx="1742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C3688601-CF55-80C1-D2DD-8A32943408DD}"/>
                  </a:ext>
                </a:extLst>
              </p14:cNvPr>
              <p14:cNvContentPartPr/>
              <p14:nvPr/>
            </p14:nvContentPartPr>
            <p14:xfrm>
              <a:off x="9773507" y="2455640"/>
              <a:ext cx="165600" cy="12348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C3688601-CF55-80C1-D2DD-8A32943408D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767387" y="2449520"/>
                <a:ext cx="17784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82B9ED7-CF34-F200-F7A1-1F97D74CC5C1}"/>
              </a:ext>
            </a:extLst>
          </p:cNvPr>
          <p:cNvGrpSpPr/>
          <p:nvPr/>
        </p:nvGrpSpPr>
        <p:grpSpPr>
          <a:xfrm>
            <a:off x="10249067" y="2452760"/>
            <a:ext cx="180720" cy="132840"/>
            <a:chOff x="10249067" y="2452760"/>
            <a:chExt cx="180720" cy="1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028CF0D-5405-BB0B-1C02-D5B5CDDABA8F}"/>
                    </a:ext>
                  </a:extLst>
                </p14:cNvPr>
                <p14:cNvContentPartPr/>
                <p14:nvPr/>
              </p14:nvContentPartPr>
              <p14:xfrm>
                <a:off x="10249067" y="2452760"/>
                <a:ext cx="172080" cy="914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028CF0D-5405-BB0B-1C02-D5B5CDDABA8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242947" y="2446640"/>
                  <a:ext cx="184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C61393F-9571-72B6-F381-FCEB25B3CA2F}"/>
                    </a:ext>
                  </a:extLst>
                </p14:cNvPr>
                <p14:cNvContentPartPr/>
                <p14:nvPr/>
              </p14:nvContentPartPr>
              <p14:xfrm>
                <a:off x="10400987" y="2460320"/>
                <a:ext cx="28800" cy="125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C61393F-9571-72B6-F381-FCEB25B3CA2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394867" y="2454200"/>
                  <a:ext cx="4104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D5A124C-FB57-90CF-345B-A234F5C4E2E0}"/>
              </a:ext>
            </a:extLst>
          </p:cNvPr>
          <p:cNvGrpSpPr/>
          <p:nvPr/>
        </p:nvGrpSpPr>
        <p:grpSpPr>
          <a:xfrm>
            <a:off x="10708787" y="2389040"/>
            <a:ext cx="239760" cy="182880"/>
            <a:chOff x="10708787" y="2389040"/>
            <a:chExt cx="239760" cy="1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95B65B6-1DFB-B3E0-4F29-9DC77B669F67}"/>
                    </a:ext>
                  </a:extLst>
                </p14:cNvPr>
                <p14:cNvContentPartPr/>
                <p14:nvPr/>
              </p14:nvContentPartPr>
              <p14:xfrm>
                <a:off x="10708787" y="2445560"/>
                <a:ext cx="46440" cy="126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95B65B6-1DFB-B3E0-4F29-9DC77B669F6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702667" y="2439440"/>
                  <a:ext cx="58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E7FAC8-7A53-0B8D-4AE0-A7FF64C50D99}"/>
                    </a:ext>
                  </a:extLst>
                </p14:cNvPr>
                <p14:cNvContentPartPr/>
                <p14:nvPr/>
              </p14:nvContentPartPr>
              <p14:xfrm>
                <a:off x="10824707" y="2389040"/>
                <a:ext cx="123840" cy="15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E7FAC8-7A53-0B8D-4AE0-A7FF64C50D9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818587" y="2382920"/>
                  <a:ext cx="1360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DD43CB99-C132-8D57-088A-68051BDC3E50}"/>
                  </a:ext>
                </a:extLst>
              </p14:cNvPr>
              <p14:cNvContentPartPr/>
              <p14:nvPr/>
            </p14:nvContentPartPr>
            <p14:xfrm>
              <a:off x="9681707" y="2511800"/>
              <a:ext cx="1147320" cy="4104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DD43CB99-C132-8D57-088A-68051BDC3E50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91707" y="2332160"/>
                <a:ext cx="132696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C6682C0-7949-EFAE-6516-85ADA8131E00}"/>
                  </a:ext>
                </a:extLst>
              </p14:cNvPr>
              <p14:cNvContentPartPr/>
              <p14:nvPr/>
            </p14:nvContentPartPr>
            <p14:xfrm>
              <a:off x="8270507" y="5261480"/>
              <a:ext cx="249480" cy="144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C6682C0-7949-EFAE-6516-85ADA8131E00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266187" y="5257160"/>
                <a:ext cx="2581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765B1161-8090-FFDD-777B-4F8A92CC9F0C}"/>
                  </a:ext>
                </a:extLst>
              </p14:cNvPr>
              <p14:cNvContentPartPr/>
              <p14:nvPr/>
            </p14:nvContentPartPr>
            <p14:xfrm>
              <a:off x="8492627" y="5102000"/>
              <a:ext cx="77040" cy="568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765B1161-8090-FFDD-777B-4F8A92CC9F0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488307" y="5097680"/>
                <a:ext cx="8568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BC7AE94-A59F-C34D-7B84-788B19BC7B8F}"/>
                  </a:ext>
                </a:extLst>
              </p14:cNvPr>
              <p14:cNvContentPartPr/>
              <p14:nvPr/>
            </p14:nvContentPartPr>
            <p14:xfrm>
              <a:off x="8743907" y="5198840"/>
              <a:ext cx="153000" cy="108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BC7AE94-A59F-C34D-7B84-788B19BC7B8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739587" y="5194520"/>
                <a:ext cx="1616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9144D5E1-DF4D-F419-8AAD-E4BCD55E01AB}"/>
                  </a:ext>
                </a:extLst>
              </p14:cNvPr>
              <p14:cNvContentPartPr/>
              <p14:nvPr/>
            </p14:nvContentPartPr>
            <p14:xfrm>
              <a:off x="8760467" y="5285600"/>
              <a:ext cx="127440" cy="108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9144D5E1-DF4D-F419-8AAD-E4BCD55E01A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756147" y="5281280"/>
                <a:ext cx="13608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FEE754D7-A415-3D55-97E7-7ED7EDADA459}"/>
                  </a:ext>
                </a:extLst>
              </p14:cNvPr>
              <p14:cNvContentPartPr/>
              <p14:nvPr/>
            </p14:nvContentPartPr>
            <p14:xfrm>
              <a:off x="9203987" y="5111000"/>
              <a:ext cx="188640" cy="1530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FEE754D7-A415-3D55-97E7-7ED7EDADA459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199667" y="5106680"/>
                <a:ext cx="19728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24880A5F-D6E2-C56A-EC7C-9271F8EC396B}"/>
              </a:ext>
            </a:extLst>
          </p:cNvPr>
          <p:cNvGrpSpPr/>
          <p:nvPr/>
        </p:nvGrpSpPr>
        <p:grpSpPr>
          <a:xfrm>
            <a:off x="1152587" y="6072560"/>
            <a:ext cx="1418760" cy="429120"/>
            <a:chOff x="1152587" y="6072560"/>
            <a:chExt cx="141876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8F2204C-F684-A86C-0AEC-6F76B34E6037}"/>
                    </a:ext>
                  </a:extLst>
                </p14:cNvPr>
                <p14:cNvContentPartPr/>
                <p14:nvPr/>
              </p14:nvContentPartPr>
              <p14:xfrm>
                <a:off x="1152587" y="6253280"/>
                <a:ext cx="79920" cy="2484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8F2204C-F684-A86C-0AEC-6F76B34E603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43947" y="6244280"/>
                  <a:ext cx="975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752A235-06A6-2AE9-D3B1-49247F1D0F80}"/>
                    </a:ext>
                  </a:extLst>
                </p14:cNvPr>
                <p14:cNvContentPartPr/>
                <p14:nvPr/>
              </p14:nvContentPartPr>
              <p14:xfrm>
                <a:off x="1265267" y="6125480"/>
                <a:ext cx="266040" cy="554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752A235-06A6-2AE9-D3B1-49247F1D0F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256267" y="6116480"/>
                  <a:ext cx="283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88329F9-D8A7-D899-7DD3-270FE951E762}"/>
                    </a:ext>
                  </a:extLst>
                </p14:cNvPr>
                <p14:cNvContentPartPr/>
                <p14:nvPr/>
              </p14:nvContentPartPr>
              <p14:xfrm>
                <a:off x="1201187" y="6283520"/>
                <a:ext cx="207360" cy="79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88329F9-D8A7-D899-7DD3-270FE951E76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92187" y="6274520"/>
                  <a:ext cx="225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13BD62E-1F7D-3609-FFEA-53CD412CD2DB}"/>
                    </a:ext>
                  </a:extLst>
                </p14:cNvPr>
                <p14:cNvContentPartPr/>
                <p14:nvPr/>
              </p14:nvContentPartPr>
              <p14:xfrm>
                <a:off x="1535987" y="6313400"/>
                <a:ext cx="24480" cy="74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13BD62E-1F7D-3609-FFEA-53CD412CD2D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527347" y="6304760"/>
                  <a:ext cx="421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ACF83C6-0904-2EF9-77B5-A0341CBA4DBE}"/>
                    </a:ext>
                  </a:extLst>
                </p14:cNvPr>
                <p14:cNvContentPartPr/>
                <p14:nvPr/>
              </p14:nvContentPartPr>
              <p14:xfrm>
                <a:off x="1663787" y="6165800"/>
                <a:ext cx="5040" cy="82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ACF83C6-0904-2EF9-77B5-A0341CBA4DB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655147" y="6157160"/>
                  <a:ext cx="22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4937061-F693-C086-2741-45D40DF79A5F}"/>
                    </a:ext>
                  </a:extLst>
                </p14:cNvPr>
                <p14:cNvContentPartPr/>
                <p14:nvPr/>
              </p14:nvContentPartPr>
              <p14:xfrm>
                <a:off x="1696547" y="6243560"/>
                <a:ext cx="81720" cy="132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4937061-F693-C086-2741-45D40DF79A5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687547" y="6234560"/>
                  <a:ext cx="99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34047F8-4459-DAFB-35AF-497B832BA8D8}"/>
                    </a:ext>
                  </a:extLst>
                </p14:cNvPr>
                <p14:cNvContentPartPr/>
                <p14:nvPr/>
              </p14:nvContentPartPr>
              <p14:xfrm>
                <a:off x="1749827" y="6264440"/>
                <a:ext cx="101160" cy="1224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34047F8-4459-DAFB-35AF-497B832BA8D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40827" y="6255800"/>
                  <a:ext cx="118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2766D7D-7061-E04E-01D5-03161B30C836}"/>
                    </a:ext>
                  </a:extLst>
                </p14:cNvPr>
                <p14:cNvContentPartPr/>
                <p14:nvPr/>
              </p14:nvContentPartPr>
              <p14:xfrm>
                <a:off x="1958987" y="6259400"/>
                <a:ext cx="14040" cy="982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2766D7D-7061-E04E-01D5-03161B30C83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949987" y="6250400"/>
                  <a:ext cx="31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A8D05CF-88FB-E1E2-CCEA-3147D82F403B}"/>
                    </a:ext>
                  </a:extLst>
                </p14:cNvPr>
                <p14:cNvContentPartPr/>
                <p14:nvPr/>
              </p14:nvContentPartPr>
              <p14:xfrm>
                <a:off x="2052227" y="6166880"/>
                <a:ext cx="32760" cy="44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A8D05CF-88FB-E1E2-CCEA-3147D82F403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43587" y="6157880"/>
                  <a:ext cx="504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30F1240-DDCB-F0F1-38EA-E9A80D4A3A7C}"/>
                    </a:ext>
                  </a:extLst>
                </p14:cNvPr>
                <p14:cNvContentPartPr/>
                <p14:nvPr/>
              </p14:nvContentPartPr>
              <p14:xfrm>
                <a:off x="2080307" y="6072560"/>
                <a:ext cx="432360" cy="3240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30F1240-DDCB-F0F1-38EA-E9A80D4A3A7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71307" y="6063920"/>
                  <a:ext cx="4500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7F75F44-32C3-4584-3CBD-3CBE06906812}"/>
                    </a:ext>
                  </a:extLst>
                </p14:cNvPr>
                <p14:cNvContentPartPr/>
                <p14:nvPr/>
              </p14:nvContentPartPr>
              <p14:xfrm>
                <a:off x="2524187" y="6367040"/>
                <a:ext cx="47160" cy="69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7F75F44-32C3-4584-3CBD-3CBE0690681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515187" y="6358040"/>
                  <a:ext cx="6480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A63AE367-7319-A437-B04A-8EEBA1196632}"/>
              </a:ext>
            </a:extLst>
          </p:cNvPr>
          <p:cNvGrpSpPr/>
          <p:nvPr/>
        </p:nvGrpSpPr>
        <p:grpSpPr>
          <a:xfrm>
            <a:off x="2898227" y="6151040"/>
            <a:ext cx="615960" cy="278640"/>
            <a:chOff x="2898227" y="6151040"/>
            <a:chExt cx="6159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E373E84-59A8-7F40-31E4-767FCC6036CC}"/>
                    </a:ext>
                  </a:extLst>
                </p14:cNvPr>
                <p14:cNvContentPartPr/>
                <p14:nvPr/>
              </p14:nvContentPartPr>
              <p14:xfrm>
                <a:off x="2916227" y="6180920"/>
                <a:ext cx="95760" cy="694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E373E84-59A8-7F40-31E4-767FCC6036C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07227" y="6172280"/>
                  <a:ext cx="113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43BFBFF-15B1-54F2-B9FD-9749EC43F746}"/>
                    </a:ext>
                  </a:extLst>
                </p14:cNvPr>
                <p14:cNvContentPartPr/>
                <p14:nvPr/>
              </p14:nvContentPartPr>
              <p14:xfrm>
                <a:off x="2898227" y="6151040"/>
                <a:ext cx="214200" cy="278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43BFBFF-15B1-54F2-B9FD-9749EC43F74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889227" y="6142040"/>
                  <a:ext cx="2318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EA2EB9A-C62C-B24D-89C1-D19461161302}"/>
                    </a:ext>
                  </a:extLst>
                </p14:cNvPr>
                <p14:cNvContentPartPr/>
                <p14:nvPr/>
              </p14:nvContentPartPr>
              <p14:xfrm>
                <a:off x="3124667" y="6174080"/>
                <a:ext cx="389520" cy="1530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EA2EB9A-C62C-B24D-89C1-D194611613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115667" y="6165440"/>
                  <a:ext cx="4071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850E5523-CEDD-5FD1-8CE0-B501C9EDADF8}"/>
              </a:ext>
            </a:extLst>
          </p:cNvPr>
          <p:cNvGrpSpPr/>
          <p:nvPr/>
        </p:nvGrpSpPr>
        <p:grpSpPr>
          <a:xfrm>
            <a:off x="3753947" y="5857640"/>
            <a:ext cx="1444320" cy="437040"/>
            <a:chOff x="3753947" y="5857640"/>
            <a:chExt cx="144432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37B1E-11E1-A577-4996-555711B2D1CF}"/>
                    </a:ext>
                  </a:extLst>
                </p14:cNvPr>
                <p14:cNvContentPartPr/>
                <p14:nvPr/>
              </p14:nvContentPartPr>
              <p14:xfrm>
                <a:off x="3753947" y="6184880"/>
                <a:ext cx="303480" cy="84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37B1E-11E1-A577-4996-555711B2D1C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744947" y="6175880"/>
                  <a:ext cx="321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F45C94B-2368-4564-22CC-36533ECBA1E4}"/>
                    </a:ext>
                  </a:extLst>
                </p14:cNvPr>
                <p14:cNvContentPartPr/>
                <p14:nvPr/>
              </p14:nvContentPartPr>
              <p14:xfrm>
                <a:off x="4140587" y="6211880"/>
                <a:ext cx="20520" cy="612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F45C94B-2368-4564-22CC-36533ECBA1E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31947" y="6202880"/>
                  <a:ext cx="38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65091B0-47AF-B74E-CDAB-AE20B2A6BBF6}"/>
                    </a:ext>
                  </a:extLst>
                </p14:cNvPr>
                <p14:cNvContentPartPr/>
                <p14:nvPr/>
              </p14:nvContentPartPr>
              <p14:xfrm>
                <a:off x="4233827" y="6075800"/>
                <a:ext cx="38160" cy="522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65091B0-47AF-B74E-CDAB-AE20B2A6BBF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25187" y="6066800"/>
                  <a:ext cx="55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F6432F42-75A7-7C30-70F0-84E76650AAFD}"/>
                    </a:ext>
                  </a:extLst>
                </p14:cNvPr>
                <p14:cNvContentPartPr/>
                <p14:nvPr/>
              </p14:nvContentPartPr>
              <p14:xfrm>
                <a:off x="4225547" y="5857640"/>
                <a:ext cx="363960" cy="437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F6432F42-75A7-7C30-70F0-84E76650AAF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16907" y="5849000"/>
                  <a:ext cx="3816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1F7DE5E9-D1C2-C21C-F018-AC79F6D29175}"/>
                    </a:ext>
                  </a:extLst>
                </p14:cNvPr>
                <p14:cNvContentPartPr/>
                <p14:nvPr/>
              </p14:nvContentPartPr>
              <p14:xfrm>
                <a:off x="4654667" y="5964920"/>
                <a:ext cx="92880" cy="208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1F7DE5E9-D1C2-C21C-F018-AC79F6D2917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645667" y="5956280"/>
                  <a:ext cx="110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52E59EB3-3D5A-C4CB-294F-1ACD2B89CF32}"/>
                    </a:ext>
                  </a:extLst>
                </p14:cNvPr>
                <p14:cNvContentPartPr/>
                <p14:nvPr/>
              </p14:nvContentPartPr>
              <p14:xfrm>
                <a:off x="4653227" y="6047000"/>
                <a:ext cx="141840" cy="3204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52E59EB3-3D5A-C4CB-294F-1ACD2B89CF3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644227" y="6038360"/>
                  <a:ext cx="159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590893D-A556-89B4-0D43-43D2FBC8B60D}"/>
                    </a:ext>
                  </a:extLst>
                </p14:cNvPr>
                <p14:cNvContentPartPr/>
                <p14:nvPr/>
              </p14:nvContentPartPr>
              <p14:xfrm>
                <a:off x="4950227" y="5864120"/>
                <a:ext cx="248040" cy="3232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590893D-A556-89B4-0D43-43D2FBC8B60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941227" y="5855480"/>
                  <a:ext cx="26568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3AFBBC9-27C8-3FBA-0510-9A8157F04E03}"/>
              </a:ext>
            </a:extLst>
          </p:cNvPr>
          <p:cNvGrpSpPr/>
          <p:nvPr/>
        </p:nvGrpSpPr>
        <p:grpSpPr>
          <a:xfrm>
            <a:off x="5580947" y="5894360"/>
            <a:ext cx="1793520" cy="343080"/>
            <a:chOff x="5580947" y="5894360"/>
            <a:chExt cx="179352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5FFF44A-4E95-5B28-4D39-E9031E706636}"/>
                    </a:ext>
                  </a:extLst>
                </p14:cNvPr>
                <p14:cNvContentPartPr/>
                <p14:nvPr/>
              </p14:nvContentPartPr>
              <p14:xfrm>
                <a:off x="5580947" y="6004880"/>
                <a:ext cx="394560" cy="1821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5FFF44A-4E95-5B28-4D39-E9031E70663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572307" y="5996240"/>
                  <a:ext cx="412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36A1E55-1971-5DF9-8125-52691A9A517A}"/>
                    </a:ext>
                  </a:extLst>
                </p14:cNvPr>
                <p14:cNvContentPartPr/>
                <p14:nvPr/>
              </p14:nvContentPartPr>
              <p14:xfrm>
                <a:off x="5796947" y="6028280"/>
                <a:ext cx="197640" cy="1328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36A1E55-1971-5DF9-8125-52691A9A51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88307" y="6019280"/>
                  <a:ext cx="215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0F84630-7A38-54E1-0A90-2D177EEA9D17}"/>
                    </a:ext>
                  </a:extLst>
                </p14:cNvPr>
                <p14:cNvContentPartPr/>
                <p14:nvPr/>
              </p14:nvContentPartPr>
              <p14:xfrm>
                <a:off x="6011507" y="6089840"/>
                <a:ext cx="114480" cy="885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0F84630-7A38-54E1-0A90-2D177EEA9D1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002507" y="6081200"/>
                  <a:ext cx="1321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3A4F40D-7982-0507-C74A-CBB16858ACD4}"/>
                    </a:ext>
                  </a:extLst>
                </p14:cNvPr>
                <p14:cNvContentPartPr/>
                <p14:nvPr/>
              </p14:nvContentPartPr>
              <p14:xfrm>
                <a:off x="6204107" y="6113960"/>
                <a:ext cx="262080" cy="637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3A4F40D-7982-0507-C74A-CBB16858ACD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195467" y="6105320"/>
                  <a:ext cx="279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837F89C-96E5-358F-A02E-59F9100460FE}"/>
                    </a:ext>
                  </a:extLst>
                </p14:cNvPr>
                <p14:cNvContentPartPr/>
                <p14:nvPr/>
              </p14:nvContentPartPr>
              <p14:xfrm>
                <a:off x="6536747" y="6135200"/>
                <a:ext cx="32760" cy="536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837F89C-96E5-358F-A02E-59F9100460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528107" y="6126200"/>
                  <a:ext cx="504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70491076-611C-D42F-55D8-FEA2BA523AC0}"/>
                    </a:ext>
                  </a:extLst>
                </p14:cNvPr>
                <p14:cNvContentPartPr/>
                <p14:nvPr/>
              </p14:nvContentPartPr>
              <p14:xfrm>
                <a:off x="6563747" y="5921360"/>
                <a:ext cx="22320" cy="74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70491076-611C-D42F-55D8-FEA2BA523AC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555107" y="5912720"/>
                  <a:ext cx="39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9C2F083-71BB-1E65-74FE-75FC18B6AFF6}"/>
                    </a:ext>
                  </a:extLst>
                </p14:cNvPr>
                <p14:cNvContentPartPr/>
                <p14:nvPr/>
              </p14:nvContentPartPr>
              <p14:xfrm>
                <a:off x="6621707" y="6085160"/>
                <a:ext cx="151560" cy="1000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9C2F083-71BB-1E65-74FE-75FC18B6AFF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613067" y="6076160"/>
                  <a:ext cx="169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56DAF77-31C1-06B2-2135-F39721E8E269}"/>
                    </a:ext>
                  </a:extLst>
                </p14:cNvPr>
                <p14:cNvContentPartPr/>
                <p14:nvPr/>
              </p14:nvContentPartPr>
              <p14:xfrm>
                <a:off x="6810707" y="6078680"/>
                <a:ext cx="90360" cy="8784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56DAF77-31C1-06B2-2135-F39721E8E26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801707" y="6069680"/>
                  <a:ext cx="108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310766A-7C11-9D98-8336-664E2D0ABDCE}"/>
                    </a:ext>
                  </a:extLst>
                </p14:cNvPr>
                <p14:cNvContentPartPr/>
                <p14:nvPr/>
              </p14:nvContentPartPr>
              <p14:xfrm>
                <a:off x="6953987" y="5894360"/>
                <a:ext cx="252720" cy="288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310766A-7C11-9D98-8336-664E2D0ABDC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45347" y="5885720"/>
                  <a:ext cx="270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B8E7CAEC-EE19-8582-2C9D-C2DB00211E19}"/>
                    </a:ext>
                  </a:extLst>
                </p14:cNvPr>
                <p14:cNvContentPartPr/>
                <p14:nvPr/>
              </p14:nvContentPartPr>
              <p14:xfrm>
                <a:off x="7294187" y="5935040"/>
                <a:ext cx="80280" cy="209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B8E7CAEC-EE19-8582-2C9D-C2DB00211E1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285547" y="5926040"/>
                  <a:ext cx="979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00AE6CC-C32E-B63F-02E6-A4AC17547AEF}"/>
                    </a:ext>
                  </a:extLst>
                </p14:cNvPr>
                <p14:cNvContentPartPr/>
                <p14:nvPr/>
              </p14:nvContentPartPr>
              <p14:xfrm>
                <a:off x="7288427" y="6215480"/>
                <a:ext cx="360" cy="219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00AE6CC-C32E-B63F-02E6-A4AC17547AE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279787" y="6206840"/>
                  <a:ext cx="18000" cy="3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221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257784F-CA29-2A50-F0E9-480B1E5FBADC}"/>
              </a:ext>
            </a:extLst>
          </p:cNvPr>
          <p:cNvGrpSpPr/>
          <p:nvPr/>
        </p:nvGrpSpPr>
        <p:grpSpPr>
          <a:xfrm>
            <a:off x="1219187" y="1516760"/>
            <a:ext cx="613800" cy="547920"/>
            <a:chOff x="1219187" y="1516760"/>
            <a:chExt cx="61380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6462AE-9063-DE69-1F3B-DF42B0E44682}"/>
                    </a:ext>
                  </a:extLst>
                </p14:cNvPr>
                <p14:cNvContentPartPr/>
                <p14:nvPr/>
              </p14:nvContentPartPr>
              <p14:xfrm>
                <a:off x="1275707" y="1516760"/>
                <a:ext cx="412920" cy="547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6462AE-9063-DE69-1F3B-DF42B0E446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1387" y="1512440"/>
                  <a:ext cx="4215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F0B3E9-D971-59F6-054A-8AED0EA8AA48}"/>
                    </a:ext>
                  </a:extLst>
                </p14:cNvPr>
                <p14:cNvContentPartPr/>
                <p14:nvPr/>
              </p14:nvContentPartPr>
              <p14:xfrm>
                <a:off x="1219187" y="1800440"/>
                <a:ext cx="364680" cy="19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F0B3E9-D971-59F6-054A-8AED0EA8AA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14867" y="1796120"/>
                  <a:ext cx="373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D9B06AD-7C39-5516-1DC9-BF79F3B75F11}"/>
                    </a:ext>
                  </a:extLst>
                </p14:cNvPr>
                <p14:cNvContentPartPr/>
                <p14:nvPr/>
              </p14:nvContentPartPr>
              <p14:xfrm>
                <a:off x="1593227" y="1780280"/>
                <a:ext cx="120600" cy="108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D9B06AD-7C39-5516-1DC9-BF79F3B75F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88907" y="1775960"/>
                  <a:ext cx="129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7F69B8D-00EB-693B-2895-0D9897DEB24C}"/>
                    </a:ext>
                  </a:extLst>
                </p14:cNvPr>
                <p14:cNvContentPartPr/>
                <p14:nvPr/>
              </p14:nvContentPartPr>
              <p14:xfrm>
                <a:off x="1776827" y="1742120"/>
                <a:ext cx="56160" cy="110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7F69B8D-00EB-693B-2895-0D9897DEB2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72507" y="1737800"/>
                  <a:ext cx="6480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2843E9-9D28-FE80-201B-F53448629FFB}"/>
              </a:ext>
            </a:extLst>
          </p:cNvPr>
          <p:cNvGrpSpPr/>
          <p:nvPr/>
        </p:nvGrpSpPr>
        <p:grpSpPr>
          <a:xfrm>
            <a:off x="2045747" y="1473920"/>
            <a:ext cx="894240" cy="392760"/>
            <a:chOff x="2045747" y="1473920"/>
            <a:chExt cx="89424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A1ABC38-4E60-C888-3B73-32E401186127}"/>
                    </a:ext>
                  </a:extLst>
                </p14:cNvPr>
                <p14:cNvContentPartPr/>
                <p14:nvPr/>
              </p14:nvContentPartPr>
              <p14:xfrm>
                <a:off x="2045747" y="1473920"/>
                <a:ext cx="261360" cy="39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A1ABC38-4E60-C888-3B73-32E4011861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41427" y="1469600"/>
                  <a:ext cx="27000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230C9D2-1E77-A01C-F778-0DEC4C3A89DA}"/>
                    </a:ext>
                  </a:extLst>
                </p14:cNvPr>
                <p14:cNvContentPartPr/>
                <p14:nvPr/>
              </p14:nvContentPartPr>
              <p14:xfrm>
                <a:off x="2371187" y="1714760"/>
                <a:ext cx="38160" cy="7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230C9D2-1E77-A01C-F778-0DEC4C3A89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66867" y="1710440"/>
                  <a:ext cx="46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F223F5-5A0A-2B8D-2B93-5441F3BA3000}"/>
                    </a:ext>
                  </a:extLst>
                </p14:cNvPr>
                <p14:cNvContentPartPr/>
                <p14:nvPr/>
              </p14:nvContentPartPr>
              <p14:xfrm>
                <a:off x="2507627" y="1572560"/>
                <a:ext cx="7200" cy="57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F223F5-5A0A-2B8D-2B93-5441F3BA300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03307" y="1568240"/>
                  <a:ext cx="15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585E40-EF07-551D-BD01-EBBA59ACA42A}"/>
                    </a:ext>
                  </a:extLst>
                </p14:cNvPr>
                <p14:cNvContentPartPr/>
                <p14:nvPr/>
              </p14:nvContentPartPr>
              <p14:xfrm>
                <a:off x="2565947" y="1714040"/>
                <a:ext cx="104400" cy="47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585E40-EF07-551D-BD01-EBBA59ACA4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61627" y="1709720"/>
                  <a:ext cx="113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6853C3-9157-BC55-9D95-1C524F2FB9E6}"/>
                    </a:ext>
                  </a:extLst>
                </p14:cNvPr>
                <p14:cNvContentPartPr/>
                <p14:nvPr/>
              </p14:nvContentPartPr>
              <p14:xfrm>
                <a:off x="2835947" y="1546280"/>
                <a:ext cx="79200" cy="238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6853C3-9157-BC55-9D95-1C524F2FB9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1627" y="1541960"/>
                  <a:ext cx="87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200BE58-2946-3E69-2291-EE82631527DC}"/>
                    </a:ext>
                  </a:extLst>
                </p14:cNvPr>
                <p14:cNvContentPartPr/>
                <p14:nvPr/>
              </p14:nvContentPartPr>
              <p14:xfrm>
                <a:off x="2793467" y="1622240"/>
                <a:ext cx="146520" cy="9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200BE58-2946-3E69-2291-EE82631527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9147" y="1617920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C32C907-AC13-A10B-F4B3-36A096AF2F8B}"/>
                  </a:ext>
                </a:extLst>
              </p14:cNvPr>
              <p14:cNvContentPartPr/>
              <p14:nvPr/>
            </p14:nvContentPartPr>
            <p14:xfrm>
              <a:off x="3173627" y="1640240"/>
              <a:ext cx="151560" cy="89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C32C907-AC13-A10B-F4B3-36A096AF2F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69307" y="1635920"/>
                <a:ext cx="1602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732C9F7-193D-6CFF-C889-2C831FB5BB28}"/>
                  </a:ext>
                </a:extLst>
              </p14:cNvPr>
              <p14:cNvContentPartPr/>
              <p14:nvPr/>
            </p14:nvContentPartPr>
            <p14:xfrm>
              <a:off x="3364067" y="1502360"/>
              <a:ext cx="60480" cy="28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732C9F7-193D-6CFF-C889-2C831FB5BB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59747" y="1498040"/>
                <a:ext cx="6912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BDB3191-0BBB-EB88-1FB7-7DF283780DFF}"/>
              </a:ext>
            </a:extLst>
          </p:cNvPr>
          <p:cNvGrpSpPr/>
          <p:nvPr/>
        </p:nvGrpSpPr>
        <p:grpSpPr>
          <a:xfrm>
            <a:off x="3524267" y="1618280"/>
            <a:ext cx="196200" cy="76320"/>
            <a:chOff x="3524267" y="1618280"/>
            <a:chExt cx="19620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2046FC3-556B-05AE-007E-C1AF5CAE8D9F}"/>
                    </a:ext>
                  </a:extLst>
                </p14:cNvPr>
                <p14:cNvContentPartPr/>
                <p14:nvPr/>
              </p14:nvContentPartPr>
              <p14:xfrm>
                <a:off x="3524267" y="1618280"/>
                <a:ext cx="176400" cy="5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2046FC3-556B-05AE-007E-C1AF5CAE8D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19947" y="1613960"/>
                  <a:ext cx="1850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22C6D8-6071-E3C7-18D4-0812B5F55357}"/>
                    </a:ext>
                  </a:extLst>
                </p14:cNvPr>
                <p14:cNvContentPartPr/>
                <p14:nvPr/>
              </p14:nvContentPartPr>
              <p14:xfrm>
                <a:off x="3548387" y="1685240"/>
                <a:ext cx="172080" cy="9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22C6D8-6071-E3C7-18D4-0812B5F5535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44067" y="1680920"/>
                  <a:ext cx="1807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A33CC9-016B-C429-4C5B-E61A53E5C82B}"/>
              </a:ext>
            </a:extLst>
          </p:cNvPr>
          <p:cNvGrpSpPr/>
          <p:nvPr/>
        </p:nvGrpSpPr>
        <p:grpSpPr>
          <a:xfrm>
            <a:off x="3927467" y="1525760"/>
            <a:ext cx="276120" cy="157680"/>
            <a:chOff x="3927467" y="1525760"/>
            <a:chExt cx="27612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6BA568-6CBB-BEFB-C083-3B9937BCD337}"/>
                    </a:ext>
                  </a:extLst>
                </p14:cNvPr>
                <p14:cNvContentPartPr/>
                <p14:nvPr/>
              </p14:nvContentPartPr>
              <p14:xfrm>
                <a:off x="3927467" y="1525760"/>
                <a:ext cx="96480" cy="147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6BA568-6CBB-BEFB-C083-3B9937BCD3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23147" y="1521440"/>
                  <a:ext cx="105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2E5343-DEFF-1189-7A69-B7B33F9EF151}"/>
                    </a:ext>
                  </a:extLst>
                </p14:cNvPr>
                <p14:cNvContentPartPr/>
                <p14:nvPr/>
              </p14:nvContentPartPr>
              <p14:xfrm>
                <a:off x="4170827" y="1608560"/>
                <a:ext cx="32760" cy="74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2E5343-DEFF-1189-7A69-B7B33F9EF1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66507" y="1604240"/>
                  <a:ext cx="41400" cy="8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06FE106-8483-293C-86C6-75A08D61C4D4}"/>
                  </a:ext>
                </a:extLst>
              </p14:cNvPr>
              <p14:cNvContentPartPr/>
              <p14:nvPr/>
            </p14:nvContentPartPr>
            <p14:xfrm>
              <a:off x="4014947" y="1801880"/>
              <a:ext cx="67320" cy="86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06FE106-8483-293C-86C6-75A08D61C4D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10627" y="1797560"/>
                <a:ext cx="7596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6601CBA-6034-4B72-C248-12929A0053F6}"/>
              </a:ext>
            </a:extLst>
          </p:cNvPr>
          <p:cNvGrpSpPr/>
          <p:nvPr/>
        </p:nvGrpSpPr>
        <p:grpSpPr>
          <a:xfrm>
            <a:off x="6780107" y="1352960"/>
            <a:ext cx="1144800" cy="416880"/>
            <a:chOff x="6780107" y="1352960"/>
            <a:chExt cx="114480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C205CB-9638-EC90-3B9F-1F4066251AE2}"/>
                    </a:ext>
                  </a:extLst>
                </p14:cNvPr>
                <p14:cNvContentPartPr/>
                <p14:nvPr/>
              </p14:nvContentPartPr>
              <p14:xfrm>
                <a:off x="6780107" y="1597760"/>
                <a:ext cx="165600" cy="77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C205CB-9638-EC90-3B9F-1F4066251A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75787" y="1593440"/>
                  <a:ext cx="174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1FFEE-952E-9BFC-1202-72C80218ED60}"/>
                    </a:ext>
                  </a:extLst>
                </p14:cNvPr>
                <p14:cNvContentPartPr/>
                <p14:nvPr/>
              </p14:nvContentPartPr>
              <p14:xfrm>
                <a:off x="6986747" y="1444400"/>
                <a:ext cx="71280" cy="33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1FFEE-952E-9BFC-1202-72C80218ED6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82427" y="1440080"/>
                  <a:ext cx="799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E4C32F-E48F-F637-6F1D-7C6972762E6B}"/>
                    </a:ext>
                  </a:extLst>
                </p14:cNvPr>
                <p14:cNvContentPartPr/>
                <p14:nvPr/>
              </p14:nvContentPartPr>
              <p14:xfrm>
                <a:off x="7220747" y="1504880"/>
                <a:ext cx="82440" cy="16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E4C32F-E48F-F637-6F1D-7C6972762E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216427" y="1500560"/>
                  <a:ext cx="91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77F32B-46AD-E1FD-DB7B-12E2DC55F87D}"/>
                    </a:ext>
                  </a:extLst>
                </p14:cNvPr>
                <p14:cNvContentPartPr/>
                <p14:nvPr/>
              </p14:nvContentPartPr>
              <p14:xfrm>
                <a:off x="7183307" y="1560320"/>
                <a:ext cx="171360" cy="21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77F32B-46AD-E1FD-DB7B-12E2DC55F87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78987" y="1556000"/>
                  <a:ext cx="180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240DEB-57CA-4D3F-1E05-B8E84F0BF825}"/>
                    </a:ext>
                  </a:extLst>
                </p14:cNvPr>
                <p14:cNvContentPartPr/>
                <p14:nvPr/>
              </p14:nvContentPartPr>
              <p14:xfrm>
                <a:off x="7511267" y="1493360"/>
                <a:ext cx="72720" cy="143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240DEB-57CA-4D3F-1E05-B8E84F0BF8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06947" y="1489040"/>
                  <a:ext cx="81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EE5EB6-FF64-6079-295B-9F193688CF53}"/>
                    </a:ext>
                  </a:extLst>
                </p14:cNvPr>
                <p14:cNvContentPartPr/>
                <p14:nvPr/>
              </p14:nvContentPartPr>
              <p14:xfrm>
                <a:off x="7405067" y="1600280"/>
                <a:ext cx="196200" cy="2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EE5EB6-FF64-6079-295B-9F193688CF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00747" y="1595960"/>
                  <a:ext cx="20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C53495-C30D-FA1D-8BF7-772C56E3D21A}"/>
                    </a:ext>
                  </a:extLst>
                </p14:cNvPr>
                <p14:cNvContentPartPr/>
                <p14:nvPr/>
              </p14:nvContentPartPr>
              <p14:xfrm>
                <a:off x="7787747" y="1352960"/>
                <a:ext cx="137160" cy="416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C53495-C30D-FA1D-8BF7-772C56E3D21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83427" y="1348640"/>
                  <a:ext cx="145800" cy="42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233F5E9-EED0-3D1B-B074-8C250E7C5F60}"/>
                  </a:ext>
                </a:extLst>
              </p14:cNvPr>
              <p14:cNvContentPartPr/>
              <p14:nvPr/>
            </p14:nvContentPartPr>
            <p14:xfrm>
              <a:off x="8148107" y="1207880"/>
              <a:ext cx="436320" cy="5918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233F5E9-EED0-3D1B-B074-8C250E7C5F6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143787" y="1203560"/>
                <a:ext cx="444960" cy="60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BE8AB9B-6B1F-1CF6-4FF0-DF2779705CD3}"/>
              </a:ext>
            </a:extLst>
          </p:cNvPr>
          <p:cNvGrpSpPr/>
          <p:nvPr/>
        </p:nvGrpSpPr>
        <p:grpSpPr>
          <a:xfrm>
            <a:off x="1039907" y="6026480"/>
            <a:ext cx="318960" cy="510120"/>
            <a:chOff x="1039907" y="6026480"/>
            <a:chExt cx="318960" cy="51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737B3B-499B-7910-F936-7B619B86EE8C}"/>
                    </a:ext>
                  </a:extLst>
                </p14:cNvPr>
                <p14:cNvContentPartPr/>
                <p14:nvPr/>
              </p14:nvContentPartPr>
              <p14:xfrm>
                <a:off x="1105427" y="6120080"/>
                <a:ext cx="39600" cy="20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737B3B-499B-7910-F936-7B619B86EE8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1107" y="6115760"/>
                  <a:ext cx="4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8E2F1B-EE3A-E486-36BC-DCD04166A8C9}"/>
                    </a:ext>
                  </a:extLst>
                </p14:cNvPr>
                <p14:cNvContentPartPr/>
                <p14:nvPr/>
              </p14:nvContentPartPr>
              <p14:xfrm>
                <a:off x="1039907" y="6026480"/>
                <a:ext cx="318960" cy="510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8E2F1B-EE3A-E486-36BC-DCD04166A8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5587" y="6022160"/>
                  <a:ext cx="327600" cy="51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86233E2-0AF6-8049-E8D0-073181D10270}"/>
              </a:ext>
            </a:extLst>
          </p:cNvPr>
          <p:cNvGrpSpPr/>
          <p:nvPr/>
        </p:nvGrpSpPr>
        <p:grpSpPr>
          <a:xfrm>
            <a:off x="2025947" y="2286440"/>
            <a:ext cx="464040" cy="437760"/>
            <a:chOff x="2025947" y="2286440"/>
            <a:chExt cx="46404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1F64DFA-65A2-19D6-96C8-0C834E49A7FD}"/>
                    </a:ext>
                  </a:extLst>
                </p14:cNvPr>
                <p14:cNvContentPartPr/>
                <p14:nvPr/>
              </p14:nvContentPartPr>
              <p14:xfrm>
                <a:off x="2030267" y="2286440"/>
                <a:ext cx="205200" cy="437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1F64DFA-65A2-19D6-96C8-0C834E49A7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5947" y="2282120"/>
                  <a:ext cx="21384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F82594B-2D5B-7454-2AA7-3B3E480F6C46}"/>
                    </a:ext>
                  </a:extLst>
                </p14:cNvPr>
                <p14:cNvContentPartPr/>
                <p14:nvPr/>
              </p14:nvContentPartPr>
              <p14:xfrm>
                <a:off x="2025947" y="2487680"/>
                <a:ext cx="257760" cy="72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F82594B-2D5B-7454-2AA7-3B3E480F6C4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21627" y="2483360"/>
                  <a:ext cx="266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0D3C210-4F5C-52A3-F141-00E3BBF59E87}"/>
                    </a:ext>
                  </a:extLst>
                </p14:cNvPr>
                <p14:cNvContentPartPr/>
                <p14:nvPr/>
              </p14:nvContentPartPr>
              <p14:xfrm>
                <a:off x="2221067" y="2412080"/>
                <a:ext cx="268920" cy="155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0D3C210-4F5C-52A3-F141-00E3BBF59E8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16747" y="2407760"/>
                  <a:ext cx="27756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E2CE570-DD16-836B-26DC-B63C16E58CC1}"/>
              </a:ext>
            </a:extLst>
          </p:cNvPr>
          <p:cNvGrpSpPr/>
          <p:nvPr/>
        </p:nvGrpSpPr>
        <p:grpSpPr>
          <a:xfrm>
            <a:off x="2722187" y="2222720"/>
            <a:ext cx="747360" cy="576000"/>
            <a:chOff x="2722187" y="2222720"/>
            <a:chExt cx="74736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FB7CDF0-0B3F-4CF1-8AFC-15821A3DE78C}"/>
                    </a:ext>
                  </a:extLst>
                </p14:cNvPr>
                <p14:cNvContentPartPr/>
                <p14:nvPr/>
              </p14:nvContentPartPr>
              <p14:xfrm>
                <a:off x="2722187" y="2222720"/>
                <a:ext cx="208800" cy="30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FB7CDF0-0B3F-4CF1-8AFC-15821A3DE7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17867" y="2218400"/>
                  <a:ext cx="217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302B45-3CAF-8973-56E0-1F544DA9CBF0}"/>
                    </a:ext>
                  </a:extLst>
                </p14:cNvPr>
                <p14:cNvContentPartPr/>
                <p14:nvPr/>
              </p14:nvContentPartPr>
              <p14:xfrm>
                <a:off x="2902547" y="2443760"/>
                <a:ext cx="154800" cy="354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302B45-3CAF-8973-56E0-1F544DA9CBF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98227" y="2439440"/>
                  <a:ext cx="1634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45DD69C-1B0D-F27D-1051-10040C140B6D}"/>
                    </a:ext>
                  </a:extLst>
                </p14:cNvPr>
                <p14:cNvContentPartPr/>
                <p14:nvPr/>
              </p14:nvContentPartPr>
              <p14:xfrm>
                <a:off x="3117827" y="2309120"/>
                <a:ext cx="24480" cy="37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45DD69C-1B0D-F27D-1051-10040C140B6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113507" y="2304800"/>
                  <a:ext cx="33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4DB976-6912-285C-C740-6DF5AE68D67C}"/>
                    </a:ext>
                  </a:extLst>
                </p14:cNvPr>
                <p14:cNvContentPartPr/>
                <p14:nvPr/>
              </p14:nvContentPartPr>
              <p14:xfrm>
                <a:off x="3294587" y="2385800"/>
                <a:ext cx="174960" cy="18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4DB976-6912-285C-C740-6DF5AE68D6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90267" y="2381480"/>
                  <a:ext cx="1836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FAC88F9-5311-D880-D03E-61A43FD263C4}"/>
                    </a:ext>
                  </a:extLst>
                </p14:cNvPr>
                <p14:cNvContentPartPr/>
                <p14:nvPr/>
              </p14:nvContentPartPr>
              <p14:xfrm>
                <a:off x="3335987" y="2467160"/>
                <a:ext cx="105840" cy="9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FAC88F9-5311-D880-D03E-61A43FD263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31667" y="2462840"/>
                  <a:ext cx="114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C3FEF40-8011-D012-4BFC-E6C0C7139B78}"/>
              </a:ext>
            </a:extLst>
          </p:cNvPr>
          <p:cNvGrpSpPr/>
          <p:nvPr/>
        </p:nvGrpSpPr>
        <p:grpSpPr>
          <a:xfrm>
            <a:off x="3721547" y="2297600"/>
            <a:ext cx="342720" cy="349920"/>
            <a:chOff x="3721547" y="2297600"/>
            <a:chExt cx="34272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84F139B-0D77-2BB6-0538-77011635DEF5}"/>
                    </a:ext>
                  </a:extLst>
                </p14:cNvPr>
                <p14:cNvContentPartPr/>
                <p14:nvPr/>
              </p14:nvContentPartPr>
              <p14:xfrm>
                <a:off x="3721547" y="2297600"/>
                <a:ext cx="123840" cy="145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84F139B-0D77-2BB6-0538-77011635DE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17227" y="2293280"/>
                  <a:ext cx="132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6B3F1A4-A6D4-C7A3-5876-6D9219D2BFE1}"/>
                    </a:ext>
                  </a:extLst>
                </p14:cNvPr>
                <p14:cNvContentPartPr/>
                <p14:nvPr/>
              </p14:nvContentPartPr>
              <p14:xfrm>
                <a:off x="4046627" y="2333240"/>
                <a:ext cx="17640" cy="23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6B3F1A4-A6D4-C7A3-5876-6D9219D2BF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42307" y="2328920"/>
                  <a:ext cx="26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9960C36-E822-144B-B7E6-0C13054E169A}"/>
                    </a:ext>
                  </a:extLst>
                </p14:cNvPr>
                <p14:cNvContentPartPr/>
                <p14:nvPr/>
              </p14:nvContentPartPr>
              <p14:xfrm>
                <a:off x="3887867" y="2513240"/>
                <a:ext cx="139680" cy="134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9960C36-E822-144B-B7E6-0C13054E16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83547" y="2508920"/>
                  <a:ext cx="14832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658093-B7A9-FA9D-08EF-E374B08D4AC2}"/>
                  </a:ext>
                </a:extLst>
              </p14:cNvPr>
              <p14:cNvContentPartPr/>
              <p14:nvPr/>
            </p14:nvContentPartPr>
            <p14:xfrm>
              <a:off x="4347587" y="2367080"/>
              <a:ext cx="176400" cy="290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658093-B7A9-FA9D-08EF-E374B08D4AC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43267" y="2362760"/>
                <a:ext cx="1850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CF3081F-C26D-A968-2E32-2389B308FD15}"/>
                  </a:ext>
                </a:extLst>
              </p14:cNvPr>
              <p14:cNvContentPartPr/>
              <p14:nvPr/>
            </p14:nvContentPartPr>
            <p14:xfrm>
              <a:off x="4532627" y="2233880"/>
              <a:ext cx="24480" cy="162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CF3081F-C26D-A968-2E32-2389B308FD1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28307" y="2229560"/>
                <a:ext cx="331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A59F7B6-6D13-92B7-8A3D-B7A4C9C789E3}"/>
                  </a:ext>
                </a:extLst>
              </p14:cNvPr>
              <p14:cNvContentPartPr/>
              <p14:nvPr/>
            </p14:nvContentPartPr>
            <p14:xfrm>
              <a:off x="4803347" y="2300840"/>
              <a:ext cx="307080" cy="160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A59F7B6-6D13-92B7-8A3D-B7A4C9C789E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799027" y="2296520"/>
                <a:ext cx="31572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7EA2BE39-6047-C4FD-2037-02E242CF673F}"/>
              </a:ext>
            </a:extLst>
          </p:cNvPr>
          <p:cNvGrpSpPr/>
          <p:nvPr/>
        </p:nvGrpSpPr>
        <p:grpSpPr>
          <a:xfrm>
            <a:off x="6323627" y="2286800"/>
            <a:ext cx="198360" cy="344160"/>
            <a:chOff x="6323627" y="2286800"/>
            <a:chExt cx="19836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0C0179-8AA2-1A5D-2E97-90C7EABA0F9F}"/>
                    </a:ext>
                  </a:extLst>
                </p14:cNvPr>
                <p14:cNvContentPartPr/>
                <p14:nvPr/>
              </p14:nvContentPartPr>
              <p14:xfrm>
                <a:off x="6484907" y="2286800"/>
                <a:ext cx="2520" cy="2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0C0179-8AA2-1A5D-2E97-90C7EABA0F9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80587" y="2282480"/>
                  <a:ext cx="11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A5BEC8A-3005-B2DD-2106-F190196E2246}"/>
                    </a:ext>
                  </a:extLst>
                </p14:cNvPr>
                <p14:cNvContentPartPr/>
                <p14:nvPr/>
              </p14:nvContentPartPr>
              <p14:xfrm>
                <a:off x="6323627" y="2446280"/>
                <a:ext cx="198360" cy="184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A5BEC8A-3005-B2DD-2106-F190196E22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19307" y="2441960"/>
                  <a:ext cx="2070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6F7B97E-3E83-BDC2-6BBC-9D42F28C60C8}"/>
              </a:ext>
            </a:extLst>
          </p:cNvPr>
          <p:cNvGrpSpPr/>
          <p:nvPr/>
        </p:nvGrpSpPr>
        <p:grpSpPr>
          <a:xfrm>
            <a:off x="4694627" y="1467800"/>
            <a:ext cx="1653480" cy="488160"/>
            <a:chOff x="4694627" y="1467800"/>
            <a:chExt cx="1653480" cy="48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0D5EDE-AF60-BE87-63ED-ADE9434B46BE}"/>
                    </a:ext>
                  </a:extLst>
                </p14:cNvPr>
                <p14:cNvContentPartPr/>
                <p14:nvPr/>
              </p14:nvContentPartPr>
              <p14:xfrm>
                <a:off x="4694627" y="1627640"/>
                <a:ext cx="219240" cy="89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0D5EDE-AF60-BE87-63ED-ADE9434B46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90307" y="1623320"/>
                  <a:ext cx="2278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FBC0E3E-788F-E0EC-A539-3CBD14656283}"/>
                    </a:ext>
                  </a:extLst>
                </p14:cNvPr>
                <p14:cNvContentPartPr/>
                <p14:nvPr/>
              </p14:nvContentPartPr>
              <p14:xfrm>
                <a:off x="4976867" y="1467800"/>
                <a:ext cx="60480" cy="41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FBC0E3E-788F-E0EC-A539-3CBD1465628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72547" y="1463480"/>
                  <a:ext cx="69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FFC6EA-95D7-D97D-1DF9-102D74701281}"/>
                    </a:ext>
                  </a:extLst>
                </p14:cNvPr>
                <p14:cNvContentPartPr/>
                <p14:nvPr/>
              </p14:nvContentPartPr>
              <p14:xfrm>
                <a:off x="6328307" y="1538720"/>
                <a:ext cx="2520" cy="32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FFC6EA-95D7-D97D-1DF9-102D7470128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23987" y="1534400"/>
                  <a:ext cx="11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83DB31-C77D-B313-9034-95D9B527C9BB}"/>
                    </a:ext>
                  </a:extLst>
                </p14:cNvPr>
                <p14:cNvContentPartPr/>
                <p14:nvPr/>
              </p14:nvContentPartPr>
              <p14:xfrm>
                <a:off x="6063347" y="1706480"/>
                <a:ext cx="284760" cy="249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83DB31-C77D-B313-9034-95D9B527C9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059027" y="1702160"/>
                  <a:ext cx="2934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D99C3FA-C89D-1C52-BAEC-658F92603E5E}"/>
                    </a:ext>
                  </a:extLst>
                </p14:cNvPr>
                <p14:cNvContentPartPr/>
                <p14:nvPr/>
              </p14:nvContentPartPr>
              <p14:xfrm>
                <a:off x="5130227" y="1591280"/>
                <a:ext cx="186120" cy="109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D99C3FA-C89D-1C52-BAEC-658F92603E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25907" y="1586960"/>
                  <a:ext cx="1947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9E5183C-7E1C-7978-73F3-4AB14AF6FAC9}"/>
                    </a:ext>
                  </a:extLst>
                </p14:cNvPr>
                <p14:cNvContentPartPr/>
                <p14:nvPr/>
              </p14:nvContentPartPr>
              <p14:xfrm>
                <a:off x="5445587" y="1595600"/>
                <a:ext cx="105120" cy="70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9E5183C-7E1C-7978-73F3-4AB14AF6FA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41267" y="1591280"/>
                  <a:ext cx="113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A9A770-F2DC-5B91-80C8-AF6B42C53867}"/>
                    </a:ext>
                  </a:extLst>
                </p14:cNvPr>
                <p14:cNvContentPartPr/>
                <p14:nvPr/>
              </p14:nvContentPartPr>
              <p14:xfrm>
                <a:off x="5673467" y="1605680"/>
                <a:ext cx="91440" cy="1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A9A770-F2DC-5B91-80C8-AF6B42C5386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69147" y="1601360"/>
                  <a:ext cx="10008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763E14-CFF7-27CA-5A21-9E98EEE75F05}"/>
                    </a:ext>
                  </a:extLst>
                </p14:cNvPr>
                <p14:cNvContentPartPr/>
                <p14:nvPr/>
              </p14:nvContentPartPr>
              <p14:xfrm>
                <a:off x="5890187" y="1478240"/>
                <a:ext cx="63720" cy="224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763E14-CFF7-27CA-5A21-9E98EEE75F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85867" y="1473920"/>
                  <a:ext cx="7236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62722E2-0B5A-2D85-7482-1B0667C5F641}"/>
              </a:ext>
            </a:extLst>
          </p:cNvPr>
          <p:cNvGrpSpPr/>
          <p:nvPr/>
        </p:nvGrpSpPr>
        <p:grpSpPr>
          <a:xfrm>
            <a:off x="6850307" y="2103920"/>
            <a:ext cx="1072440" cy="623880"/>
            <a:chOff x="6850307" y="2103920"/>
            <a:chExt cx="1072440" cy="62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364BC0-11DA-8615-E44A-CC65481D527B}"/>
                    </a:ext>
                  </a:extLst>
                </p14:cNvPr>
                <p14:cNvContentPartPr/>
                <p14:nvPr/>
              </p14:nvContentPartPr>
              <p14:xfrm>
                <a:off x="6850307" y="2478680"/>
                <a:ext cx="170640" cy="249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364BC0-11DA-8615-E44A-CC65481D52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845987" y="2474360"/>
                  <a:ext cx="179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590C5AA-6D85-3CF9-7B69-E80A0EA11D0A}"/>
                    </a:ext>
                  </a:extLst>
                </p14:cNvPr>
                <p14:cNvContentPartPr/>
                <p14:nvPr/>
              </p14:nvContentPartPr>
              <p14:xfrm>
                <a:off x="7068827" y="2273840"/>
                <a:ext cx="14760" cy="29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590C5AA-6D85-3CF9-7B69-E80A0EA11D0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64507" y="2269520"/>
                  <a:ext cx="23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CD1F4C-FFFA-6E83-3F1D-75FDAC460C7A}"/>
                    </a:ext>
                  </a:extLst>
                </p14:cNvPr>
                <p14:cNvContentPartPr/>
                <p14:nvPr/>
              </p14:nvContentPartPr>
              <p14:xfrm>
                <a:off x="7256387" y="2333960"/>
                <a:ext cx="25920" cy="164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CD1F4C-FFFA-6E83-3F1D-75FDAC460C7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252067" y="2329640"/>
                  <a:ext cx="345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749348D-49B3-F871-21A5-A9E24D77DEB5}"/>
                    </a:ext>
                  </a:extLst>
                </p14:cNvPr>
                <p14:cNvContentPartPr/>
                <p14:nvPr/>
              </p14:nvContentPartPr>
              <p14:xfrm>
                <a:off x="7219307" y="2385800"/>
                <a:ext cx="157680" cy="2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749348D-49B3-F871-21A5-A9E24D77DE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14987" y="2381480"/>
                  <a:ext cx="166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E9DF340-533C-A7CD-AD16-8522E2CCACD4}"/>
                    </a:ext>
                  </a:extLst>
                </p14:cNvPr>
                <p14:cNvContentPartPr/>
                <p14:nvPr/>
              </p14:nvContentPartPr>
              <p14:xfrm>
                <a:off x="7532507" y="2295080"/>
                <a:ext cx="50040" cy="149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E9DF340-533C-A7CD-AD16-8522E2CCACD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8187" y="2290760"/>
                  <a:ext cx="58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F14921-2781-B6CD-AEEF-AB4B0E4B15B0}"/>
                    </a:ext>
                  </a:extLst>
                </p14:cNvPr>
                <p14:cNvContentPartPr/>
                <p14:nvPr/>
              </p14:nvContentPartPr>
              <p14:xfrm>
                <a:off x="7456547" y="2352680"/>
                <a:ext cx="230040" cy="35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F14921-2781-B6CD-AEEF-AB4B0E4B15B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52227" y="2348360"/>
                  <a:ext cx="238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2A4E64C-AFF5-4677-A661-C433703B338C}"/>
                    </a:ext>
                  </a:extLst>
                </p14:cNvPr>
                <p14:cNvContentPartPr/>
                <p14:nvPr/>
              </p14:nvContentPartPr>
              <p14:xfrm>
                <a:off x="7768307" y="2103920"/>
                <a:ext cx="154440" cy="356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2A4E64C-AFF5-4677-A661-C433703B33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763987" y="2099600"/>
                  <a:ext cx="163080" cy="36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0D17996-5C7F-7DFF-F848-9111EF8745DD}"/>
                  </a:ext>
                </a:extLst>
              </p14:cNvPr>
              <p14:cNvContentPartPr/>
              <p14:nvPr/>
            </p14:nvContentPartPr>
            <p14:xfrm>
              <a:off x="8305427" y="1944440"/>
              <a:ext cx="272520" cy="5320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0D17996-5C7F-7DFF-F848-9111EF8745D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301107" y="1940120"/>
                <a:ext cx="28116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259D3A3-39C5-D6AC-FCD8-A8E1B8D49912}"/>
                  </a:ext>
                </a:extLst>
              </p14:cNvPr>
              <p14:cNvContentPartPr/>
              <p14:nvPr/>
            </p14:nvContentPartPr>
            <p14:xfrm>
              <a:off x="1727867" y="5382440"/>
              <a:ext cx="243360" cy="4204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259D3A3-39C5-D6AC-FCD8-A8E1B8D4991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23547" y="5378120"/>
                <a:ext cx="252000" cy="42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27479499-4ED1-CC79-C4D4-F5730D0CFE9A}"/>
              </a:ext>
            </a:extLst>
          </p:cNvPr>
          <p:cNvGrpSpPr/>
          <p:nvPr/>
        </p:nvGrpSpPr>
        <p:grpSpPr>
          <a:xfrm>
            <a:off x="2866547" y="2979800"/>
            <a:ext cx="346680" cy="389160"/>
            <a:chOff x="2866547" y="2979800"/>
            <a:chExt cx="346680" cy="3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B5EC9A-9FA9-7B3C-435B-26F4179F866D}"/>
                    </a:ext>
                  </a:extLst>
                </p14:cNvPr>
                <p14:cNvContentPartPr/>
                <p14:nvPr/>
              </p14:nvContentPartPr>
              <p14:xfrm>
                <a:off x="2866547" y="3181400"/>
                <a:ext cx="15840" cy="92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B5EC9A-9FA9-7B3C-435B-26F4179F86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62227" y="3177080"/>
                  <a:ext cx="24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3F9051C-20EC-7F8B-40F1-21108232174C}"/>
                    </a:ext>
                  </a:extLst>
                </p14:cNvPr>
                <p14:cNvContentPartPr/>
                <p14:nvPr/>
              </p14:nvContentPartPr>
              <p14:xfrm>
                <a:off x="2910107" y="2979800"/>
                <a:ext cx="360" cy="39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3F9051C-20EC-7F8B-40F1-21108232174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05787" y="2975480"/>
                  <a:ext cx="90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0335C1A-02EF-8E75-44F2-71D2053E1E2E}"/>
                    </a:ext>
                  </a:extLst>
                </p14:cNvPr>
                <p14:cNvContentPartPr/>
                <p14:nvPr/>
              </p14:nvContentPartPr>
              <p14:xfrm>
                <a:off x="3020987" y="2994200"/>
                <a:ext cx="192240" cy="374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0335C1A-02EF-8E75-44F2-71D2053E1E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16667" y="2989880"/>
                  <a:ext cx="2008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CE4AE2-809B-D2AE-323C-3120C0542302}"/>
                    </a:ext>
                  </a:extLst>
                </p14:cNvPr>
                <p14:cNvContentPartPr/>
                <p14:nvPr/>
              </p14:nvContentPartPr>
              <p14:xfrm>
                <a:off x="2977787" y="3200840"/>
                <a:ext cx="197640" cy="39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CE4AE2-809B-D2AE-323C-3120C054230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73467" y="3196520"/>
                  <a:ext cx="206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0F65685-F9F9-3250-17FF-311F4EEDAFA0}"/>
              </a:ext>
            </a:extLst>
          </p:cNvPr>
          <p:cNvGrpSpPr/>
          <p:nvPr/>
        </p:nvGrpSpPr>
        <p:grpSpPr>
          <a:xfrm>
            <a:off x="3451907" y="2955680"/>
            <a:ext cx="582840" cy="456840"/>
            <a:chOff x="3451907" y="2955680"/>
            <a:chExt cx="582840" cy="45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02CF816-6815-A833-6DAB-0C5BE85767E7}"/>
                    </a:ext>
                  </a:extLst>
                </p14:cNvPr>
                <p14:cNvContentPartPr/>
                <p14:nvPr/>
              </p14:nvContentPartPr>
              <p14:xfrm>
                <a:off x="3451907" y="2955680"/>
                <a:ext cx="200880" cy="456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02CF816-6815-A833-6DAB-0C5BE85767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447587" y="2951360"/>
                  <a:ext cx="2095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BA8F11C-3846-BC20-C3B8-56B9540C63CB}"/>
                    </a:ext>
                  </a:extLst>
                </p14:cNvPr>
                <p14:cNvContentPartPr/>
                <p14:nvPr/>
              </p14:nvContentPartPr>
              <p14:xfrm>
                <a:off x="3816587" y="3122000"/>
                <a:ext cx="218160" cy="11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BA8F11C-3846-BC20-C3B8-56B9540C63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12267" y="3117680"/>
                  <a:ext cx="22680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534B586-69C4-81BD-F237-A65388B9306B}"/>
              </a:ext>
            </a:extLst>
          </p:cNvPr>
          <p:cNvGrpSpPr/>
          <p:nvPr/>
        </p:nvGrpSpPr>
        <p:grpSpPr>
          <a:xfrm>
            <a:off x="4235267" y="2930120"/>
            <a:ext cx="817200" cy="479160"/>
            <a:chOff x="4235267" y="2930120"/>
            <a:chExt cx="817200" cy="47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C5FE6B-9CA5-A9CA-EB85-56EAF3D5C138}"/>
                    </a:ext>
                  </a:extLst>
                </p14:cNvPr>
                <p14:cNvContentPartPr/>
                <p14:nvPr/>
              </p14:nvContentPartPr>
              <p14:xfrm>
                <a:off x="4235267" y="2936600"/>
                <a:ext cx="236880" cy="264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C5FE6B-9CA5-A9CA-EB85-56EAF3D5C13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30947" y="2932280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3E0342-CC10-F54C-42B1-01789207126E}"/>
                    </a:ext>
                  </a:extLst>
                </p14:cNvPr>
                <p14:cNvContentPartPr/>
                <p14:nvPr/>
              </p14:nvContentPartPr>
              <p14:xfrm>
                <a:off x="4483307" y="3130280"/>
                <a:ext cx="128160" cy="279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3E0342-CC10-F54C-42B1-01789207126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78987" y="3125960"/>
                  <a:ext cx="136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FA303B-1001-5D43-9DED-8E781D61D07D}"/>
                    </a:ext>
                  </a:extLst>
                </p14:cNvPr>
                <p14:cNvContentPartPr/>
                <p14:nvPr/>
              </p14:nvContentPartPr>
              <p14:xfrm>
                <a:off x="4680227" y="2981960"/>
                <a:ext cx="11520" cy="12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FA303B-1001-5D43-9DED-8E781D61D0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75907" y="2977640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7BECC5-503C-531C-DA6B-AC323D69F995}"/>
                    </a:ext>
                  </a:extLst>
                </p14:cNvPr>
                <p14:cNvContentPartPr/>
                <p14:nvPr/>
              </p14:nvContentPartPr>
              <p14:xfrm>
                <a:off x="4810547" y="2930120"/>
                <a:ext cx="241920" cy="280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7BECC5-503C-531C-DA6B-AC323D69F99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806227" y="2925800"/>
                  <a:ext cx="250560" cy="28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7AF14A8-A1C7-B649-01E1-F28E21F4377F}"/>
              </a:ext>
            </a:extLst>
          </p:cNvPr>
          <p:cNvGrpSpPr/>
          <p:nvPr/>
        </p:nvGrpSpPr>
        <p:grpSpPr>
          <a:xfrm>
            <a:off x="5878667" y="2786840"/>
            <a:ext cx="1643040" cy="658440"/>
            <a:chOff x="5878667" y="2786840"/>
            <a:chExt cx="1643040" cy="65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AD3F836-AEE3-D233-8DAE-4D419A4E45A7}"/>
                    </a:ext>
                  </a:extLst>
                </p14:cNvPr>
                <p14:cNvContentPartPr/>
                <p14:nvPr/>
              </p14:nvContentPartPr>
              <p14:xfrm>
                <a:off x="5878667" y="3056480"/>
                <a:ext cx="263520" cy="124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AD3F836-AEE3-D233-8DAE-4D419A4E45A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74347" y="3052160"/>
                  <a:ext cx="272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8B8B197-FE54-4BC4-D18A-49B0A432BBF9}"/>
                    </a:ext>
                  </a:extLst>
                </p14:cNvPr>
                <p14:cNvContentPartPr/>
                <p14:nvPr/>
              </p14:nvContentPartPr>
              <p14:xfrm>
                <a:off x="6249107" y="2857760"/>
                <a:ext cx="351000" cy="327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8B8B197-FE54-4BC4-D18A-49B0A432BB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44787" y="2853440"/>
                  <a:ext cx="3596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B001F7-10F0-EDD2-853D-F9DDFF0A8508}"/>
                    </a:ext>
                  </a:extLst>
                </p14:cNvPr>
                <p14:cNvContentPartPr/>
                <p14:nvPr/>
              </p14:nvContentPartPr>
              <p14:xfrm>
                <a:off x="6421187" y="3086000"/>
                <a:ext cx="187200" cy="359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B001F7-10F0-EDD2-853D-F9DDFF0A850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16867" y="3081680"/>
                  <a:ext cx="1958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4F1D824-2073-9DDF-D96B-CAF9AAEEA6B8}"/>
                    </a:ext>
                  </a:extLst>
                </p14:cNvPr>
                <p14:cNvContentPartPr/>
                <p14:nvPr/>
              </p14:nvContentPartPr>
              <p14:xfrm>
                <a:off x="6666347" y="2931560"/>
                <a:ext cx="37080" cy="51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4F1D824-2073-9DDF-D96B-CAF9AAEEA6B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62027" y="2927240"/>
                  <a:ext cx="45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265F17F-0A35-65D2-8712-575C88E06FCB}"/>
                    </a:ext>
                  </a:extLst>
                </p14:cNvPr>
                <p14:cNvContentPartPr/>
                <p14:nvPr/>
              </p14:nvContentPartPr>
              <p14:xfrm>
                <a:off x="6921947" y="2993840"/>
                <a:ext cx="8640" cy="1321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265F17F-0A35-65D2-8712-575C88E06FC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17627" y="2989520"/>
                  <a:ext cx="17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DAEF0EE-8D36-05BC-E7B8-F8B6B180C092}"/>
                    </a:ext>
                  </a:extLst>
                </p14:cNvPr>
                <p14:cNvContentPartPr/>
                <p14:nvPr/>
              </p14:nvContentPartPr>
              <p14:xfrm>
                <a:off x="6849947" y="3042800"/>
                <a:ext cx="132120" cy="8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DAEF0EE-8D36-05BC-E7B8-F8B6B180C09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45627" y="3038480"/>
                  <a:ext cx="140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B1D914-1750-5250-207A-23433EF0AC8B}"/>
                    </a:ext>
                  </a:extLst>
                </p14:cNvPr>
                <p14:cNvContentPartPr/>
                <p14:nvPr/>
              </p14:nvContentPartPr>
              <p14:xfrm>
                <a:off x="7122107" y="2970080"/>
                <a:ext cx="16920" cy="153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B1D914-1750-5250-207A-23433EF0AC8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17787" y="2965760"/>
                  <a:ext cx="25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3BCAA9C-EE94-0B02-498C-04F408820961}"/>
                    </a:ext>
                  </a:extLst>
                </p14:cNvPr>
                <p14:cNvContentPartPr/>
                <p14:nvPr/>
              </p14:nvContentPartPr>
              <p14:xfrm>
                <a:off x="7254587" y="2786840"/>
                <a:ext cx="267120" cy="34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3BCAA9C-EE94-0B02-498C-04F40882096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250267" y="2782520"/>
                  <a:ext cx="275760" cy="35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5E5290A-1C98-42D9-FC4A-4CEF9C0C768D}"/>
                  </a:ext>
                </a:extLst>
              </p14:cNvPr>
              <p14:cNvContentPartPr/>
              <p14:nvPr/>
            </p14:nvContentPartPr>
            <p14:xfrm>
              <a:off x="7740947" y="2699720"/>
              <a:ext cx="256680" cy="6220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5E5290A-1C98-42D9-FC4A-4CEF9C0C768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36627" y="2695400"/>
                <a:ext cx="265320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0005BC9-6C08-BA9C-8BAD-6F7CBD77FB06}"/>
                  </a:ext>
                </a:extLst>
              </p14:cNvPr>
              <p14:cNvContentPartPr/>
              <p14:nvPr/>
            </p14:nvContentPartPr>
            <p14:xfrm>
              <a:off x="5213747" y="2917160"/>
              <a:ext cx="341280" cy="2217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0005BC9-6C08-BA9C-8BAD-6F7CBD77FB0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09427" y="2912840"/>
                <a:ext cx="3499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12B002-A257-A72F-5291-DB168A651505}"/>
              </a:ext>
            </a:extLst>
          </p:cNvPr>
          <p:cNvGrpSpPr/>
          <p:nvPr/>
        </p:nvGrpSpPr>
        <p:grpSpPr>
          <a:xfrm>
            <a:off x="3758987" y="3639680"/>
            <a:ext cx="844200" cy="402840"/>
            <a:chOff x="3758987" y="3639680"/>
            <a:chExt cx="84420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08BC933-E914-AC3F-AFFE-15549C18BAA2}"/>
                    </a:ext>
                  </a:extLst>
                </p14:cNvPr>
                <p14:cNvContentPartPr/>
                <p14:nvPr/>
              </p14:nvContentPartPr>
              <p14:xfrm>
                <a:off x="3836747" y="3639680"/>
                <a:ext cx="79920" cy="257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08BC933-E914-AC3F-AFFE-15549C18BAA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832427" y="3635360"/>
                  <a:ext cx="885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168B62C-0E64-3852-D948-173E025E7C8B}"/>
                    </a:ext>
                  </a:extLst>
                </p14:cNvPr>
                <p14:cNvContentPartPr/>
                <p14:nvPr/>
              </p14:nvContentPartPr>
              <p14:xfrm>
                <a:off x="3758987" y="3784040"/>
                <a:ext cx="235800" cy="28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168B62C-0E64-3852-D948-173E025E7C8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54667" y="3779720"/>
                  <a:ext cx="244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FBE914D-8340-4C74-8BFE-7C001CE05805}"/>
                    </a:ext>
                  </a:extLst>
                </p14:cNvPr>
                <p14:cNvContentPartPr/>
                <p14:nvPr/>
              </p14:nvContentPartPr>
              <p14:xfrm>
                <a:off x="3992267" y="3799880"/>
                <a:ext cx="91440" cy="84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FBE914D-8340-4C74-8BFE-7C001CE058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987947" y="3795560"/>
                  <a:ext cx="100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220952-0E7E-4BE3-6C93-F4C0D5F24B6D}"/>
                    </a:ext>
                  </a:extLst>
                </p14:cNvPr>
                <p14:cNvContentPartPr/>
                <p14:nvPr/>
              </p14:nvContentPartPr>
              <p14:xfrm>
                <a:off x="4115027" y="3802400"/>
                <a:ext cx="275760" cy="57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220952-0E7E-4BE3-6C93-F4C0D5F24B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10707" y="3798080"/>
                  <a:ext cx="284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53E35D0-5FDC-FFAA-4711-D1AE9EBA3FE8}"/>
                    </a:ext>
                  </a:extLst>
                </p14:cNvPr>
                <p14:cNvContentPartPr/>
                <p14:nvPr/>
              </p14:nvContentPartPr>
              <p14:xfrm>
                <a:off x="4432547" y="3797000"/>
                <a:ext cx="61200" cy="245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53E35D0-5FDC-FFAA-4711-D1AE9EBA3FE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28227" y="3792680"/>
                  <a:ext cx="69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195447E-7494-0FDE-3F4B-7941C8E820D4}"/>
                    </a:ext>
                  </a:extLst>
                </p14:cNvPr>
                <p14:cNvContentPartPr/>
                <p14:nvPr/>
              </p14:nvContentPartPr>
              <p14:xfrm>
                <a:off x="4478627" y="3769280"/>
                <a:ext cx="124560" cy="61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195447E-7494-0FDE-3F4B-7941C8E820D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74307" y="3764960"/>
                  <a:ext cx="13320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4BE506D-F11C-3EC8-A052-A6DB4F290EA6}"/>
              </a:ext>
            </a:extLst>
          </p:cNvPr>
          <p:cNvGrpSpPr/>
          <p:nvPr/>
        </p:nvGrpSpPr>
        <p:grpSpPr>
          <a:xfrm>
            <a:off x="4899107" y="3728600"/>
            <a:ext cx="196920" cy="87480"/>
            <a:chOff x="4899107" y="3728600"/>
            <a:chExt cx="19692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8B714D6-6C1F-7A88-B8BC-CAE19FDCCF31}"/>
                    </a:ext>
                  </a:extLst>
                </p14:cNvPr>
                <p14:cNvContentPartPr/>
                <p14:nvPr/>
              </p14:nvContentPartPr>
              <p14:xfrm>
                <a:off x="4899107" y="3728600"/>
                <a:ext cx="196920" cy="16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8B714D6-6C1F-7A88-B8BC-CAE19FDCCF3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94787" y="3724280"/>
                  <a:ext cx="2055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EE17024-6257-F4DD-836E-B0E460A131D8}"/>
                    </a:ext>
                  </a:extLst>
                </p14:cNvPr>
                <p14:cNvContentPartPr/>
                <p14:nvPr/>
              </p14:nvContentPartPr>
              <p14:xfrm>
                <a:off x="4942667" y="3797000"/>
                <a:ext cx="125280" cy="19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EE17024-6257-F4DD-836E-B0E460A131D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938347" y="3792680"/>
                  <a:ext cx="1339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1DCB3AF-31D7-835D-0234-112CB4E01D2B}"/>
              </a:ext>
            </a:extLst>
          </p:cNvPr>
          <p:cNvGrpSpPr/>
          <p:nvPr/>
        </p:nvGrpSpPr>
        <p:grpSpPr>
          <a:xfrm>
            <a:off x="5405987" y="3542480"/>
            <a:ext cx="1109880" cy="431640"/>
            <a:chOff x="5405987" y="3542480"/>
            <a:chExt cx="1109880" cy="43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B3D109F-0318-66FB-5F78-67F79FD0217C}"/>
                    </a:ext>
                  </a:extLst>
                </p14:cNvPr>
                <p14:cNvContentPartPr/>
                <p14:nvPr/>
              </p14:nvContentPartPr>
              <p14:xfrm>
                <a:off x="5405987" y="3651560"/>
                <a:ext cx="248400" cy="1134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B3D109F-0318-66FB-5F78-67F79FD0217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01667" y="3647240"/>
                  <a:ext cx="257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7002830-3615-D4FE-2437-CDA30E77398D}"/>
                    </a:ext>
                  </a:extLst>
                </p14:cNvPr>
                <p14:cNvContentPartPr/>
                <p14:nvPr/>
              </p14:nvContentPartPr>
              <p14:xfrm>
                <a:off x="5744747" y="3566240"/>
                <a:ext cx="307080" cy="245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7002830-3615-D4FE-2437-CDA30E77398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40427" y="3561920"/>
                  <a:ext cx="315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18BC5FC-A9EA-914A-2977-F9CAAEA252FD}"/>
                    </a:ext>
                  </a:extLst>
                </p14:cNvPr>
                <p14:cNvContentPartPr/>
                <p14:nvPr/>
              </p14:nvContentPartPr>
              <p14:xfrm>
                <a:off x="5916827" y="3750920"/>
                <a:ext cx="169560" cy="223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18BC5FC-A9EA-914A-2977-F9CAAEA252F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12507" y="3746600"/>
                  <a:ext cx="178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782DDB6-15D8-2C2F-3F45-782CF1694712}"/>
                    </a:ext>
                  </a:extLst>
                </p14:cNvPr>
                <p14:cNvContentPartPr/>
                <p14:nvPr/>
              </p14:nvContentPartPr>
              <p14:xfrm>
                <a:off x="6136427" y="3624560"/>
                <a:ext cx="23760" cy="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782DDB6-15D8-2C2F-3F45-782CF169471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32107" y="3620240"/>
                  <a:ext cx="324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EBC33C-3BA6-5C07-9E92-AAA30AFA1089}"/>
                    </a:ext>
                  </a:extLst>
                </p14:cNvPr>
                <p14:cNvContentPartPr/>
                <p14:nvPr/>
              </p14:nvContentPartPr>
              <p14:xfrm>
                <a:off x="6296627" y="3542480"/>
                <a:ext cx="219240" cy="319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EBC33C-3BA6-5C07-9E92-AAA30AFA10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92307" y="3538160"/>
                  <a:ext cx="22788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39348D8-54D3-6394-8E09-A6B69D017EC1}"/>
              </a:ext>
            </a:extLst>
          </p:cNvPr>
          <p:cNvGrpSpPr/>
          <p:nvPr/>
        </p:nvGrpSpPr>
        <p:grpSpPr>
          <a:xfrm>
            <a:off x="9390467" y="-48893"/>
            <a:ext cx="2051280" cy="1591213"/>
            <a:chOff x="9390467" y="-48893"/>
            <a:chExt cx="2051280" cy="159121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50082D0-1DF5-3FE1-6142-1404ECB5A45D}"/>
                    </a:ext>
                  </a:extLst>
                </p14:cNvPr>
                <p14:cNvContentPartPr/>
                <p14:nvPr/>
              </p14:nvContentPartPr>
              <p14:xfrm>
                <a:off x="9745787" y="1228400"/>
                <a:ext cx="78480" cy="198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50082D0-1DF5-3FE1-6142-1404ECB5A45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741467" y="1224080"/>
                  <a:ext cx="87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E799C86-7FF2-77BC-C149-E0B59D87BD22}"/>
                    </a:ext>
                  </a:extLst>
                </p14:cNvPr>
                <p14:cNvContentPartPr/>
                <p14:nvPr/>
              </p14:nvContentPartPr>
              <p14:xfrm>
                <a:off x="9771347" y="1110320"/>
                <a:ext cx="20520" cy="6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E799C86-7FF2-77BC-C149-E0B59D87BD2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67027" y="1106000"/>
                  <a:ext cx="29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270A780-7D16-DAAE-581B-74D17D4583F9}"/>
                    </a:ext>
                  </a:extLst>
                </p14:cNvPr>
                <p14:cNvContentPartPr/>
                <p14:nvPr/>
              </p14:nvContentPartPr>
              <p14:xfrm>
                <a:off x="10870787" y="1300040"/>
                <a:ext cx="169920" cy="242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270A780-7D16-DAAE-581B-74D17D4583F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866467" y="1295720"/>
                  <a:ext cx="178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C54901C-6EA2-5000-6EEA-B62D2C61978B}"/>
                    </a:ext>
                  </a:extLst>
                </p14:cNvPr>
                <p14:cNvContentPartPr/>
                <p14:nvPr/>
              </p14:nvContentPartPr>
              <p14:xfrm>
                <a:off x="11012987" y="1163960"/>
                <a:ext cx="11520" cy="3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C54901C-6EA2-5000-6EEA-B62D2C6197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008667" y="1159640"/>
                  <a:ext cx="20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E0B918-C374-F491-6F0C-57A9D49F1132}"/>
                    </a:ext>
                  </a:extLst>
                </p14:cNvPr>
                <p14:cNvContentPartPr/>
                <p14:nvPr/>
              </p14:nvContentPartPr>
              <p14:xfrm>
                <a:off x="11191907" y="1207520"/>
                <a:ext cx="14760" cy="135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E0B918-C374-F491-6F0C-57A9D49F113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187587" y="1203200"/>
                  <a:ext cx="234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0459E39-94BC-52DE-87C7-58BE72DEC92A}"/>
                    </a:ext>
                  </a:extLst>
                </p14:cNvPr>
                <p14:cNvContentPartPr/>
                <p14:nvPr/>
              </p14:nvContentPartPr>
              <p14:xfrm>
                <a:off x="11159147" y="1268360"/>
                <a:ext cx="111600" cy="7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0459E39-94BC-52DE-87C7-58BE72DEC92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154827" y="1264040"/>
                  <a:ext cx="1202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1229DC4-0887-2938-46A1-2B1C31A15DB3}"/>
                    </a:ext>
                  </a:extLst>
                </p14:cNvPr>
                <p14:cNvContentPartPr/>
                <p14:nvPr/>
              </p14:nvContentPartPr>
              <p14:xfrm>
                <a:off x="11384147" y="1249640"/>
                <a:ext cx="57600" cy="1382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1229DC4-0887-2938-46A1-2B1C31A15DB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379827" y="1245320"/>
                  <a:ext cx="66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9ACC3AA-65E0-AA49-949E-1A7827A1DDEC}"/>
                    </a:ext>
                  </a:extLst>
                </p14:cNvPr>
                <p14:cNvContentPartPr/>
                <p14:nvPr/>
              </p14:nvContentPartPr>
              <p14:xfrm>
                <a:off x="10862507" y="617480"/>
                <a:ext cx="41760" cy="287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9ACC3AA-65E0-AA49-949E-1A7827A1DDE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858187" y="613160"/>
                  <a:ext cx="504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A1A946E-6DC8-10F9-4FAF-82C582C7F2C6}"/>
                    </a:ext>
                  </a:extLst>
                </p14:cNvPr>
                <p14:cNvContentPartPr/>
                <p14:nvPr/>
              </p14:nvContentPartPr>
              <p14:xfrm>
                <a:off x="10911827" y="476720"/>
                <a:ext cx="491040" cy="478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A1A946E-6DC8-10F9-4FAF-82C582C7F2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907507" y="472400"/>
                  <a:ext cx="4996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4AE3477-7BDC-E55B-8237-C1B39A99263E}"/>
                    </a:ext>
                  </a:extLst>
                </p14:cNvPr>
                <p14:cNvContentPartPr/>
                <p14:nvPr/>
              </p14:nvContentPartPr>
              <p14:xfrm>
                <a:off x="11085347" y="766520"/>
                <a:ext cx="360" cy="3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4AE3477-7BDC-E55B-8237-C1B39A99263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81027" y="762200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185AC3-32F4-200D-EB17-D08FA79D03FF}"/>
                    </a:ext>
                  </a:extLst>
                </p14:cNvPr>
                <p14:cNvContentPartPr/>
                <p14:nvPr/>
              </p14:nvContentPartPr>
              <p14:xfrm>
                <a:off x="9605027" y="640880"/>
                <a:ext cx="37440" cy="334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185AC3-32F4-200D-EB17-D08FA79D03F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600707" y="636560"/>
                  <a:ext cx="460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F270C95-0C03-BE2E-752C-6ECC40B45BA4}"/>
                    </a:ext>
                  </a:extLst>
                </p14:cNvPr>
                <p14:cNvContentPartPr/>
                <p14:nvPr/>
              </p14:nvContentPartPr>
              <p14:xfrm>
                <a:off x="9657587" y="487880"/>
                <a:ext cx="468720" cy="477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F270C95-0C03-BE2E-752C-6ECC40B45BA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653267" y="483560"/>
                  <a:ext cx="4773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A312D48-904B-4296-23B7-9490A4B27A34}"/>
                    </a:ext>
                  </a:extLst>
                </p14:cNvPr>
                <p14:cNvContentPartPr/>
                <p14:nvPr/>
              </p14:nvContentPartPr>
              <p14:xfrm>
                <a:off x="9854147" y="756800"/>
                <a:ext cx="2520" cy="50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A312D48-904B-4296-23B7-9490A4B27A3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849827" y="752480"/>
                  <a:ext cx="1116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6A05912-E07B-9D24-7491-C19884A46971}"/>
                    </a:ext>
                  </a:extLst>
                </p14:cNvPr>
                <p14:cNvContentPartPr/>
                <p14:nvPr/>
              </p14:nvContentPartPr>
              <p14:xfrm>
                <a:off x="10375427" y="122480"/>
                <a:ext cx="37080" cy="226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6A05912-E07B-9D24-7491-C19884A4697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371107" y="118160"/>
                  <a:ext cx="457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2C9911F-C26B-17B6-6D78-6ED904EDD9E0}"/>
                    </a:ext>
                  </a:extLst>
                </p14:cNvPr>
                <p14:cNvContentPartPr/>
                <p14:nvPr/>
              </p14:nvContentPartPr>
              <p14:xfrm>
                <a:off x="10404947" y="86120"/>
                <a:ext cx="288000" cy="2750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2C9911F-C26B-17B6-6D78-6ED904EDD9E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00627" y="81800"/>
                  <a:ext cx="2966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583A775-4751-4E2B-F228-22145EF05E4D}"/>
                    </a:ext>
                  </a:extLst>
                </p14:cNvPr>
                <p14:cNvContentPartPr/>
                <p14:nvPr/>
              </p14:nvContentPartPr>
              <p14:xfrm>
                <a:off x="9490547" y="-20800"/>
                <a:ext cx="12960" cy="208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583A775-4751-4E2B-F228-22145EF05E4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86227" y="-25120"/>
                  <a:ext cx="21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5220D4-8D93-0E82-8BE5-FAFC470D28DC}"/>
                    </a:ext>
                  </a:extLst>
                </p14:cNvPr>
                <p14:cNvContentPartPr/>
                <p14:nvPr/>
              </p14:nvContentPartPr>
              <p14:xfrm>
                <a:off x="9390467" y="15907"/>
                <a:ext cx="315720" cy="99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5220D4-8D93-0E82-8BE5-FAFC470D28D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86147" y="11587"/>
                  <a:ext cx="324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6147616-8C85-1C77-74FB-B180C12562DA}"/>
                    </a:ext>
                  </a:extLst>
                </p14:cNvPr>
                <p14:cNvContentPartPr/>
                <p14:nvPr/>
              </p14:nvContentPartPr>
              <p14:xfrm>
                <a:off x="9712667" y="61627"/>
                <a:ext cx="205200" cy="54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6147616-8C85-1C77-74FB-B180C12562D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708347" y="57307"/>
                  <a:ext cx="213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F0EBFDC-7526-9EF8-97C2-C0D8455D9DC1}"/>
                    </a:ext>
                  </a:extLst>
                </p14:cNvPr>
                <p14:cNvContentPartPr/>
                <p14:nvPr/>
              </p14:nvContentPartPr>
              <p14:xfrm>
                <a:off x="9971507" y="48307"/>
                <a:ext cx="44640" cy="1576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F0EBFDC-7526-9EF8-97C2-C0D8455D9DC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67187" y="43987"/>
                  <a:ext cx="53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142D762-606B-73DB-32A4-327309798A09}"/>
                    </a:ext>
                  </a:extLst>
                </p14:cNvPr>
                <p14:cNvContentPartPr/>
                <p14:nvPr/>
              </p14:nvContentPartPr>
              <p14:xfrm>
                <a:off x="10040627" y="-48893"/>
                <a:ext cx="84960" cy="66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142D762-606B-73DB-32A4-327309798A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36307" y="-53213"/>
                  <a:ext cx="936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6204165-D862-5390-939B-63E4EF561F47}"/>
                    </a:ext>
                  </a:extLst>
                </p14:cNvPr>
                <p14:cNvContentPartPr/>
                <p14:nvPr/>
              </p14:nvContentPartPr>
              <p14:xfrm>
                <a:off x="9941987" y="289680"/>
                <a:ext cx="337320" cy="428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6204165-D862-5390-939B-63E4EF561F4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37667" y="285360"/>
                  <a:ext cx="34596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2E55C0E-D016-F021-473E-485A46FFDFD3}"/>
                    </a:ext>
                  </a:extLst>
                </p14:cNvPr>
                <p14:cNvContentPartPr/>
                <p14:nvPr/>
              </p14:nvContentPartPr>
              <p14:xfrm>
                <a:off x="10246187" y="207600"/>
                <a:ext cx="101160" cy="151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2E55C0E-D016-F021-473E-485A46FFDFD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41867" y="203280"/>
                  <a:ext cx="109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6FD17AF-C8B7-6517-2866-CD6AAF03EA01}"/>
                    </a:ext>
                  </a:extLst>
                </p14:cNvPr>
                <p14:cNvContentPartPr/>
                <p14:nvPr/>
              </p14:nvContentPartPr>
              <p14:xfrm>
                <a:off x="10100747" y="797640"/>
                <a:ext cx="931320" cy="264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6FD17AF-C8B7-6517-2866-CD6AAF03EA0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96427" y="793320"/>
                  <a:ext cx="939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29EA944-A99E-456C-5F6D-044567A33FDF}"/>
                    </a:ext>
                  </a:extLst>
                </p14:cNvPr>
                <p14:cNvContentPartPr/>
                <p14:nvPr/>
              </p14:nvContentPartPr>
              <p14:xfrm>
                <a:off x="10051427" y="944880"/>
                <a:ext cx="201960" cy="171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29EA944-A99E-456C-5F6D-044567A33FD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47107" y="940560"/>
                  <a:ext cx="210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64C8D08-B136-FFC8-F8C0-A77E2EA71970}"/>
                    </a:ext>
                  </a:extLst>
                </p14:cNvPr>
                <p14:cNvContentPartPr/>
                <p14:nvPr/>
              </p14:nvContentPartPr>
              <p14:xfrm>
                <a:off x="10200107" y="481560"/>
                <a:ext cx="7200" cy="75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64C8D08-B136-FFC8-F8C0-A77E2EA719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195787" y="477240"/>
                  <a:ext cx="15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1B9E2D4-43C9-2954-D822-9CE5D59B2A98}"/>
                    </a:ext>
                  </a:extLst>
                </p14:cNvPr>
                <p14:cNvContentPartPr/>
                <p14:nvPr/>
              </p14:nvContentPartPr>
              <p14:xfrm>
                <a:off x="10133867" y="423240"/>
                <a:ext cx="113040" cy="160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1B9E2D4-43C9-2954-D822-9CE5D59B2A9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129547" y="418920"/>
                  <a:ext cx="121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3F60471-76DA-D09B-96B6-45B71692CEB8}"/>
                    </a:ext>
                  </a:extLst>
                </p14:cNvPr>
                <p14:cNvContentPartPr/>
                <p14:nvPr/>
              </p14:nvContentPartPr>
              <p14:xfrm>
                <a:off x="10438067" y="1150440"/>
                <a:ext cx="90720" cy="77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3F60471-76DA-D09B-96B6-45B71692CEB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33747" y="1146120"/>
                  <a:ext cx="99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AED8A9-4D67-54E8-FE51-292ECC3D0AB5}"/>
                    </a:ext>
                  </a:extLst>
                </p14:cNvPr>
                <p14:cNvContentPartPr/>
                <p14:nvPr/>
              </p14:nvContentPartPr>
              <p14:xfrm>
                <a:off x="10332947" y="1095000"/>
                <a:ext cx="255240" cy="189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AED8A9-4D67-54E8-FE51-292ECC3D0A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28627" y="1090680"/>
                  <a:ext cx="2638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D7BCB54-C9D0-F7AF-F005-84DF702455A7}"/>
              </a:ext>
            </a:extLst>
          </p:cNvPr>
          <p:cNvGrpSpPr/>
          <p:nvPr/>
        </p:nvGrpSpPr>
        <p:grpSpPr>
          <a:xfrm>
            <a:off x="10876907" y="96000"/>
            <a:ext cx="608400" cy="339480"/>
            <a:chOff x="10876907" y="96000"/>
            <a:chExt cx="60840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CF904A9-1161-8493-8E90-1EB1AB3C2AED}"/>
                    </a:ext>
                  </a:extLst>
                </p14:cNvPr>
                <p14:cNvContentPartPr/>
                <p14:nvPr/>
              </p14:nvContentPartPr>
              <p14:xfrm>
                <a:off x="10876907" y="137760"/>
                <a:ext cx="288720" cy="254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CF904A9-1161-8493-8E90-1EB1AB3C2A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872587" y="133440"/>
                  <a:ext cx="297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A14FC75-2ED6-83B6-3CFA-2966BCFB9A64}"/>
                    </a:ext>
                  </a:extLst>
                </p14:cNvPr>
                <p14:cNvContentPartPr/>
                <p14:nvPr/>
              </p14:nvContentPartPr>
              <p14:xfrm>
                <a:off x="10999307" y="293280"/>
                <a:ext cx="258120" cy="1422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A14FC75-2ED6-83B6-3CFA-2966BCFB9A6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94987" y="288960"/>
                  <a:ext cx="26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B4AE25B-A5EB-53FB-B091-95987DDFD53A}"/>
                    </a:ext>
                  </a:extLst>
                </p14:cNvPr>
                <p14:cNvContentPartPr/>
                <p14:nvPr/>
              </p14:nvContentPartPr>
              <p14:xfrm>
                <a:off x="11273987" y="144960"/>
                <a:ext cx="90000" cy="118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B4AE25B-A5EB-53FB-B091-95987DDFD53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69667" y="140640"/>
                  <a:ext cx="98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41F843D-0DC2-F5BC-6A27-4559B3815A56}"/>
                    </a:ext>
                  </a:extLst>
                </p14:cNvPr>
                <p14:cNvContentPartPr/>
                <p14:nvPr/>
              </p14:nvContentPartPr>
              <p14:xfrm>
                <a:off x="11216387" y="96000"/>
                <a:ext cx="268920" cy="236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41F843D-0DC2-F5BC-6A27-4559B3815A5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212067" y="91680"/>
                  <a:ext cx="2775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68E97EC-A653-6700-5C3D-579870C3EC8E}"/>
              </a:ext>
            </a:extLst>
          </p:cNvPr>
          <p:cNvGrpSpPr/>
          <p:nvPr/>
        </p:nvGrpSpPr>
        <p:grpSpPr>
          <a:xfrm>
            <a:off x="3745667" y="4182360"/>
            <a:ext cx="1003320" cy="473760"/>
            <a:chOff x="3745667" y="4182360"/>
            <a:chExt cx="1003320" cy="47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5F80445-80BE-0B37-BC5F-072EEAC8E55F}"/>
                    </a:ext>
                  </a:extLst>
                </p14:cNvPr>
                <p14:cNvContentPartPr/>
                <p14:nvPr/>
              </p14:nvContentPartPr>
              <p14:xfrm>
                <a:off x="3745667" y="4367400"/>
                <a:ext cx="171720" cy="107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5F80445-80BE-0B37-BC5F-072EEAC8E55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41347" y="4363080"/>
                  <a:ext cx="180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CEC5B2D-DE06-C513-0109-40E23D002779}"/>
                    </a:ext>
                  </a:extLst>
                </p14:cNvPr>
                <p14:cNvContentPartPr/>
                <p14:nvPr/>
              </p14:nvContentPartPr>
              <p14:xfrm>
                <a:off x="4044467" y="4220520"/>
                <a:ext cx="197640" cy="285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CEC5B2D-DE06-C513-0109-40E23D00277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40147" y="4216200"/>
                  <a:ext cx="206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D382651-7607-EDAB-D98E-0D70F5BA6916}"/>
                    </a:ext>
                  </a:extLst>
                </p14:cNvPr>
                <p14:cNvContentPartPr/>
                <p14:nvPr/>
              </p14:nvContentPartPr>
              <p14:xfrm>
                <a:off x="4190987" y="4417080"/>
                <a:ext cx="164160" cy="239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D382651-7607-EDAB-D98E-0D70F5BA691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86667" y="4412760"/>
                  <a:ext cx="172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7B8B940-DFF3-E970-5624-9782FF32BD3D}"/>
                    </a:ext>
                  </a:extLst>
                </p14:cNvPr>
                <p14:cNvContentPartPr/>
                <p14:nvPr/>
              </p14:nvContentPartPr>
              <p14:xfrm>
                <a:off x="4400147" y="4266600"/>
                <a:ext cx="15480" cy="7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7B8B940-DFF3-E970-5624-9782FF32BD3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95827" y="4262280"/>
                  <a:ext cx="241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461E5F4-425F-EB29-B892-85EFFD94A029}"/>
                    </a:ext>
                  </a:extLst>
                </p14:cNvPr>
                <p14:cNvContentPartPr/>
                <p14:nvPr/>
              </p14:nvContentPartPr>
              <p14:xfrm>
                <a:off x="4525067" y="4182360"/>
                <a:ext cx="223920" cy="323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461E5F4-425F-EB29-B892-85EFFD94A02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520747" y="4178040"/>
                  <a:ext cx="232560" cy="33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630B617-5AC5-611F-54F1-314ED993FEC6}"/>
              </a:ext>
            </a:extLst>
          </p:cNvPr>
          <p:cNvGrpSpPr/>
          <p:nvPr/>
        </p:nvGrpSpPr>
        <p:grpSpPr>
          <a:xfrm>
            <a:off x="5028707" y="4287120"/>
            <a:ext cx="178920" cy="83160"/>
            <a:chOff x="5028707" y="4287120"/>
            <a:chExt cx="17892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1B38B7C-027E-C05F-E229-FE78922F4640}"/>
                    </a:ext>
                  </a:extLst>
                </p14:cNvPr>
                <p14:cNvContentPartPr/>
                <p14:nvPr/>
              </p14:nvContentPartPr>
              <p14:xfrm>
                <a:off x="5028707" y="4287120"/>
                <a:ext cx="133560" cy="1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1B38B7C-027E-C05F-E229-FE78922F464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024387" y="4282800"/>
                  <a:ext cx="142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66AEDB8-EB86-2A56-70C7-B0D2FD6B324A}"/>
                    </a:ext>
                  </a:extLst>
                </p14:cNvPr>
                <p14:cNvContentPartPr/>
                <p14:nvPr/>
              </p14:nvContentPartPr>
              <p14:xfrm>
                <a:off x="5051387" y="4339680"/>
                <a:ext cx="156240" cy="30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66AEDB8-EB86-2A56-70C7-B0D2FD6B324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47067" y="4335360"/>
                  <a:ext cx="16488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C3C7B966-19D8-68C8-3517-5BEC55088A58}"/>
              </a:ext>
            </a:extLst>
          </p:cNvPr>
          <p:cNvGrpSpPr/>
          <p:nvPr/>
        </p:nvGrpSpPr>
        <p:grpSpPr>
          <a:xfrm>
            <a:off x="5398067" y="4014960"/>
            <a:ext cx="1724400" cy="554040"/>
            <a:chOff x="5398067" y="4014960"/>
            <a:chExt cx="1724400" cy="55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6F1E46A-71F8-763A-9FCC-1BD99B0774DF}"/>
                    </a:ext>
                  </a:extLst>
                </p14:cNvPr>
                <p14:cNvContentPartPr/>
                <p14:nvPr/>
              </p14:nvContentPartPr>
              <p14:xfrm>
                <a:off x="5398067" y="4261560"/>
                <a:ext cx="178200" cy="116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6F1E46A-71F8-763A-9FCC-1BD99B0774D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93747" y="4257240"/>
                  <a:ext cx="186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48C6126-7555-58BE-E124-4594D2424A12}"/>
                    </a:ext>
                  </a:extLst>
                </p14:cNvPr>
                <p14:cNvContentPartPr/>
                <p14:nvPr/>
              </p14:nvContentPartPr>
              <p14:xfrm>
                <a:off x="5708747" y="4078320"/>
                <a:ext cx="239040" cy="3250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48C6126-7555-58BE-E124-4594D2424A1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704427" y="4074000"/>
                  <a:ext cx="2476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F87BDA8-0074-1916-2EAA-3BDA58B7038C}"/>
                    </a:ext>
                  </a:extLst>
                </p14:cNvPr>
                <p14:cNvContentPartPr/>
                <p14:nvPr/>
              </p14:nvContentPartPr>
              <p14:xfrm>
                <a:off x="5817467" y="4293240"/>
                <a:ext cx="167400" cy="2757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F87BDA8-0074-1916-2EAA-3BDA58B7038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13147" y="4288920"/>
                  <a:ext cx="176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0FD392E-1FF3-FFBB-7781-002F2CC5A44B}"/>
                    </a:ext>
                  </a:extLst>
                </p14:cNvPr>
                <p14:cNvContentPartPr/>
                <p14:nvPr/>
              </p14:nvContentPartPr>
              <p14:xfrm>
                <a:off x="6029507" y="4080840"/>
                <a:ext cx="23760" cy="108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0FD392E-1FF3-FFBB-7781-002F2CC5A44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25187" y="4076520"/>
                  <a:ext cx="324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B24CF5F-22EE-EADF-6BD7-777CF4CA7719}"/>
                    </a:ext>
                  </a:extLst>
                </p14:cNvPr>
                <p14:cNvContentPartPr/>
                <p14:nvPr/>
              </p14:nvContentPartPr>
              <p14:xfrm>
                <a:off x="6237947" y="4137360"/>
                <a:ext cx="11520" cy="1530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B24CF5F-22EE-EADF-6BD7-777CF4CA771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233627" y="4133040"/>
                  <a:ext cx="20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66779F5-5634-ED21-4CB8-6A98E7DDD7B3}"/>
                    </a:ext>
                  </a:extLst>
                </p14:cNvPr>
                <p14:cNvContentPartPr/>
                <p14:nvPr/>
              </p14:nvContentPartPr>
              <p14:xfrm>
                <a:off x="6195107" y="4211160"/>
                <a:ext cx="165960" cy="72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66779F5-5634-ED21-4CB8-6A98E7DDD7B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90787" y="4206840"/>
                  <a:ext cx="174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0B9EC1F-BE0F-EA6C-6A54-255ABC4EA101}"/>
                    </a:ext>
                  </a:extLst>
                </p14:cNvPr>
                <p14:cNvContentPartPr/>
                <p14:nvPr/>
              </p14:nvContentPartPr>
              <p14:xfrm>
                <a:off x="6491027" y="4144200"/>
                <a:ext cx="19080" cy="1198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0B9EC1F-BE0F-EA6C-6A54-255ABC4EA10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86707" y="41398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9D2362-C269-006C-1FF1-920E746CB4B9}"/>
                    </a:ext>
                  </a:extLst>
                </p14:cNvPr>
                <p14:cNvContentPartPr/>
                <p14:nvPr/>
              </p14:nvContentPartPr>
              <p14:xfrm>
                <a:off x="6645107" y="4014960"/>
                <a:ext cx="238320" cy="324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9D2362-C269-006C-1FF1-920E746CB4B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40787" y="4010640"/>
                  <a:ext cx="2469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882DAAF-69AF-E9F0-298D-F021E0811411}"/>
                    </a:ext>
                  </a:extLst>
                </p14:cNvPr>
                <p14:cNvContentPartPr/>
                <p14:nvPr/>
              </p14:nvContentPartPr>
              <p14:xfrm>
                <a:off x="7096547" y="4176600"/>
                <a:ext cx="8640" cy="40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882DAAF-69AF-E9F0-298D-F021E08114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092227" y="4172280"/>
                  <a:ext cx="17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7E81E38-A142-797B-E208-12B95E94E0A6}"/>
                    </a:ext>
                  </a:extLst>
                </p14:cNvPr>
                <p14:cNvContentPartPr/>
                <p14:nvPr/>
              </p14:nvContentPartPr>
              <p14:xfrm>
                <a:off x="6920507" y="4378200"/>
                <a:ext cx="201960" cy="140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7E81E38-A142-797B-E208-12B95E94E0A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16187" y="4373880"/>
                  <a:ext cx="21060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E252A2E-66B6-7A61-2AE2-FF48BDAED432}"/>
              </a:ext>
            </a:extLst>
          </p:cNvPr>
          <p:cNvGrpSpPr/>
          <p:nvPr/>
        </p:nvGrpSpPr>
        <p:grpSpPr>
          <a:xfrm>
            <a:off x="3552347" y="4828920"/>
            <a:ext cx="1395360" cy="413640"/>
            <a:chOff x="3552347" y="4828920"/>
            <a:chExt cx="139536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D91626A-F9C1-DDBD-A32E-EAB60DA3B066}"/>
                    </a:ext>
                  </a:extLst>
                </p14:cNvPr>
                <p14:cNvContentPartPr/>
                <p14:nvPr/>
              </p14:nvContentPartPr>
              <p14:xfrm>
                <a:off x="3552347" y="4991640"/>
                <a:ext cx="280080" cy="129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D91626A-F9C1-DDBD-A32E-EAB60DA3B06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48027" y="4987320"/>
                  <a:ext cx="288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C0A9441-0DF3-8625-D9A6-63F14F4F9FF3}"/>
                    </a:ext>
                  </a:extLst>
                </p14:cNvPr>
                <p14:cNvContentPartPr/>
                <p14:nvPr/>
              </p14:nvContentPartPr>
              <p14:xfrm>
                <a:off x="4000547" y="4843320"/>
                <a:ext cx="156240" cy="245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C0A9441-0DF3-8625-D9A6-63F14F4F9FF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96227" y="4839000"/>
                  <a:ext cx="1648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29065DD-5DF7-0DFF-CA12-3161D6BC68E5}"/>
                    </a:ext>
                  </a:extLst>
                </p14:cNvPr>
                <p14:cNvContentPartPr/>
                <p14:nvPr/>
              </p14:nvContentPartPr>
              <p14:xfrm>
                <a:off x="4124387" y="4985520"/>
                <a:ext cx="183240" cy="257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29065DD-5DF7-0DFF-CA12-3161D6BC68E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20067" y="4981200"/>
                  <a:ext cx="191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E967BF-559A-D27A-442C-CE825AD3A024}"/>
                    </a:ext>
                  </a:extLst>
                </p14:cNvPr>
                <p14:cNvContentPartPr/>
                <p14:nvPr/>
              </p14:nvContentPartPr>
              <p14:xfrm>
                <a:off x="4327427" y="4843320"/>
                <a:ext cx="7920" cy="29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E967BF-559A-D27A-442C-CE825AD3A02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23107" y="4839000"/>
                  <a:ext cx="16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D8EA607-384B-8946-1B07-6BF8D83D5615}"/>
                    </a:ext>
                  </a:extLst>
                </p14:cNvPr>
                <p14:cNvContentPartPr/>
                <p14:nvPr/>
              </p14:nvContentPartPr>
              <p14:xfrm>
                <a:off x="4462067" y="4875720"/>
                <a:ext cx="9360" cy="146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D8EA607-384B-8946-1B07-6BF8D83D561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57747" y="4871400"/>
                  <a:ext cx="18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99BA546-F2D3-0D67-B959-69BF769C3966}"/>
                    </a:ext>
                  </a:extLst>
                </p14:cNvPr>
                <p14:cNvContentPartPr/>
                <p14:nvPr/>
              </p14:nvContentPartPr>
              <p14:xfrm>
                <a:off x="4435787" y="4927560"/>
                <a:ext cx="119880" cy="190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99BA546-F2D3-0D67-B959-69BF769C39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31467" y="4923240"/>
                  <a:ext cx="128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3985A36-06E9-57B4-FA33-F88976DBCC80}"/>
                    </a:ext>
                  </a:extLst>
                </p14:cNvPr>
                <p14:cNvContentPartPr/>
                <p14:nvPr/>
              </p14:nvContentPartPr>
              <p14:xfrm>
                <a:off x="4655387" y="4891200"/>
                <a:ext cx="34200" cy="148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3985A36-06E9-57B4-FA33-F88976DBCC8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651067" y="4886880"/>
                  <a:ext cx="42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2B65E38-EBE0-F53E-7914-A87AD00379FA}"/>
                    </a:ext>
                  </a:extLst>
                </p14:cNvPr>
                <p14:cNvContentPartPr/>
                <p14:nvPr/>
              </p14:nvContentPartPr>
              <p14:xfrm>
                <a:off x="4745027" y="4828920"/>
                <a:ext cx="202680" cy="2732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2B65E38-EBE0-F53E-7914-A87AD00379F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40707" y="4824600"/>
                  <a:ext cx="211320" cy="2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0533E718-9120-43FD-4B4A-887DF6469013}"/>
              </a:ext>
            </a:extLst>
          </p:cNvPr>
          <p:cNvGrpSpPr/>
          <p:nvPr/>
        </p:nvGrpSpPr>
        <p:grpSpPr>
          <a:xfrm>
            <a:off x="5205467" y="4878600"/>
            <a:ext cx="146160" cy="105840"/>
            <a:chOff x="5205467" y="4878600"/>
            <a:chExt cx="14616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0C2816A-55C7-BE9F-68F4-89AD6354243B}"/>
                    </a:ext>
                  </a:extLst>
                </p14:cNvPr>
                <p14:cNvContentPartPr/>
                <p14:nvPr/>
              </p14:nvContentPartPr>
              <p14:xfrm>
                <a:off x="5205467" y="4878600"/>
                <a:ext cx="112320" cy="133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0C2816A-55C7-BE9F-68F4-89AD6354243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201147" y="4874280"/>
                  <a:ext cx="120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EC1043B-78A3-F48D-E8D1-3E7C4D4BAC14}"/>
                    </a:ext>
                  </a:extLst>
                </p14:cNvPr>
                <p14:cNvContentPartPr/>
                <p14:nvPr/>
              </p14:nvContentPartPr>
              <p14:xfrm>
                <a:off x="5206907" y="4968960"/>
                <a:ext cx="144720" cy="15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EC1043B-78A3-F48D-E8D1-3E7C4D4BAC1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02587" y="4964640"/>
                  <a:ext cx="1533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E6DFF267-9EF5-3C7D-A27C-CDD9AB02BE62}"/>
              </a:ext>
            </a:extLst>
          </p:cNvPr>
          <p:cNvGrpSpPr/>
          <p:nvPr/>
        </p:nvGrpSpPr>
        <p:grpSpPr>
          <a:xfrm>
            <a:off x="5687867" y="4673760"/>
            <a:ext cx="1059480" cy="448920"/>
            <a:chOff x="5687867" y="4673760"/>
            <a:chExt cx="10594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02AC4F-E738-570A-6187-B44DECE0ED4B}"/>
                    </a:ext>
                  </a:extLst>
                </p14:cNvPr>
                <p14:cNvContentPartPr/>
                <p14:nvPr/>
              </p14:nvContentPartPr>
              <p14:xfrm>
                <a:off x="5747267" y="4673760"/>
                <a:ext cx="26640" cy="286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02AC4F-E738-570A-6187-B44DECE0ED4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42947" y="4669440"/>
                  <a:ext cx="352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EE023A2-7227-6062-0921-4B27F5D40F1F}"/>
                    </a:ext>
                  </a:extLst>
                </p14:cNvPr>
                <p14:cNvContentPartPr/>
                <p14:nvPr/>
              </p14:nvContentPartPr>
              <p14:xfrm>
                <a:off x="5687867" y="4774560"/>
                <a:ext cx="313560" cy="114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EE023A2-7227-6062-0921-4B27F5D40F1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683547" y="4770240"/>
                  <a:ext cx="322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CDE6948-0F7C-313C-E42F-2BCA8E6F3AF5}"/>
                    </a:ext>
                  </a:extLst>
                </p14:cNvPr>
                <p14:cNvContentPartPr/>
                <p14:nvPr/>
              </p14:nvContentPartPr>
              <p14:xfrm>
                <a:off x="6045347" y="4822800"/>
                <a:ext cx="349560" cy="741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CDE6948-0F7C-313C-E42F-2BCA8E6F3AF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41027" y="4818480"/>
                  <a:ext cx="358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5E8527-63B8-63E2-937B-7AD10944494B}"/>
                    </a:ext>
                  </a:extLst>
                </p14:cNvPr>
                <p14:cNvContentPartPr/>
                <p14:nvPr/>
              </p14:nvContentPartPr>
              <p14:xfrm>
                <a:off x="6431987" y="4819200"/>
                <a:ext cx="22320" cy="273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5E8527-63B8-63E2-937B-7AD10944494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427667" y="4814880"/>
                  <a:ext cx="30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54FF7E2-C09C-BCF2-8E3D-E8D8AE9FAC11}"/>
                    </a:ext>
                  </a:extLst>
                </p14:cNvPr>
                <p14:cNvContentPartPr/>
                <p14:nvPr/>
              </p14:nvContentPartPr>
              <p14:xfrm>
                <a:off x="6463667" y="4731360"/>
                <a:ext cx="122400" cy="853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54FF7E2-C09C-BCF2-8E3D-E8D8AE9FAC1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59347" y="4727040"/>
                  <a:ext cx="131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C8932873-8F4D-1022-8CEE-BB6C54818C71}"/>
                    </a:ext>
                  </a:extLst>
                </p14:cNvPr>
                <p14:cNvContentPartPr/>
                <p14:nvPr/>
              </p14:nvContentPartPr>
              <p14:xfrm>
                <a:off x="6737627" y="4740720"/>
                <a:ext cx="7920" cy="32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C8932873-8F4D-1022-8CEE-BB6C54818C7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733307" y="4736400"/>
                  <a:ext cx="16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4BF64DF-57BB-68BA-262D-1FC0E8CD6F23}"/>
                    </a:ext>
                  </a:extLst>
                </p14:cNvPr>
                <p14:cNvContentPartPr/>
                <p14:nvPr/>
              </p14:nvContentPartPr>
              <p14:xfrm>
                <a:off x="6567707" y="4937280"/>
                <a:ext cx="179640" cy="185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4BF64DF-57BB-68BA-262D-1FC0E8CD6F2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63387" y="4932960"/>
                  <a:ext cx="1882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1BF97A81-74B4-040E-FC47-6ABAEE0DB7D9}"/>
              </a:ext>
            </a:extLst>
          </p:cNvPr>
          <p:cNvGrpSpPr/>
          <p:nvPr/>
        </p:nvGrpSpPr>
        <p:grpSpPr>
          <a:xfrm>
            <a:off x="1286867" y="783960"/>
            <a:ext cx="330840" cy="377280"/>
            <a:chOff x="1286867" y="783960"/>
            <a:chExt cx="330840" cy="37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7BFC8D8-A67A-8C9E-7511-15221E267222}"/>
                    </a:ext>
                  </a:extLst>
                </p14:cNvPr>
                <p14:cNvContentPartPr/>
                <p14:nvPr/>
              </p14:nvContentPartPr>
              <p14:xfrm>
                <a:off x="1286867" y="834360"/>
                <a:ext cx="192240" cy="326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7BFC8D8-A67A-8C9E-7511-15221E26722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282547" y="830040"/>
                  <a:ext cx="2008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004AD25-35EF-52B8-A3C5-676B03EFB80D}"/>
                    </a:ext>
                  </a:extLst>
                </p14:cNvPr>
                <p14:cNvContentPartPr/>
                <p14:nvPr/>
              </p14:nvContentPartPr>
              <p14:xfrm>
                <a:off x="1475867" y="783960"/>
                <a:ext cx="141840" cy="3308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004AD25-35EF-52B8-A3C5-676B03EFB80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471547" y="779640"/>
                  <a:ext cx="15048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EA6E76A9-4575-CECF-871E-BAF06962CA60}"/>
              </a:ext>
            </a:extLst>
          </p:cNvPr>
          <p:cNvGrpSpPr/>
          <p:nvPr/>
        </p:nvGrpSpPr>
        <p:grpSpPr>
          <a:xfrm>
            <a:off x="1866467" y="632760"/>
            <a:ext cx="1189080" cy="461880"/>
            <a:chOff x="1866467" y="632760"/>
            <a:chExt cx="1189080" cy="46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EBF8181-D5C5-2802-B191-F58D8A873063}"/>
                    </a:ext>
                  </a:extLst>
                </p14:cNvPr>
                <p14:cNvContentPartPr/>
                <p14:nvPr/>
              </p14:nvContentPartPr>
              <p14:xfrm>
                <a:off x="1866467" y="837600"/>
                <a:ext cx="56880" cy="257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EBF8181-D5C5-2802-B191-F58D8A87306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62147" y="833280"/>
                  <a:ext cx="655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5A7F752-FA8B-3753-F14F-2EB8E641F648}"/>
                    </a:ext>
                  </a:extLst>
                </p14:cNvPr>
                <p14:cNvContentPartPr/>
                <p14:nvPr/>
              </p14:nvContentPartPr>
              <p14:xfrm>
                <a:off x="1895627" y="776760"/>
                <a:ext cx="257760" cy="2948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5A7F752-FA8B-3753-F14F-2EB8E641F64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91307" y="772440"/>
                  <a:ext cx="2664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6F51999-FA2B-1F42-D58D-3C225F3241FC}"/>
                    </a:ext>
                  </a:extLst>
                </p14:cNvPr>
                <p14:cNvContentPartPr/>
                <p14:nvPr/>
              </p14:nvContentPartPr>
              <p14:xfrm>
                <a:off x="2162027" y="966840"/>
                <a:ext cx="166680" cy="52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6F51999-FA2B-1F42-D58D-3C225F3241F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157707" y="962520"/>
                  <a:ext cx="175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F2C1AB7-6BEB-7C5D-5667-59E35D5EA689}"/>
                    </a:ext>
                  </a:extLst>
                </p14:cNvPr>
                <p14:cNvContentPartPr/>
                <p14:nvPr/>
              </p14:nvContentPartPr>
              <p14:xfrm>
                <a:off x="2394227" y="774960"/>
                <a:ext cx="112680" cy="2167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F2C1AB7-6BEB-7C5D-5667-59E35D5EA68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389907" y="770640"/>
                  <a:ext cx="121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CEF2F58-E9F2-F91F-4133-958D6873AA53}"/>
                    </a:ext>
                  </a:extLst>
                </p14:cNvPr>
                <p14:cNvContentPartPr/>
                <p14:nvPr/>
              </p14:nvContentPartPr>
              <p14:xfrm>
                <a:off x="2597627" y="686040"/>
                <a:ext cx="94320" cy="3056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CEF2F58-E9F2-F91F-4133-958D6873AA5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93307" y="681720"/>
                  <a:ext cx="1029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E6F5057-74AE-1C44-1F71-52A125CFB69E}"/>
                    </a:ext>
                  </a:extLst>
                </p14:cNvPr>
                <p14:cNvContentPartPr/>
                <p14:nvPr/>
              </p14:nvContentPartPr>
              <p14:xfrm>
                <a:off x="2804627" y="632760"/>
                <a:ext cx="120240" cy="3132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E6F5057-74AE-1C44-1F71-52A125CFB69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800307" y="628440"/>
                  <a:ext cx="1288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5AD306B-0431-6449-F3CA-42B2E25AE603}"/>
                    </a:ext>
                  </a:extLst>
                </p14:cNvPr>
                <p14:cNvContentPartPr/>
                <p14:nvPr/>
              </p14:nvContentPartPr>
              <p14:xfrm>
                <a:off x="2902547" y="842640"/>
                <a:ext cx="153000" cy="1281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5AD306B-0431-6449-F3CA-42B2E25AE60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898227" y="838320"/>
                  <a:ext cx="1616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58D858A-B06A-F91A-D852-862683136CB1}"/>
              </a:ext>
            </a:extLst>
          </p:cNvPr>
          <p:cNvGrpSpPr/>
          <p:nvPr/>
        </p:nvGrpSpPr>
        <p:grpSpPr>
          <a:xfrm>
            <a:off x="3490427" y="629880"/>
            <a:ext cx="884520" cy="340200"/>
            <a:chOff x="3490427" y="629880"/>
            <a:chExt cx="88452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01B3621-D3B9-3FD6-CA24-CFE38EAA61CC}"/>
                    </a:ext>
                  </a:extLst>
                </p14:cNvPr>
                <p14:cNvContentPartPr/>
                <p14:nvPr/>
              </p14:nvContentPartPr>
              <p14:xfrm>
                <a:off x="3490427" y="665160"/>
                <a:ext cx="281880" cy="304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01B3621-D3B9-3FD6-CA24-CFE38EAA61C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486107" y="660840"/>
                  <a:ext cx="2905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2C8EEAB-66CF-5B5E-0BDA-FC800021E59E}"/>
                    </a:ext>
                  </a:extLst>
                </p14:cNvPr>
                <p14:cNvContentPartPr/>
                <p14:nvPr/>
              </p14:nvContentPartPr>
              <p14:xfrm>
                <a:off x="3743867" y="823560"/>
                <a:ext cx="95040" cy="1198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2C8EEAB-66CF-5B5E-0BDA-FC800021E59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739547" y="819240"/>
                  <a:ext cx="1036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A08A3FE-9594-809E-6652-6AC56D718F3E}"/>
                    </a:ext>
                  </a:extLst>
                </p14:cNvPr>
                <p14:cNvContentPartPr/>
                <p14:nvPr/>
              </p14:nvContentPartPr>
              <p14:xfrm>
                <a:off x="3940787" y="819960"/>
                <a:ext cx="62280" cy="975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A08A3FE-9594-809E-6652-6AC56D718F3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936467" y="815640"/>
                  <a:ext cx="70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0858F9C-9307-6445-CAC7-4529EE0E1C42}"/>
                    </a:ext>
                  </a:extLst>
                </p14:cNvPr>
                <p14:cNvContentPartPr/>
                <p14:nvPr/>
              </p14:nvContentPartPr>
              <p14:xfrm>
                <a:off x="4185947" y="629880"/>
                <a:ext cx="166680" cy="3142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0858F9C-9307-6445-CAC7-4529EE0E1C4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181627" y="625560"/>
                  <a:ext cx="1753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31C09D4-3481-D452-40C8-A39939227E32}"/>
                    </a:ext>
                  </a:extLst>
                </p14:cNvPr>
                <p14:cNvContentPartPr/>
                <p14:nvPr/>
              </p14:nvContentPartPr>
              <p14:xfrm>
                <a:off x="4163267" y="766680"/>
                <a:ext cx="211680" cy="12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31C09D4-3481-D452-40C8-A39939227E3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158947" y="762360"/>
                  <a:ext cx="22032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3576AAF-6BC8-0388-CEBB-F03B165E905D}"/>
              </a:ext>
            </a:extLst>
          </p:cNvPr>
          <p:cNvGrpSpPr/>
          <p:nvPr/>
        </p:nvGrpSpPr>
        <p:grpSpPr>
          <a:xfrm>
            <a:off x="5223467" y="2240880"/>
            <a:ext cx="472320" cy="214920"/>
            <a:chOff x="5223467" y="2240880"/>
            <a:chExt cx="47232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6DE1FC1-74B2-F011-C59F-40EE614A88B3}"/>
                    </a:ext>
                  </a:extLst>
                </p14:cNvPr>
                <p14:cNvContentPartPr/>
                <p14:nvPr/>
              </p14:nvContentPartPr>
              <p14:xfrm>
                <a:off x="5223467" y="2280840"/>
                <a:ext cx="104400" cy="141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6DE1FC1-74B2-F011-C59F-40EE614A88B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219147" y="2276520"/>
                  <a:ext cx="1130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3D9F829-A109-F96C-91E6-9B40B986A3DF}"/>
                    </a:ext>
                  </a:extLst>
                </p14:cNvPr>
                <p14:cNvContentPartPr/>
                <p14:nvPr/>
              </p14:nvContentPartPr>
              <p14:xfrm>
                <a:off x="5469707" y="2348520"/>
                <a:ext cx="101880" cy="14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3D9F829-A109-F96C-91E6-9B40B986A3D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465387" y="2344200"/>
                  <a:ext cx="110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8F78513-833E-ECEF-B8B9-F730D5A766FC}"/>
                    </a:ext>
                  </a:extLst>
                </p14:cNvPr>
                <p14:cNvContentPartPr/>
                <p14:nvPr/>
              </p14:nvContentPartPr>
              <p14:xfrm>
                <a:off x="5669507" y="2240880"/>
                <a:ext cx="26280" cy="214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8F78513-833E-ECEF-B8B9-F730D5A766F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65187" y="2236560"/>
                  <a:ext cx="34920" cy="22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3F118946-93C3-ADE6-4038-A65BBE88646B}"/>
                  </a:ext>
                </a:extLst>
              </p14:cNvPr>
              <p14:cNvContentPartPr/>
              <p14:nvPr/>
            </p14:nvContentPartPr>
            <p14:xfrm>
              <a:off x="4670507" y="1617720"/>
              <a:ext cx="1199520" cy="651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3F118946-93C3-ADE6-4038-A65BBE88646B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580507" y="1438080"/>
                <a:ext cx="13791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A91A74A7-AF25-4AFD-0FC7-31DB90A28572}"/>
                  </a:ext>
                </a:extLst>
              </p14:cNvPr>
              <p14:cNvContentPartPr/>
              <p14:nvPr/>
            </p14:nvContentPartPr>
            <p14:xfrm>
              <a:off x="4395827" y="2386320"/>
              <a:ext cx="1274400" cy="7236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A91A74A7-AF25-4AFD-0FC7-31DB90A28572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306187" y="2206320"/>
                <a:ext cx="1454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570D918A-D62C-2D4E-5D64-195D9675CC4E}"/>
                  </a:ext>
                </a:extLst>
              </p14:cNvPr>
              <p14:cNvContentPartPr/>
              <p14:nvPr/>
            </p14:nvContentPartPr>
            <p14:xfrm>
              <a:off x="3806507" y="3086160"/>
              <a:ext cx="3755520" cy="12924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570D918A-D62C-2D4E-5D64-195D9675CC4E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716507" y="2906160"/>
                <a:ext cx="3935160" cy="48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24EF02B2-94E9-7520-BF8A-AE6383F55633}"/>
              </a:ext>
            </a:extLst>
          </p:cNvPr>
          <p:cNvGrpSpPr/>
          <p:nvPr/>
        </p:nvGrpSpPr>
        <p:grpSpPr>
          <a:xfrm>
            <a:off x="8674787" y="1394160"/>
            <a:ext cx="462600" cy="148680"/>
            <a:chOff x="8674787" y="1394160"/>
            <a:chExt cx="46260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AB2710B-286C-13E0-316B-862C5BE51A7C}"/>
                    </a:ext>
                  </a:extLst>
                </p14:cNvPr>
                <p14:cNvContentPartPr/>
                <p14:nvPr/>
              </p14:nvContentPartPr>
              <p14:xfrm>
                <a:off x="8674787" y="1418280"/>
                <a:ext cx="156240" cy="124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AB2710B-286C-13E0-316B-862C5BE51A7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668667" y="1412160"/>
                  <a:ext cx="168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5BC3E9A-F1A8-F880-15CB-B15D7357412D}"/>
                    </a:ext>
                  </a:extLst>
                </p14:cNvPr>
                <p14:cNvContentPartPr/>
                <p14:nvPr/>
              </p14:nvContentPartPr>
              <p14:xfrm>
                <a:off x="8912747" y="1462200"/>
                <a:ext cx="92160" cy="14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5BC3E9A-F1A8-F880-15CB-B15D7357412D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06627" y="1456080"/>
                  <a:ext cx="104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8E0DD6B-1DB2-2A0C-24B2-119CCBE9B5D8}"/>
                    </a:ext>
                  </a:extLst>
                </p14:cNvPr>
                <p14:cNvContentPartPr/>
                <p14:nvPr/>
              </p14:nvContentPartPr>
              <p14:xfrm>
                <a:off x="9107507" y="1394160"/>
                <a:ext cx="29880" cy="104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8E0DD6B-1DB2-2A0C-24B2-119CCBE9B5D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101387" y="1388040"/>
                  <a:ext cx="4212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74FC2FE-4375-E039-6C71-FF032151F566}"/>
              </a:ext>
            </a:extLst>
          </p:cNvPr>
          <p:cNvGrpSpPr/>
          <p:nvPr/>
        </p:nvGrpSpPr>
        <p:grpSpPr>
          <a:xfrm>
            <a:off x="8773427" y="2143680"/>
            <a:ext cx="712080" cy="253800"/>
            <a:chOff x="8773427" y="2143680"/>
            <a:chExt cx="71208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E413EA3-7BCE-7BFE-EA64-8FF72366CBAE}"/>
                    </a:ext>
                  </a:extLst>
                </p14:cNvPr>
                <p14:cNvContentPartPr/>
                <p14:nvPr/>
              </p14:nvContentPartPr>
              <p14:xfrm>
                <a:off x="8773427" y="2289120"/>
                <a:ext cx="188640" cy="108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E413EA3-7BCE-7BFE-EA64-8FF72366CBA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767307" y="2283000"/>
                  <a:ext cx="2008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91FBD56-3A0A-A466-F461-A0A9F88CFB31}"/>
                    </a:ext>
                  </a:extLst>
                </p14:cNvPr>
                <p14:cNvContentPartPr/>
                <p14:nvPr/>
              </p14:nvContentPartPr>
              <p14:xfrm>
                <a:off x="9144227" y="2250600"/>
                <a:ext cx="148680" cy="32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91FBD56-3A0A-A466-F461-A0A9F88CFB3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138107" y="2244480"/>
                  <a:ext cx="160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F056508-F3CB-B277-3F40-B6279C654FE9}"/>
                    </a:ext>
                  </a:extLst>
                </p14:cNvPr>
                <p14:cNvContentPartPr/>
                <p14:nvPr/>
              </p14:nvContentPartPr>
              <p14:xfrm>
                <a:off x="9425747" y="2143680"/>
                <a:ext cx="59760" cy="2232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F056508-F3CB-B277-3F40-B6279C654FE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419627" y="2137560"/>
                  <a:ext cx="7200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5BF47391-BF7E-3EF5-EB72-AE9F1B29D15D}"/>
              </a:ext>
            </a:extLst>
          </p:cNvPr>
          <p:cNvGrpSpPr/>
          <p:nvPr/>
        </p:nvGrpSpPr>
        <p:grpSpPr>
          <a:xfrm>
            <a:off x="4246067" y="5964360"/>
            <a:ext cx="395280" cy="303480"/>
            <a:chOff x="4246067" y="5964360"/>
            <a:chExt cx="395280" cy="30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3751D2E3-43A4-E74E-BB20-EC101C3FAC31}"/>
                    </a:ext>
                  </a:extLst>
                </p14:cNvPr>
                <p14:cNvContentPartPr/>
                <p14:nvPr/>
              </p14:nvContentPartPr>
              <p14:xfrm>
                <a:off x="4246067" y="5964360"/>
                <a:ext cx="143280" cy="3034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3751D2E3-43A4-E74E-BB20-EC101C3FAC3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239947" y="5958240"/>
                  <a:ext cx="155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9294E97-5D7D-B221-BB29-35248DCF490B}"/>
                    </a:ext>
                  </a:extLst>
                </p14:cNvPr>
                <p14:cNvContentPartPr/>
                <p14:nvPr/>
              </p14:nvContentPartPr>
              <p14:xfrm>
                <a:off x="4451267" y="6090720"/>
                <a:ext cx="190080" cy="108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9294E97-5D7D-B221-BB29-35248DCF490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45147" y="6084600"/>
                  <a:ext cx="2023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50C59D0-8B76-4737-FFE8-08C6BFC29232}"/>
              </a:ext>
            </a:extLst>
          </p:cNvPr>
          <p:cNvGrpSpPr/>
          <p:nvPr/>
        </p:nvGrpSpPr>
        <p:grpSpPr>
          <a:xfrm>
            <a:off x="4864547" y="5804880"/>
            <a:ext cx="1837440" cy="430200"/>
            <a:chOff x="4864547" y="5804880"/>
            <a:chExt cx="183744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AF3E764-1950-8F31-CCB5-F1A0A7DA3A66}"/>
                    </a:ext>
                  </a:extLst>
                </p14:cNvPr>
                <p14:cNvContentPartPr/>
                <p14:nvPr/>
              </p14:nvContentPartPr>
              <p14:xfrm>
                <a:off x="4864547" y="6115560"/>
                <a:ext cx="93600" cy="18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AF3E764-1950-8F31-CCB5-F1A0A7DA3A6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58427" y="6109440"/>
                  <a:ext cx="1058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F8F3FC6-A78D-354C-05DC-95966193B94D}"/>
                    </a:ext>
                  </a:extLst>
                </p14:cNvPr>
                <p14:cNvContentPartPr/>
                <p14:nvPr/>
              </p14:nvContentPartPr>
              <p14:xfrm>
                <a:off x="5103947" y="6070560"/>
                <a:ext cx="23040" cy="83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F8F3FC6-A78D-354C-05DC-95966193B94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097827" y="6064440"/>
                  <a:ext cx="35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6DAF44-852C-E9DE-8C6B-15B61E2221B6}"/>
                    </a:ext>
                  </a:extLst>
                </p14:cNvPr>
                <p14:cNvContentPartPr/>
                <p14:nvPr/>
              </p14:nvContentPartPr>
              <p14:xfrm>
                <a:off x="5220587" y="5939520"/>
                <a:ext cx="159120" cy="295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6DAF44-852C-E9DE-8C6B-15B61E2221B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214467" y="5933400"/>
                  <a:ext cx="1713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66151CD-0656-2555-37BA-46F7616EB289}"/>
                    </a:ext>
                  </a:extLst>
                </p14:cNvPr>
                <p14:cNvContentPartPr/>
                <p14:nvPr/>
              </p14:nvContentPartPr>
              <p14:xfrm>
                <a:off x="5526587" y="5914320"/>
                <a:ext cx="238680" cy="2498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66151CD-0656-2555-37BA-46F7616EB28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520467" y="5908200"/>
                  <a:ext cx="250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4530EFF-8F74-A360-32A5-2F5EB2492940}"/>
                    </a:ext>
                  </a:extLst>
                </p14:cNvPr>
                <p14:cNvContentPartPr/>
                <p14:nvPr/>
              </p14:nvContentPartPr>
              <p14:xfrm>
                <a:off x="5755547" y="6023040"/>
                <a:ext cx="212760" cy="92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4530EFF-8F74-A360-32A5-2F5EB249294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49427" y="6016920"/>
                  <a:ext cx="225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C9CBFE1-8BE7-4356-7D39-8542A6337404}"/>
                    </a:ext>
                  </a:extLst>
                </p14:cNvPr>
                <p14:cNvContentPartPr/>
                <p14:nvPr/>
              </p14:nvContentPartPr>
              <p14:xfrm>
                <a:off x="6127427" y="6010440"/>
                <a:ext cx="175680" cy="21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C9CBFE1-8BE7-4356-7D39-8542A633740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21307" y="6004320"/>
                  <a:ext cx="187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CABA4F3-1CDD-8D38-1BB5-7282CFD2DF66}"/>
                    </a:ext>
                  </a:extLst>
                </p14:cNvPr>
                <p14:cNvContentPartPr/>
                <p14:nvPr/>
              </p14:nvContentPartPr>
              <p14:xfrm>
                <a:off x="6467627" y="5917920"/>
                <a:ext cx="8640" cy="110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CABA4F3-1CDD-8D38-1BB5-7282CFD2DF6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461507" y="5911800"/>
                  <a:ext cx="20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45C85CF-46D2-941F-4A15-97BDC2FA8FA9}"/>
                    </a:ext>
                  </a:extLst>
                </p14:cNvPr>
                <p14:cNvContentPartPr/>
                <p14:nvPr/>
              </p14:nvContentPartPr>
              <p14:xfrm>
                <a:off x="6575267" y="5804880"/>
                <a:ext cx="126720" cy="352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45C85CF-46D2-941F-4A15-97BDC2FA8FA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69147" y="5798760"/>
                  <a:ext cx="13896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582E993-4DD1-33F5-31AF-8C8BA1CC62DD}"/>
              </a:ext>
            </a:extLst>
          </p:cNvPr>
          <p:cNvGrpSpPr/>
          <p:nvPr/>
        </p:nvGrpSpPr>
        <p:grpSpPr>
          <a:xfrm>
            <a:off x="6952187" y="5928360"/>
            <a:ext cx="205920" cy="101160"/>
            <a:chOff x="6952187" y="5928360"/>
            <a:chExt cx="20592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3A05A36-E2A5-D797-CB2C-ECC5222B3DF0}"/>
                    </a:ext>
                  </a:extLst>
                </p14:cNvPr>
                <p14:cNvContentPartPr/>
                <p14:nvPr/>
              </p14:nvContentPartPr>
              <p14:xfrm>
                <a:off x="6952187" y="5928360"/>
                <a:ext cx="186480" cy="42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3A05A36-E2A5-D797-CB2C-ECC5222B3DF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46067" y="5922240"/>
                  <a:ext cx="198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F6B4508-41E4-B17C-6FCE-B3CAB4529891}"/>
                    </a:ext>
                  </a:extLst>
                </p14:cNvPr>
                <p14:cNvContentPartPr/>
                <p14:nvPr/>
              </p14:nvContentPartPr>
              <p14:xfrm>
                <a:off x="6986027" y="6005040"/>
                <a:ext cx="172080" cy="244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F6B4508-41E4-B17C-6FCE-B3CAB452989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79907" y="5998920"/>
                  <a:ext cx="18432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CE96E10-F2EE-6636-BDB8-2259432C9E8B}"/>
              </a:ext>
            </a:extLst>
          </p:cNvPr>
          <p:cNvGrpSpPr/>
          <p:nvPr/>
        </p:nvGrpSpPr>
        <p:grpSpPr>
          <a:xfrm>
            <a:off x="7547627" y="5629200"/>
            <a:ext cx="532080" cy="306720"/>
            <a:chOff x="7547627" y="5629200"/>
            <a:chExt cx="532080" cy="30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9CBB4E6-4437-8FD3-9FDC-3BB9083459B4}"/>
                    </a:ext>
                  </a:extLst>
                </p14:cNvPr>
                <p14:cNvContentPartPr/>
                <p14:nvPr/>
              </p14:nvContentPartPr>
              <p14:xfrm>
                <a:off x="7547627" y="5817120"/>
                <a:ext cx="232920" cy="1188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9CBB4E6-4437-8FD3-9FDC-3BB9083459B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541507" y="5811000"/>
                  <a:ext cx="245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89B970F-AEAC-85B6-3871-6F743FF0A667}"/>
                    </a:ext>
                  </a:extLst>
                </p14:cNvPr>
                <p14:cNvContentPartPr/>
                <p14:nvPr/>
              </p14:nvContentPartPr>
              <p14:xfrm>
                <a:off x="7909427" y="5629200"/>
                <a:ext cx="170280" cy="120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89B970F-AEAC-85B6-3871-6F743FF0A66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903307" y="5623080"/>
                  <a:ext cx="18252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018D3406-6425-F01D-FE45-0E10407EC6E0}"/>
                  </a:ext>
                </a:extLst>
              </p14:cNvPr>
              <p14:cNvContentPartPr/>
              <p14:nvPr/>
            </p14:nvContentPartPr>
            <p14:xfrm>
              <a:off x="8319467" y="5862840"/>
              <a:ext cx="164520" cy="72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018D3406-6425-F01D-FE45-0E10407EC6E0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8313347" y="5856720"/>
                <a:ext cx="17676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16AE57B-D7E3-8936-2433-C114D8488F7A}"/>
              </a:ext>
            </a:extLst>
          </p:cNvPr>
          <p:cNvGrpSpPr/>
          <p:nvPr/>
        </p:nvGrpSpPr>
        <p:grpSpPr>
          <a:xfrm>
            <a:off x="8719067" y="5742960"/>
            <a:ext cx="487440" cy="156600"/>
            <a:chOff x="8719067" y="5742960"/>
            <a:chExt cx="487440" cy="15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1783EC7-37ED-89C6-1BF8-9CA86F2F5642}"/>
                    </a:ext>
                  </a:extLst>
                </p14:cNvPr>
                <p14:cNvContentPartPr/>
                <p14:nvPr/>
              </p14:nvContentPartPr>
              <p14:xfrm>
                <a:off x="8719067" y="5742960"/>
                <a:ext cx="157680" cy="146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1783EC7-37ED-89C6-1BF8-9CA86F2F564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712947" y="5736840"/>
                  <a:ext cx="169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542385D-1B59-4BF7-0911-7098450C2726}"/>
                    </a:ext>
                  </a:extLst>
                </p14:cNvPr>
                <p14:cNvContentPartPr/>
                <p14:nvPr/>
              </p14:nvContentPartPr>
              <p14:xfrm>
                <a:off x="8959907" y="5812440"/>
                <a:ext cx="246600" cy="871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542385D-1B59-4BF7-0911-7098450C272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953787" y="5806320"/>
                  <a:ext cx="25884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38C79DB-8B10-DE16-98D4-1A0E3F348A56}"/>
              </a:ext>
            </a:extLst>
          </p:cNvPr>
          <p:cNvGrpSpPr/>
          <p:nvPr/>
        </p:nvGrpSpPr>
        <p:grpSpPr>
          <a:xfrm>
            <a:off x="9413867" y="5684640"/>
            <a:ext cx="196920" cy="122040"/>
            <a:chOff x="9413867" y="5684640"/>
            <a:chExt cx="196920" cy="12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DF7D0B4-981E-955F-7B28-F3CF9F62C65B}"/>
                    </a:ext>
                  </a:extLst>
                </p14:cNvPr>
                <p14:cNvContentPartPr/>
                <p14:nvPr/>
              </p14:nvContentPartPr>
              <p14:xfrm>
                <a:off x="9488387" y="5684640"/>
                <a:ext cx="32760" cy="1220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DF7D0B4-981E-955F-7B28-F3CF9F62C65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482267" y="5678520"/>
                  <a:ext cx="45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EC7ED40-0CB3-A82F-B024-DA2570277100}"/>
                    </a:ext>
                  </a:extLst>
                </p14:cNvPr>
                <p14:cNvContentPartPr/>
                <p14:nvPr/>
              </p14:nvContentPartPr>
              <p14:xfrm>
                <a:off x="9413867" y="5737920"/>
                <a:ext cx="196920" cy="86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EC7ED40-0CB3-A82F-B024-DA257027710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07747" y="5731800"/>
                  <a:ext cx="209160" cy="2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EC537238-30A8-529B-17A5-A6906D278E7E}"/>
                  </a:ext>
                </a:extLst>
              </p14:cNvPr>
              <p14:cNvContentPartPr/>
              <p14:nvPr/>
            </p14:nvContentPartPr>
            <p14:xfrm>
              <a:off x="9939827" y="5618400"/>
              <a:ext cx="41040" cy="28332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EC537238-30A8-529B-17A5-A6906D278E7E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9933707" y="5612280"/>
                <a:ext cx="5328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17BF158-6BA1-0664-05E8-784ABF2ACE1A}"/>
                  </a:ext>
                </a:extLst>
              </p14:cNvPr>
              <p14:cNvContentPartPr/>
              <p14:nvPr/>
            </p14:nvContentPartPr>
            <p14:xfrm>
              <a:off x="8355827" y="5719920"/>
              <a:ext cx="1763280" cy="32148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17BF158-6BA1-0664-05E8-784ABF2ACE1A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8265827" y="5540280"/>
                <a:ext cx="1942920" cy="68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062923C8-4544-93D2-3CAE-F1F6B22B3F9B}"/>
              </a:ext>
            </a:extLst>
          </p:cNvPr>
          <p:cNvGrpSpPr/>
          <p:nvPr/>
        </p:nvGrpSpPr>
        <p:grpSpPr>
          <a:xfrm>
            <a:off x="2486387" y="5891640"/>
            <a:ext cx="867240" cy="349200"/>
            <a:chOff x="2486387" y="5891640"/>
            <a:chExt cx="86724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555B5CDD-7D6C-0DE7-E797-289572C9E3CC}"/>
                    </a:ext>
                  </a:extLst>
                </p14:cNvPr>
                <p14:cNvContentPartPr/>
                <p14:nvPr/>
              </p14:nvContentPartPr>
              <p14:xfrm>
                <a:off x="2653427" y="6039600"/>
                <a:ext cx="32760" cy="200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555B5CDD-7D6C-0DE7-E797-289572C9E3CC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647307" y="6033480"/>
                  <a:ext cx="45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8BEE832-4B0B-7C9F-EFF8-FED90548C0B8}"/>
                    </a:ext>
                  </a:extLst>
                </p14:cNvPr>
                <p14:cNvContentPartPr/>
                <p14:nvPr/>
              </p14:nvContentPartPr>
              <p14:xfrm>
                <a:off x="2486387" y="5891640"/>
                <a:ext cx="466200" cy="73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8BEE832-4B0B-7C9F-EFF8-FED90548C0B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480267" y="5885520"/>
                  <a:ext cx="478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CA2B998-6773-4781-01B5-BD473C340034}"/>
                    </a:ext>
                  </a:extLst>
                </p14:cNvPr>
                <p14:cNvContentPartPr/>
                <p14:nvPr/>
              </p14:nvContentPartPr>
              <p14:xfrm>
                <a:off x="2921627" y="6036000"/>
                <a:ext cx="94320" cy="1432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CA2B998-6773-4781-01B5-BD473C34003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915507" y="6029880"/>
                  <a:ext cx="106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53440E8-C76A-D3E0-9A87-F357327C9E4A}"/>
                    </a:ext>
                  </a:extLst>
                </p14:cNvPr>
                <p14:cNvContentPartPr/>
                <p14:nvPr/>
              </p14:nvContentPartPr>
              <p14:xfrm>
                <a:off x="3072107" y="6109800"/>
                <a:ext cx="125280" cy="73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53440E8-C76A-D3E0-9A87-F357327C9E4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065987" y="6103680"/>
                  <a:ext cx="137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360FCCD-EFBC-444E-A314-29DF1F5E6980}"/>
                    </a:ext>
                  </a:extLst>
                </p14:cNvPr>
                <p14:cNvContentPartPr/>
                <p14:nvPr/>
              </p14:nvContentPartPr>
              <p14:xfrm>
                <a:off x="3294587" y="6028440"/>
                <a:ext cx="59040" cy="2124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360FCCD-EFBC-444E-A314-29DF1F5E69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288467" y="6022320"/>
                  <a:ext cx="712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731C18A-2EFE-514C-88BC-9B04ACCC6C62}"/>
              </a:ext>
            </a:extLst>
          </p:cNvPr>
          <p:cNvGrpSpPr/>
          <p:nvPr/>
        </p:nvGrpSpPr>
        <p:grpSpPr>
          <a:xfrm>
            <a:off x="3674027" y="6133920"/>
            <a:ext cx="202320" cy="81720"/>
            <a:chOff x="3674027" y="6133920"/>
            <a:chExt cx="20232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9E12D08-2949-E72D-2557-8D7E412CA361}"/>
                    </a:ext>
                  </a:extLst>
                </p14:cNvPr>
                <p14:cNvContentPartPr/>
                <p14:nvPr/>
              </p14:nvContentPartPr>
              <p14:xfrm>
                <a:off x="3674027" y="6133920"/>
                <a:ext cx="175680" cy="108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9E12D08-2949-E72D-2557-8D7E412CA36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667907" y="6127800"/>
                  <a:ext cx="187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D077370-A65E-84E5-615C-AC7DC949C1C0}"/>
                    </a:ext>
                  </a:extLst>
                </p14:cNvPr>
                <p14:cNvContentPartPr/>
                <p14:nvPr/>
              </p14:nvContentPartPr>
              <p14:xfrm>
                <a:off x="3737387" y="6208440"/>
                <a:ext cx="138960" cy="72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D077370-A65E-84E5-615C-AC7DC949C1C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3731267" y="6202320"/>
                  <a:ext cx="1512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0022455F-A876-8603-7267-F5CE4DF56CC4}"/>
              </a:ext>
            </a:extLst>
          </p:cNvPr>
          <p:cNvGrpSpPr/>
          <p:nvPr/>
        </p:nvGrpSpPr>
        <p:grpSpPr>
          <a:xfrm>
            <a:off x="7712147" y="4611120"/>
            <a:ext cx="535680" cy="675000"/>
            <a:chOff x="7712147" y="4611120"/>
            <a:chExt cx="535680" cy="67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89ED8D2-9468-27D0-756F-B751B54A3038}"/>
                    </a:ext>
                  </a:extLst>
                </p14:cNvPr>
                <p14:cNvContentPartPr/>
                <p14:nvPr/>
              </p14:nvContentPartPr>
              <p14:xfrm>
                <a:off x="7765067" y="4611120"/>
                <a:ext cx="482760" cy="6310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89ED8D2-9468-27D0-756F-B751B54A303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758947" y="4605000"/>
                  <a:ext cx="49500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6B565D3-62D7-0AD9-C6B3-B79E9A9AA48D}"/>
                    </a:ext>
                  </a:extLst>
                </p14:cNvPr>
                <p14:cNvContentPartPr/>
                <p14:nvPr/>
              </p14:nvContentPartPr>
              <p14:xfrm>
                <a:off x="7712147" y="5190000"/>
                <a:ext cx="66600" cy="961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6B565D3-62D7-0AD9-C6B3-B79E9A9AA48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706027" y="5183880"/>
                  <a:ext cx="78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E914196-7AA8-3DB0-CC1D-0E3ED0ED7379}"/>
                    </a:ext>
                  </a:extLst>
                </p14:cNvPr>
                <p14:cNvContentPartPr/>
                <p14:nvPr/>
              </p14:nvContentPartPr>
              <p14:xfrm>
                <a:off x="7800347" y="5214840"/>
                <a:ext cx="106920" cy="70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E914196-7AA8-3DB0-CC1D-0E3ED0ED737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794227" y="5208720"/>
                  <a:ext cx="1191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18E4EFD8-755C-EBF0-E763-350102FE87EE}"/>
              </a:ext>
            </a:extLst>
          </p:cNvPr>
          <p:cNvGrpSpPr/>
          <p:nvPr/>
        </p:nvGrpSpPr>
        <p:grpSpPr>
          <a:xfrm>
            <a:off x="8503067" y="4296120"/>
            <a:ext cx="1755360" cy="396720"/>
            <a:chOff x="8503067" y="4296120"/>
            <a:chExt cx="175536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F262779-3CD8-936E-E2EF-7CDA95D34BA3}"/>
                    </a:ext>
                  </a:extLst>
                </p14:cNvPr>
                <p14:cNvContentPartPr/>
                <p14:nvPr/>
              </p14:nvContentPartPr>
              <p14:xfrm>
                <a:off x="8651387" y="4515720"/>
                <a:ext cx="35640" cy="1101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F262779-3CD8-936E-E2EF-7CDA95D34BA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645267" y="4509600"/>
                  <a:ext cx="478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7C84715-DEDF-D134-1425-60FD230EE737}"/>
                    </a:ext>
                  </a:extLst>
                </p14:cNvPr>
                <p14:cNvContentPartPr/>
                <p14:nvPr/>
              </p14:nvContentPartPr>
              <p14:xfrm>
                <a:off x="8503067" y="4439760"/>
                <a:ext cx="312120" cy="253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7C84715-DEDF-D134-1425-60FD230EE73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496947" y="4433640"/>
                  <a:ext cx="3243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317601D-2C15-B2ED-2FF8-590026A116F5}"/>
                    </a:ext>
                  </a:extLst>
                </p14:cNvPr>
                <p14:cNvContentPartPr/>
                <p14:nvPr/>
              </p14:nvContentPartPr>
              <p14:xfrm>
                <a:off x="8854787" y="4514640"/>
                <a:ext cx="100800" cy="993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317601D-2C15-B2ED-2FF8-590026A116F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848667" y="4508520"/>
                  <a:ext cx="113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8687EF0-DF8C-A496-B4D4-67E450A91F1A}"/>
                    </a:ext>
                  </a:extLst>
                </p14:cNvPr>
                <p14:cNvContentPartPr/>
                <p14:nvPr/>
              </p14:nvContentPartPr>
              <p14:xfrm>
                <a:off x="9021107" y="4491600"/>
                <a:ext cx="333000" cy="90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8687EF0-DF8C-A496-B4D4-67E450A91F1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014987" y="4485480"/>
                  <a:ext cx="345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A55B305-50EA-0584-B733-B75AEC89878B}"/>
                    </a:ext>
                  </a:extLst>
                </p14:cNvPr>
                <p14:cNvContentPartPr/>
                <p14:nvPr/>
              </p14:nvContentPartPr>
              <p14:xfrm>
                <a:off x="9342227" y="4490880"/>
                <a:ext cx="59040" cy="680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A55B305-50EA-0584-B733-B75AEC89878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336107" y="4484760"/>
                  <a:ext cx="712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4150BE7-16DD-E931-C501-B689C5681031}"/>
                    </a:ext>
                  </a:extLst>
                </p14:cNvPr>
                <p14:cNvContentPartPr/>
                <p14:nvPr/>
              </p14:nvContentPartPr>
              <p14:xfrm>
                <a:off x="9431147" y="4331400"/>
                <a:ext cx="14760" cy="4032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4150BE7-16DD-E931-C501-B689C568103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425027" y="4325280"/>
                  <a:ext cx="27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B676E68-1A3A-A1E0-56E0-BF1C86C4FD43}"/>
                    </a:ext>
                  </a:extLst>
                </p14:cNvPr>
                <p14:cNvContentPartPr/>
                <p14:nvPr/>
              </p14:nvContentPartPr>
              <p14:xfrm>
                <a:off x="9433307" y="4469280"/>
                <a:ext cx="181800" cy="752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B676E68-1A3A-A1E0-56E0-BF1C86C4FD4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27187" y="4463160"/>
                  <a:ext cx="194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9D6B4FD-6498-BBB8-01E5-4A62B949F731}"/>
                    </a:ext>
                  </a:extLst>
                </p14:cNvPr>
                <p14:cNvContentPartPr/>
                <p14:nvPr/>
              </p14:nvContentPartPr>
              <p14:xfrm>
                <a:off x="9625907" y="4421040"/>
                <a:ext cx="155520" cy="93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9D6B4FD-6498-BBB8-01E5-4A62B949F731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619787" y="4414920"/>
                  <a:ext cx="167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E0332A1-F5C8-3346-175F-91CABF2E6D8B}"/>
                    </a:ext>
                  </a:extLst>
                </p14:cNvPr>
                <p14:cNvContentPartPr/>
                <p14:nvPr/>
              </p14:nvContentPartPr>
              <p14:xfrm>
                <a:off x="9847307" y="4449480"/>
                <a:ext cx="154440" cy="547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E0332A1-F5C8-3346-175F-91CABF2E6D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841187" y="4443360"/>
                  <a:ext cx="1666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4DADB33-82DE-5386-ACED-04D5C72AE20C}"/>
                    </a:ext>
                  </a:extLst>
                </p14:cNvPr>
                <p14:cNvContentPartPr/>
                <p14:nvPr/>
              </p14:nvContentPartPr>
              <p14:xfrm>
                <a:off x="10115147" y="4296120"/>
                <a:ext cx="59040" cy="1958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4DADB33-82DE-5386-ACED-04D5C72AE20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109027" y="4290000"/>
                  <a:ext cx="71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701D0BF-B4BE-8F2E-5F5E-D1E9291129A0}"/>
                    </a:ext>
                  </a:extLst>
                </p14:cNvPr>
                <p14:cNvContentPartPr/>
                <p14:nvPr/>
              </p14:nvContentPartPr>
              <p14:xfrm>
                <a:off x="10096427" y="4396920"/>
                <a:ext cx="162000" cy="140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701D0BF-B4BE-8F2E-5F5E-D1E9291129A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090307" y="4390800"/>
                  <a:ext cx="1742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36B82EA4-644D-8FF9-E0E6-1675F9465D59}"/>
              </a:ext>
            </a:extLst>
          </p:cNvPr>
          <p:cNvGrpSpPr/>
          <p:nvPr/>
        </p:nvGrpSpPr>
        <p:grpSpPr>
          <a:xfrm>
            <a:off x="10492067" y="4227720"/>
            <a:ext cx="852840" cy="236880"/>
            <a:chOff x="10492067" y="4227720"/>
            <a:chExt cx="85284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26AB5E5-DF41-14C1-7EB5-3770A3D2B057}"/>
                    </a:ext>
                  </a:extLst>
                </p14:cNvPr>
                <p14:cNvContentPartPr/>
                <p14:nvPr/>
              </p14:nvContentPartPr>
              <p14:xfrm>
                <a:off x="10593947" y="4227720"/>
                <a:ext cx="85320" cy="2368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26AB5E5-DF41-14C1-7EB5-3770A3D2B05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87827" y="4221600"/>
                  <a:ext cx="97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ACC1EB-D2A0-157C-5226-F3E53431522F}"/>
                    </a:ext>
                  </a:extLst>
                </p14:cNvPr>
                <p14:cNvContentPartPr/>
                <p14:nvPr/>
              </p14:nvContentPartPr>
              <p14:xfrm>
                <a:off x="10492067" y="4344720"/>
                <a:ext cx="351000" cy="1105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ACC1EB-D2A0-157C-5226-F3E53431522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485947" y="4338600"/>
                  <a:ext cx="363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61722B1-A667-DC12-52A4-9556E05B5B92}"/>
                    </a:ext>
                  </a:extLst>
                </p14:cNvPr>
                <p14:cNvContentPartPr/>
                <p14:nvPr/>
              </p14:nvContentPartPr>
              <p14:xfrm>
                <a:off x="10892387" y="4327800"/>
                <a:ext cx="109440" cy="1018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61722B1-A667-DC12-52A4-9556E05B5B9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886267" y="4321680"/>
                  <a:ext cx="121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1AF268CC-238A-242F-4095-DC87F4984483}"/>
                    </a:ext>
                  </a:extLst>
                </p14:cNvPr>
                <p14:cNvContentPartPr/>
                <p14:nvPr/>
              </p14:nvContentPartPr>
              <p14:xfrm>
                <a:off x="11024867" y="4361640"/>
                <a:ext cx="320040" cy="72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1AF268CC-238A-242F-4095-DC87F498448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018747" y="4355520"/>
                  <a:ext cx="3322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1AE3F1F3-F5A2-83E5-62E9-AF5AEC7230F7}"/>
              </a:ext>
            </a:extLst>
          </p:cNvPr>
          <p:cNvGrpSpPr/>
          <p:nvPr/>
        </p:nvGrpSpPr>
        <p:grpSpPr>
          <a:xfrm>
            <a:off x="10395587" y="6208440"/>
            <a:ext cx="1138680" cy="414360"/>
            <a:chOff x="10395587" y="6208440"/>
            <a:chExt cx="11386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C22E511-10C8-8241-624F-A1949B46C7D3}"/>
                    </a:ext>
                  </a:extLst>
                </p14:cNvPr>
                <p14:cNvContentPartPr/>
                <p14:nvPr/>
              </p14:nvContentPartPr>
              <p14:xfrm>
                <a:off x="10395587" y="6335880"/>
                <a:ext cx="332640" cy="28692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C22E511-10C8-8241-624F-A1949B46C7D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389467" y="6329760"/>
                  <a:ext cx="344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D453843-A467-6476-C388-06F4C13F5B68}"/>
                    </a:ext>
                  </a:extLst>
                </p14:cNvPr>
                <p14:cNvContentPartPr/>
                <p14:nvPr/>
              </p14:nvContentPartPr>
              <p14:xfrm>
                <a:off x="10758827" y="6261000"/>
                <a:ext cx="237240" cy="3247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D453843-A467-6476-C388-06F4C13F5B6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752707" y="6254880"/>
                  <a:ext cx="2494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91D18C6-13A6-A6FA-0C9F-0D8E482B9C7C}"/>
                    </a:ext>
                  </a:extLst>
                </p14:cNvPr>
                <p14:cNvContentPartPr/>
                <p14:nvPr/>
              </p14:nvContentPartPr>
              <p14:xfrm>
                <a:off x="11021987" y="6432000"/>
                <a:ext cx="153720" cy="85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91D18C6-13A6-A6FA-0C9F-0D8E482B9C7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015867" y="6425880"/>
                  <a:ext cx="165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EE547E8-3D1E-247C-760E-D3CCC76E3D1E}"/>
                    </a:ext>
                  </a:extLst>
                </p14:cNvPr>
                <p14:cNvContentPartPr/>
                <p14:nvPr/>
              </p14:nvContentPartPr>
              <p14:xfrm>
                <a:off x="11250587" y="6272160"/>
                <a:ext cx="114120" cy="802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EE547E8-3D1E-247C-760E-D3CCC76E3D1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244467" y="6266040"/>
                  <a:ext cx="1263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90D3646-3E31-910A-8330-36E3C0B192FC}"/>
                    </a:ext>
                  </a:extLst>
                </p14:cNvPr>
                <p14:cNvContentPartPr/>
                <p14:nvPr/>
              </p14:nvContentPartPr>
              <p14:xfrm>
                <a:off x="11440307" y="6208440"/>
                <a:ext cx="93960" cy="333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90D3646-3E31-910A-8330-36E3C0B192F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434187" y="6202320"/>
                  <a:ext cx="106200" cy="34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70417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6F7D-644A-08F3-2B6B-BBCC5407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270041A-758A-375E-80CB-B27F2FA26EF3}"/>
              </a:ext>
            </a:extLst>
          </p:cNvPr>
          <p:cNvGrpSpPr/>
          <p:nvPr/>
        </p:nvGrpSpPr>
        <p:grpSpPr>
          <a:xfrm>
            <a:off x="811467" y="20960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21C20D6-46D8-BD82-715A-37CE2330EAB8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21C20D6-46D8-BD82-715A-37CE2330EAB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D5D21C-C6EB-EDC6-5F90-70C88F33EBB2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D5D21C-C6EB-EDC6-5F90-70C88F33EB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C95956-E2DB-020B-2113-A01AF30D0D86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C95956-E2DB-020B-2113-A01AF30D0D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11DAFF-11A3-C224-8EAB-B19E2C0B1814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11DAFF-11A3-C224-8EAB-B19E2C0B181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D9F9BF-DDA9-DC23-607C-BBF6E7C23D0D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D9F9BF-DDA9-DC23-607C-BBF6E7C23D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3DF28A-E278-5C04-C092-0596999AD32B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3DF28A-E278-5C04-C092-0596999AD3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26CCDC-1872-DC16-1580-842C2688F4B6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26CCDC-1872-DC16-1580-842C2688F4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61D45D-8DFF-37F5-C0D2-222B4004B060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61D45D-8DFF-37F5-C0D2-222B4004B0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949A7F-5D99-ED34-65E8-1BA81B60010D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949A7F-5D99-ED34-65E8-1BA81B6001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B4ADDC-17C4-159B-1A5D-FFF5049EC9AC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BB4ADDC-17C4-159B-1A5D-FFF5049EC9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182D7E-D210-A7EC-048E-155E7CFB0224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182D7E-D210-A7EC-048E-155E7CFB022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0FBAC7-1D05-1342-55F2-9E9C7A808210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0FBAC7-1D05-1342-55F2-9E9C7A8082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AE4917A-00B7-4C42-CAEB-821FAFD2996A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AE4917A-00B7-4C42-CAEB-821FAFD299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F6C271-78A3-B9E9-C404-CCC90A91EDDF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F6C271-78A3-B9E9-C404-CCC90A91ED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BB643E-46CE-C4F9-B77E-501C83CA3D26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BB643E-46CE-C4F9-B77E-501C83CA3D2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3B2947-9BBD-D26F-E6F4-1E1B5CE65B05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3B2947-9BBD-D26F-E6F4-1E1B5CE65B0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AED148C-EE1C-4441-C3C7-C338E6353985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AED148C-EE1C-4441-C3C7-C338E635398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F6E3C39-55DB-1AE9-E58A-E1ACA178238B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F6E3C39-55DB-1AE9-E58A-E1ACA17823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164409-6504-722A-6080-9668BDB76C1B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164409-6504-722A-6080-9668BDB76C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7791676-D487-697E-0FE5-3D433AA2A741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7791676-D487-697E-0FE5-3D433AA2A7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36E0005-6CF8-F533-E517-1FEDECD316C5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36E0005-6CF8-F533-E517-1FEDECD316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9B7ADAF-1DB8-E92E-3902-E94E7E7946CE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9B7ADAF-1DB8-E92E-3902-E94E7E7946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4D7847-8867-D69E-E6BA-73591282B420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4D7847-8867-D69E-E6BA-73591282B4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593ABD-FB9D-4496-4CA0-37E1D489459C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593ABD-FB9D-4496-4CA0-37E1D489459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C55C1C-5A10-1DCA-FE9D-4BC7804FBF6A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C55C1C-5A10-1DCA-FE9D-4BC7804FBF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2F7FAA-AC46-84BA-1570-EEDF6BEC378C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2F7FAA-AC46-84BA-1570-EEDF6BEC37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D7BD981-02F3-D76F-5923-B61FF37E2F84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D7BD981-02F3-D76F-5923-B61FF37E2F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A0BCDB-8321-FC9A-E73B-CE407558CB6F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A0BCDB-8321-FC9A-E73B-CE407558CB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A37140-2FE0-C527-7FB7-24045CEA7D33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EA37140-2FE0-C527-7FB7-24045CEA7D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CF65C87-F423-177B-848C-44C2FF4520BA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CF65C87-F423-177B-848C-44C2FF4520B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B2CE92-DA5A-8BD2-67E9-222670F2B1A7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B2CE92-DA5A-8BD2-67E9-222670F2B1A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65E782-FB77-EDE7-C266-9987946900A2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65E782-FB77-EDE7-C266-9987946900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9059EA3-F39B-69ED-E3F5-21996095290D}"/>
                  </a:ext>
                </a:extLst>
              </p14:cNvPr>
              <p14:cNvContentPartPr/>
              <p14:nvPr/>
            </p14:nvContentPartPr>
            <p14:xfrm>
              <a:off x="7254587" y="482120"/>
              <a:ext cx="218520" cy="59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9059EA3-F39B-69ED-E3F5-21996095290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50267" y="477800"/>
                <a:ext cx="22716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0BD7A32-3067-A7DF-5137-A48DBE4F86AC}"/>
              </a:ext>
            </a:extLst>
          </p:cNvPr>
          <p:cNvGrpSpPr/>
          <p:nvPr/>
        </p:nvGrpSpPr>
        <p:grpSpPr>
          <a:xfrm>
            <a:off x="7970987" y="307520"/>
            <a:ext cx="895320" cy="263880"/>
            <a:chOff x="7970987" y="307520"/>
            <a:chExt cx="895320" cy="26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74A90C-7127-D7CE-1D1F-8DAE6EBE80A4}"/>
                    </a:ext>
                  </a:extLst>
                </p14:cNvPr>
                <p14:cNvContentPartPr/>
                <p14:nvPr/>
              </p14:nvContentPartPr>
              <p14:xfrm>
                <a:off x="7970987" y="494720"/>
                <a:ext cx="111600" cy="70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74A90C-7127-D7CE-1D1F-8DAE6EBE80A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6667" y="490400"/>
                  <a:ext cx="120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161AB6-7333-7D2B-9D2E-98F66278E85C}"/>
                    </a:ext>
                  </a:extLst>
                </p14:cNvPr>
                <p14:cNvContentPartPr/>
                <p14:nvPr/>
              </p14:nvContentPartPr>
              <p14:xfrm>
                <a:off x="8050187" y="400040"/>
                <a:ext cx="53640" cy="25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161AB6-7333-7D2B-9D2E-98F66278E8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5867" y="395720"/>
                  <a:ext cx="62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D34F3C-CEA2-1A6D-F0F9-9475B747CA23}"/>
                    </a:ext>
                  </a:extLst>
                </p14:cNvPr>
                <p14:cNvContentPartPr/>
                <p14:nvPr/>
              </p14:nvContentPartPr>
              <p14:xfrm>
                <a:off x="8202827" y="307520"/>
                <a:ext cx="86040" cy="263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D34F3C-CEA2-1A6D-F0F9-9475B747CA2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98507" y="303200"/>
                  <a:ext cx="946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8C7D0F-0F06-19DC-B130-95CB6636A00C}"/>
                    </a:ext>
                  </a:extLst>
                </p14:cNvPr>
                <p14:cNvContentPartPr/>
                <p14:nvPr/>
              </p14:nvContentPartPr>
              <p14:xfrm>
                <a:off x="8174387" y="416240"/>
                <a:ext cx="220320" cy="96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8C7D0F-0F06-19DC-B130-95CB6636A00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70067" y="411920"/>
                  <a:ext cx="228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54E68F-DAF3-4705-E5E8-3144FC9EFAA6}"/>
                    </a:ext>
                  </a:extLst>
                </p14:cNvPr>
                <p14:cNvContentPartPr/>
                <p14:nvPr/>
              </p14:nvContentPartPr>
              <p14:xfrm>
                <a:off x="8451227" y="444680"/>
                <a:ext cx="268920" cy="47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54E68F-DAF3-4705-E5E8-3144FC9EFAA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46907" y="440360"/>
                  <a:ext cx="277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DC4E24-8322-8662-F483-D15560087C98}"/>
                    </a:ext>
                  </a:extLst>
                </p14:cNvPr>
                <p14:cNvContentPartPr/>
                <p14:nvPr/>
              </p14:nvContentPartPr>
              <p14:xfrm>
                <a:off x="8729867" y="422000"/>
                <a:ext cx="136440" cy="72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DC4E24-8322-8662-F483-D15560087C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25547" y="417680"/>
                  <a:ext cx="1450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D080A5-4401-46BB-463B-750545CDEF21}"/>
              </a:ext>
            </a:extLst>
          </p:cNvPr>
          <p:cNvGrpSpPr/>
          <p:nvPr/>
        </p:nvGrpSpPr>
        <p:grpSpPr>
          <a:xfrm>
            <a:off x="2466227" y="1022480"/>
            <a:ext cx="1791360" cy="4287441"/>
            <a:chOff x="2466227" y="1022480"/>
            <a:chExt cx="1791360" cy="428744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7799F62-2D6A-137C-5128-66B8FF4E56F8}"/>
                    </a:ext>
                  </a:extLst>
                </p14:cNvPr>
                <p14:cNvContentPartPr/>
                <p14:nvPr/>
              </p14:nvContentPartPr>
              <p14:xfrm>
                <a:off x="2580707" y="1157480"/>
                <a:ext cx="42840" cy="28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7799F62-2D6A-137C-5128-66B8FF4E56F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74587" y="1151360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D65265-3922-12A9-DBD4-86914AACEF3A}"/>
                    </a:ext>
                  </a:extLst>
                </p14:cNvPr>
                <p14:cNvContentPartPr/>
                <p14:nvPr/>
              </p14:nvContentPartPr>
              <p14:xfrm>
                <a:off x="2466227" y="1090520"/>
                <a:ext cx="257760" cy="149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D65265-3922-12A9-DBD4-86914AACEF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60107" y="1084400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D29C6A2-6C66-E701-7F7D-6365A811E729}"/>
                    </a:ext>
                  </a:extLst>
                </p14:cNvPr>
                <p14:cNvContentPartPr/>
                <p14:nvPr/>
              </p14:nvContentPartPr>
              <p14:xfrm>
                <a:off x="3022427" y="1029320"/>
                <a:ext cx="27360" cy="36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D29C6A2-6C66-E701-7F7D-6365A811E7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16307" y="1023200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D34A93-8B32-E969-E88C-07A219B9EE77}"/>
                    </a:ext>
                  </a:extLst>
                </p14:cNvPr>
                <p14:cNvContentPartPr/>
                <p14:nvPr/>
              </p14:nvContentPartPr>
              <p14:xfrm>
                <a:off x="2911547" y="1022480"/>
                <a:ext cx="22464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D34A93-8B32-E969-E88C-07A219B9EE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05427" y="1016360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4D7AD62-114D-360D-C756-B6D34A72795B}"/>
                    </a:ext>
                  </a:extLst>
                </p14:cNvPr>
                <p14:cNvContentPartPr/>
                <p14:nvPr/>
              </p14:nvContentPartPr>
              <p14:xfrm>
                <a:off x="2733107" y="2359747"/>
                <a:ext cx="42840" cy="288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4D7AD62-114D-360D-C756-B6D34A7279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987" y="2353627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8FE1439-29D5-8DAB-A238-88CB1B6F4F02}"/>
                    </a:ext>
                  </a:extLst>
                </p14:cNvPr>
                <p14:cNvContentPartPr/>
                <p14:nvPr/>
              </p14:nvContentPartPr>
              <p14:xfrm>
                <a:off x="2618627" y="2292787"/>
                <a:ext cx="257760" cy="149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8FE1439-29D5-8DAB-A238-88CB1B6F4F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12507" y="2286667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B77220-2638-33A6-1A7D-25268D50594C}"/>
                    </a:ext>
                  </a:extLst>
                </p14:cNvPr>
                <p14:cNvContentPartPr/>
                <p14:nvPr/>
              </p14:nvContentPartPr>
              <p14:xfrm>
                <a:off x="3174827" y="2231587"/>
                <a:ext cx="27360" cy="366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B77220-2638-33A6-1A7D-25268D5059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68707" y="2225467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EEE979-12B5-6976-1FDB-733C9682F11C}"/>
                    </a:ext>
                  </a:extLst>
                </p14:cNvPr>
                <p14:cNvContentPartPr/>
                <p14:nvPr/>
              </p14:nvContentPartPr>
              <p14:xfrm>
                <a:off x="3063947" y="2224747"/>
                <a:ext cx="224640" cy="123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EEE979-12B5-6976-1FDB-733C9682F1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57827" y="2218627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4BB3A95-8872-BF9C-64E8-4B325B204E5B}"/>
                    </a:ext>
                  </a:extLst>
                </p14:cNvPr>
                <p14:cNvContentPartPr/>
                <p14:nvPr/>
              </p14:nvContentPartPr>
              <p14:xfrm>
                <a:off x="3444307" y="3714413"/>
                <a:ext cx="42840" cy="288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4BB3A95-8872-BF9C-64E8-4B325B204E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38187" y="3708293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D8C9B26-DDA9-8208-FB6D-53D589795AA8}"/>
                    </a:ext>
                  </a:extLst>
                </p14:cNvPr>
                <p14:cNvContentPartPr/>
                <p14:nvPr/>
              </p14:nvContentPartPr>
              <p14:xfrm>
                <a:off x="3329827" y="3647453"/>
                <a:ext cx="257760" cy="149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D8C9B26-DDA9-8208-FB6D-53D589795AA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23707" y="3641333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AD6631-4873-FB2F-A295-DD042672DDEF}"/>
                    </a:ext>
                  </a:extLst>
                </p14:cNvPr>
                <p14:cNvContentPartPr/>
                <p14:nvPr/>
              </p14:nvContentPartPr>
              <p14:xfrm>
                <a:off x="3886027" y="3586253"/>
                <a:ext cx="27360" cy="366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AD6631-4873-FB2F-A295-DD042672DD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79907" y="3580133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663965B-DD6E-7E8C-D0F2-746CBE933002}"/>
                    </a:ext>
                  </a:extLst>
                </p14:cNvPr>
                <p14:cNvContentPartPr/>
                <p14:nvPr/>
              </p14:nvContentPartPr>
              <p14:xfrm>
                <a:off x="3775147" y="3579413"/>
                <a:ext cx="224640" cy="1231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663965B-DD6E-7E8C-D0F2-746CBE9330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69027" y="3573293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C99F0BD-0A8A-F722-CD7D-A078522C5625}"/>
                    </a:ext>
                  </a:extLst>
                </p14:cNvPr>
                <p14:cNvContentPartPr/>
                <p14:nvPr/>
              </p14:nvContentPartPr>
              <p14:xfrm>
                <a:off x="3702107" y="5021561"/>
                <a:ext cx="42840" cy="288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C99F0BD-0A8A-F722-CD7D-A078522C56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95987" y="5015441"/>
                  <a:ext cx="55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A8B8652-5E2C-5A52-432D-FEE5DDACBE12}"/>
                    </a:ext>
                  </a:extLst>
                </p14:cNvPr>
                <p14:cNvContentPartPr/>
                <p14:nvPr/>
              </p14:nvContentPartPr>
              <p14:xfrm>
                <a:off x="3587627" y="4954601"/>
                <a:ext cx="257760" cy="149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A8B8652-5E2C-5A52-432D-FEE5DDACBE1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81507" y="4948481"/>
                  <a:ext cx="27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5B2FD4D-ED14-5E9C-51C9-85CEFBCA8FBC}"/>
                    </a:ext>
                  </a:extLst>
                </p14:cNvPr>
                <p14:cNvContentPartPr/>
                <p14:nvPr/>
              </p14:nvContentPartPr>
              <p14:xfrm>
                <a:off x="4143827" y="4893401"/>
                <a:ext cx="27360" cy="36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5B2FD4D-ED14-5E9C-51C9-85CEFBCA8F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37707" y="4887281"/>
                  <a:ext cx="396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36E5C62-EFE9-902C-04B8-DCA90F029EDE}"/>
                    </a:ext>
                  </a:extLst>
                </p14:cNvPr>
                <p14:cNvContentPartPr/>
                <p14:nvPr/>
              </p14:nvContentPartPr>
              <p14:xfrm>
                <a:off x="4032947" y="4886561"/>
                <a:ext cx="224640" cy="123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36E5C62-EFE9-902C-04B8-DCA90F029ED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6827" y="4880441"/>
                  <a:ext cx="2368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0788682-361B-3390-1F7D-3CF8512EE4C9}"/>
              </a:ext>
            </a:extLst>
          </p:cNvPr>
          <p:cNvGrpSpPr/>
          <p:nvPr/>
        </p:nvGrpSpPr>
        <p:grpSpPr>
          <a:xfrm>
            <a:off x="568207" y="2892867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01A3C2-DEB3-351E-170E-1B63F1CD8372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F01A3C2-DEB3-351E-170E-1B63F1CD837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304652-8117-63CB-C294-392A2E5AA4DA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304652-8117-63CB-C294-392A2E5AA4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B912BA-5502-23E4-0C2B-89646A3637E1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B912BA-5502-23E4-0C2B-89646A3637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5967345-B45A-A327-9C06-F00B2AE5B926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5967345-B45A-A327-9C06-F00B2AE5B9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218809D-72FA-44F3-55B4-3BDA70B5EE6F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218809D-72FA-44F3-55B4-3BDA70B5EE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742B5A-BA5F-3D1E-8320-3AAC1BDED198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742B5A-BA5F-3D1E-8320-3AAC1BDED1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A6CF130-7407-7767-4E4A-D6930DC50EEB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A6CF130-7407-7767-4E4A-D6930DC50E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93B1FA1-EB12-BEE7-82D7-4E1C37BC4E33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93B1FA1-EB12-BEE7-82D7-4E1C37BC4E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5F0A473-0C54-CF01-550F-204FCA12BB32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5F0A473-0C54-CF01-550F-204FCA12BB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FCAAAA1-FBCB-EC97-2045-E991B0041C8C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FCAAAA1-FBCB-EC97-2045-E991B0041C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D12058-5522-DF81-1A2E-BF22A70EEB7F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D12058-5522-DF81-1A2E-BF22A70EEB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E6A9F5C-743B-5121-6A65-6133164F1ABF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E6A9F5C-743B-5121-6A65-6133164F1A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2AA47F-906F-4CFB-07AA-D68ADEBB38B4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2AA47F-906F-4CFB-07AA-D68ADEBB38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C6FD0D6-64BD-4FC1-082C-1F59154EF83B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C6FD0D6-64BD-4FC1-082C-1F59154EF8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F8E25D-A0FE-B329-0E87-315734462E4A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F8E25D-A0FE-B329-0E87-315734462E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B0E2C2-60A7-0329-6C39-97E78A4D9C49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B0E2C2-60A7-0329-6C39-97E78A4D9C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D19E7D2-A278-DDDB-2463-F0D631DF860F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D19E7D2-A278-DDDB-2463-F0D631DF86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C7E25B3-4B05-7865-CD99-8DF723A79EE7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C7E25B3-4B05-7865-CD99-8DF723A79E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91033F-94E1-C5A4-08C3-40F014CDCD10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91033F-94E1-C5A4-08C3-40F014CDCD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A62A06-D302-8CD8-F121-284D10283416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A62A06-D302-8CD8-F121-284D102834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AA1230-4E7A-9B3D-3378-E32FEC0799B7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AA1230-4E7A-9B3D-3378-E32FEC0799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63D5E2-DF2C-FEED-E9B0-E5FA8E490709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63D5E2-DF2C-FEED-E9B0-E5FA8E4907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77A2BC-EA33-A146-3993-9A68B3754B7C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77A2BC-EA33-A146-3993-9A68B3754B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6986A12-39CE-585F-F9FE-FDD83BEE3139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6986A12-39CE-585F-F9FE-FDD83BEE31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EB0AF9-E0A0-4A0C-3F05-581E5A8EF05C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EB0AF9-E0A0-4A0C-3F05-581E5A8EF0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CE38DF-A973-7817-E5CC-E1F2A8267D5A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CE38DF-A973-7817-E5CC-E1F2A8267D5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16D654B-C58C-19DF-2D75-AAACF9D72416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16D654B-C58C-19DF-2D75-AAACF9D724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C06B0C-413E-9B15-D9B0-7FFE84B80B1F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C06B0C-413E-9B15-D9B0-7FFE84B80B1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59E1CF5-BC03-D1BB-605A-21A683C57E73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59E1CF5-BC03-D1BB-605A-21A683C57E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3B0E6C7-5855-422B-3ED6-4B822BD4327D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3B0E6C7-5855-422B-3ED6-4B822BD432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48BC5FD-6066-9CD0-7B33-3A96B3284664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48BC5FD-6066-9CD0-7B33-3A96B32846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8BB2821-86F6-4B68-8AA6-127DD96BC4C9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8BB2821-86F6-4B68-8AA6-127DD96BC4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BA3D003-1250-7D46-9DAC-9AFA76390084}"/>
              </a:ext>
            </a:extLst>
          </p:cNvPr>
          <p:cNvGrpSpPr/>
          <p:nvPr/>
        </p:nvGrpSpPr>
        <p:grpSpPr>
          <a:xfrm>
            <a:off x="6652467" y="816920"/>
            <a:ext cx="4686680" cy="2448547"/>
            <a:chOff x="811467" y="209600"/>
            <a:chExt cx="4686680" cy="244854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5934E0-A548-8A3B-2538-1065BF76BCFC}"/>
                    </a:ext>
                  </a:extLst>
                </p14:cNvPr>
                <p14:cNvContentPartPr/>
                <p14:nvPr/>
              </p14:nvContentPartPr>
              <p14:xfrm>
                <a:off x="2348867" y="453680"/>
                <a:ext cx="26640" cy="275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5934E0-A548-8A3B-2538-1065BF76BCF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4547" y="449360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004CEC4-4122-C53A-24B7-514FD8810555}"/>
                    </a:ext>
                  </a:extLst>
                </p14:cNvPr>
                <p14:cNvContentPartPr/>
                <p14:nvPr/>
              </p14:nvContentPartPr>
              <p14:xfrm>
                <a:off x="2408987" y="209600"/>
                <a:ext cx="3089160" cy="552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004CEC4-4122-C53A-24B7-514FD88105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04667" y="205280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6CBC23-294E-50BB-CF51-CD576E042714}"/>
                    </a:ext>
                  </a:extLst>
                </p14:cNvPr>
                <p14:cNvContentPartPr/>
                <p14:nvPr/>
              </p14:nvContentPartPr>
              <p14:xfrm>
                <a:off x="2802467" y="387440"/>
                <a:ext cx="26640" cy="309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6CBC23-294E-50BB-CF51-CD576E04271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98147" y="383120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457CB4-CE91-3C41-D7F6-CA7262DE862E}"/>
                    </a:ext>
                  </a:extLst>
                </p14:cNvPr>
                <p14:cNvContentPartPr/>
                <p14:nvPr/>
              </p14:nvContentPartPr>
              <p14:xfrm>
                <a:off x="3304307" y="322640"/>
                <a:ext cx="61560" cy="397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457CB4-CE91-3C41-D7F6-CA7262DE86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9987" y="318320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443D5A-0A03-FC0E-B4FE-2E1009455789}"/>
                    </a:ext>
                  </a:extLst>
                </p14:cNvPr>
                <p14:cNvContentPartPr/>
                <p14:nvPr/>
              </p14:nvContentPartPr>
              <p14:xfrm>
                <a:off x="3914867" y="320120"/>
                <a:ext cx="60480" cy="42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443D5A-0A03-FC0E-B4FE-2E10094557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10547" y="315800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C63AD35-C17A-87C7-F24E-C5684BFB86D9}"/>
                    </a:ext>
                  </a:extLst>
                </p14:cNvPr>
                <p14:cNvContentPartPr/>
                <p14:nvPr/>
              </p14:nvContentPartPr>
              <p14:xfrm>
                <a:off x="4383587" y="360800"/>
                <a:ext cx="59760" cy="373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C63AD35-C17A-87C7-F24E-C5684BFB86D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79267" y="356480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1F03EF1-6A9A-84E0-2624-6894E7129065}"/>
                    </a:ext>
                  </a:extLst>
                </p14:cNvPr>
                <p14:cNvContentPartPr/>
                <p14:nvPr/>
              </p14:nvContentPartPr>
              <p14:xfrm>
                <a:off x="4787147" y="281240"/>
                <a:ext cx="140760" cy="43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1F03EF1-6A9A-84E0-2624-6894E71290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82827" y="276920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C5F8BB-EC6C-626B-8236-F77D8E4D8206}"/>
                    </a:ext>
                  </a:extLst>
                </p14:cNvPr>
                <p14:cNvContentPartPr/>
                <p14:nvPr/>
              </p14:nvContentPartPr>
              <p14:xfrm>
                <a:off x="1174187" y="623960"/>
                <a:ext cx="167040" cy="146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C5F8BB-EC6C-626B-8236-F77D8E4D82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9867" y="619640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8A28F6F-7DDF-57B4-94D4-07AA35AB3834}"/>
                    </a:ext>
                  </a:extLst>
                </p14:cNvPr>
                <p14:cNvContentPartPr/>
                <p14:nvPr/>
              </p14:nvContentPartPr>
              <p14:xfrm>
                <a:off x="1097867" y="894320"/>
                <a:ext cx="19800" cy="2401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8A28F6F-7DDF-57B4-94D4-07AA35AB38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3547" y="890000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9F2B7FE-9911-963C-F883-3720700DE653}"/>
                    </a:ext>
                  </a:extLst>
                </p14:cNvPr>
                <p14:cNvContentPartPr/>
                <p14:nvPr/>
              </p14:nvContentPartPr>
              <p14:xfrm>
                <a:off x="1065467" y="828800"/>
                <a:ext cx="424080" cy="344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9F2B7FE-9911-963C-F883-3720700DE65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1147" y="824480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C9C9916-E5ED-33CE-38E2-BF8DAD33D433}"/>
                    </a:ext>
                  </a:extLst>
                </p14:cNvPr>
                <p14:cNvContentPartPr/>
                <p14:nvPr/>
              </p14:nvContentPartPr>
              <p14:xfrm>
                <a:off x="1350227" y="696680"/>
                <a:ext cx="963360" cy="5814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C9C9916-E5ED-33CE-38E2-BF8DAD33D4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907" y="692360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DCE51C0-88AA-33AA-B563-FAE0088A572B}"/>
                    </a:ext>
                  </a:extLst>
                </p14:cNvPr>
                <p14:cNvContentPartPr/>
                <p14:nvPr/>
              </p14:nvContentPartPr>
              <p14:xfrm>
                <a:off x="2249147" y="634760"/>
                <a:ext cx="120240" cy="14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DCE51C0-88AA-33AA-B563-FAE0088A57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44827" y="630440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25DFA23-947D-BE95-6F53-4346967B72C6}"/>
                    </a:ext>
                  </a:extLst>
                </p14:cNvPr>
                <p14:cNvContentPartPr/>
                <p14:nvPr/>
              </p14:nvContentPartPr>
              <p14:xfrm>
                <a:off x="2531027" y="828800"/>
                <a:ext cx="110520" cy="92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25DFA23-947D-BE95-6F53-4346967B72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26707" y="824480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96D9D94-0C23-D26C-21AB-D03B555615C5}"/>
                    </a:ext>
                  </a:extLst>
                </p14:cNvPr>
                <p14:cNvContentPartPr/>
                <p14:nvPr/>
              </p14:nvContentPartPr>
              <p14:xfrm>
                <a:off x="4908827" y="816920"/>
                <a:ext cx="67320" cy="73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96D9D94-0C23-D26C-21AB-D03B555615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04507" y="812600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DFE65A0-F95B-AF94-68B6-6CBEF921CF00}"/>
                    </a:ext>
                  </a:extLst>
                </p14:cNvPr>
                <p14:cNvContentPartPr/>
                <p14:nvPr/>
              </p14:nvContentPartPr>
              <p14:xfrm>
                <a:off x="5061827" y="843200"/>
                <a:ext cx="74160" cy="79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DFE65A0-F95B-AF94-68B6-6CBEF921CF0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57507" y="838880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C8483FB-B16A-E9F8-C8DD-027DA01A9869}"/>
                    </a:ext>
                  </a:extLst>
                </p14:cNvPr>
                <p14:cNvContentPartPr/>
                <p14:nvPr/>
              </p14:nvContentPartPr>
              <p14:xfrm>
                <a:off x="5244707" y="801800"/>
                <a:ext cx="19080" cy="119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C8483FB-B16A-E9F8-C8DD-027DA01A98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40387" y="797480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BFD7E2E-5AD5-1A8C-3B0F-4787C622F1C1}"/>
                    </a:ext>
                  </a:extLst>
                </p14:cNvPr>
                <p14:cNvContentPartPr/>
                <p14:nvPr/>
              </p14:nvContentPartPr>
              <p14:xfrm>
                <a:off x="2094867" y="1833747"/>
                <a:ext cx="26640" cy="2750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BFD7E2E-5AD5-1A8C-3B0F-4787C622F1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0547" y="1829427"/>
                  <a:ext cx="352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8D91057-242A-F564-B146-0D1463938B38}"/>
                    </a:ext>
                  </a:extLst>
                </p14:cNvPr>
                <p14:cNvContentPartPr/>
                <p14:nvPr/>
              </p14:nvContentPartPr>
              <p14:xfrm>
                <a:off x="2154987" y="1589667"/>
                <a:ext cx="3089160" cy="5526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8D91057-242A-F564-B146-0D1463938B3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50667" y="1585347"/>
                  <a:ext cx="30978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BE149B3-C128-F16F-6C1B-0D81FF97CDF1}"/>
                    </a:ext>
                  </a:extLst>
                </p14:cNvPr>
                <p14:cNvContentPartPr/>
                <p14:nvPr/>
              </p14:nvContentPartPr>
              <p14:xfrm>
                <a:off x="2548467" y="1767507"/>
                <a:ext cx="26640" cy="309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BE149B3-C128-F16F-6C1B-0D81FF97CD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44147" y="1763187"/>
                  <a:ext cx="352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7ED603E-51A5-E1EA-B43F-E4B6F8B268AA}"/>
                    </a:ext>
                  </a:extLst>
                </p14:cNvPr>
                <p14:cNvContentPartPr/>
                <p14:nvPr/>
              </p14:nvContentPartPr>
              <p14:xfrm>
                <a:off x="3050307" y="1702707"/>
                <a:ext cx="61560" cy="397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7ED603E-51A5-E1EA-B43F-E4B6F8B268A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45987" y="1698387"/>
                  <a:ext cx="702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9330D0F-1D48-3B78-5A46-FE76CCB9A6F5}"/>
                    </a:ext>
                  </a:extLst>
                </p14:cNvPr>
                <p14:cNvContentPartPr/>
                <p14:nvPr/>
              </p14:nvContentPartPr>
              <p14:xfrm>
                <a:off x="3660867" y="1700187"/>
                <a:ext cx="60480" cy="423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9330D0F-1D48-3B78-5A46-FE76CCB9A6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6547" y="1695867"/>
                  <a:ext cx="691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B6F725B-7DDB-65E2-44DA-4C65B43A7B4A}"/>
                    </a:ext>
                  </a:extLst>
                </p14:cNvPr>
                <p14:cNvContentPartPr/>
                <p14:nvPr/>
              </p14:nvContentPartPr>
              <p14:xfrm>
                <a:off x="4129587" y="1740867"/>
                <a:ext cx="59760" cy="3736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B6F725B-7DDB-65E2-44DA-4C65B43A7B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25267" y="1736547"/>
                  <a:ext cx="684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3985096-D6BE-5AFD-5177-2044858CBA01}"/>
                    </a:ext>
                  </a:extLst>
                </p14:cNvPr>
                <p14:cNvContentPartPr/>
                <p14:nvPr/>
              </p14:nvContentPartPr>
              <p14:xfrm>
                <a:off x="4533147" y="1661307"/>
                <a:ext cx="140760" cy="4330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3985096-D6BE-5AFD-5177-2044858CBA0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8827" y="1656987"/>
                  <a:ext cx="1494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E51E4D-8B4D-5F28-CFC1-171A520B7EA0}"/>
                    </a:ext>
                  </a:extLst>
                </p14:cNvPr>
                <p14:cNvContentPartPr/>
                <p14:nvPr/>
              </p14:nvContentPartPr>
              <p14:xfrm>
                <a:off x="920187" y="2004027"/>
                <a:ext cx="167040" cy="146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E51E4D-8B4D-5F28-CFC1-171A520B7E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867" y="1999707"/>
                  <a:ext cx="175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1085139-EFFA-61B1-0730-7398074D89BA}"/>
                    </a:ext>
                  </a:extLst>
                </p14:cNvPr>
                <p14:cNvContentPartPr/>
                <p14:nvPr/>
              </p14:nvContentPartPr>
              <p14:xfrm>
                <a:off x="843867" y="2274387"/>
                <a:ext cx="19800" cy="24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1085139-EFFA-61B1-0730-7398074D89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547" y="2270067"/>
                  <a:ext cx="28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4A1D9D7-D10B-4A58-9D1E-C0FC8EC34D76}"/>
                    </a:ext>
                  </a:extLst>
                </p14:cNvPr>
                <p14:cNvContentPartPr/>
                <p14:nvPr/>
              </p14:nvContentPartPr>
              <p14:xfrm>
                <a:off x="811467" y="2208867"/>
                <a:ext cx="424080" cy="344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4A1D9D7-D10B-4A58-9D1E-C0FC8EC34D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47" y="2204547"/>
                  <a:ext cx="4327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87A4FCC-22FC-3A4F-D191-77EC84237EC6}"/>
                    </a:ext>
                  </a:extLst>
                </p14:cNvPr>
                <p14:cNvContentPartPr/>
                <p14:nvPr/>
              </p14:nvContentPartPr>
              <p14:xfrm>
                <a:off x="1096227" y="2076747"/>
                <a:ext cx="963360" cy="5814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87A4FCC-22FC-3A4F-D191-77EC84237E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1907" y="2072427"/>
                  <a:ext cx="9720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6D5F53D-425C-949D-8D52-33942DD0832A}"/>
                    </a:ext>
                  </a:extLst>
                </p14:cNvPr>
                <p14:cNvContentPartPr/>
                <p14:nvPr/>
              </p14:nvContentPartPr>
              <p14:xfrm>
                <a:off x="1995147" y="2014827"/>
                <a:ext cx="120240" cy="14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6D5F53D-425C-949D-8D52-33942DD083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0827" y="2010507"/>
                  <a:ext cx="128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10E7BED-3571-482A-E950-05B000A8D84B}"/>
                    </a:ext>
                  </a:extLst>
                </p14:cNvPr>
                <p14:cNvContentPartPr/>
                <p14:nvPr/>
              </p14:nvContentPartPr>
              <p14:xfrm>
                <a:off x="2277027" y="2208867"/>
                <a:ext cx="110520" cy="92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10E7BED-3571-482A-E950-05B000A8D8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72707" y="2204547"/>
                  <a:ext cx="119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69E9886-1A17-5014-B981-2C6D71D159F5}"/>
                    </a:ext>
                  </a:extLst>
                </p14:cNvPr>
                <p14:cNvContentPartPr/>
                <p14:nvPr/>
              </p14:nvContentPartPr>
              <p14:xfrm>
                <a:off x="4654827" y="2196987"/>
                <a:ext cx="67320" cy="73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69E9886-1A17-5014-B981-2C6D71D159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50507" y="2192667"/>
                  <a:ext cx="75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A5A2EF7-EC4B-1CC3-4723-24F155897B0D}"/>
                    </a:ext>
                  </a:extLst>
                </p14:cNvPr>
                <p14:cNvContentPartPr/>
                <p14:nvPr/>
              </p14:nvContentPartPr>
              <p14:xfrm>
                <a:off x="4807827" y="2223267"/>
                <a:ext cx="74160" cy="7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A5A2EF7-EC4B-1CC3-4723-24F155897B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03507" y="2218947"/>
                  <a:ext cx="828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A3DEF2-F382-EA5C-F6C5-9CBA3B2BA744}"/>
                    </a:ext>
                  </a:extLst>
                </p14:cNvPr>
                <p14:cNvContentPartPr/>
                <p14:nvPr/>
              </p14:nvContentPartPr>
              <p14:xfrm>
                <a:off x="4990707" y="2181867"/>
                <a:ext cx="19080" cy="119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A3DEF2-F382-EA5C-F6C5-9CBA3B2BA7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86387" y="2177547"/>
                  <a:ext cx="27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FCEA1A4-A6D0-C66C-A75B-989BD5AC8C76}"/>
              </a:ext>
            </a:extLst>
          </p:cNvPr>
          <p:cNvGrpSpPr/>
          <p:nvPr/>
        </p:nvGrpSpPr>
        <p:grpSpPr>
          <a:xfrm>
            <a:off x="10403867" y="1509560"/>
            <a:ext cx="169200" cy="303840"/>
            <a:chOff x="10403867" y="1509560"/>
            <a:chExt cx="169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73984A2-8BF1-AD8C-3CBF-4F62546C711F}"/>
                    </a:ext>
                  </a:extLst>
                </p14:cNvPr>
                <p14:cNvContentPartPr/>
                <p14:nvPr/>
              </p14:nvContentPartPr>
              <p14:xfrm>
                <a:off x="10456787" y="1549880"/>
                <a:ext cx="53280" cy="263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73984A2-8BF1-AD8C-3CBF-4F62546C711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50667" y="1543760"/>
                  <a:ext cx="655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51CAB44-EBE5-178E-EECB-6EB5E62039F9}"/>
                    </a:ext>
                  </a:extLst>
                </p14:cNvPr>
                <p14:cNvContentPartPr/>
                <p14:nvPr/>
              </p14:nvContentPartPr>
              <p14:xfrm>
                <a:off x="10403867" y="1509560"/>
                <a:ext cx="169200" cy="87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51CAB44-EBE5-178E-EECB-6EB5E62039F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97747" y="1503440"/>
                  <a:ext cx="18144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F972A3F-4995-D7B1-6DD1-8CFE2FD21E4D}"/>
              </a:ext>
            </a:extLst>
          </p:cNvPr>
          <p:cNvGrpSpPr/>
          <p:nvPr/>
        </p:nvGrpSpPr>
        <p:grpSpPr>
          <a:xfrm>
            <a:off x="10914707" y="1573280"/>
            <a:ext cx="161280" cy="234360"/>
            <a:chOff x="10914707" y="1573280"/>
            <a:chExt cx="16128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3502C5-D382-5368-7DEF-63E090589C36}"/>
                    </a:ext>
                  </a:extLst>
                </p14:cNvPr>
                <p14:cNvContentPartPr/>
                <p14:nvPr/>
              </p14:nvContentPartPr>
              <p14:xfrm>
                <a:off x="10931627" y="1601720"/>
                <a:ext cx="74880" cy="205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3502C5-D382-5368-7DEF-63E090589C3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925507" y="1595600"/>
                  <a:ext cx="87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8BFBB44-455A-5473-1256-768748287E8A}"/>
                    </a:ext>
                  </a:extLst>
                </p14:cNvPr>
                <p14:cNvContentPartPr/>
                <p14:nvPr/>
              </p14:nvContentPartPr>
              <p14:xfrm>
                <a:off x="10914707" y="1573280"/>
                <a:ext cx="161280" cy="99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8BFBB44-455A-5473-1256-768748287E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08587" y="1567160"/>
                  <a:ext cx="17352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4850E2DB-9CBA-6D16-5BB4-F3B87BC38BDB}"/>
                  </a:ext>
                </a:extLst>
              </p14:cNvPr>
              <p14:cNvContentPartPr/>
              <p14:nvPr/>
            </p14:nvContentPartPr>
            <p14:xfrm>
              <a:off x="10880507" y="2362040"/>
              <a:ext cx="83160" cy="1080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4850E2DB-9CBA-6D16-5BB4-F3B87BC38BD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874387" y="2355920"/>
                <a:ext cx="954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DC16AD1-E679-5230-5789-FDE333270B7E}"/>
                  </a:ext>
                </a:extLst>
              </p14:cNvPr>
              <p14:cNvContentPartPr/>
              <p14:nvPr/>
            </p14:nvContentPartPr>
            <p14:xfrm>
              <a:off x="2493227" y="484640"/>
              <a:ext cx="118440" cy="150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DC16AD1-E679-5230-5789-FDE333270B7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487107" y="478520"/>
                <a:ext cx="130680" cy="1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A627FA94-D10F-1955-7884-F10D1151B205}"/>
              </a:ext>
            </a:extLst>
          </p:cNvPr>
          <p:cNvGrpSpPr/>
          <p:nvPr/>
        </p:nvGrpSpPr>
        <p:grpSpPr>
          <a:xfrm>
            <a:off x="2918747" y="467360"/>
            <a:ext cx="231840" cy="189000"/>
            <a:chOff x="2918747" y="467360"/>
            <a:chExt cx="23184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72C1ED-E846-E628-E3E1-D4EA7FC1A3FF}"/>
                    </a:ext>
                  </a:extLst>
                </p14:cNvPr>
                <p14:cNvContentPartPr/>
                <p14:nvPr/>
              </p14:nvContentPartPr>
              <p14:xfrm>
                <a:off x="2918747" y="467360"/>
                <a:ext cx="211680" cy="125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72C1ED-E846-E628-E3E1-D4EA7FC1A3F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2627" y="461240"/>
                  <a:ext cx="223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5E0620-0BA8-627F-4AA0-2E3C4FD9B2E3}"/>
                    </a:ext>
                  </a:extLst>
                </p14:cNvPr>
                <p14:cNvContentPartPr/>
                <p14:nvPr/>
              </p14:nvContentPartPr>
              <p14:xfrm>
                <a:off x="3062027" y="522080"/>
                <a:ext cx="88560" cy="134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5E0620-0BA8-627F-4AA0-2E3C4FD9B2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55907" y="515960"/>
                  <a:ext cx="100800" cy="14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2595013-9171-3527-DC39-4429E13194DD}"/>
                  </a:ext>
                </a:extLst>
              </p14:cNvPr>
              <p14:cNvContentPartPr/>
              <p14:nvPr/>
            </p14:nvContentPartPr>
            <p14:xfrm>
              <a:off x="3527147" y="422720"/>
              <a:ext cx="24120" cy="1785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2595013-9171-3527-DC39-4429E13194D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521027" y="416600"/>
                <a:ext cx="3636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DD8AE83-B560-4BFB-F550-C7EED5B83A03}"/>
                  </a:ext>
                </a:extLst>
              </p14:cNvPr>
              <p14:cNvContentPartPr/>
              <p14:nvPr/>
            </p14:nvContentPartPr>
            <p14:xfrm>
              <a:off x="4068947" y="423440"/>
              <a:ext cx="170280" cy="13068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DD8AE83-B560-4BFB-F550-C7EED5B83A0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062827" y="417320"/>
                <a:ext cx="18252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4EB6DFD-14BA-E4E4-4C06-0C76295B35E8}"/>
                  </a:ext>
                </a:extLst>
              </p14:cNvPr>
              <p14:cNvContentPartPr/>
              <p14:nvPr/>
            </p14:nvContentPartPr>
            <p14:xfrm>
              <a:off x="4588427" y="389960"/>
              <a:ext cx="162000" cy="1270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4EB6DFD-14BA-E4E4-4C06-0C76295B35E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582307" y="383840"/>
                <a:ext cx="17424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A4F1886-0B36-83AD-99D2-7AF8DFDD987E}"/>
              </a:ext>
            </a:extLst>
          </p:cNvPr>
          <p:cNvGrpSpPr/>
          <p:nvPr/>
        </p:nvGrpSpPr>
        <p:grpSpPr>
          <a:xfrm>
            <a:off x="5047427" y="424520"/>
            <a:ext cx="193680" cy="166680"/>
            <a:chOff x="5047427" y="424520"/>
            <a:chExt cx="19368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4488BE-4F81-CF58-A0D9-F8CED46EA37F}"/>
                    </a:ext>
                  </a:extLst>
                </p14:cNvPr>
                <p14:cNvContentPartPr/>
                <p14:nvPr/>
              </p14:nvContentPartPr>
              <p14:xfrm>
                <a:off x="5047427" y="424520"/>
                <a:ext cx="124920" cy="166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4488BE-4F81-CF58-A0D9-F8CED46EA37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41307" y="418400"/>
                  <a:ext cx="1371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2E5BB0B-A17F-9293-A497-C278E5ED2D11}"/>
                    </a:ext>
                  </a:extLst>
                </p14:cNvPr>
                <p14:cNvContentPartPr/>
                <p14:nvPr/>
              </p14:nvContentPartPr>
              <p14:xfrm>
                <a:off x="5122667" y="436760"/>
                <a:ext cx="118440" cy="10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2E5BB0B-A17F-9293-A497-C278E5ED2D1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116547" y="430640"/>
                  <a:ext cx="13068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18588A6-38D8-4409-338D-963B00E7209E}"/>
              </a:ext>
            </a:extLst>
          </p:cNvPr>
          <p:cNvGrpSpPr/>
          <p:nvPr/>
        </p:nvGrpSpPr>
        <p:grpSpPr>
          <a:xfrm>
            <a:off x="7459427" y="4051520"/>
            <a:ext cx="819360" cy="587880"/>
            <a:chOff x="7459427" y="4051520"/>
            <a:chExt cx="819360" cy="58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6B677B0-6002-8360-995B-D16FA85DEA90}"/>
                    </a:ext>
                  </a:extLst>
                </p14:cNvPr>
                <p14:cNvContentPartPr/>
                <p14:nvPr/>
              </p14:nvContentPartPr>
              <p14:xfrm>
                <a:off x="7459427" y="4344200"/>
                <a:ext cx="284760" cy="295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6B677B0-6002-8360-995B-D16FA85DEA9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55107" y="4339880"/>
                  <a:ext cx="29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EC0B72E-238D-6E83-146C-DBB18CDC668F}"/>
                    </a:ext>
                  </a:extLst>
                </p14:cNvPr>
                <p14:cNvContentPartPr/>
                <p14:nvPr/>
              </p14:nvContentPartPr>
              <p14:xfrm>
                <a:off x="7878467" y="4255640"/>
                <a:ext cx="156240" cy="59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EC0B72E-238D-6E83-146C-DBB18CDC668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74147" y="4251320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9AF961F-352F-8106-1C0C-A31B74D2C4DF}"/>
                    </a:ext>
                  </a:extLst>
                </p14:cNvPr>
                <p14:cNvContentPartPr/>
                <p14:nvPr/>
              </p14:nvContentPartPr>
              <p14:xfrm>
                <a:off x="8095547" y="4051520"/>
                <a:ext cx="183240" cy="310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9AF961F-352F-8106-1C0C-A31B74D2C4D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91227" y="4047200"/>
                  <a:ext cx="19188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1EE9721-5E2C-3B7F-9B17-D41F0AD46E28}"/>
              </a:ext>
            </a:extLst>
          </p:cNvPr>
          <p:cNvGrpSpPr/>
          <p:nvPr/>
        </p:nvGrpSpPr>
        <p:grpSpPr>
          <a:xfrm>
            <a:off x="8595587" y="4216040"/>
            <a:ext cx="614880" cy="381960"/>
            <a:chOff x="8595587" y="4216040"/>
            <a:chExt cx="614880" cy="38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C6855-AE98-B63F-D6C5-6574CE3D6D37}"/>
                    </a:ext>
                  </a:extLst>
                </p14:cNvPr>
                <p14:cNvContentPartPr/>
                <p14:nvPr/>
              </p14:nvContentPartPr>
              <p14:xfrm>
                <a:off x="8595587" y="4352480"/>
                <a:ext cx="47880" cy="245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C6855-AE98-B63F-D6C5-6574CE3D6D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91267" y="4348160"/>
                  <a:ext cx="565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5AB3BCA-E7AB-ED12-15BD-4258A5AA171F}"/>
                    </a:ext>
                  </a:extLst>
                </p14:cNvPr>
                <p14:cNvContentPartPr/>
                <p14:nvPr/>
              </p14:nvContentPartPr>
              <p14:xfrm>
                <a:off x="8639507" y="4216040"/>
                <a:ext cx="189000" cy="117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5AB3BCA-E7AB-ED12-15BD-4258A5AA171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35187" y="4211720"/>
                  <a:ext cx="19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1903BEA-42A9-5D76-4A63-14287F2FDDFD}"/>
                    </a:ext>
                  </a:extLst>
                </p14:cNvPr>
                <p14:cNvContentPartPr/>
                <p14:nvPr/>
              </p14:nvContentPartPr>
              <p14:xfrm>
                <a:off x="8743907" y="4446080"/>
                <a:ext cx="136800" cy="10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1903BEA-42A9-5D76-4A63-14287F2FDDF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39587" y="4441760"/>
                  <a:ext cx="145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485E56E-EE12-76C7-FB0B-197AD61BCFAA}"/>
                    </a:ext>
                  </a:extLst>
                </p14:cNvPr>
                <p14:cNvContentPartPr/>
                <p14:nvPr/>
              </p14:nvContentPartPr>
              <p14:xfrm>
                <a:off x="8901947" y="4455440"/>
                <a:ext cx="154080" cy="110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485E56E-EE12-76C7-FB0B-197AD61BCFA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97627" y="4451120"/>
                  <a:ext cx="162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EA1A040-2576-0E24-28AF-4E0BEEE8E947}"/>
                    </a:ext>
                  </a:extLst>
                </p14:cNvPr>
                <p14:cNvContentPartPr/>
                <p14:nvPr/>
              </p14:nvContentPartPr>
              <p14:xfrm>
                <a:off x="9032987" y="4451120"/>
                <a:ext cx="177480" cy="116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EA1A040-2576-0E24-28AF-4E0BEEE8E94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28667" y="4446800"/>
                  <a:ext cx="18612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3E45916-1420-A393-BA25-1884088599E3}"/>
                  </a:ext>
                </a:extLst>
              </p14:cNvPr>
              <p14:cNvContentPartPr/>
              <p14:nvPr/>
            </p14:nvContentPartPr>
            <p14:xfrm>
              <a:off x="2333387" y="1864880"/>
              <a:ext cx="222120" cy="1202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3E45916-1420-A393-BA25-1884088599E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327267" y="1858760"/>
                <a:ext cx="23436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ABD3E1A-1A49-5FC4-2BE0-016CF70EC077}"/>
              </a:ext>
            </a:extLst>
          </p:cNvPr>
          <p:cNvGrpSpPr/>
          <p:nvPr/>
        </p:nvGrpSpPr>
        <p:grpSpPr>
          <a:xfrm>
            <a:off x="2749187" y="1815560"/>
            <a:ext cx="127080" cy="183600"/>
            <a:chOff x="2749187" y="1815560"/>
            <a:chExt cx="127080" cy="18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2E83859-86A5-45CA-59F4-72A871E2D68D}"/>
                    </a:ext>
                  </a:extLst>
                </p14:cNvPr>
                <p14:cNvContentPartPr/>
                <p14:nvPr/>
              </p14:nvContentPartPr>
              <p14:xfrm>
                <a:off x="2749187" y="1815560"/>
                <a:ext cx="115200" cy="121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2E83859-86A5-45CA-59F4-72A871E2D68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43067" y="1809440"/>
                  <a:ext cx="127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752DE8D-C7A8-30B5-CB1A-F99FFABE4916}"/>
                    </a:ext>
                  </a:extLst>
                </p14:cNvPr>
                <p14:cNvContentPartPr/>
                <p14:nvPr/>
              </p14:nvContentPartPr>
              <p14:xfrm>
                <a:off x="2854667" y="1894400"/>
                <a:ext cx="21600" cy="104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752DE8D-C7A8-30B5-CB1A-F99FFABE491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8547" y="1888280"/>
                  <a:ext cx="3384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4F13FF6-5676-583A-0B0E-0B42F6638D48}"/>
                  </a:ext>
                </a:extLst>
              </p14:cNvPr>
              <p14:cNvContentPartPr/>
              <p14:nvPr/>
            </p14:nvContentPartPr>
            <p14:xfrm>
              <a:off x="3408347" y="1801880"/>
              <a:ext cx="21600" cy="1652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4F13FF6-5676-583A-0B0E-0B42F6638D4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402227" y="1795760"/>
                <a:ext cx="3384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FF2AA7D-57AF-59D2-37BB-6689382A0E3B}"/>
                  </a:ext>
                </a:extLst>
              </p14:cNvPr>
              <p14:cNvContentPartPr/>
              <p14:nvPr/>
            </p14:nvContentPartPr>
            <p14:xfrm>
              <a:off x="3863747" y="1839680"/>
              <a:ext cx="138240" cy="1440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FF2AA7D-57AF-59D2-37BB-6689382A0E3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857627" y="1833560"/>
                <a:ext cx="1504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152536F-DF13-34AE-0A31-BE9AD6B1F6B9}"/>
                  </a:ext>
                </a:extLst>
              </p14:cNvPr>
              <p14:cNvContentPartPr/>
              <p14:nvPr/>
            </p14:nvContentPartPr>
            <p14:xfrm>
              <a:off x="4338587" y="1773800"/>
              <a:ext cx="152280" cy="1735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152536F-DF13-34AE-0A31-BE9AD6B1F6B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332467" y="1767680"/>
                <a:ext cx="164520" cy="1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5175A6D-2BD7-79BA-2F01-B0EC7D92D7E9}"/>
              </a:ext>
            </a:extLst>
          </p:cNvPr>
          <p:cNvGrpSpPr/>
          <p:nvPr/>
        </p:nvGrpSpPr>
        <p:grpSpPr>
          <a:xfrm>
            <a:off x="4886147" y="1742480"/>
            <a:ext cx="266040" cy="191880"/>
            <a:chOff x="4886147" y="1742480"/>
            <a:chExt cx="26604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A5ADBA-E1FB-3C44-39DD-B6ACE3396AAF}"/>
                    </a:ext>
                  </a:extLst>
                </p14:cNvPr>
                <p14:cNvContentPartPr/>
                <p14:nvPr/>
              </p14:nvContentPartPr>
              <p14:xfrm>
                <a:off x="4886147" y="1778840"/>
                <a:ext cx="81720" cy="155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A5ADBA-E1FB-3C44-39DD-B6ACE3396AA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80027" y="1772720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8C0D0B5-F730-E72B-7E2C-BF0B03ECDF2B}"/>
                    </a:ext>
                  </a:extLst>
                </p14:cNvPr>
                <p14:cNvContentPartPr/>
                <p14:nvPr/>
              </p14:nvContentPartPr>
              <p14:xfrm>
                <a:off x="4984067" y="1742480"/>
                <a:ext cx="168120" cy="21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8C0D0B5-F730-E72B-7E2C-BF0B03ECDF2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77947" y="1736360"/>
                  <a:ext cx="18036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D5F1B59-3459-D9E2-9F0C-C566A17CBD17}"/>
                  </a:ext>
                </a:extLst>
              </p14:cNvPr>
              <p14:cNvContentPartPr/>
              <p14:nvPr/>
            </p14:nvContentPartPr>
            <p14:xfrm>
              <a:off x="2831267" y="3127040"/>
              <a:ext cx="24480" cy="17316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D5F1B59-3459-D9E2-9F0C-C566A17CBD1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825147" y="3120920"/>
                <a:ext cx="36720" cy="18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42F815E3-20B6-E426-F50D-772DA0F402C6}"/>
              </a:ext>
            </a:extLst>
          </p:cNvPr>
          <p:cNvGrpSpPr/>
          <p:nvPr/>
        </p:nvGrpSpPr>
        <p:grpSpPr>
          <a:xfrm>
            <a:off x="3292427" y="3118760"/>
            <a:ext cx="155520" cy="179640"/>
            <a:chOff x="3292427" y="3118760"/>
            <a:chExt cx="15552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B4A9EDC-1765-DD8C-D212-5ACBA65C00CE}"/>
                    </a:ext>
                  </a:extLst>
                </p14:cNvPr>
                <p14:cNvContentPartPr/>
                <p14:nvPr/>
              </p14:nvContentPartPr>
              <p14:xfrm>
                <a:off x="3292427" y="3118760"/>
                <a:ext cx="155520" cy="119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B4A9EDC-1765-DD8C-D212-5ACBA65C00C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86307" y="3112640"/>
                  <a:ext cx="167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EFA8DD-4B1D-5F92-67A6-F1C0988976D7}"/>
                    </a:ext>
                  </a:extLst>
                </p14:cNvPr>
                <p14:cNvContentPartPr/>
                <p14:nvPr/>
              </p14:nvContentPartPr>
              <p14:xfrm>
                <a:off x="3378107" y="3150440"/>
                <a:ext cx="55440" cy="1479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EFA8DD-4B1D-5F92-67A6-F1C0988976D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71987" y="3144320"/>
                  <a:ext cx="6768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E7B25631-5E01-1D62-1027-75AC85BC5EC9}"/>
                  </a:ext>
                </a:extLst>
              </p14:cNvPr>
              <p14:cNvContentPartPr/>
              <p14:nvPr/>
            </p14:nvContentPartPr>
            <p14:xfrm>
              <a:off x="2270387" y="3200120"/>
              <a:ext cx="244080" cy="1231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E7B25631-5E01-1D62-1027-75AC85BC5EC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264267" y="3194000"/>
                <a:ext cx="2563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683F3E8-97D4-425D-01BF-817CBE94D767}"/>
                  </a:ext>
                </a:extLst>
              </p14:cNvPr>
              <p14:cNvContentPartPr/>
              <p14:nvPr/>
            </p14:nvContentPartPr>
            <p14:xfrm>
              <a:off x="3845747" y="3119480"/>
              <a:ext cx="140760" cy="1558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683F3E8-97D4-425D-01BF-817CBE94D76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839627" y="3113360"/>
                <a:ext cx="1530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AC90D90-3087-3878-B592-F7E5A6D82185}"/>
                  </a:ext>
                </a:extLst>
              </p14:cNvPr>
              <p14:cNvContentPartPr/>
              <p14:nvPr/>
            </p14:nvContentPartPr>
            <p14:xfrm>
              <a:off x="4307987" y="3114800"/>
              <a:ext cx="115200" cy="1162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AC90D90-3087-3878-B592-F7E5A6D82185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301867" y="3108680"/>
                <a:ext cx="127440" cy="12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D64E1F2-612A-735B-D8C0-FD9E4C3B0074}"/>
              </a:ext>
            </a:extLst>
          </p:cNvPr>
          <p:cNvGrpSpPr/>
          <p:nvPr/>
        </p:nvGrpSpPr>
        <p:grpSpPr>
          <a:xfrm>
            <a:off x="4826027" y="3079880"/>
            <a:ext cx="247320" cy="162720"/>
            <a:chOff x="4826027" y="3079880"/>
            <a:chExt cx="24732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D5F5B4A-ECBB-2A0D-32D1-30F36CDA34BC}"/>
                    </a:ext>
                  </a:extLst>
                </p14:cNvPr>
                <p14:cNvContentPartPr/>
                <p14:nvPr/>
              </p14:nvContentPartPr>
              <p14:xfrm>
                <a:off x="4826027" y="3079880"/>
                <a:ext cx="108720" cy="162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D5F5B4A-ECBB-2A0D-32D1-30F36CDA34B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19907" y="3073760"/>
                  <a:ext cx="120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E7B87C7-4C2C-2FFF-9DA2-56938F355189}"/>
                    </a:ext>
                  </a:extLst>
                </p14:cNvPr>
                <p14:cNvContentPartPr/>
                <p14:nvPr/>
              </p14:nvContentPartPr>
              <p14:xfrm>
                <a:off x="4936907" y="3079880"/>
                <a:ext cx="136440" cy="13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E7B87C7-4C2C-2FFF-9DA2-56938F35518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30787" y="3073760"/>
                  <a:ext cx="1486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0A05BD6-8440-53F2-5722-93D01DD73D49}"/>
                  </a:ext>
                </a:extLst>
              </p14:cNvPr>
              <p14:cNvContentPartPr/>
              <p14:nvPr/>
            </p14:nvContentPartPr>
            <p14:xfrm>
              <a:off x="3142667" y="4486760"/>
              <a:ext cx="159120" cy="1548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0A05BD6-8440-53F2-5722-93D01DD73D49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136547" y="4480640"/>
                <a:ext cx="17136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EFB399F-8254-FDCC-3E3D-389A3F827A19}"/>
              </a:ext>
            </a:extLst>
          </p:cNvPr>
          <p:cNvGrpSpPr/>
          <p:nvPr/>
        </p:nvGrpSpPr>
        <p:grpSpPr>
          <a:xfrm>
            <a:off x="3542267" y="4494320"/>
            <a:ext cx="183600" cy="150480"/>
            <a:chOff x="3542267" y="4494320"/>
            <a:chExt cx="18360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682A32-9332-99F7-39E9-A856CC7AFB66}"/>
                    </a:ext>
                  </a:extLst>
                </p14:cNvPr>
                <p14:cNvContentPartPr/>
                <p14:nvPr/>
              </p14:nvContentPartPr>
              <p14:xfrm>
                <a:off x="3542267" y="4494320"/>
                <a:ext cx="183600" cy="1090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682A32-9332-99F7-39E9-A856CC7AFB6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36147" y="4488200"/>
                  <a:ext cx="19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9951157-23C5-A7E6-2507-FA454669A128}"/>
                    </a:ext>
                  </a:extLst>
                </p14:cNvPr>
                <p14:cNvContentPartPr/>
                <p14:nvPr/>
              </p14:nvContentPartPr>
              <p14:xfrm>
                <a:off x="3656027" y="4514840"/>
                <a:ext cx="61200" cy="1299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9951157-23C5-A7E6-2507-FA454669A12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49907" y="4508720"/>
                  <a:ext cx="734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41B1AB4-F8DF-8035-2D3C-91EF0589EE94}"/>
                  </a:ext>
                </a:extLst>
              </p14:cNvPr>
              <p14:cNvContentPartPr/>
              <p14:nvPr/>
            </p14:nvContentPartPr>
            <p14:xfrm>
              <a:off x="4124027" y="4460480"/>
              <a:ext cx="168840" cy="1638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41B1AB4-F8DF-8035-2D3C-91EF0589EE9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17907" y="4454360"/>
                <a:ext cx="181080" cy="17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03A388C-A23E-8CC9-6821-D4C23AEA5CCE}"/>
              </a:ext>
            </a:extLst>
          </p:cNvPr>
          <p:cNvGrpSpPr/>
          <p:nvPr/>
        </p:nvGrpSpPr>
        <p:grpSpPr>
          <a:xfrm>
            <a:off x="4644587" y="4450760"/>
            <a:ext cx="274680" cy="198720"/>
            <a:chOff x="4644587" y="4450760"/>
            <a:chExt cx="27468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4654ED9-4DCD-2D88-8333-72C1462C91A9}"/>
                    </a:ext>
                  </a:extLst>
                </p14:cNvPr>
                <p14:cNvContentPartPr/>
                <p14:nvPr/>
              </p14:nvContentPartPr>
              <p14:xfrm>
                <a:off x="4644587" y="4473440"/>
                <a:ext cx="120960" cy="176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4654ED9-4DCD-2D88-8333-72C1462C91A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638467" y="4467320"/>
                  <a:ext cx="133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5B6F492-DAF9-659D-8ECD-AB5BF0355347}"/>
                    </a:ext>
                  </a:extLst>
                </p14:cNvPr>
                <p14:cNvContentPartPr/>
                <p14:nvPr/>
              </p14:nvContentPartPr>
              <p14:xfrm>
                <a:off x="4778147" y="4450760"/>
                <a:ext cx="141120" cy="1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5B6F492-DAF9-659D-8ECD-AB5BF035534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72027" y="4444640"/>
                  <a:ext cx="1533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14F7078-9C85-07F4-A713-8E614839615B}"/>
              </a:ext>
            </a:extLst>
          </p:cNvPr>
          <p:cNvGrpSpPr/>
          <p:nvPr/>
        </p:nvGrpSpPr>
        <p:grpSpPr>
          <a:xfrm>
            <a:off x="2054387" y="4569200"/>
            <a:ext cx="212760" cy="120240"/>
            <a:chOff x="2054387" y="4569200"/>
            <a:chExt cx="21276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85E2A6B-3405-F819-CB12-BCB42A6762F4}"/>
                    </a:ext>
                  </a:extLst>
                </p14:cNvPr>
                <p14:cNvContentPartPr/>
                <p14:nvPr/>
              </p14:nvContentPartPr>
              <p14:xfrm>
                <a:off x="2054387" y="4569200"/>
                <a:ext cx="16920" cy="6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85E2A6B-3405-F819-CB12-BCB42A6762F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48267" y="4563080"/>
                  <a:ext cx="29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B0671D05-2125-8186-6166-E301EAF43E2E}"/>
                    </a:ext>
                  </a:extLst>
                </p14:cNvPr>
                <p14:cNvContentPartPr/>
                <p14:nvPr/>
              </p14:nvContentPartPr>
              <p14:xfrm>
                <a:off x="2054387" y="4569200"/>
                <a:ext cx="212760" cy="1202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B0671D05-2125-8186-6166-E301EAF43E2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048267" y="4563080"/>
                  <a:ext cx="22500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E0507F9-80F6-6730-5244-7245A3654E95}"/>
                  </a:ext>
                </a:extLst>
              </p14:cNvPr>
              <p14:cNvContentPartPr/>
              <p14:nvPr/>
            </p14:nvContentPartPr>
            <p14:xfrm>
              <a:off x="2556587" y="4559120"/>
              <a:ext cx="50040" cy="15084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E0507F9-80F6-6730-5244-7245A3654E9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2550467" y="4553000"/>
                <a:ext cx="622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C458DA3-49E9-4013-C9FB-CE089734D657}"/>
                  </a:ext>
                </a:extLst>
              </p14:cNvPr>
              <p14:cNvContentPartPr/>
              <p14:nvPr/>
            </p14:nvContentPartPr>
            <p14:xfrm>
              <a:off x="9943067" y="1027520"/>
              <a:ext cx="152280" cy="2016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C458DA3-49E9-4013-C9FB-CE089734D65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9936947" y="1021400"/>
                <a:ext cx="16452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84FF2F1-29D6-3884-9EEC-5E45EB58B79A}"/>
              </a:ext>
            </a:extLst>
          </p:cNvPr>
          <p:cNvGrpSpPr/>
          <p:nvPr/>
        </p:nvGrpSpPr>
        <p:grpSpPr>
          <a:xfrm>
            <a:off x="10367147" y="1094120"/>
            <a:ext cx="168840" cy="129600"/>
            <a:chOff x="10367147" y="1094120"/>
            <a:chExt cx="16884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4727E2E-DE51-E3E1-FAD9-E2B3D7BC9C04}"/>
                    </a:ext>
                  </a:extLst>
                </p14:cNvPr>
                <p14:cNvContentPartPr/>
                <p14:nvPr/>
              </p14:nvContentPartPr>
              <p14:xfrm>
                <a:off x="10367147" y="1094120"/>
                <a:ext cx="168840" cy="1040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4727E2E-DE51-E3E1-FAD9-E2B3D7BC9C0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61027" y="1088000"/>
                  <a:ext cx="181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DC389CC-A5BB-2D9B-2199-8454CF4CFFB2}"/>
                    </a:ext>
                  </a:extLst>
                </p14:cNvPr>
                <p14:cNvContentPartPr/>
                <p14:nvPr/>
              </p14:nvContentPartPr>
              <p14:xfrm>
                <a:off x="10481627" y="1113560"/>
                <a:ext cx="47160" cy="1101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DC389CC-A5BB-2D9B-2199-8454CF4CFF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75507" y="1107440"/>
                  <a:ext cx="594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0E0169FB-D5E1-AC42-7E30-D3F5132D2327}"/>
              </a:ext>
            </a:extLst>
          </p:cNvPr>
          <p:cNvGrpSpPr/>
          <p:nvPr/>
        </p:nvGrpSpPr>
        <p:grpSpPr>
          <a:xfrm>
            <a:off x="10846307" y="1038320"/>
            <a:ext cx="221400" cy="172800"/>
            <a:chOff x="10846307" y="1038320"/>
            <a:chExt cx="22140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66994E1-F43E-DD37-971E-3BCB4C0D6CDC}"/>
                    </a:ext>
                  </a:extLst>
                </p14:cNvPr>
                <p14:cNvContentPartPr/>
                <p14:nvPr/>
              </p14:nvContentPartPr>
              <p14:xfrm>
                <a:off x="10846307" y="1072880"/>
                <a:ext cx="90000" cy="1382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66994E1-F43E-DD37-971E-3BCB4C0D6CD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40187" y="1066760"/>
                  <a:ext cx="102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E91B81F-D800-55A7-3F77-03629EE078E3}"/>
                    </a:ext>
                  </a:extLst>
                </p14:cNvPr>
                <p14:cNvContentPartPr/>
                <p14:nvPr/>
              </p14:nvContentPartPr>
              <p14:xfrm>
                <a:off x="10937027" y="1038320"/>
                <a:ext cx="130680" cy="133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E91B81F-D800-55A7-3F77-03629EE078E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30907" y="1032200"/>
                  <a:ext cx="14292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FB2D455B-78F6-C369-4762-A8F980AC73E5}"/>
                  </a:ext>
                </a:extLst>
              </p14:cNvPr>
              <p14:cNvContentPartPr/>
              <p14:nvPr/>
            </p14:nvContentPartPr>
            <p14:xfrm>
              <a:off x="8373107" y="1120040"/>
              <a:ext cx="202680" cy="1054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FB2D455B-78F6-C369-4762-A8F980AC73E5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366987" y="1113920"/>
                <a:ext cx="214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5457AA21-A1FC-2583-AE0F-B205438A690F}"/>
                  </a:ext>
                </a:extLst>
              </p14:cNvPr>
              <p14:cNvContentPartPr/>
              <p14:nvPr/>
            </p14:nvContentPartPr>
            <p14:xfrm>
              <a:off x="8843987" y="1108880"/>
              <a:ext cx="18360" cy="1116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5457AA21-A1FC-2583-AE0F-B205438A690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837867" y="1102760"/>
                <a:ext cx="3060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FFECBC4-1158-A1DC-91BE-9A24602BFA65}"/>
                  </a:ext>
                </a:extLst>
              </p14:cNvPr>
              <p14:cNvContentPartPr/>
              <p14:nvPr/>
            </p14:nvContentPartPr>
            <p14:xfrm>
              <a:off x="9345107" y="1092320"/>
              <a:ext cx="180720" cy="1774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FFECBC4-1158-A1DC-91BE-9A24602BFA6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338987" y="1086200"/>
                <a:ext cx="192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4EE2944-C37D-6691-A7E9-4A38FC39754D}"/>
                  </a:ext>
                </a:extLst>
              </p14:cNvPr>
              <p14:cNvContentPartPr/>
              <p14:nvPr/>
            </p14:nvContentPartPr>
            <p14:xfrm>
              <a:off x="8055587" y="2511440"/>
              <a:ext cx="260640" cy="10476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4EE2944-C37D-6691-A7E9-4A38FC39754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049467" y="2505320"/>
                <a:ext cx="2728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A949A89-D6F5-B844-FB11-0CD3A8553E9C}"/>
                  </a:ext>
                </a:extLst>
              </p14:cNvPr>
              <p14:cNvContentPartPr/>
              <p14:nvPr/>
            </p14:nvContentPartPr>
            <p14:xfrm>
              <a:off x="8589107" y="2486960"/>
              <a:ext cx="39600" cy="11844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A949A89-D6F5-B844-FB11-0CD3A8553E9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8582987" y="2480840"/>
                <a:ext cx="518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90E6F76F-19FE-91B9-9E2D-D8909F36871E}"/>
                  </a:ext>
                </a:extLst>
              </p14:cNvPr>
              <p14:cNvContentPartPr/>
              <p14:nvPr/>
            </p14:nvContentPartPr>
            <p14:xfrm>
              <a:off x="9107507" y="2471480"/>
              <a:ext cx="120600" cy="16632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90E6F76F-19FE-91B9-9E2D-D8909F36871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101387" y="2465360"/>
                <a:ext cx="1328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446FE3EC-122E-888E-687C-CFD741C7837A}"/>
                  </a:ext>
                </a:extLst>
              </p14:cNvPr>
              <p14:cNvContentPartPr/>
              <p14:nvPr/>
            </p14:nvContentPartPr>
            <p14:xfrm>
              <a:off x="9745067" y="2453840"/>
              <a:ext cx="131400" cy="14256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446FE3EC-122E-888E-687C-CFD741C7837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738947" y="2447720"/>
                <a:ext cx="143640" cy="15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806C3DE-7601-F8C5-E17A-BA13B494FF3B}"/>
              </a:ext>
            </a:extLst>
          </p:cNvPr>
          <p:cNvGrpSpPr/>
          <p:nvPr/>
        </p:nvGrpSpPr>
        <p:grpSpPr>
          <a:xfrm>
            <a:off x="10145387" y="2401280"/>
            <a:ext cx="187200" cy="177840"/>
            <a:chOff x="10145387" y="2401280"/>
            <a:chExt cx="18720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C4BDEE6-D6D7-AF19-F3F3-0BD95F070BDD}"/>
                    </a:ext>
                  </a:extLst>
                </p14:cNvPr>
                <p14:cNvContentPartPr/>
                <p14:nvPr/>
              </p14:nvContentPartPr>
              <p14:xfrm>
                <a:off x="10145387" y="2401280"/>
                <a:ext cx="187200" cy="1108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C4BDEE6-D6D7-AF19-F3F3-0BD95F070BD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39267" y="2395160"/>
                  <a:ext cx="199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2763C19-3074-AA37-EAD4-9CDE5F6CD32F}"/>
                    </a:ext>
                  </a:extLst>
                </p14:cNvPr>
                <p14:cNvContentPartPr/>
                <p14:nvPr/>
              </p14:nvContentPartPr>
              <p14:xfrm>
                <a:off x="10271747" y="2447720"/>
                <a:ext cx="47880" cy="131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2763C19-3074-AA37-EAD4-9CDE5F6CD3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265627" y="2441600"/>
                  <a:ext cx="601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7FED14E4-BC22-6751-E29E-549392C1361E}"/>
              </a:ext>
            </a:extLst>
          </p:cNvPr>
          <p:cNvGrpSpPr/>
          <p:nvPr/>
        </p:nvGrpSpPr>
        <p:grpSpPr>
          <a:xfrm>
            <a:off x="10685747" y="2338280"/>
            <a:ext cx="228960" cy="179640"/>
            <a:chOff x="10685747" y="2338280"/>
            <a:chExt cx="22896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E173811-B96D-7E7A-45DA-146D80D818DB}"/>
                    </a:ext>
                  </a:extLst>
                </p14:cNvPr>
                <p14:cNvContentPartPr/>
                <p14:nvPr/>
              </p14:nvContentPartPr>
              <p14:xfrm>
                <a:off x="10685747" y="2338280"/>
                <a:ext cx="136440" cy="179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E173811-B96D-7E7A-45DA-146D80D818D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679627" y="2332160"/>
                  <a:ext cx="148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CA9FA23-3F43-656D-BA0C-957872CF19B1}"/>
                    </a:ext>
                  </a:extLst>
                </p14:cNvPr>
                <p14:cNvContentPartPr/>
                <p14:nvPr/>
              </p14:nvContentPartPr>
              <p14:xfrm>
                <a:off x="10788347" y="2359520"/>
                <a:ext cx="126360" cy="90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CA9FA23-3F43-656D-BA0C-957872CF19B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82227" y="2353400"/>
                  <a:ext cx="138600" cy="2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4109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DF68-B68B-2B28-9995-CAE9AF86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73B90-D03A-F51A-307F-FAC7570FD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So, given that you want to sort 1000 numbers you would need to perform in the region of 1 000 000 comparisons. This could be very time consuming.</a:t>
            </a:r>
          </a:p>
          <a:p>
            <a:endParaRPr lang="en-ZA" dirty="0"/>
          </a:p>
          <a:p>
            <a:r>
              <a:rPr lang="en-ZA" dirty="0"/>
              <a:t>O(n log n) – </a:t>
            </a:r>
            <a:r>
              <a:rPr lang="en-ZA" dirty="0" err="1"/>
              <a:t>QuickSort</a:t>
            </a:r>
            <a:r>
              <a:rPr lang="en-ZA" dirty="0"/>
              <a:t>       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29BBE1A-621C-5123-A730-C4B1C1066A89}"/>
              </a:ext>
            </a:extLst>
          </p:cNvPr>
          <p:cNvGrpSpPr/>
          <p:nvPr/>
        </p:nvGrpSpPr>
        <p:grpSpPr>
          <a:xfrm>
            <a:off x="1332947" y="4396400"/>
            <a:ext cx="1345320" cy="564480"/>
            <a:chOff x="1332947" y="4396400"/>
            <a:chExt cx="134532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83C611-2F89-2F7E-60C7-CFA661A2F09B}"/>
                    </a:ext>
                  </a:extLst>
                </p14:cNvPr>
                <p14:cNvContentPartPr/>
                <p14:nvPr/>
              </p14:nvContentPartPr>
              <p14:xfrm>
                <a:off x="1332947" y="4396400"/>
                <a:ext cx="143280" cy="280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83C611-2F89-2F7E-60C7-CFA661A2F0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28627" y="4392080"/>
                  <a:ext cx="1519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92EA7F-ABAD-593A-3887-8363E70915C8}"/>
                    </a:ext>
                  </a:extLst>
                </p14:cNvPr>
                <p14:cNvContentPartPr/>
                <p14:nvPr/>
              </p14:nvContentPartPr>
              <p14:xfrm>
                <a:off x="1472987" y="4591520"/>
                <a:ext cx="109800" cy="72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92EA7F-ABAD-593A-3887-8363E70915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68667" y="4587200"/>
                  <a:ext cx="118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DC5632-039F-0E35-A7A8-F84DE849DE32}"/>
                    </a:ext>
                  </a:extLst>
                </p14:cNvPr>
                <p14:cNvContentPartPr/>
                <p14:nvPr/>
              </p14:nvContentPartPr>
              <p14:xfrm>
                <a:off x="1453187" y="4606640"/>
                <a:ext cx="277920" cy="306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DC5632-039F-0E35-A7A8-F84DE849DE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8867" y="4602320"/>
                  <a:ext cx="286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800B38-38F1-BE3B-D66B-8E0483A16589}"/>
                    </a:ext>
                  </a:extLst>
                </p14:cNvPr>
                <p14:cNvContentPartPr/>
                <p14:nvPr/>
              </p14:nvContentPartPr>
              <p14:xfrm>
                <a:off x="1685747" y="4856480"/>
                <a:ext cx="56160" cy="101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800B38-38F1-BE3B-D66B-8E0483A165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81427" y="4852160"/>
                  <a:ext cx="64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1578E2-80A8-243B-AF3D-D33DE7C75A29}"/>
                    </a:ext>
                  </a:extLst>
                </p14:cNvPr>
                <p14:cNvContentPartPr/>
                <p14:nvPr/>
              </p14:nvContentPartPr>
              <p14:xfrm>
                <a:off x="1814627" y="4887440"/>
                <a:ext cx="95760" cy="73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1578E2-80A8-243B-AF3D-D33DE7C75A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10307" y="4883120"/>
                  <a:ext cx="104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0B7964-887A-3921-A284-C9FFC74A761A}"/>
                    </a:ext>
                  </a:extLst>
                </p14:cNvPr>
                <p14:cNvContentPartPr/>
                <p14:nvPr/>
              </p14:nvContentPartPr>
              <p14:xfrm>
                <a:off x="2048627" y="4494680"/>
                <a:ext cx="51480" cy="20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0B7964-887A-3921-A284-C9FFC74A76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4307" y="4490360"/>
                  <a:ext cx="60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83BA765-6B1E-F129-10DE-F9816BCF8387}"/>
                    </a:ext>
                  </a:extLst>
                </p14:cNvPr>
                <p14:cNvContentPartPr/>
                <p14:nvPr/>
              </p14:nvContentPartPr>
              <p14:xfrm>
                <a:off x="2191187" y="4547600"/>
                <a:ext cx="124560" cy="113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83BA765-6B1E-F129-10DE-F9816BCF83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6867" y="4543280"/>
                  <a:ext cx="133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55E3D6A-B219-E321-5BCC-BAC50921D4E6}"/>
                    </a:ext>
                  </a:extLst>
                </p14:cNvPr>
                <p14:cNvContentPartPr/>
                <p14:nvPr/>
              </p14:nvContentPartPr>
              <p14:xfrm>
                <a:off x="2360387" y="4558040"/>
                <a:ext cx="144360" cy="94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55E3D6A-B219-E321-5BCC-BAC50921D4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56067" y="4553720"/>
                  <a:ext cx="153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48962F-F959-F04D-C7EF-9D46DDEE61CF}"/>
                    </a:ext>
                  </a:extLst>
                </p14:cNvPr>
                <p14:cNvContentPartPr/>
                <p14:nvPr/>
              </p14:nvContentPartPr>
              <p14:xfrm>
                <a:off x="2574587" y="4546520"/>
                <a:ext cx="103680" cy="9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48962F-F959-F04D-C7EF-9D46DDEE61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0267" y="4542200"/>
                  <a:ext cx="11232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B241B6-9556-E129-2058-03EE986D3999}"/>
              </a:ext>
            </a:extLst>
          </p:cNvPr>
          <p:cNvGrpSpPr/>
          <p:nvPr/>
        </p:nvGrpSpPr>
        <p:grpSpPr>
          <a:xfrm>
            <a:off x="3026027" y="4560920"/>
            <a:ext cx="174960" cy="95040"/>
            <a:chOff x="3026027" y="4560920"/>
            <a:chExt cx="17496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164F7A-1732-49B8-8C2C-FEAB384BA8E2}"/>
                    </a:ext>
                  </a:extLst>
                </p14:cNvPr>
                <p14:cNvContentPartPr/>
                <p14:nvPr/>
              </p14:nvContentPartPr>
              <p14:xfrm>
                <a:off x="3026027" y="4560920"/>
                <a:ext cx="173160" cy="2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164F7A-1732-49B8-8C2C-FEAB384BA8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21707" y="4556600"/>
                  <a:ext cx="18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464F59B-8CF2-216D-0C49-61DF94321263}"/>
                    </a:ext>
                  </a:extLst>
                </p14:cNvPr>
                <p14:cNvContentPartPr/>
                <p14:nvPr/>
              </p14:nvContentPartPr>
              <p14:xfrm>
                <a:off x="3040427" y="4650200"/>
                <a:ext cx="160560" cy="5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464F59B-8CF2-216D-0C49-61DF943212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36107" y="4645880"/>
                  <a:ext cx="16920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45ABE0E-D26B-E175-BF66-0AEA80973EEF}"/>
                  </a:ext>
                </a:extLst>
              </p14:cNvPr>
              <p14:cNvContentPartPr/>
              <p14:nvPr/>
            </p14:nvContentPartPr>
            <p14:xfrm>
              <a:off x="3586547" y="4460480"/>
              <a:ext cx="176040" cy="261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45ABE0E-D26B-E175-BF66-0AEA80973EE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82227" y="4456160"/>
                <a:ext cx="1846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0CD19D4-E2D1-B747-B969-A0394E4A67BB}"/>
                  </a:ext>
                </a:extLst>
              </p14:cNvPr>
              <p14:cNvContentPartPr/>
              <p14:nvPr/>
            </p14:nvContentPartPr>
            <p14:xfrm>
              <a:off x="4511027" y="4695560"/>
              <a:ext cx="37080" cy="51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0CD19D4-E2D1-B747-B969-A0394E4A67B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06707" y="4691240"/>
                <a:ext cx="4572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A90379F4-C2DA-8F31-12CE-5666D83E3450}"/>
              </a:ext>
            </a:extLst>
          </p:cNvPr>
          <p:cNvGrpSpPr/>
          <p:nvPr/>
        </p:nvGrpSpPr>
        <p:grpSpPr>
          <a:xfrm>
            <a:off x="5022587" y="4365080"/>
            <a:ext cx="1437840" cy="334800"/>
            <a:chOff x="5022587" y="4365080"/>
            <a:chExt cx="143784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6E674E-7EC5-FA5D-1BF5-3FC42CEAA279}"/>
                    </a:ext>
                  </a:extLst>
                </p14:cNvPr>
                <p14:cNvContentPartPr/>
                <p14:nvPr/>
              </p14:nvContentPartPr>
              <p14:xfrm>
                <a:off x="5055707" y="4365080"/>
                <a:ext cx="546840" cy="31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6E674E-7EC5-FA5D-1BF5-3FC42CEAA2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51387" y="4360760"/>
                  <a:ext cx="5554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5F831D-BF71-CDFD-5AEC-54D4FD60B260}"/>
                    </a:ext>
                  </a:extLst>
                </p14:cNvPr>
                <p14:cNvContentPartPr/>
                <p14:nvPr/>
              </p14:nvContentPartPr>
              <p14:xfrm>
                <a:off x="5668067" y="4586480"/>
                <a:ext cx="250560" cy="70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5F831D-BF71-CDFD-5AEC-54D4FD60B2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63747" y="4582160"/>
                  <a:ext cx="259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88E45B-F62A-EC19-E77B-2B02336165EB}"/>
                    </a:ext>
                  </a:extLst>
                </p14:cNvPr>
                <p14:cNvContentPartPr/>
                <p14:nvPr/>
              </p14:nvContentPartPr>
              <p14:xfrm>
                <a:off x="5960747" y="4575680"/>
                <a:ext cx="152640" cy="73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88E45B-F62A-EC19-E77B-2B02336165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56427" y="4571360"/>
                  <a:ext cx="161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F8DAA98-0FF7-CE1C-AB12-D1D880783FD6}"/>
                    </a:ext>
                  </a:extLst>
                </p14:cNvPr>
                <p14:cNvContentPartPr/>
                <p14:nvPr/>
              </p14:nvContentPartPr>
              <p14:xfrm>
                <a:off x="6141467" y="4537520"/>
                <a:ext cx="318960" cy="162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F8DAA98-0FF7-CE1C-AB12-D1D880783F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7147" y="4533200"/>
                  <a:ext cx="327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86D1DFD-B7F6-3F4C-DDCE-A4B58C73A7CA}"/>
                    </a:ext>
                  </a:extLst>
                </p14:cNvPr>
                <p14:cNvContentPartPr/>
                <p14:nvPr/>
              </p14:nvContentPartPr>
              <p14:xfrm>
                <a:off x="5022587" y="4612040"/>
                <a:ext cx="1189800" cy="77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86D1DFD-B7F6-3F4C-DDCE-A4B58C73A7C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18267" y="4607720"/>
                  <a:ext cx="11984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6DF20C6-6B0E-A704-BEBF-BFC3D5E1C54A}"/>
              </a:ext>
            </a:extLst>
          </p:cNvPr>
          <p:cNvGrpSpPr/>
          <p:nvPr/>
        </p:nvGrpSpPr>
        <p:grpSpPr>
          <a:xfrm>
            <a:off x="7140107" y="4387760"/>
            <a:ext cx="333360" cy="222480"/>
            <a:chOff x="7140107" y="4387760"/>
            <a:chExt cx="33336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08FAF4-2AE4-A9BD-954D-9B6851020453}"/>
                    </a:ext>
                  </a:extLst>
                </p14:cNvPr>
                <p14:cNvContentPartPr/>
                <p14:nvPr/>
              </p14:nvContentPartPr>
              <p14:xfrm>
                <a:off x="7140107" y="4387760"/>
                <a:ext cx="72000" cy="222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08FAF4-2AE4-A9BD-954D-9B68510204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35787" y="4383440"/>
                  <a:ext cx="80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591C91-08F8-797B-8A5D-EE91C9BBD710}"/>
                    </a:ext>
                  </a:extLst>
                </p14:cNvPr>
                <p14:cNvContentPartPr/>
                <p14:nvPr/>
              </p14:nvContentPartPr>
              <p14:xfrm>
                <a:off x="7343507" y="4432040"/>
                <a:ext cx="129960" cy="145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591C91-08F8-797B-8A5D-EE91C9BBD7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39187" y="4427720"/>
                  <a:ext cx="138600" cy="15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6ED5954-E8A5-7850-62A3-5CAA80EEC276}"/>
                  </a:ext>
                </a:extLst>
              </p14:cNvPr>
              <p14:cNvContentPartPr/>
              <p14:nvPr/>
            </p14:nvContentPartPr>
            <p14:xfrm>
              <a:off x="7551587" y="4170320"/>
              <a:ext cx="114840" cy="1501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6ED5954-E8A5-7850-62A3-5CAA80EEC27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547267" y="4166000"/>
                <a:ext cx="1234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596567A7-0244-2467-2000-07DDEB850A1B}"/>
              </a:ext>
            </a:extLst>
          </p:cNvPr>
          <p:cNvGrpSpPr/>
          <p:nvPr/>
        </p:nvGrpSpPr>
        <p:grpSpPr>
          <a:xfrm>
            <a:off x="7903307" y="4425920"/>
            <a:ext cx="180360" cy="80280"/>
            <a:chOff x="7903307" y="4425920"/>
            <a:chExt cx="18036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A6C638-9991-E754-C00F-00BF5F65060C}"/>
                    </a:ext>
                  </a:extLst>
                </p14:cNvPr>
                <p14:cNvContentPartPr/>
                <p14:nvPr/>
              </p14:nvContentPartPr>
              <p14:xfrm>
                <a:off x="7903307" y="4425920"/>
                <a:ext cx="164520" cy="2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A6C638-9991-E754-C00F-00BF5F6506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898987" y="4421600"/>
                  <a:ext cx="1731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8FCC639-CDB8-157D-B68B-3AAFA8C1DF53}"/>
                    </a:ext>
                  </a:extLst>
                </p14:cNvPr>
                <p14:cNvContentPartPr/>
                <p14:nvPr/>
              </p14:nvContentPartPr>
              <p14:xfrm>
                <a:off x="7927427" y="4499000"/>
                <a:ext cx="156240" cy="7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8FCC639-CDB8-157D-B68B-3AAFA8C1DF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3107" y="4494680"/>
                  <a:ext cx="16488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AEF5784-8D1E-688F-7360-320131677730}"/>
              </a:ext>
            </a:extLst>
          </p:cNvPr>
          <p:cNvGrpSpPr/>
          <p:nvPr/>
        </p:nvGrpSpPr>
        <p:grpSpPr>
          <a:xfrm>
            <a:off x="8356547" y="4370480"/>
            <a:ext cx="898200" cy="180720"/>
            <a:chOff x="8356547" y="4370480"/>
            <a:chExt cx="89820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00B3F6C-4303-AD59-3B20-685D255EB300}"/>
                    </a:ext>
                  </a:extLst>
                </p14:cNvPr>
                <p14:cNvContentPartPr/>
                <p14:nvPr/>
              </p14:nvContentPartPr>
              <p14:xfrm>
                <a:off x="8356547" y="4371200"/>
                <a:ext cx="108000" cy="17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00B3F6C-4303-AD59-3B20-685D255EB3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52227" y="4366880"/>
                  <a:ext cx="116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71830D-4322-56AC-CE61-C1050F4E2169}"/>
                    </a:ext>
                  </a:extLst>
                </p14:cNvPr>
                <p14:cNvContentPartPr/>
                <p14:nvPr/>
              </p14:nvContentPartPr>
              <p14:xfrm>
                <a:off x="8555987" y="4387760"/>
                <a:ext cx="137520" cy="134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71830D-4322-56AC-CE61-C1050F4E21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51667" y="4383440"/>
                  <a:ext cx="146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AB776F-E027-2447-DA83-8461B7214D59}"/>
                    </a:ext>
                  </a:extLst>
                </p14:cNvPr>
                <p14:cNvContentPartPr/>
                <p14:nvPr/>
              </p14:nvContentPartPr>
              <p14:xfrm>
                <a:off x="8792507" y="4385600"/>
                <a:ext cx="133200" cy="113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AB776F-E027-2447-DA83-8461B7214D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8187" y="4381280"/>
                  <a:ext cx="1418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D074FD-772D-3822-B14A-7FE6A3CE1B4A}"/>
                    </a:ext>
                  </a:extLst>
                </p14:cNvPr>
                <p14:cNvContentPartPr/>
                <p14:nvPr/>
              </p14:nvContentPartPr>
              <p14:xfrm>
                <a:off x="9030827" y="4370480"/>
                <a:ext cx="223920" cy="180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D074FD-772D-3822-B14A-7FE6A3CE1B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26507" y="4366160"/>
                  <a:ext cx="2325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DD21CE-6FE3-4E6C-3486-E40A8C5353A6}"/>
              </a:ext>
            </a:extLst>
          </p:cNvPr>
          <p:cNvGrpSpPr/>
          <p:nvPr/>
        </p:nvGrpSpPr>
        <p:grpSpPr>
          <a:xfrm>
            <a:off x="9501707" y="4379480"/>
            <a:ext cx="200160" cy="56880"/>
            <a:chOff x="9501707" y="4379480"/>
            <a:chExt cx="200160" cy="5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1385CF7-9871-5203-06C9-0B0FC71C050F}"/>
                    </a:ext>
                  </a:extLst>
                </p14:cNvPr>
                <p14:cNvContentPartPr/>
                <p14:nvPr/>
              </p14:nvContentPartPr>
              <p14:xfrm>
                <a:off x="9501707" y="4379480"/>
                <a:ext cx="172440" cy="3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1385CF7-9871-5203-06C9-0B0FC71C05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97387" y="4375160"/>
                  <a:ext cx="181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54A723-E207-9994-586C-8F507F685FD1}"/>
                    </a:ext>
                  </a:extLst>
                </p14:cNvPr>
                <p14:cNvContentPartPr/>
                <p14:nvPr/>
              </p14:nvContentPartPr>
              <p14:xfrm>
                <a:off x="9513947" y="4436000"/>
                <a:ext cx="18792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54A723-E207-9994-586C-8F507F685F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09627" y="4431680"/>
                  <a:ext cx="19656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51D6102-88F4-6A24-C005-5B83581EC29D}"/>
              </a:ext>
            </a:extLst>
          </p:cNvPr>
          <p:cNvGrpSpPr/>
          <p:nvPr/>
        </p:nvGrpSpPr>
        <p:grpSpPr>
          <a:xfrm>
            <a:off x="9940547" y="4295960"/>
            <a:ext cx="1273680" cy="176400"/>
            <a:chOff x="9940547" y="4295960"/>
            <a:chExt cx="127368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6C8B785-0A92-6E4D-4704-C7237B58E5C8}"/>
                    </a:ext>
                  </a:extLst>
                </p14:cNvPr>
                <p14:cNvContentPartPr/>
                <p14:nvPr/>
              </p14:nvContentPartPr>
              <p14:xfrm>
                <a:off x="9940547" y="4311800"/>
                <a:ext cx="58320" cy="160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6C8B785-0A92-6E4D-4704-C7237B58E5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36227" y="4307480"/>
                  <a:ext cx="66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F083B4C-3C9B-115C-D49C-291D6589ADAE}"/>
                    </a:ext>
                  </a:extLst>
                </p14:cNvPr>
                <p14:cNvContentPartPr/>
                <p14:nvPr/>
              </p14:nvContentPartPr>
              <p14:xfrm>
                <a:off x="10068347" y="4306400"/>
                <a:ext cx="136080" cy="155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F083B4C-3C9B-115C-D49C-291D6589AD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64027" y="4302080"/>
                  <a:ext cx="144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09539B-AC86-633F-044A-8B5F312C0C87}"/>
                    </a:ext>
                  </a:extLst>
                </p14:cNvPr>
                <p14:cNvContentPartPr/>
                <p14:nvPr/>
              </p14:nvContentPartPr>
              <p14:xfrm>
                <a:off x="10358147" y="4295960"/>
                <a:ext cx="163800" cy="135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09539B-AC86-633F-044A-8B5F312C0C8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53827" y="4291640"/>
                  <a:ext cx="172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8A1207-05AA-BC59-566C-A6856BF9EDDA}"/>
                    </a:ext>
                  </a:extLst>
                </p14:cNvPr>
                <p14:cNvContentPartPr/>
                <p14:nvPr/>
              </p14:nvContentPartPr>
              <p14:xfrm>
                <a:off x="10350587" y="4317560"/>
                <a:ext cx="150840" cy="85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8A1207-05AA-BC59-566C-A6856BF9EDD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46267" y="4313240"/>
                  <a:ext cx="159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4A62E4-B136-B3EB-3B8F-01796059CDD9}"/>
                    </a:ext>
                  </a:extLst>
                </p14:cNvPr>
                <p14:cNvContentPartPr/>
                <p14:nvPr/>
              </p14:nvContentPartPr>
              <p14:xfrm>
                <a:off x="10674227" y="4311080"/>
                <a:ext cx="70560" cy="140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4A62E4-B136-B3EB-3B8F-01796059CDD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69907" y="4306760"/>
                  <a:ext cx="79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2BDFFD3-CB0E-7FE2-F649-4AE6DAB9F9FA}"/>
                    </a:ext>
                  </a:extLst>
                </p14:cNvPr>
                <p14:cNvContentPartPr/>
                <p14:nvPr/>
              </p14:nvContentPartPr>
              <p14:xfrm>
                <a:off x="10795187" y="4319000"/>
                <a:ext cx="153360" cy="131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2BDFFD3-CB0E-7FE2-F649-4AE6DAB9F9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90867" y="4314680"/>
                  <a:ext cx="162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CABD62-7AFB-8D38-0BB0-1F2BE830B9EE}"/>
                    </a:ext>
                  </a:extLst>
                </p14:cNvPr>
                <p14:cNvContentPartPr/>
                <p14:nvPr/>
              </p14:nvContentPartPr>
              <p14:xfrm>
                <a:off x="11068787" y="4338800"/>
                <a:ext cx="145440" cy="131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CABD62-7AFB-8D38-0BB0-1F2BE830B9E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64467" y="4334480"/>
                  <a:ext cx="154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5694AF-C2A3-2477-3212-8138D1C89721}"/>
                    </a:ext>
                  </a:extLst>
                </p14:cNvPr>
                <p14:cNvContentPartPr/>
                <p14:nvPr/>
              </p14:nvContentPartPr>
              <p14:xfrm>
                <a:off x="11090387" y="4331960"/>
                <a:ext cx="111600" cy="9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5694AF-C2A3-2477-3212-8138D1C8972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86067" y="4327640"/>
                  <a:ext cx="12024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D9916D0-ECE3-7CFE-BD0F-898DE778F769}"/>
              </a:ext>
            </a:extLst>
          </p:cNvPr>
          <p:cNvGrpSpPr/>
          <p:nvPr/>
        </p:nvGrpSpPr>
        <p:grpSpPr>
          <a:xfrm>
            <a:off x="11412587" y="4278680"/>
            <a:ext cx="349200" cy="199440"/>
            <a:chOff x="11412587" y="4278680"/>
            <a:chExt cx="34920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EE4D85D-75C2-08D0-A9D4-A8D6FC533EE6}"/>
                    </a:ext>
                  </a:extLst>
                </p14:cNvPr>
                <p14:cNvContentPartPr/>
                <p14:nvPr/>
              </p14:nvContentPartPr>
              <p14:xfrm>
                <a:off x="11412587" y="4327640"/>
                <a:ext cx="86760" cy="150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EE4D85D-75C2-08D0-A9D4-A8D6FC533E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08267" y="4323320"/>
                  <a:ext cx="95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729EDA-A4A3-6E26-2A89-91A5A333C9CF}"/>
                    </a:ext>
                  </a:extLst>
                </p14:cNvPr>
                <p14:cNvContentPartPr/>
                <p14:nvPr/>
              </p14:nvContentPartPr>
              <p14:xfrm>
                <a:off x="11600867" y="4278680"/>
                <a:ext cx="160920" cy="164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729EDA-A4A3-6E26-2A89-91A5A333C9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96547" y="4274360"/>
                  <a:ext cx="16956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3D434B-D602-E256-9B15-6D6F0A6298C5}"/>
              </a:ext>
            </a:extLst>
          </p:cNvPr>
          <p:cNvGrpSpPr/>
          <p:nvPr/>
        </p:nvGrpSpPr>
        <p:grpSpPr>
          <a:xfrm>
            <a:off x="760187" y="5619680"/>
            <a:ext cx="929160" cy="371880"/>
            <a:chOff x="760187" y="5619680"/>
            <a:chExt cx="92916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E54F892-AFFC-016E-A553-CD4F9BDA85BD}"/>
                    </a:ext>
                  </a:extLst>
                </p14:cNvPr>
                <p14:cNvContentPartPr/>
                <p14:nvPr/>
              </p14:nvContentPartPr>
              <p14:xfrm>
                <a:off x="937667" y="5775560"/>
                <a:ext cx="47880" cy="216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E54F892-AFFC-016E-A553-CD4F9BDA85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3347" y="5771240"/>
                  <a:ext cx="56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A9851E6-C586-5C22-6396-DECF08091CC0}"/>
                    </a:ext>
                  </a:extLst>
                </p14:cNvPr>
                <p14:cNvContentPartPr/>
                <p14:nvPr/>
              </p14:nvContentPartPr>
              <p14:xfrm>
                <a:off x="760187" y="5619680"/>
                <a:ext cx="483480" cy="92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A9851E6-C586-5C22-6396-DECF08091CC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5867" y="5615360"/>
                  <a:ext cx="492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1858B34-33AA-A335-C752-18D0597CA61D}"/>
                    </a:ext>
                  </a:extLst>
                </p14:cNvPr>
                <p14:cNvContentPartPr/>
                <p14:nvPr/>
              </p14:nvContentPartPr>
              <p14:xfrm>
                <a:off x="1206227" y="5672240"/>
                <a:ext cx="143280" cy="209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1858B34-33AA-A335-C752-18D0597CA61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01907" y="5667920"/>
                  <a:ext cx="151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9EAAE81-96FC-6F1A-C3CD-2F364D83B9A2}"/>
                    </a:ext>
                  </a:extLst>
                </p14:cNvPr>
                <p14:cNvContentPartPr/>
                <p14:nvPr/>
              </p14:nvContentPartPr>
              <p14:xfrm>
                <a:off x="1424027" y="5782760"/>
                <a:ext cx="146520" cy="108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9EAAE81-96FC-6F1A-C3CD-2F364D83B9A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19707" y="5778440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5FD514-6F96-AB10-8F3B-6D75646EEFCF}"/>
                    </a:ext>
                  </a:extLst>
                </p14:cNvPr>
                <p14:cNvContentPartPr/>
                <p14:nvPr/>
              </p14:nvContentPartPr>
              <p14:xfrm>
                <a:off x="1642187" y="5689520"/>
                <a:ext cx="47160" cy="224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5FD514-6F96-AB10-8F3B-6D75646EEFC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37867" y="5685200"/>
                  <a:ext cx="5580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72F8226-6A89-5EB2-9082-EB97E0BE19A3}"/>
              </a:ext>
            </a:extLst>
          </p:cNvPr>
          <p:cNvGrpSpPr/>
          <p:nvPr/>
        </p:nvGrpSpPr>
        <p:grpSpPr>
          <a:xfrm>
            <a:off x="2108027" y="5759720"/>
            <a:ext cx="165600" cy="89640"/>
            <a:chOff x="2108027" y="5759720"/>
            <a:chExt cx="16560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1979FE3-F215-81C9-C045-01D18EFE3EFF}"/>
                    </a:ext>
                  </a:extLst>
                </p14:cNvPr>
                <p14:cNvContentPartPr/>
                <p14:nvPr/>
              </p14:nvContentPartPr>
              <p14:xfrm>
                <a:off x="2108027" y="5759720"/>
                <a:ext cx="156240" cy="10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1979FE3-F215-81C9-C045-01D18EFE3EF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03707" y="5755400"/>
                  <a:ext cx="1648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4E33B62-62E4-3D49-939E-AC1884715630}"/>
                    </a:ext>
                  </a:extLst>
                </p14:cNvPr>
                <p14:cNvContentPartPr/>
                <p14:nvPr/>
              </p14:nvContentPartPr>
              <p14:xfrm>
                <a:off x="2137907" y="5840000"/>
                <a:ext cx="135720" cy="9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4E33B62-62E4-3D49-939E-AC188471563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33587" y="5835680"/>
                  <a:ext cx="1443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F0CDC98-E56D-B388-EB02-4A902C3E0E67}"/>
                  </a:ext>
                </a:extLst>
              </p14:cNvPr>
              <p14:cNvContentPartPr/>
              <p14:nvPr/>
            </p14:nvContentPartPr>
            <p14:xfrm>
              <a:off x="2649827" y="5686640"/>
              <a:ext cx="211680" cy="125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F0CDC98-E56D-B388-EB02-4A902C3E0E6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645507" y="5682320"/>
                <a:ext cx="220320" cy="13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CFB52422-2B7D-31AB-E8D3-FC30DEDD77C1}"/>
              </a:ext>
            </a:extLst>
          </p:cNvPr>
          <p:cNvGrpSpPr/>
          <p:nvPr/>
        </p:nvGrpSpPr>
        <p:grpSpPr>
          <a:xfrm>
            <a:off x="3176507" y="5500880"/>
            <a:ext cx="439920" cy="608400"/>
            <a:chOff x="3176507" y="5500880"/>
            <a:chExt cx="439920" cy="60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C1E2102-6AE4-D2AA-B821-79D64E0D1476}"/>
                    </a:ext>
                  </a:extLst>
                </p14:cNvPr>
                <p14:cNvContentPartPr/>
                <p14:nvPr/>
              </p14:nvContentPartPr>
              <p14:xfrm>
                <a:off x="3176507" y="5500880"/>
                <a:ext cx="101880" cy="217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C1E2102-6AE4-D2AA-B821-79D64E0D14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2187" y="5496560"/>
                  <a:ext cx="110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C411CBC-F4CC-3C1B-4011-CFA2EFAF764D}"/>
                    </a:ext>
                  </a:extLst>
                </p14:cNvPr>
                <p14:cNvContentPartPr/>
                <p14:nvPr/>
              </p14:nvContentPartPr>
              <p14:xfrm>
                <a:off x="3284867" y="5654600"/>
                <a:ext cx="99720" cy="88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C411CBC-F4CC-3C1B-4011-CFA2EFAF76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80547" y="5650280"/>
                  <a:ext cx="108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809D1A7-3398-34DB-E25D-9BF293E54A33}"/>
                    </a:ext>
                  </a:extLst>
                </p14:cNvPr>
                <p14:cNvContentPartPr/>
                <p14:nvPr/>
              </p14:nvContentPartPr>
              <p14:xfrm>
                <a:off x="3277307" y="5647760"/>
                <a:ext cx="339120" cy="461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809D1A7-3398-34DB-E25D-9BF293E54A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2987" y="5643440"/>
                  <a:ext cx="347760" cy="47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95739B4-AC41-8394-4F10-890A73A5BF4E}"/>
                  </a:ext>
                </a:extLst>
              </p14:cNvPr>
              <p14:cNvContentPartPr/>
              <p14:nvPr/>
            </p14:nvContentPartPr>
            <p14:xfrm>
              <a:off x="3980387" y="5572520"/>
              <a:ext cx="263880" cy="1386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95739B4-AC41-8394-4F10-890A73A5BF4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976067" y="5568200"/>
                <a:ext cx="27252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64217366-E099-A2C4-1E72-BED069398D18}"/>
                  </a:ext>
                </a:extLst>
              </p14:cNvPr>
              <p14:cNvContentPartPr/>
              <p14:nvPr/>
            </p14:nvContentPartPr>
            <p14:xfrm>
              <a:off x="5022587" y="5634800"/>
              <a:ext cx="151560" cy="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64217366-E099-A2C4-1E72-BED069398D1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018267" y="5630480"/>
                <a:ext cx="1602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F1376EF-C57C-49BE-8B11-9C2F46EBCAAB}"/>
                  </a:ext>
                </a:extLst>
              </p14:cNvPr>
              <p14:cNvContentPartPr/>
              <p14:nvPr/>
            </p14:nvContentPartPr>
            <p14:xfrm>
              <a:off x="4975067" y="5734160"/>
              <a:ext cx="179640" cy="100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F1376EF-C57C-49BE-8B11-9C2F46EBCAA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70747" y="5729840"/>
                <a:ext cx="18828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94AF292A-2EDF-F7AA-D428-594591756766}"/>
              </a:ext>
            </a:extLst>
          </p:cNvPr>
          <p:cNvGrpSpPr/>
          <p:nvPr/>
        </p:nvGrpSpPr>
        <p:grpSpPr>
          <a:xfrm>
            <a:off x="5717027" y="5458760"/>
            <a:ext cx="998280" cy="237960"/>
            <a:chOff x="5717027" y="5458760"/>
            <a:chExt cx="99828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1D4938D-3161-A530-54CE-022CDC2142AF}"/>
                    </a:ext>
                  </a:extLst>
                </p14:cNvPr>
                <p14:cNvContentPartPr/>
                <p14:nvPr/>
              </p14:nvContentPartPr>
              <p14:xfrm>
                <a:off x="5717027" y="5474960"/>
                <a:ext cx="81000" cy="221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1D4938D-3161-A530-54CE-022CDC2142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12707" y="5470640"/>
                  <a:ext cx="89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C51D35B-940C-3205-6A69-2CB5AD8DFC4B}"/>
                    </a:ext>
                  </a:extLst>
                </p14:cNvPr>
                <p14:cNvContentPartPr/>
                <p14:nvPr/>
              </p14:nvContentPartPr>
              <p14:xfrm>
                <a:off x="5922587" y="5489720"/>
                <a:ext cx="230760" cy="148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C51D35B-940C-3205-6A69-2CB5AD8DFC4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18267" y="5485400"/>
                  <a:ext cx="239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7F11FBE-4546-031E-E3C3-99A62A12D00C}"/>
                    </a:ext>
                  </a:extLst>
                </p14:cNvPr>
                <p14:cNvContentPartPr/>
                <p14:nvPr/>
              </p14:nvContentPartPr>
              <p14:xfrm>
                <a:off x="6218867" y="5467400"/>
                <a:ext cx="232200" cy="143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7F11FBE-4546-031E-E3C3-99A62A12D00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14547" y="5463080"/>
                  <a:ext cx="240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CBEC48D-B0E4-6B68-5387-FA1D27435DF3}"/>
                    </a:ext>
                  </a:extLst>
                </p14:cNvPr>
                <p14:cNvContentPartPr/>
                <p14:nvPr/>
              </p14:nvContentPartPr>
              <p14:xfrm>
                <a:off x="6523787" y="5458760"/>
                <a:ext cx="191520" cy="161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CBEC48D-B0E4-6B68-5387-FA1D27435DF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19467" y="5454440"/>
                  <a:ext cx="20016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68B50BF-C212-572D-333D-9F95D1D4E90D}"/>
              </a:ext>
            </a:extLst>
          </p:cNvPr>
          <p:cNvGrpSpPr/>
          <p:nvPr/>
        </p:nvGrpSpPr>
        <p:grpSpPr>
          <a:xfrm>
            <a:off x="6972347" y="5414120"/>
            <a:ext cx="165960" cy="160560"/>
            <a:chOff x="6972347" y="5414120"/>
            <a:chExt cx="16596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221D0B-4A40-4E92-88D1-431CCFA566D8}"/>
                    </a:ext>
                  </a:extLst>
                </p14:cNvPr>
                <p14:cNvContentPartPr/>
                <p14:nvPr/>
              </p14:nvContentPartPr>
              <p14:xfrm>
                <a:off x="6973787" y="5414120"/>
                <a:ext cx="156960" cy="16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221D0B-4A40-4E92-88D1-431CCFA566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969467" y="5409800"/>
                  <a:ext cx="165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5152C09-2AB7-CFEF-98F8-A4EC3AB46B23}"/>
                    </a:ext>
                  </a:extLst>
                </p14:cNvPr>
                <p14:cNvContentPartPr/>
                <p14:nvPr/>
              </p14:nvContentPartPr>
              <p14:xfrm>
                <a:off x="6972347" y="5456240"/>
                <a:ext cx="165960" cy="114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5152C09-2AB7-CFEF-98F8-A4EC3AB46B2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68027" y="5451920"/>
                  <a:ext cx="174600" cy="12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3BA6C93-A6D5-50BA-E82C-879C1002194D}"/>
                  </a:ext>
                </a:extLst>
              </p14:cNvPr>
              <p14:cNvContentPartPr/>
              <p14:nvPr/>
            </p14:nvContentPartPr>
            <p14:xfrm>
              <a:off x="7573907" y="5362640"/>
              <a:ext cx="161640" cy="2559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3BA6C93-A6D5-50BA-E82C-879C1002194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569587" y="5358320"/>
                <a:ext cx="1702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6A0438B-B52B-45B3-4F83-BCF107E70D55}"/>
                  </a:ext>
                </a:extLst>
              </p14:cNvPr>
              <p14:cNvContentPartPr/>
              <p14:nvPr/>
            </p14:nvContentPartPr>
            <p14:xfrm>
              <a:off x="8373107" y="5338160"/>
              <a:ext cx="189720" cy="18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6A0438B-B52B-45B3-4F83-BCF107E70D5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368787" y="5333840"/>
                <a:ext cx="198360" cy="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6DD0040-46F2-12AB-D69D-6DE8A622FE82}"/>
                  </a:ext>
                </a:extLst>
              </p14:cNvPr>
              <p14:cNvContentPartPr/>
              <p14:nvPr/>
            </p14:nvContentPartPr>
            <p14:xfrm>
              <a:off x="8386427" y="5425640"/>
              <a:ext cx="191520" cy="154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6DD0040-46F2-12AB-D69D-6DE8A622FE8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382107" y="5421320"/>
                <a:ext cx="2001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73F3298-9089-9E46-4920-653F5DF2DA4B}"/>
                  </a:ext>
                </a:extLst>
              </p14:cNvPr>
              <p14:cNvContentPartPr/>
              <p14:nvPr/>
            </p14:nvContentPartPr>
            <p14:xfrm>
              <a:off x="8950187" y="5223680"/>
              <a:ext cx="241560" cy="2149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73F3298-9089-9E46-4920-653F5DF2DA4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945867" y="5219360"/>
                <a:ext cx="25020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DECAE701-F31C-FC81-F7B7-F65788ADFEEB}"/>
              </a:ext>
            </a:extLst>
          </p:cNvPr>
          <p:cNvGrpSpPr/>
          <p:nvPr/>
        </p:nvGrpSpPr>
        <p:grpSpPr>
          <a:xfrm>
            <a:off x="9445907" y="5180840"/>
            <a:ext cx="717840" cy="227880"/>
            <a:chOff x="9445907" y="5180840"/>
            <a:chExt cx="71784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E6B78F-8C8A-521D-843B-6E5210343CEC}"/>
                    </a:ext>
                  </a:extLst>
                </p14:cNvPr>
                <p14:cNvContentPartPr/>
                <p14:nvPr/>
              </p14:nvContentPartPr>
              <p14:xfrm>
                <a:off x="9445907" y="5219720"/>
                <a:ext cx="166320" cy="189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E6B78F-8C8A-521D-843B-6E5210343CE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441587" y="5215400"/>
                  <a:ext cx="174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C1CB8C2-714B-FE11-6412-1E6B021A1D16}"/>
                    </a:ext>
                  </a:extLst>
                </p14:cNvPr>
                <p14:cNvContentPartPr/>
                <p14:nvPr/>
              </p14:nvContentPartPr>
              <p14:xfrm>
                <a:off x="9746867" y="5227640"/>
                <a:ext cx="138600" cy="146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C1CB8C2-714B-FE11-6412-1E6B021A1D1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42547" y="5223320"/>
                  <a:ext cx="147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23B0D5F-BBF3-7155-CF60-7380B543AB4B}"/>
                    </a:ext>
                  </a:extLst>
                </p14:cNvPr>
                <p14:cNvContentPartPr/>
                <p14:nvPr/>
              </p14:nvContentPartPr>
              <p14:xfrm>
                <a:off x="9979067" y="5180840"/>
                <a:ext cx="184680" cy="1728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23B0D5F-BBF3-7155-CF60-7380B543AB4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74747" y="5176520"/>
                  <a:ext cx="193320" cy="18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4727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57A34-827A-1FED-2984-85EB669E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027D-DC18-C8EE-EB2E-A981EB27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533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</Words>
  <Application>Microsoft Office PowerPoint</Application>
  <PresentationFormat>Widescreen</PresentationFormat>
  <Paragraphs>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2026-03-05T15:50:57Z</dcterms:created>
  <dcterms:modified xsi:type="dcterms:W3CDTF">2026-03-05T15:56:37Z</dcterms:modified>
</cp:coreProperties>
</file>