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B46B7B-89FA-460F-9EE5-B426C3554683}" v="47" dt="2026-02-25T06:12:13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2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364 155 1201,'0'0'11135,"7"-1"-10502,1 0-355,5-1-41,1 0 4610,-14-24-4193,-1 21-659,1 0 1,-1 0-1,-1 0 1,1 0-1,-1 0 1,1 0-1,-1 1 1,-1-1-1,1 0 1,-1 1-1,0 0 1,0 0-1,0-1 1,0 2-1,-1-1 1,1 0-1,-6-3 1,4 3-20,0 0 1,0 0-1,-1 0 1,1 1-1,-1 0 0,1 0 1,-1 0-1,0 1 1,0 0-1,-1 0 1,1 1-1,0 0 0,-10-1 1,6 1 26,0 2 0,-1-1 1,1 1-1,0 1 0,0-1 1,0 2-1,-11 3 0,15-3 20,1 0-1,0 0 0,-1 0 1,1 1-1,1 0 0,-1 0 1,0 0-1,1 0 0,0 1 0,0 0 1,1 0-1,-1 0 0,-3 7 1,-4 10 185,1-1 1,0 1 0,2 1 0,1-1 0,1 2-1,1-1 1,-4 43 0,4 13 759,7 80 0,0-47 201,-4 134 355,2-245-1685,-6-1-9259,-15-1 979,6-3 2820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3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3522,'0'0'8393,"7"-3"-7083,27-7-207,1 1 0,1 2 0,48-4 1,44-8-5040,-97 11 54,-3-1-1424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3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0 4306,'0'0'7940,"-21"9"-6188,20-9-1737,-28 12 623,0 1 0,1 1 0,1 1 0,-39 29 0,53-33-344,0 1 1,1 0 0,1 0 0,-1 2-1,2-1 1,0 1 0,-12 23-1,16-24-196,1-1 0,0 1 0,1 0 0,0 0 0,1 1 0,1-1 0,0 1 0,1 0 0,0 24 0,1-35-111,0 0 0,1 1-1,-1-1 1,1 0 0,0 1 0,0-1-1,0 0 1,0 0 0,0 0 0,1 0-1,-1 0 1,1 0 0,0 0 0,0 0 0,0-1-1,0 1 1,0-1 0,1 1 0,-1-1-1,1 0 1,-1 0 0,1 0 0,0 0-1,0 0 1,0-1 0,0 1 0,0-1-1,5 1 1,7 2-735,0-1 0,0-1 0,0-1 0,0 0-1,16-1 1,-21 0-123,26-2-2939,-1-11-1109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4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8212,'0'0'9727,"-8"8"-8628,7-7-1073,-15 16 598,1 0 1,1 1-1,0 1 0,1 0 1,-14 30-1,26-48-625,1-1-1,0 1 0,-1 0 1,1-1-1,0 1 0,-1 0 1,1 0-1,0-1 0,0 1 1,-1 0-1,1 0 0,0 0 1,0-1-1,0 1 0,0 0 1,0 0-1,0 0 0,1-1 0,-1 1 1,0 0-1,0 0 0,0 0 1,1-1-1,-1 1 0,0 0 1,1-1-1,-1 1 0,1 0 1,-1-1-1,1 1 0,-1 0 1,1-1-1,-1 1 0,1-1 1,0 1-1,-1-1 0,1 1 0,0-1 1,-1 1-1,1-1 0,0 0 1,1 1-1,3 0-67,0-1 0,1 1 0,-1-1 1,0 0-1,10-2 0,5 1-158,21-1-399,-25 1 302,0 0 0,0 1 0,0 1 0,21 3 0,-36-3 317,1-1 0,-1 1 0,1 0 0,-1 0 0,0 0 1,0-1-1,1 1 0,-1 0 0,0 1 0,0-1 0,0 0 0,0 0 1,0 0-1,0 1 0,0-1 0,0 0 0,-1 1 0,1-1 0,0 1 1,-1-1-1,1 1 0,-1-1 0,0 1 0,1-1 0,-1 1 0,0-1 1,0 1-1,0 0 0,0-1 0,0 1 0,-1-1 0,1 1 0,0-1 1,-1 1-1,0 2 0,-1 3 130,0 0 0,0 0 1,-1-1-1,1 1 0,-2-1 1,-5 11-1,-2-3 56,0 0 0,-1-1 0,0-1 0,-1 0 1,0 0-1,-1-1 0,0-1 0,-1 0 0,0-1 0,-1-1 0,0 0 0,0-1 0,0-1 0,-23 6 1,38-12-276,0 0 0,0 1 0,0-1 0,0 1 0,0-1 0,0 0 0,0 0 0,0 0 0,0 0 0,0 0 0,0 0 0,0 0 0,0 0 0,0 0 0,0 0 0,0 0 0,0-1 0,0 1 0,0 0 0,0-1 0,0 1 0,0-1 0,0 1 0,1-1 0,-1 1 0,0-1 0,0 0 0,0 0 0,0-2-566,0 1 1,1-1 0,-1 1-1,1-1 1,0 0 0,0 1-1,0-1 1,0 1 0,1-6-1,-1 1-356,4-27-5670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4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3410,'0'0'7395,"100"-36"-6995,-69 30-224,-4 0-176,1 0-144,-3-3-1505,-2 1-1616,2-5-2674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5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2673,'0'0'6195,"3"0"-5512,4-2-412,-1 1 1,0 0-1,1 1 0,-1-1 0,1 1 1,-1 0-1,1 1 0,-1 0 1,0 0-1,1 0 0,-1 1 1,0 0-1,0 0 0,0 0 0,11 7 1,-8-3-41,-1 1 0,1-1-1,-1 2 1,0-1 0,-1 1 0,1 0 0,-2 1 0,12 18 0,-7-8 6,-1 1 0,0 0 0,-2 1 0,0 0 0,-2 0 0,0 0 0,3 24 0,-3 8 902,0 94 1,-7-131-940,0 1 0,-1-1-1,-1 0 1,-1 0 0,0 0 0,-1-1-1,0 1 1,-2-1 0,-14 25 0,14-27 69,-1-1 1,0 0-1,-1 0 1,-1-1-1,0 0 1,0-1-1,-1 0 1,0-1-1,-1 0 1,0 0-1,-14 6 1,26-15-280,0 0-1,0 0 1,0 0-1,0 0 1,0-1-1,0 1 1,0 0-1,0 0 1,0-1-1,0 1 1,0 0 0,0 0-1,0 0 1,0-1-1,0 1 1,0 0-1,0 0 1,0 0-1,0-1 1,-1 1-1,1 0 1,0 0 0,0 0-1,0 0 1,0-1-1,0 1 1,0 0-1,-1 0 1,1 0-1,0 0 1,0 0 0,0 0-1,0-1 1,-1 1-1,1 0 1,0 0-1,0 0 1,0 0-1,-1 0 1,1 0-1,0 0 1,0 0 0,0 0-1,-1 0 1,1 0-1,0 0 1,0 0-1,0 0 1,-1 0-1,1 0 1,0 0 0,0 0-1,0 0 1,-1 0-1,17-26-3327,-5 9-4112,-9 7 1039,-2-1-888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7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490 1 448,'0'0'4525,"-4"1"704,-12 3-3959,-93 129 1363,47-60-1814,29-32-541,-171 192 1354,196-226-1481,0 1 25,0 1 0,0-1 0,0 1-1,1 1 1,-7 11 0,17-16 210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8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302 320 1008,'0'0'4378,"2"-2"-3457,1 0-625,0-1 1,-1 1-1,1-1 0,-1 0 1,0 0-1,0 0 1,0-1-1,-1 1 0,1 0 1,-1-1-1,1 1 1,-1-1-1,0 1 0,0-1 1,-1 0-1,1-5 1,1-12 183,-3-38 0,0 27-370,1 24-8,-1 0-1,0 0 0,-1 0 1,0 0-1,0 1 1,0-1-1,-1 1 0,0-1 1,-1 1-1,0 0 1,0 0-1,0 0 0,-1 1 1,0-1-1,-10-9 0,13 14-69,0 0-1,0 1 1,0-1-1,0 1 0,-1-1 1,1 1-1,-1 0 0,1 0 1,-1 0-1,1 0 1,-1 0-1,1 0 0,-1 1 1,0-1-1,1 1 0,-1 0 1,0 0-1,1 0 1,-1 0-1,0 0 0,0 1 1,1-1-1,-1 1 0,1-1 1,-1 1-1,-3 2 0,0 0 40,0 0 0,0 0-1,1 0 1,0 1-1,-1 0 1,2 0-1,-1 1 1,0-1 0,-6 9-1,0 3 315,1 0 1,1 1-1,0 0 0,1 1 1,1-1-1,-9 37 0,-15 115 1354,31-165-1722,-9 88 912,7 158 1,4-124-33,-2-33-132,0-92-719,-13-21-10728,3 9 5847,-2-2 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8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0 107 5715,'0'0'8740,"105"-18"-8308,-74 13-112,1-3-272,-3 6-48,4-9-560,1-1-865,3-1-864,3-5-1729,0-1-464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39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0 2513,'0'0'11032,"-23"17"-9514,-74 59-32,81-62-1075,0 1 0,0 0-1,2 1 1,0 1 0,1 0 0,0 1 0,1 1 0,2 0 0,0 0-1,-9 23 1,9-11-102,0 0 1,2 1-1,1 0 0,2 0 0,1 1 0,1-1 0,3 42 0,0-66-291,0 0-1,1 0 1,0 0-1,0 0 1,1 0-1,0 0 1,0 0-1,1 0 1,0-1-1,0 0 1,1 1-1,0-1 0,0 0 1,0-1-1,1 1 1,0-1-1,1 0 1,-1 0-1,1-1 1,0 1-1,1-1 1,-1-1-1,1 1 1,0-1-1,0 0 0,0-1 1,1 1-1,-1-2 1,1 1-1,0-1 1,0 0-1,8 1 1,63 0 367,-58-3-255,-21 0-112,-20-6-10860,15 0 5189,-1-5-918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4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9 224,'0'0'13198,"15"0"-12299,35 0-21,-18 2-768,0-3 1,52-6-1,-84 7-52,1 0 1,-1-1-1,0 1 0,1 0 1,-1 0-1,0 0 0,1-1 1,-1 1-1,1 0 0,-1 0 1,1 0-1,-1 0 1,0 0-1,1 0 0,-1 0 1,1 0-1,-1 0 0,1 0 1,-1 0-1,1 0 0,-1 0 1,0 0-1,1 0 0,-1 1 1,1-1-1,-1 0 1,0 0-1,1 0 0,-1 1 1,0-1-1,1 0 0,-1 0 1,0 1-1,1-1 0,-1 0 1,0 1-1,1-1 1,-1 0-1,0 1 0,0-1 1,1 1-1,-13 17 847,-27 16-433,21-22-351,12-8-64,-1 1 0,1-1 0,-1 1 0,1 0 0,1 0 0,-1 1 0,1-1-1,0 1 1,0 1 0,-6 10 0,11-16-54,0 0 0,0 0 0,0 0 0,0 0 0,0 0 0,0-1 0,0 1 0,1 0 0,-1 0 0,0 0 0,1-1 0,-1 1-1,0 0 1,1 0 0,-1-1 0,1 1 0,-1 0 0,1-1 0,0 1 0,-1 0 0,1-1 0,0 1 0,-1-1 0,1 1 0,0-1 0,0 0 0,-1 1 0,1-1 0,0 0-1,0 1 1,0-1 0,-1 0 0,1 0 0,0 0 0,0 0 0,0 1 0,1-2 0,48 8-64,-34-6-78,-1 1 38,-9-2 38,1 1 0,-1-1 0,0 1-1,1 1 1,-1-1 0,0 1-1,0 0 1,0 1 0,10 5-1,-15-7 62,0 0-1,0 1 0,0-1 1,0 1-1,0-1 0,0 1 0,-1-1 1,1 1-1,-1-1 0,1 1 0,-1 0 1,1-1-1,-1 1 0,0 0 0,0 0 1,0-1-1,0 1 0,0 0 0,0-1 1,-1 1-1,1 0 0,-1 2 0,0-1 49,0 0 0,0 0 0,0 0 0,0 0 0,0 0 0,-1 0 0,0 0 0,1-1 0,-1 1 0,-4 4 0,-4 1 176,0 1-1,-1-2 0,0 0 0,0 0 1,0-1-1,-1 0 0,0-1 0,0 0 1,-1-1-1,0 0 0,1-1 0,-1-1 1,-20 2-1,32-4-344,2-10-5092,6-8-308,6-2-85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42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3201,'0'0'7695,"-1"4"-6393,0 1-1009,1 1 1,0-1 0,0 1 0,0-1-1,1 1 1,-1-1 0,1 0 0,0 1 0,1-1-1,0 0 1,-1 0 0,1 0 0,1 0 0,-1 0-1,1 0 1,5 5 0,13 26 384,-1 1 1,-1 0-1,13 41 1,-24-55-366,-1 1 0,-1-1 0,-1 1 0,-2 1 1,0-1-1,-1 37 0,-2-55-145,-1 0-1,0 0 1,-1 0-1,0 0 1,0 0-1,0-1 1,0 1-1,-1-1 1,0 1-1,0-1 1,0 0-1,-1 0 1,0 0 0,-8 8-1,2-4 221,-1 0 1,0 0-1,0-1 0,-1 0 0,-17 9 0,29-18-428,0 1 0,0 0 0,0 0 0,0 0 0,0-1 0,0 1-1,0 0 1,0 0 0,0 0 0,0-1 0,0 1 0,0 0 0,0 0 0,0 0-1,0-1 1,0 1 0,-1 0 0,1 0 0,0 0 0,0 0 0,0-1-1,0 1 1,0 0 0,0 0 0,0 0 0,-1 0 0,1 0 0,0-1 0,0 1-1,0 0 1,0 0 0,-1 0 0,1 0 0,0 0 0,0 0 0,0 0 0,-1 0-1,1 0 1,0 0 0,0 0 0,0 0 0,-1 0 0,1 0 0,0 0 0,0 0-1,0 0 1,-1 0 0,1 0 0,12-16-1790,64-41-12545,-40 34 6262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45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0 464,'0'0'2676,"32"7"3903,3 33-3611,-22-25-2140,1 0 1,18 15-1,8 6 300,-26-23-786,1 0 1,1-1-1,29 18 0,29 7 695,96 31 0,-73-31-445,-85-31-391,0 0 0,-1 0 0,15 13 0,14 7 507,-32-23-616,0 0 0,1 0-1,-1 0 1,15 1 0,13 5 215,-8 1 278,-10-3-220,1-1 0,32 6 1,-47-11-308,-1 0 1,0 0-1,0 1 1,0-1-1,0 1 1,0-1-1,0 1 1,0 0-1,3 3 1,-4-3 85,0 0 1,0-1-1,0 1 1,1-1-1,-1 1 0,0-1 1,1 0-1,-1 0 1,1 0-1,-1 0 1,5 0-1,-1 3-583,-6-4 363,0 0 1,0 0-1,0 0 1,0 0-1,-1 0 1,1 0-1,0 0 1,0 0-1,0 0 1,0 0 0,0 0-1,0 0 1,0 0-1,-1 0 1,1 0-1,0 0 1,0 0-1,0 0 1,0 0-1,0 0 1,0 0 0,0 0-1,-1 0 1,1 0-1,0 0 1,0 0-1,0 0 1,0 1-1,0-1 1,0 0-1,0 0 1,0 0 0,0 0-1,0 0 1,-1 0-1,1 0 1,0 0-1,0 0 1,0 1-1,0-1 1,0 0-1,0 0 1,0 0 0,0 0-1,0 0 1,0 0-1,0 0 1,0 1-1,0-1 1,0 0-1,0 0 1,0 0-1,0 0 1,0 0 0,0 0-1,0 0 1,0 1-1,0-1 1,0 0-1,0 0 1,0 0-1,1 0 1,-1 0-1,0 0 1,0 0 0,0 0-1,0 1 1,-35-1-13574,21 0 6624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1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602 21 576,'0'0'3957,"4"-3"-3117,-3 1-677,0 1-90,0 0-1,0-1 1,0 1-1,1 0 0,-1-1 1,0 1-1,1 0 0,-1 0 1,1 0-1,-1 0 1,1 1-1,-1-1 0,3-1 1,-3 2 372,-1 1-355,0-1-1,0 0 1,1 0 0,-1 1-1,0-1 1,0 0 0,0 0-1,0 1 1,0-1 0,0 0-1,1 1 1,-1-1 0,0 0-1,0 1 1,0-1-1,0 0 1,0 1 0,0-1-1,0 0 1,0 1 0,0-1-1,0 0 1,-1 1 0,1-1-1,0 0 1,0 0 0,0 1-1,0-1 1,0 0-1,-1 1 1,1-1 0,0 0-1,0 0 1,0 1 0,-1-1-1,1 0 1,0 0 0,0 0-1,-1 1 1,-64 98 1449,-27 39-616,17-41-409,-92 95-1,108-129 448,2 3-1,-55 84 1,119-151 1524,4-6-3551,-8 2 486,-14 4-13753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2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95 1569,'0'0'6512,"16"-16"-3705,-15 14-2696,0 1 0,-1-1 0,1 0 0,-1 0 0,0 0 0,1 0 1,-1 1-1,0-1 0,0 0 0,0 0 0,-1 0 0,1 0 0,0 0 1,-1 0-1,1 1 0,-1-1 0,0 0 0,1 0 0,-1 1 0,0-1 0,-1-2 1,-1 2-67,1-1 1,-1 1 0,1 0 0,-1 0 0,1 0 0,-1 0-1,0 0 1,0 1 0,0-1 0,0 1 0,-4-2 0,-6 0-59,0 0 1,-1 0 0,1 2 0,0-1-1,-15 2 1,23-1 14,-1 2 0,0-1 0,0 1 1,0 0-1,0 0 0,0 0 0,1 1 0,-1 0 0,0 0 0,1 1 0,0-1 1,0 1-1,-1 1 0,2-1 0,-1 0 0,0 1 0,1 0 0,0 0 1,-6 7-1,2-2 139,0 1 1,1 0-1,0 1 0,1-1 1,0 1-1,0 1 1,1-1-1,1 1 1,0 0-1,0 0 0,-2 20 1,0 12 572,2-1-1,3 46 1,0-8 18,1-78-706,-13 417 3131,13-419-3221,-8-7-13141,7 5 12603,-11-13-3162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2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3330,'0'0'8598,"11"-5"-7456,15-7-345,0 1-1,1 2 1,1 0 0,54-9-1,-8 15 273,-49 3-468,0-2-1,26-4 1,-49 6-361,-1 0 1,0 0-1,1-1 1,-1 1-1,0 0 1,1-1 0,-1 1-1,0-1 1,1 0-1,-1 1 1,0-1-1,0 0 1,0 0-1,0 0 1,0 0-1,0 0 1,0 0-1,1-2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3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0 1249,'0'0'5744,"-7"12"-3418,-37 48 1080,26-38-2742,1 1 0,1 0 0,2 1 0,0 1 0,-16 41 0,22-41-427,0 0 0,2 0 0,1 0 1,1 1-1,2-1 0,0 1 0,2 0 0,2 30 0,-1-50-144,0 1-1,0-1 0,1 1 0,0-1 0,0 0 1,0 0-1,1 0 0,-1 0 0,1 0 0,1 0 1,-1-1-1,1 1 0,0-1 0,1 0 0,-1-1 1,1 1-1,0-1 0,0 1 0,0-2 0,1 1 1,-1 0-1,1-1 0,0 0 0,0-1 0,0 1 1,0-1-1,0 0 0,1-1 0,-1 1 1,1-1-1,10 0 0,-17-1-47,-3-38-13040,0 16 7336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4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5186,'0'0'9122,"0"6"-7668,10 127 4223,-11-98-5259,0-24-625,0 0 0,1-1 0,0 1 0,1 0 0,2 10 0,-2-20-227,-1 0 1,1-1-1,0 1 0,0 0 1,0-1-1,0 1 0,-1-1 1,1 0-1,0 1 1,0-1-1,0 0 0,0 1 1,0-1-1,0 0 0,0 0 1,0 0-1,0 0 0,0 0 1,0 0-1,0 0 1,0 0-1,0 0 0,0-1 1,0 1-1,0 0 0,0 0 1,1-1-1,12-6-6550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4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2961,'0'0'6361,"1"0"-6249,-1 0-1,1-1 1,0 1 0,-1 0 0,1-1 0,-1 1 0,1 0 0,0 0 0,0-1 0,-1 1 0,1 0 0,0 0 0,-1 0 0,1 0 0,0 0 0,-1 0 0,1 0 0,0 0 0,0 0-1,-1 0 1,1 1 0,0-1 0,-1 0 0,2 1 0,1 1 78,1 1 0,-1 0-1,0-1 1,0 2 0,0-1 0,0 0-1,0 0 1,-1 1 0,1 0 0,-1-1-1,2 5 1,23 53 1112,-20-42-876,7 16-74,-2 0 0,-2 1 0,-1 1 0,-1 0 1,-3 0-1,-1 0 0,-1 1 0,-4 40 0,1-73-185,0-1 0,-1 1 0,0 0 0,0 0 0,0 0-1,-1-1 1,1 1 0,-1-1 0,-1 1 0,1-1 0,0 0 0,-1 1 0,0-1-1,0-1 1,0 1 0,0 0 0,-1-1 0,1 0 0,-9 6 0,12-9-155,0 0 1,0 0-1,1 0 1,-1-1 0,0 1-1,0 0 1,0 0-1,0 0 1,1-1-1,-1 1 1,0 0-1,0 0 1,0-1 0,0 1-1,0 0 1,0 0-1,0-1 1,0 1-1,0 0 1,0 0-1,0-1 1,0 1 0,0 0-1,0 0 1,0-1-1,0 1 1,0 0-1,0 0 1,0-1 0,0 1-1,0 0 1,0 0-1,-1 0 1,1-1-1,0 1 1,0 0-1,0 0 1,0 0 0,-1-1-1,1 1 1,0 0-1,0 0 1,0 0-1,-1 0 1,1 0 0,0-1-1,0 1 1,0 0-1,-1 0 1,1 0-1,0 0 1,0 0-1,-1 0 1,1 0 0,0 0-1,0 0 1,-1 0-1,1 0 1,0 0-1,0 0 1,-1 0 0,1 0-1,0 0 1,0 0-1,-1 0 1,1 0-1,0 0 1,0 0-1,-1 1 1,11-21-1413,12 8-2157,-1 0-4758,-14 3 2606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6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1313,'0'-2'9629,"2"-6"-2523,1 8-7035,-1 1 1,0-1-1,0 1 0,0 0 0,0 0 1,-1 0-1,1 0 0,0 0 0,0 0 1,0 0-1,-1 1 0,1-1 0,-1 1 0,1-1 1,-1 1-1,0-1 0,2 4 0,23 36 564,-20-32-433,22 39 1321,56 73 0,-43-59-532,-35-51-868,1 1 1,0-1-1,1-1 0,0 1 1,1-1-1,14 13 0,-12-13 32,-1 0-1,0 0 1,10 15-1,-10-13-7,0 0-1,19 18 0,25 16 644,53 60-1,-21-31 791,-82-74 425,-3-1-3201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7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307 139 4482,'0'0'11021,"-10"-18"-9767,-33-55-259,41 70-875,-1-1 0,1 1-1,-1 0 1,0 0 0,1-1-1,-1 2 1,-1-1 0,1 0 0,0 1-1,-1 0 1,1-1 0,-1 1-1,0 1 1,1-1 0,-1 0 0,-8-1-1,5 2 35,0 0 0,0 1-1,0 0 1,0 0 0,0 1-1,-12 2 1,13-2-109,0 1 1,0 0-1,1 1 1,-1-1-1,1 1 1,-1 0-1,1 0 1,0 1-1,0-1 1,0 1-1,1 1 1,0-1-1,-1 0 1,1 1-1,1 0 1,-1 0-1,-4 9 1,2-4-5,1 1 1,-1 0-1,2 0 1,0 0-1,0 1 1,1-1-1,1 1 1,-2 14-1,3 155 336,5-147-237,2 1 1,1-1-1,2 0 1,18 49-1,16 58 131,-34-85-75,-5-31-23,13 48 0,-17-96-1955,1 12 298,0 0-1,-2 0 1,1 0-1,-4-19 1,-12-7-4079,-8 3-768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7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7187,'0'0'9701,"125"-28"-8693,-75 22-528,1 0-480,-1 2 0,0-9-784,2 3-2065,-2-9-2850,3-4-1760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7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0 7860,'0'0'8462,"-20"23"-6432,-64 76-658,73-85-1053,0 0 0,1 1 0,0 0 0,1 0 0,1 1 1,1 0-1,-9 26 0,12-31-238,1 1 0,0-1 0,1 1 0,1 0 0,-1-1 0,2 1 0,0 0-1,0 0 1,1 0 0,1-1 0,-1 1 0,7 19 0,-5-23-100,0-1 1,0 1-1,0-1 0,1 0 0,0 0 0,0 0 0,1 0 0,0-1 0,0 0 1,1 0-1,-1 0 0,1-1 0,1 0 0,-1 0 0,1 0 0,0-1 0,0 0 1,0 0-1,10 3 0,-7-4-557,0-1 1,0 0-1,1 0 1,-1-1-1,20 0 1,22-7-4488,-14-8-1481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8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6531,'0'0'8254,"20"-3"-7354,6-2-636,-9 2-43,0 0 0,1 2 1,25-1-1,-42 2-201,0 0 0,0 0-1,0 0 1,0 0 0,1 1-1,-1-1 1,0 0 0,0 0-1,0 1 1,0-1-1,0 1 1,0-1 0,0 1-1,0-1 1,0 1 0,0 0-1,0-1 1,-1 1 0,1 0-1,0 0 1,0-1 0,-1 1-1,1 0 1,0 0 0,-1 0-1,1 0 1,-1 0 0,1 0-1,-1 0 1,1 0-1,-1 0 1,0 1 0,0-1-1,0 0 1,1 0 0,-1 0-1,0 0 1,0 0 0,0 0-1,-1 0 1,1 1 0,0-1-1,-1 2 1,0 1 52,0 1 0,0-1 1,0 1-1,-1-1 0,0 1 1,0-1-1,0 0 0,0 0 0,-6 6 1,-42 37 926,39-38-597,0 0 0,1 1 0,0 0 0,-16 21 0,25-30-378,0 0-1,0 1 1,0-1-1,0 0 1,1 1-1,-1-1 1,0 0-1,0 1 1,1-1-1,-1 1 1,1-1 0,0 1-1,-1-1 1,1 1-1,0-1 1,0 1-1,0 0 1,0-1-1,0 1 1,0-1-1,0 1 1,0-1-1,1 1 1,-1-1-1,1 1 1,-1-1-1,1 1 1,0-1 0,-1 0-1,1 1 1,0-1-1,0 0 1,0 1-1,0-1 1,0 0-1,0 0 1,0 0-1,1 0 1,-1 0-1,0 0 1,1 0-1,-1-1 1,0 1 0,1 0-1,-1-1 1,1 1-1,-1-1 1,1 1-1,-1-1 1,3 0-1,9 3 26,1 0 0,-1-2 1,1 1-1,18-2 0,-27 0-12,15 0-124,-8 0-340,1 0 0,-1 0 0,14-3 0,2-8-3653,-2-9-3947,-11 4-617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38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4610,'0'0'6683,"21"7"-4807,68 26 7,-83-30-1657,-1 0 0,1 0-1,-1 1 1,1 0 0,-1 0-1,0 0 1,-1 0 0,1 1 0,-1 0-1,0-1 1,0 2 0,6 10-1,-1-3 256,6 12-134,-1 0-1,-2 0 1,0 2 0,-2-1-1,0 1 1,-2 1-1,-2-1 1,0 1 0,-2 1-1,-1-1 1,0 54-1,-4-76-233,1 1 0,-1-1 0,0 1-1,0 0 1,-1-1 0,0 0 0,0 1-1,0-1 1,-6 9 0,-1 0 411,-1 0 1,-13 15-1,15-20-175,1-1 1,0 1-1,0 0 1,1 1-1,0 0 0,0 0 1,-4 15-1,7-9-856,3-17 305,0 0 1,0 1 0,0-1 0,0 0-1,0 0 1,1 1 0,-1-1 0,0 0-1,0 0 1,0 1 0,0-1 0,0 0-1,0 0 1,0 1 0,1-1 0,-1 0-1,0 0 1,0 0 0,0 0-1,1 1 1,-1-1 0,0 0 0,0 0-1,0 0 1,1 0 0,-1 1 0,0-1-1,0 0 1,1 0 0,-1 0 0,0 0-1,0 0 1,1 0 0,-1 0 0,0 0-1,0 0 1,1 0 0,-1 0 0,0 0-1,0 0 1,1 0 0,-1 0 0,0 0-1,1 0 1,-1 0 0,0-1-1,0 1 1,0 0 0,1 0 0,-1 0-1,0 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48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283 141 1489,'0'0'5970,"4"-34"-2074,-4 20-3763,1 8-87,-1 1 0,0-1 0,-1 1 0,1-1 0,-3-8 0,2 12-21,0 0-1,1 0 0,-1 0 1,-1 0-1,1 0 0,0 0 1,0 0-1,-1 1 1,1-1-1,-1 0 0,0 1 1,1-1-1,-1 1 0,0 0 1,0-1-1,0 1 1,-3-1-1,-1-1 67,-1 0 0,1 0-1,-1 1 1,0 0 0,0 0 0,0 0 0,0 1-1,0 0 1,-8 1 0,11 0-30,1 0 0,-1 0-1,0 1 1,0 0 0,0 0 0,1 0-1,-1 0 1,1 1 0,-1-1 0,1 1-1,-1 0 1,1 0 0,0 0-1,0 0 1,0 1 0,0-1 0,0 1-1,-2 3 1,-10 12 563,0 1-1,2 0 1,-17 33 0,24-41-363,2 1 1,-1-1-1,2 1 1,-1 0-1,2 0 0,-1 0 1,2 0-1,-1 19 1,1-10 93,2 0 0,0 0 0,1 0 1,1-1-1,1 1 0,9 26 0,-4-18 87,-1 1-1,-1 0 0,5 47 0,-6 94 1214,-7-176-2579,1 1-1,-1-1 0,0 0 0,-1 1 0,1 0 0,-1-1 0,0 1 0,0 0 1,-5-8-1,-27-32-9569,14 23 5217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49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0 147 1761,'0'0'8334,"3"-5"-6888,-2 3-1297,0 0 1,0 0-1,0 0 0,0 0 0,1 0 0,-1 0 0,1 1 0,-1-1 0,1 0 0,0 1 1,0 0-1,3-3 0,36-10 1794,90-13 373,-67 16-1820,112-36 0,-161 43-424,-12 3 50,0 1 1,0-1-1,0 0 1,0 0-1,0 0 1,0 0-1,-1 0 1,1-1-1,4-2 3133,6 4-23518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51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4130,'0'0'8564,"10"17"-6459,-10-9-1879,0-1 0,-1 1 0,0-1 0,0 1 0,0-1 0,-1 1 0,-1-1 0,1 0 0,-1 0 0,0 0 0,-1 0 0,1-1 0,-9 11 0,-29 40 617,30-44-719,1 0 0,0 0 0,1 2 0,0-1 0,1 1-1,1 0 1,0 1 0,-7 25 0,14-40-120,-1 0-1,1 0 0,0-1 1,0 1-1,0 0 1,-1 0-1,1 0 0,0 0 1,0-1-1,0 1 1,0 0-1,1 0 1,-1 0-1,0 0 0,0-1 1,0 1-1,1 0 1,-1 0-1,0 0 1,1-1-1,-1 1 0,1 0 1,-1-1-1,1 2 1,20 1 36,-13-3-27,48-3 30,0-2 0,0-3 1,-1-2-1,78-25 0,-114 31-262,-15 4 51,1-1-1,-1 0 1,0 0 0,0 0-1,0 0 1,0-1 0,0 1 0,0-1-1,-1 0 1,5-3 0,-16 5-6934,5 0 5528,-9 0-2754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52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4930,'0'0'7750,"-10"20"-4994,-35 68-752,40-77-1608,0 2-1,1-1 1,1 0 0,0 1 0,0 0-1,1-1 1,1 1 0,0 0 0,1 0-1,0 0 1,4 20 0,-4-30-447,1-1 0,-1 0-1,1 1 1,0-1 0,0 1 0,0-1 0,0 0 0,0 1-1,0-1 1,1 0 0,-1 0 0,1 0 0,0 0 0,-1 0 0,1-1-1,0 1 1,0 0 0,0-1 0,0 0 0,1 1 0,-1-1 0,0 0-1,1 0 1,2 1 0,29 7-4829,-2-5-5182,-17-4 4446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4:52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1 624,'0'0'6176,"-17"2"-2248,18 0-3696,-1-1 1,0 1 0,1 0 0,-1 0 0,1 0 0,-1-1 0,1 1 0,0 0 0,0-1 0,0 1-1,0-1 1,0 1 0,0-1 0,0 1 0,0-1 0,2 2 0,29 21 1119,-9-7-567,-6 0-519,0 0 0,-1 1 0,-1 1 0,-1 0 0,0 1 0,-2 1 1,0 0-1,-1 0 0,-1 1 0,-1 0 0,-1 1 0,-2 0 0,0 0 0,-1 1 1,-1 0-1,-1 0 0,-2 0 0,0 0 0,-5 46 0,2-56-88,-1 0 0,-1-1 1,0 1-1,-1-1 0,0 0 0,-1-1 0,-1 1 0,0-1 0,-13 18 0,-12 9 1112,-47 48 0,27-32 138,48-52-1341,1 0-1,1 0 0,-1 1 0,0-1 0,1 1 0,0-1 0,0 1 1,0 0-1,0 0 0,1 0 0,-1 0 0,1 0 0,-1 6 0,2-10-24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4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21 960,'0'0'6070,"1"-20"-3509,-4 20-2516,1 0 1,-1 1-1,0 0 0,0 0 0,1 0 1,-1 0-1,1 0 0,-1 0 1,1 1-1,0-1 0,-1 1 0,1 0 1,0 0-1,-3 3 0,-31 36 595,21-22-473,5-7 92,-1 2-1,2-1 1,0 1-1,1 1 1,0 0-1,1 0 1,1 0 0,1 1-1,0-1 1,1 1-1,-4 24 1,1 0 229,1-9 429,1 0 0,-2 47 0,5-35-306,1-37-455,0 1 0,0 0 0,1 0 0,0 0 0,0 0 0,1 0 0,0 0 0,0 0 0,0 0 0,1 0 0,0-1 0,0 1 1,1-1-1,0 1 0,6 9 0,7 4 612,1-2 0,1 0 1,1-1-1,0-1 0,2 0 1,-1-2-1,2 0 1,44 20-1,-26-25 938,-8-3-883,-36-2-7641,-20 11-1341,6-9-784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0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18 176,'0'0'2121,"15"-17"-1393,-22 32 8315,-18 54-5755,-27 98-350,33-109-2364,-3-2 1,-2 0 0,-3-2-1,-52 82 1,53-90 106,-33 83 0,38-79-130,6 2 152,6-16 557,8-34-497,-17-2-23784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1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270 122 3490,'0'0'8291,"-8"-19"-7055,-29-57-308,36 74-867,0 0 1,-1 0-1,1 1 0,-1-1 0,1 0 1,-1 1-1,0-1 0,0 1 1,1-1-1,-1 1 0,0 0 0,0 0 1,-1 0-1,1 0 0,0 0 0,0 0 1,0 0-1,0 1 0,-1-1 1,1 1-1,0 0 0,-1 0 0,1 0 1,0 0-1,-1 0 0,1 0 0,0 1 1,-1-1-1,-2 1 0,-8 1 246,7-2-226,1 0 0,-1 0 0,1 1 0,-1 0 0,1 0 0,0 0 0,-1 1 0,1 0 0,0 0 0,0 0 0,0 0-1,0 1 1,1 0 0,-1 0 0,1 0 0,-1 1 0,1-1 0,0 1 0,0 0 0,1 0 0,-1 1 0,1-1 0,0 1 0,-3 6 0,0 2 30,1-1 0,1 1 0,0 0 0,0 0 0,2 0 0,0 1 0,0-1 0,1 27 0,1-7 264,2-1 1,2 1 0,0-1-1,13 43 1,-1-15 264,6 18 488,-3 1-1,11 112 1,-29-106-656,0-113-3558,0 17 1165,0-1 0,-1 1 0,0 0 0,-1 0 0,0 0 0,-6-22 0,-8 4-3462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1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0 140 5555,'0'0'12085,"124"-44"-10916,-93 40-433,1-2-256,-3-1-384,2-1-48,0 0-96,1-1-272,3-1-1041,3-3-1312,2 1-1937,4-7-2337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5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 1169,'0'0'7211,"-13"2"-3906,-4 5-2527,1 1 0,0 0-1,0 2 1,1 0 0,-23 20-1,28-22-530,0 1-1,0 0 0,1 1 1,1 0-1,-1 1 0,2 0 1,-1 0-1,2 0 0,-11 23 1,11-17-87,1 0 0,0 1 0,1-1-1,1 1 1,1 0 0,-1 34 0,2-3 111,0-16 300,4 57 0,-2-82-492,0 0 0,1 0 0,0 0 0,0 0 0,0 0 0,1-1 1,0 1-1,1-1 0,0 0 0,0 0 0,0 0 0,8 8 1,-7-11-48,0 0 0,1 0 0,0-1 0,0 0 0,0 0 0,0 0 0,1-1 0,-1 0 0,1 0 0,-1-1 0,1 1 0,-1-2 0,1 1 0,0-1 0,0 0 0,-1 0 0,1 0 0,0-1 0,8-2 0,-14 2-91,0 1 0,0 0 0,-1 0 1,1-1-1,0 1 0,0-1 0,0 1 0,0-1 0,-1 1 0,1-1 1,0 1-1,0-1 0,-1 0 0,1 1 0,0-1 0,0-1 1,1-4-3995,-1-1-4919,-1 1 605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6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67 3602,'0'0'8363,"17"-11"-7728,56-32 120,-70 41-661,-1 1 0,1-1 0,0 1 0,0 0 0,0 0 0,-1 0 0,1 0 0,0 0 0,0 0 0,0 1 0,0 0 0,0-1 0,1 1 0,-1 0 0,4 1 0,6 0 766,-12 0-794,0 0 1,0-1-1,0 1 0,0 0 0,-1 0 1,1 0-1,0 0 0,0 0 0,0 0 1,-1 0-1,1 0 0,-1 0 0,1 1 0,-1-1 1,1 0-1,-1 0 0,0 0 0,1 1 1,-1-1-1,0 0 0,0 1 0,0-1 1,0 0-1,0 0 0,0 1 0,-1 1 0,-2 41 569,0-36-559,-1 0 0,1 0 1,-1-1-1,-1 1 1,1-1-1,-12 12 0,12-14-31,-1 0 0,1 1-1,0-1 1,0 1 0,1-1-1,0 1 1,0 0 0,0 0-1,1 1 1,0-1-1,0 0 1,-2 14 0,6-20-36,-1 1 0,0-1 0,1 1 0,-1-1 0,0 0 0,1 1 0,-1-1 0,1 0 0,-1 0 0,1 0 0,-1 0 0,3-1 1,-1 1 32,126-5 1889,-64-6-2214,-52 8-1105,-1-1 0,23-11 0,-25 9-3401,-5-4-1480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6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3426,'0'0'9959,"20"-1"-8868,64-2 235,-81 3-1225,1 0 1,0 1-1,-1 0 0,1 0 1,-1 0-1,0 0 1,1 1-1,-1-1 0,0 1 1,0 0-1,0 0 1,0 0-1,0 0 0,0 0 1,-1 1-1,1-1 0,2 5 1,1 1 185,-1 0 0,0 0 0,-1 0 0,5 14 0,-5-14-55,3 11 181,-1 0-1,-1 0 1,-1 0-1,0 1 1,1 33-1,-5 101 932,0-140-1265,-1-1-27,0 1 1,-1-1-1,0 0 1,-1 0-1,0 0 1,-1-1-1,-1 1 1,0-1-1,-13 23 1,6-17 88,-1-1 1,0 0-1,-1-1 1,-1-1-1,-23 19 1,19-17 306,18-17-384,2-18-10469,5-1 1991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49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36 384,'0'0'3639,"-3"-3"-3188,-3-1-262,2 0 598,-1 0 1,-1 0-1,1 0 1,-1 1-1,1 0 1,-9-4-1,14 7-727,0 0-1,0 0 0,0 0 0,0 0 0,0 0 1,-1 0-1,1 1 0,0-1 0,0 0 1,0 0-1,0 0 0,0 0 0,0 0 0,0 0 1,0 0-1,-1 0 0,1 0 0,0 0 1,0 0-1,0 0 0,0 0 0,0 0 0,0 0 1,0 1-1,0-1 0,0 0 0,0 0 1,0 0-1,0 0 0,0 0 0,0 0 0,-1 0 1,1 1-1,0-1 0,0 0 0,0 0 1,0 0-1,0 0 0,0 0 0,0 0 0,0 0 1,0 0-1,1 1 0,-1-1 0,0 0 1,0 0-1,0 0 0,0 0 0,0 0 0,0 0 1,0 0-1,0 1 0,0-1 0,0 0 1,0 0-1,0 0 0,0 0 0,0 0 0,1 0 1,6 14 1032,10 11-269,5-1-36,2 0 0,0-2 0,1-1 0,1-1 0,50 28 0,154 67 987,-181-93-1528,-15-6-112,-17-10-47,0 2 0,-1 0 1,1 0-1,-2 2 0,1 0 1,-1 1-1,25 23 1,-37-30-69,16 18 177,1 0 1,1-1-1,0-1 1,2-1-1,34 22 1,25 15 210,-53-35-295,43 24 1,-27-22 105,-2 2 0,79 62-1,-59-30 2651,-63-55-2865,0-1-11,0 0-72,-13-1-13424,9 0 10987,-10 0-5209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0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351 274 2193,'0'0'4357,"0"-19"-3119,-2-60-273,2 70-646,-1 0-1,0 0 1,0 1-1,0-1 1,-1 1-1,0-1 1,-1 1-1,0 0 0,-1-1 1,1 2-1,-1-1 1,-1 0-1,1 1 1,-8-9-1,7 12-93,0-1-1,0 1 1,0 0 0,0 1-1,-1-1 1,0 1 0,1 0-1,-1 1 1,0-1-1,0 1 1,-1 0 0,1 1-1,0 0 1,-1-1 0,1 2-1,-1-1 1,-8 1-1,4 0-122,0 0-1,0 1 1,0 0 0,0 1-1,0 0 1,0 0-1,1 1 1,-16 7-1,21-8-31,1 1-1,-1 0 1,1 0 0,-1 1-1,1-1 1,0 1-1,0 0 1,1 0-1,-1 0 1,1 1-1,0-1 1,0 1 0,0 0-1,1 0 1,-1 0-1,1 0 1,1 0-1,-1 0 1,-1 9-1,-1 11 227,1 1 0,1-1 0,3 42-1,0-19-26,2 2 42,3-1 1,1 0 0,26 88-1,-17-75 119,13 97-1,-25-85-656,-4-73-360,-6-12-5269,-9-11 1171,-1-8-1088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0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7299,'0'0'4578,"109"-25"-1312,-61 19-2001,4 4-1041,0-3-128,5-1-96,-3-2-529,-2-1-1872,3-5-2241,-1-5-1489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0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1 3394,'0'0'7712,"-22"1"-4660,5-1-2334,7-1-428,1 1 0,-1 0 0,0 1 0,1 0 0,-1 0 0,0 1 0,1 1 0,0-1 0,0 1 0,0 1 1,0 0-1,0 0 0,-10 7 0,2 1 44,0 1 1,0 0-1,1 2 1,1-1 0,1 2-1,0 0 1,1 0 0,0 2-1,1-1 1,2 2-1,0-1 1,0 1 0,2 1-1,0 0 1,2 0-1,0 0 1,1 1 0,-4 39-1,7-38-283,1 0-1,1 1 1,0-1 0,2 0-1,6 32 1,-7-49-83,1 1 0,0-1 1,0 0-1,0 1 0,0-1 0,1 0 1,0-1-1,0 1 0,0 0 1,1-1-1,-1 0 0,1 0 1,0 0-1,1 0 0,-1 0 0,0-1 1,1 0-1,0 0 0,0 0 1,0-1-1,0 1 0,0-1 0,0 0 1,1-1-1,-1 1 0,1-1 1,6 0-1,15 3-1203,1-2 0,0-1 0,46-5 0,-57 2-678,0-1-1,0-1 0,30-10 0,16-14-6583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1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7828,'0'0'6997,"25"-3"-6031,-23 3-945,198-15 1514,-142 15-1271,-58 0-256,0 0 1,0 1 0,1-1-1,-1 0 1,0 1-1,0-1 1,0 0 0,0 1-1,0-1 1,0 0 0,0 1-1,0-1 1,0 1-1,0-1 1,0 0 0,0 1-1,0-1 1,0 0-1,0 1 1,-1-1 0,1 1-1,0-1 1,0 0 0,0 0-1,-1 1 1,-3 5 141,0 0 1,0-1-1,-1 0 1,0 0-1,0 0 1,0-1-1,-1 0 1,1 0-1,-9 5 1,-25 19 769,34-23-753,0 0 0,0 0 1,0 1-1,0 0 0,1 0 1,-5 9-1,8-14-159,0 1 1,1-1-1,-1 0 1,1 1-1,-1-1 1,1 1 0,-1 0-1,1-1 1,0 1-1,-1-1 1,1 1-1,0-1 1,0 1-1,0 0 1,1-1-1,-1 1 1,0-1-1,1 1 1,-1-1-1,1 1 1,-1-1-1,1 1 1,-1-1-1,1 1 1,0-1-1,0 0 1,0 1-1,0-1 1,0 0-1,0 0 1,0 0-1,0 0 1,1 0-1,-1 0 1,0 0-1,2 1 1,8 3-96,0-1 0,0 0 0,0 0 0,1-1 0,16 3 0,-12-3-170,0 0 1,26 11-1,-38-13 231,0 1-1,-1 0 1,1 0-1,0 0 1,-1 1 0,1-1-1,-1 1 1,0 0-1,0 0 1,0 0-1,0 0 1,0 1-1,-1-1 1,4 7-1,-5-8 52,0 0-1,0 0 1,0 0-1,0 0 1,-1 0 0,1 0-1,-1 0 1,0 1-1,1-1 1,-1 0-1,0 0 1,0 1 0,0-1-1,-1 0 1,1 0-1,0 0 1,-1 1-1,1-1 1,-3 3 0,2-1 77,-1-1 0,-1 0 0,1 0 0,0 0 0,-1 0 1,0-1-1,1 1 0,-1 0 0,0-1 0,-6 4 0,-6 2 410,-1 0-1,-1-1 0,-32 9 0,42-14-449,-10 4-131,-11 3 1269,21-8-2977,35-24-9991,6-6 1812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1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30 3906,'0'0'9583,"-1"-5"-8745,-5-16-313,6 21-511,0 0 1,0 0-1,0 0 1,0 0-1,0 0 0,0-1 1,0 1-1,0 0 0,-1 0 1,1 0-1,0 0 0,0 0 1,0 0-1,0 0 1,0 0-1,0 0 0,0 0 1,0 0-1,0-1 0,0 1 1,0 0-1,0 0 0,0 0 1,0 0-1,0 0 1,0 0-1,0 0 0,0 0 1,0 0-1,0-1 0,0 1 1,1 0-1,-1 0 0,0 0 1,0 0-1,0 0 0,0 0 1,0 0-1,0 0 1,0 0-1,0 0 0,0 0 1,0 0-1,0 0 0,0 0 1,0 0-1,0-1 0,1 1 1,-1 0-1,0 0 1,0 0-1,0 0 0,0 0 1,0 0-1,0 0 0,0 0 1,0 0-1,0 0 0,0 0 1,1 0-1,-1 0 1,0 0-1,0 0 0,0 0 1,0 0-1,0 0 0,0 1 1,0-1-1,6 3 316,-5-2-197,25 20 626,0 2 1,-2 0-1,0 2 0,27 37 1,7 23 908,-4 2 0,83 180 0,-128-250-1570,-2 1-1,0 1 0,-1-1 0,-1 1 0,0 1 0,-2-1 1,0 0-1,-1 1 0,-1-1 0,-1 1 0,-3 22 0,2-36 43,0-1 0,-1 1 0,0 0 1,0-1-1,-1 1 0,0-1 0,0 0 0,0 0 0,0 0 0,-1 0 0,0 0 0,0-1 0,0 0 0,-5 4 0,-10 8 618,-1-1 0,-25 13 0,0 1 497,36-18-1875,16-6-1375,13-4-4804,-16-1 197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8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28 464,'0'0'6363,"13"-28"-1665,-17 30-4397,0 0 0,0 0 0,0 0 0,1 0 1,-1 1-1,0-1 0,-5 7 0,-6 2 374,-3 1-261,1 1-1,1 1 1,0 0-1,0 1 1,-15 21-1,-58 89 897,32-42-392,7-21-646,31-42-160,-28 44 0,40-54-59,-1 0 0,0-1 0,-11 10 0,13-13-29,0 0-1,0 0 1,1 0 0,-1 1-1,2 0 1,-1 0-1,1 0 1,-6 12 0,8-15 473,-1 3-1865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9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329 202 2993,'0'0'6819,"9"-16"-5871,29-49-95,-37 62-742,1 0 0,0 0 0,-1-1 0,0 1 0,0 0 0,0 0 1,0-1-1,-1 1 0,1 0 0,-1-1 0,0 1 0,0-1 0,0 1 0,0 0 0,0-1 0,-2-5 0,1 7-57,-1-1 1,1 0-1,0 1 1,-1-1 0,0 1-1,1 0 1,-1-1-1,0 1 1,0 0-1,-1 0 1,1 0-1,0 0 1,-1 1-1,1-1 1,-4-1 0,-3-1 17,0 0 0,-1 1 1,1 0-1,-1 1 1,0 0-1,0 0 1,1 1-1,-15 0 1,11 1 18,0 0 1,0 1 0,0 0 0,-15 4 0,23-3-21,-1 0 0,1 0-1,0 0 1,0 1 0,1-1 0,-1 1-1,1 1 1,-1-1 0,1 1 0,0-1-1,0 1 1,-6 8 0,3-3 105,1 1-1,0 1 1,0-1 0,1 1-1,0 0 1,1 0 0,1 0-1,-1 1 1,2-1 0,-3 17-1,1 16 517,2 64 0,2-71-382,-1 62 796,4 116 2093,-2-201-3033,2-1 0,7 26 0,-6-27-279,-1 0 0,0 0 0,-1 0 1,2 21-1,-23-42-5015,-19-30-3209,18 14 2478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5:59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4130,'0'0'7187,"126"-56"-4706,-82 45-960,2 3-577,-5-1-447,1 3-321,0 0-176,-4-3-480,4-1-1681,6-7-1841,2-8-1969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0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1 2897,'0'0'4397,"-18"7"-1558,-3 0-1851,7-2-339,1 0 0,0 0 1,-1 2-1,2-1 0,-1 2 1,-19 14-1,13-6 149,0 1 1,2 0-1,0 1 1,1 1-1,1 1 1,-25 42-1,31-45-643,0 0 1,2 1-1,0 0 0,1 0 0,0 1 1,2 0-1,0 0 0,2 0 0,-2 29 1,4-31-151,-1-9-49,1 1 0,0-1 0,1 0-1,0 0 1,3 13 0,-4-19-69,1 0 0,0 0 0,0 0 0,0 0 0,0 0 0,0 0 1,0-1-1,1 1 0,-1 0 0,1-1 0,-1 1 0,1-1 0,-1 1 0,1-1 0,0 0 0,0 1 1,0-1-1,0 0 0,0 0 0,0 0 0,0-1 0,0 1 0,0 0 0,0-1 0,0 0 1,3 1-1,19 1-4815,42-2 0,-32-2-842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0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7 5811,'0'0'11277,"-3"0"-10581,-1 0-590,0 1 0,1 0 1,-1 0-1,1 0 0,-1 1 0,1-1 0,0 1 0,-1 0 0,1 0 1,0 0-1,0 0 0,0 0 0,1 1 0,-1-1 0,1 1 0,-1 0 1,1 0-1,-4 5 0,1-1 120,0 0 1,0 0-1,1 1 1,0-1-1,0 1 1,1 0-1,-4 14 1,5-15-169,1 0 0,0 0-1,0 0 1,1 0 0,0 1 0,0-1 0,1 0 0,1 10 0,-1-14-53,0-1-1,0 0 1,0 0 0,0 0-1,0 0 1,1 0-1,-1 0 1,1-1-1,-1 1 1,1 0 0,0-1-1,-1 1 1,1-1-1,0 1 1,0-1-1,0 0 1,0 0 0,0 0-1,0 0 1,1 0-1,-1 0 1,0-1 0,0 1-1,1-1 1,-1 0-1,0 1 1,1-1-1,-1 0 1,3-1 0,6 2-38,0-2 0,0 0 0,-1 0 1,1-1-1,0 0 0,0-1 1,-1 0-1,13-6 0,-17 7-37,-1 0 0,0-1 0,0 0 1,0 0-1,-1 0 0,1 0 0,-1-1 0,0 0 0,0 0 0,0 0 0,0 0 0,-1-1 0,0 1 0,0-1 1,0 0-1,0 0 0,3-11 0,-4 11 67,-1 0 0,0 0 0,0 0 0,0 0-1,0-1 1,-1 1 0,0 0 0,0 0 0,-1-1 0,0 1 0,0 0 0,0 0 0,0 0 0,-1 0 0,-3-8 0,3 10-9,0 0 0,0 0 0,0 0 0,0 0 0,-1 1 0,1-1 0,-1 1 0,0 0 0,1 0 0,-1 0 0,0 0 0,-1 0 0,1 0 0,0 1 0,0 0 0,-1-1 0,1 1 0,0 1 0,-1-1 0,1 0 1,-1 1-1,1 0 0,-7 0 0,2-1-411,-8 3-3438,12 6-4845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1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11 2993,'0'0'5590,"-3"-6"-4892,3 6-686,0 0 0,0 0 1,1 0-1,-1 0 1,0 0-1,0 0 0,0 0 1,0 0-1,0 0 1,0 0-1,0 0 0,0 0 1,0 0-1,1 0 0,-1 0 1,0 0-1,0 0 1,0 0-1,0-1 0,0 1 1,0 0-1,0 0 1,0 0-1,0 0 0,0 0 1,1 0-1,-1 0 0,0 0 1,0 0-1,0 0 1,0 0-1,0 0 0,0 0 1,0-1-1,0 1 1,0 0-1,0 0 0,0 0 1,0 0-1,0 0 1,0 0-1,0 0 0,0 0 1,0-1-1,0 1 0,0 0 1,0 0-1,0 0 1,0 0-1,0 0 0,0 0 1,0 0-1,0 0 1,0 0-1,0-1 0,0 1 1,0 0-1,0 0 0,0 0 1,0 0-1,0 0 1,-1 0-1,1 0 0,0 0 1,0 0-1,0 0 1,0 0-1,0 0 0,10 7 420,-1 0-1,0 1 0,0 0 1,0 1-1,-1 0 0,0 0 1,-1 1-1,8 13 0,44 92 2453,-51-96-2316,40 94 1417,-43-97-1758,0 0 0,-2 0 1,0 0-1,0 1 0,-1 24 1,-2-39-166,0 1 1,0-1 0,-1 1 0,1-1-1,-1 1 1,1-1 0,-1 1 0,0-1 0,0 0-1,0 1 1,0-1 0,-1 0 0,1 0 0,-1 0-1,1 0 1,-1 0 0,0 0 0,1 0 0,-4 1-1,-1 2 160,-2 0 1,1-1-1,0 0 0,-13 5 0,13-8-1469,7-1 1018,0 0 0,-1 0 0,1-1 0,0 1-1,0 0 1,-1 0 0,1-1 0,0 1 0,0 0 0,0-1 0,-1 1 0,1 0 0,0-1 0,0 1 0,0 0 0,0-1 0,0 1 0,0 0 0,-1-1-1,1 1 1,0 0 0,0-1 0,0 1 0,0-1 0,0 1 0,1 0 0,-1-1 0,0 1 0,0 0 0,0-1 0,0 1 0,0 0 0,0-1 0,0 1 0,1 0-1,-1-1 1,0 1 0,1-1 0,9-20-6915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2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0 544,'0'0'5694,"-8"4"-978,40 29-1974,27 27-212,-24-24-1734,-31-29-659,1-2-1,0 1 0,1 0 0,-1-1 1,1 0-1,0-1 0,12 8 0,8 1 320,0 1 0,-1 1 0,-1 1 0,-1 1-1,0 1 1,26 28 0,19 25 652,74 85 265,-119-127-1313,91 122 1190,-87-95-752,-12-22-43,-13-25-1056,-2-8 65,0 0 1,0 0-1,-1-1 1,1 1-1,0 0 1,-1 0-1,1 0 1,0 0-1,-1-1 1,1 1-1,-1 0 1,1-1-1,-1 1 1,1 0-1,-1-1 1,1 1-1,-1 0 1,0-1-1,1 1 1,-1-1-1,-1 1 1,-12 4-6663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3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152 135 4402,'0'0'8569,"2"-18"-6621,8-54-267,-10 70-1585,1 1 1,-1-1-1,0 1 1,0-1 0,0 1-1,0-1 1,0 1 0,0-1-1,0 1 1,0-1-1,-1 1 1,1-1 0,0 1-1,-1 0 1,1-1 0,-1 1-1,0 0 1,1-1-1,-1 1 1,0 0 0,0 0-1,0-1 1,0 1 0,0 0-1,0 0 1,0 0-1,0 0 1,-1 1 0,1-1-1,0 0 1,0 0 0,-1 1-1,1-1 1,-1 1-1,1-1 1,0 1 0,-1-1-1,1 1 1,-1 0-1,1 0 1,-3 0 0,0 0-73,-1 0 1,1 0-1,-1 0 1,1 1-1,-1 0 1,1 0-1,0 0 0,-1 1 1,1-1-1,-6 4 1,5-1-19,-1 0-1,1 0 1,0 0-1,0 1 1,1 0 0,-1 0-1,1 0 1,0 0 0,0 1-1,1-1 1,0 1-1,0 0 1,0 0 0,1 1-1,0-1 1,-2 8 0,0 8 15,2-1 1,0 1-1,2 35 1,0-26-17,1-17 2,0 0 0,1-1 0,1 1 0,0 0 0,0-1 0,7 14 0,36 77 83,-27-66-61,-14-27 9,1 4 179,1 0 1,1-1-1,0 1 0,1-1 0,19 22 1,-45-60-5573,-27-10-4393,17 13 3748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3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 4786,'0'0'12630,"132"-60"-11910,-95 56-95,-1-3-577,1 7-48,3-6-48,0 0-961,4-1-880,4-7-1360,0-5-2274,0-2-768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3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 3762,'0'0'12648,"-13"3"-11220,1 1-1079,0 0 0,1 0 0,-1 1 1,1 1-1,0 0 0,1 0 1,-1 1-1,1 1 0,1 0 1,-1 0-1,2 1 0,-1 0 0,-9 13 1,13-15-269,0 1 0,0 0 0,1 1 0,0-1 0,1 1 0,-1 0 0,2 0 0,-1 0 0,1 0 0,1 0 0,0 0-1,0 1 1,1-1 0,0 0 0,2 19 0,0-22-114,-1-1-1,1 1 0,-1-1 1,1 1-1,1-1 0,-1 0 1,1 0-1,0 0 0,0 0 1,1 0-1,-1 0 0,1-1 1,0 0-1,0 0 1,1 0-1,-1 0 0,1-1 1,0 0-1,0 0 0,0 0 1,0 0-1,0-1 0,1 0 1,-1 0-1,1 0 0,8 1 1,0-1-994,1 0 0,0 0 0,0-2 0,16-1 0,-20 0-869,1 0 0,-1-1 1,13-4-1,18-11-5428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4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6467,'0'0'11213,"0"12"-8804,0 17-744,-1-3-1099,1 0 1,2-1-1,0 1 0,7 28 0,-8-52-696,-1-1 0,0 0 0,0 0 0,1 0 0,-1 1 0,1-1 0,0 0 0,-1 0 0,1 0 0,0 0 0,-1 0 1,1 0-1,0 0 0,0 0 0,0 0 0,0 0 0,1 0 0,15 3-6431,-5-4-1649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5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3 448,'0'0'9132,"3"-1"-7627,-1 0-1326,0 1 0,1 0-1,-1-1 1,0 1 0,1 0 0,-1 0-1,0 0 1,1 1 0,-1-1 0,0 0-1,0 1 1,1 0 0,-1-1 0,0 1-1,0 0 1,0 0 0,0 0 0,0 1-1,0-1 1,0 0 0,0 1 0,-1-1-1,1 1 1,0 0 0,1 1 0,7 9 386,0-1 0,14 25-1,-15-22-156,66 90 1962,32 48-266,-95-133-1955,-1 1 0,-1 1 0,-1-1 0,-1 1 0,10 42 0,-16-55-94,0 1 0,-1-1 0,0 0 0,0 0 0,-1 1 0,-1-1 0,1 0 0,-4 15 0,3-19 17,-1 1 0,0-1 0,0 1 0,-1-1 0,1 1 0,-1-1 0,0 0 0,0 0-1,0-1 1,-1 1 0,1-1 0,-1 1 0,0-1 0,0 0 0,-6 3 0,-95 50 2126,70-39-1320,25-10-753,13-3-2256,22-5-7076,-23 1 7966,14-2-8691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8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11 656,'0'0'5694,"9"-10"-4966,-7 9 2836,-4 15-3110,0-1-1,-1 1 0,-1-1 1,0 0-1,-1 0 1,0-1-1,-1 1 0,-12 20 1,-11 24 251,-26 76 748,-56 123 1584,104-237-2593,6-16-285,1 0 1,-1-1-1,0 1 1,0-1-1,0 1 0,-1-1 1,1 0-1,-3 4 1,-13 39-12537,0-24 6431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9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238 103 1889,'0'0'7819,"4"-16"-6287,8-48-76,-12 63-1410,0 0 0,0 0-1,0 0 1,0 0-1,-1 0 1,1 0-1,0 0 1,0 0-1,-1 0 1,1 1-1,0-1 1,-1 0-1,1 0 1,-1 0 0,0 1-1,1-1 1,-1 0-1,1 1 1,-1-1-1,0 0 1,1 1-1,-1-1 1,0 1-1,0-1 1,0 1-1,0-1 1,1 1-1,-1 0 1,0-1 0,0 1-1,0 0 1,0 0-1,0 0 1,0-1-1,0 1 1,0 0-1,0 0 1,1 0-1,-1 1 1,0-1-1,0 0 1,0 0-1,0 0 1,0 1 0,-1 0-1,-4-1 256,-4 0-86,1 0-1,-1 0 1,1 1-1,-1 0 1,1 1-1,-1 0 1,1 0-1,0 1 1,0 0-1,0 1 1,0 0 0,1 0-1,0 1 1,-1 0-1,2 0 1,-1 1-1,1 0 1,-1 1-1,2 0 1,-1 0-1,-6 9 1,9-10-175,1 0 0,0 1 0,1-1 0,-1 1 0,1-1 0,0 1 0,1 0 0,0-1 1,0 1-1,0 8 0,1 7 114,4 41 0,0-42-58,1-1 1,0 0-1,12 26 0,-8-23 96,10 41 0,-13-6 324,-1 1 0,-5 60 0,0-101-2390,0-26 1156,0 3-451,0 0 1,0 0-1,0 0 0,0 0 0,-1-1 0,0 1 1,0 0-1,-4-9 0,-10-7-4564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9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5202,'0'0'8836,"145"-34"-7779,-99 28-545,0 2-400,-3-3-112,1-3-864,0-3-2018,0-3-1952,4-9-1633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09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0 8260,'0'0'5442,"-140"117"-1856,99-60-1249,7-1-496,11-2-465,11-6-655,7-4-497,5-6-192,0-5-32,9-7 0,8-10-512,3-5-625,6-5-896,3-6-544,4 0-1441,1-10-2817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0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7075,'0'0'12166,"-19"14"-10851,-58 51-168,73-61-1053,0-1 0,1 1-1,0 0 1,-1 0 0,1 0-1,1 0 1,-1 1 0,1-1-1,-1 1 1,1-1-1,1 1 1,-1 0 0,1 0-1,-1 0 1,1 0 0,1 0-1,-1 0 1,1 0 0,0 0-1,1 10 1,-1 0 71,0-13-155,0 0 1,1 0-1,-1 0 0,1 0 1,-1 0-1,1 0 1,-1 0-1,1 0 0,0 0 1,0 0-1,0 0 0,0 0 1,1-1-1,-1 1 1,0 0-1,1-1 0,-1 1 1,1-1-1,-1 0 0,1 1 1,0-1-1,-1 0 1,1 0-1,0 0 0,0 0 1,0 0-1,0-1 0,0 1 1,0 0-1,0-1 1,0 0-1,0 1 0,0-1 1,3 0-1,7 1 10,1-1 0,-1 0 1,0 0-1,21-5 0,-25 4-30,0-1 0,-1 0 0,1-1 0,0 0 1,-1 0-1,1 0 0,10-8 0,-15 9-10,0 0 1,0 0 0,-1 0-1,1 0 1,-1 0 0,0-1-1,1 1 1,-1-1 0,0 1-1,0-1 1,-1 0 0,1 0-1,-1 0 1,1 0 0,-1 0-1,0 0 1,0 0 0,0-1-1,0 1 1,0-6 0,-1 3-82,-1-1 1,1 0-1,-1 0 0,-1 1 1,1-1-1,-1 0 1,0 1-1,-1 0 1,1-1-1,-1 1 1,0 0-1,-1 0 1,0 1-1,-5-8 1,-27-21-8973,32 30 3980,3 0-278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0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4610,'0'0'8615,"12"5"-7335,-5-2-1062,-3-2-91,0 1 0,0-1-1,0 1 1,0 0 0,0 1 0,0-1-1,-1 1 1,1-1 0,-1 1 0,0 0 0,1 1-1,-1-1 1,-1 0 0,1 1 0,0 0 0,-1-1-1,3 8 1,12 29 710,-2 1 0,-2 0 0,-2 1 0,-2 1 0,-2 0 0,-1 0 0,0 53 1,-6-86-727,0 0 0,-1 0 1,0 0-1,0 0 0,-6 20 1,5-26-51,0 0 0,0 1 0,0-1 1,-1 0-1,0 0 0,1-1 1,-1 1-1,-1-1 0,1 1 1,-1-1-1,1 0 0,-1 0 0,0 0 1,0-1-1,-4 3 0,-10 4 79,0-1 0,-1 0 0,-36 9 1,51-19-5819,4-12 1986,0 12 2569,5-19-6724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1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 1889,'0'0'6726,"-2"-2"-4761,3 3-844,20 37 2097,48 66-1,-12-35-1463,94 86-1,11 12-604,-137-137-819,-1 0 0,-2 2 0,36 67 0,-30-27 744,-25-60-756,0-1-1,1 1 0,0-1 0,1 0 0,1-1 0,-1 1 0,2-1 0,-1 0 0,1 0 0,16 15 0,-17-21-437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2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2 4130,'0'0'6405,"-18"0"-3934,-10-1-1554,-64 2 2077,81 1-2667,1-1 0,0 2 0,0-1 0,0 2 0,0-1 0,0 1 0,1 1 0,-1 0 0,1 0 0,-11 9 0,2-1 215,0 2-1,1 0 0,-25 30 1,35-35-449,-1 0 0,2 1 1,0 0-1,0 0 1,1 1-1,0-1 0,1 1 1,0 0-1,1 1 0,0-1 1,1 0-1,1 1 1,0-1-1,1 17 0,0-10-75,2 1 0,0-1 0,1 0-1,1 0 1,1 0 0,1-1 0,0 1 0,14 25-1,-7-21-9,0-1 0,2-1 0,1 0 0,21 22 0,-27-29-4598,-26-29-712,-6-11-744,-3-7-1127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2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0 141 6547,'0'0'10709,"124"-67"-9637,-91 61-591,-2-1-353,-1 1-128,-1-2-1233,0-5-1888,1 3-2498,5-13-1360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2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0 10709,'0'0'6099,"-19"25"-2740,-63 80-828,76-96-2258,-1 0-1,1 0 0,1 1 0,-1 0 0,2 0 0,-1 1 0,2-1 0,-1 1 0,1 0 1,1 0-1,-1 11 0,0-3-27,2-18-232,-2 18 130,0 1 0,1-1 0,1 22 0,1-37-152,0 0 1,1 0-1,-1 0 0,1 0 1,0 0-1,-1 0 1,2 0-1,-1 0 0,0 0 1,1-1-1,0 1 0,0-1 1,0 1-1,0-1 1,1 1-1,-1-1 0,1 0 1,0 0-1,0 0 0,0-1 1,5 4-1,3-1-508,0 0 0,1-1 1,0 0-1,0-1 0,0 0 0,0-1 0,1 0 0,-1-1 1,1-1-1,16-1 0,-25 1-252,1 0 0,-1 0 0,0-1 0,1 1 0,-1-1 0,0 0 0,0-1 0,1 1 0,-1-1 0,0 0 0,7-4 0,15-11-7128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2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5475,'0'0'12659,"2"8"-10640,1 20 243,0 39 1,-2 2-3041,-1-67 689,0-2-201,0 0 1,0 0-1,0 1 0,0-1 1,0 0-1,0 0 0,0 1 1,1-1-1,-1 0 1,0 0-1,0 1 0,0-1 1,0 0-1,1 0 0,-1 0 1,0 1-1,0-1 0,1 0 1,-1 0-1,0 0 0,0 0 1,1 0-1,-1 0 1,0 1-1,0-1 0,1 0 1,-1 0-1,0 0 0,0 0 1,1 0-1,-1 0 0,0 0 1,1 0-1,-1 0 1,0 0-1,0 0 0,1 0 1,-1 0-1,0-1 0,0 1 1,1 0-1,-1 0 0,0 0 1,0 0-1,1-1 0,7-2-8980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3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8388,'0'0'6995,"18"0"-5162,-4-1-1506,-8 0-215,1 0 1,-1 1-1,0 0 1,0 0-1,1 0 0,-1 1 1,0 0-1,0 0 1,0 0-1,0 1 0,0 0 1,0 0-1,0 1 1,0 0-1,-1 0 0,1 0 1,5 5-1,0 2 150,-2 0 0,1 1 0,-1 0 0,-1 1 0,0-1-1,-1 2 1,0-1 0,0 1 0,-2 0 0,9 26 0,-8-11 132,0-1 1,-1 1-1,-2 0 1,0 43-1,-3-65-372,-1-1 0,1 1 0,-1-1 0,0 1 1,-1-1-1,1 1 0,-1-1 0,0 0 0,0 0 0,-1 0 0,1 0 0,-1 0 0,0 0 0,-1-1 0,-4 6 0,-3 1 58,-1 1-1,-1-2 0,-26 17 0,39-26-554,-10 6 849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5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1 1105,'0'0'6597,"1"3"-5247,-2 5-807,1 1 1,-1-1-1,-1 0 0,0 0 0,0 0 0,0 0 1,-1 0-1,-1-1 0,1 1 0,-6 8 0,-13 33 568,-49 196 2109,6-22-1985,1-52-301,36-105-46,4 1 1,2 1-1,-19 103 1,38-88 1997,5-83-2850,0 0 0,0 0 0,0 0-1,-1 0 1,1-1 0,0 1 0,0 0-1,0-1 1,-1 1 0,1-1 0,0 0-1,-1 1 1,1-1 0,2-2 0,-3 12-15003,-8 6 7801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6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89 1713,'0'0'7062,"8"-7"-5571,24-23-32,-31 29-1364,0 1 0,0-1 0,-1 1 0,1-1 0,0 0 0,0 1 0,-1-1 0,1 0 0,-1 0 0,1 0 0,-1 1 0,1-1 0,-1 0 0,1 0 0,-1 0 0,0 0 0,1 0 0,-1 0 0,0 0 0,0 0 0,0 0 0,0 0 0,0 0 0,0 0 0,0 0 0,0 0 0,0 0 0,0 0 0,-1 0 0,1 1 0,0-1 0,-1 0 0,1 0 0,0 0 0,-1 0 0,1 0 0,-1 0 0,1 1 0,-1-1 0,0 0 0,1 0 0,-1 1 0,0-1 0,0 1 1,1-1-1,-1 0 0,0 1 0,0-1 0,0 1 0,0 0 0,-1-1 0,-3-1 195,0 0 0,-1 0 0,1 1 0,0 0 0,-1 0 0,-8 0 1,5 1-127,-6-1 169,0 1 0,-1 1 0,1 1 0,-23 5 0,33-6-262,0 1 1,0 0-1,0 1 1,0-1-1,0 1 1,0 0-1,1 0 1,0 0-1,-1 1 1,1-1-1,0 1 0,1 0 1,-1 0-1,1 1 1,0-1-1,-5 9 1,4-4 37,-1 1 0,1 0 0,1 0 0,0 1 1,1-1-1,-1 1 0,0 18 0,3 80 314,2-52-183,8 118 380,1 1 815,-7-40-2166,-5-144-497,0 0 0,-1 0 0,0 0-1,0 1 1,-1-1 0,0 0 0,0 1 0,0 0 0,-8-12 0,-4-10-5249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99 5811,'0'0'11330,"23"-6"-9713,7-2-1211,-3 0-51,0 1-1,1 2 1,30-2 0,12 0 513,4 1 560,121-25 0,-188 32 949,-5 2-4202,-2-10-8099,0-3 1840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8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1 1345,'0'0'6424,"-5"1"-5381,-10 5-452,2 0 1,-1 1-1,1 1 0,0 0 1,0 1-1,1 0 0,0 1 0,1 0 1,-10 12-1,8-8-135,0 1 1,1 0-1,1 1 1,0 0-1,1 1 1,1 0-1,-7 19 0,10-15-196,1-1-1,1 1 1,1 1-1,1-1 0,0 0 1,2 1-1,1-1 0,4 33 1,-2-44-175,0 0 0,0-1 0,1 1 1,0-1-1,1 1 0,0-1 0,0 0 0,1-1 0,1 0 1,-1 0-1,1 0 0,0 0 0,16 11 0,-21-17-56,1 0 0,0-1-1,0 1 1,-1-1 0,1 0-1,0 0 1,0 0 0,5 1-1,-7-2-86,-1 0 1,1 0-1,-1 1 0,1-1 1,0 0-1,0 0 0,-1 0 1,1 0-1,0 0 0,-1 0 1,1 0-1,0 0 0,-1 0 0,1 0 1,0-1-1,-1 1 0,1 0 1,0 0-1,-1-1 0,1 1 1,-1 0-1,1-1 0,0 1 1,-1 0-1,1-1 0,-1 1 0,1-1 1,-1 1-1,1-1 0,-1 1 1,0-1-1,1 0 0,-1 1 1,0-1-1,1 1 0,-1-1 1,0 0-1,0 1 0,1-1 0,-1 0 1,0-2-237,2-17-3992,1-1-3481,1 3 990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8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6819,'0'0'12134,"2"109"-10902,-2-80-527,0-2 15,0-4-96,0-4-592,0-9-32,0 5-96,0-9-1152,0-4-753,13-2-6531,2 0 1745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8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2385,'0'0'10306,"20"13"-8262,1 1-1501,-10-8-306,-1 0-1,0 1 1,0 0-1,0 1 1,-1 0 0,-1 1-1,1 0 1,-1 0-1,-1 0 1,11 18-1,-5-3 128,-1 1-1,-1 0 0,-1 1 0,-1 0 1,-1 0-1,-2 1 0,-1 0 1,-1 0-1,-1 1 0,-1 41 1,-2-63-345,0 0 1,0 1-1,-1-1 1,0 0-1,0 0 1,-1 1-1,0-1 0,0 0 1,0-1-1,-1 1 1,-5 9-1,2-7 37,0-1-1,0 0 1,-1 0-1,0 0 0,0-1 1,-15 10-1,22-16-120,0 1 0,-1-1 0,1 1 0,0-1 0,-1 0 0,1 1 0,0-1-1,-1 0 1,1 1 0,-1-1 0,1 0 0,-1 0 0,1 1 0,-1-1 0,1 0 0,-1 0-1,1 0 1,-1 0 0,1 0 0,-1 1 0,1-1 0,-1 0 0,1 0 0,-1 0 0,1-1-1,-1 1 1,1 0 0,-1 0 0,1 0 0,-1 0 0,1 0 0,-1-1 0,1 1 0,-1 0-1,1 0 1,-1-1 0,1 1 0,0 0 0,-1-1 0,1 1 0,-1 0 0,1-1 0,0 1-1,-1-1 1,1 1 0,0 0 0,0-1 0,-1 1 0,1-1 0,0 1 0,0-1 0,0 1-1,-1-1 1,1 1 0,0-1 0,0 1 0,0-1 0,0-37-7250,1 27 4872,-1-24-4696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19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2017,'0'0'5608,"5"8"-4352,13 23-16,2-2 1,0 0-1,2-1 0,40 38 0,120 97 1650,-85-80-1995,13 12-243,77 70-161,-151-129-102,-1 2 0,55 77 1,-53-59 1157,87 99 0,-103-134-1214,1 0 0,1-2 0,0 0 1,2-1-1,0-2 0,49 24 0,-58-34-163,-12-5-115,0 1 0,-1-1 0,1 1-1,-1-1 1,1 1 0,-1 0 0,6 5-1,-8-7 29,-1 3 407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0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98 6195,'0'0'4268,"-18"-12"-1429,-62-41-934,71 48-1515,1 0 0,-1 1 0,0 0 0,0 0 0,-14-4-1,19 8-263,-1-1-1,1 0 0,0 1 0,0 0 0,0 0 0,0 0 0,0 0 1,0 0-1,0 1 0,-7 2 0,5 0-14,0 0 0,0 0 0,0 1 0,1 0 0,-1 0 0,1 1-1,0-1 1,0 1 0,0 0 0,1 1 0,0-1 0,0 1 0,-5 8 0,1 1 20,-1 0 0,2 0-1,0 1 1,1 0 0,1 0-1,0 1 1,1-1 0,1 1 0,0 0-1,1 0 1,1 0 0,1 1 0,0-1-1,2 0 1,5 30 0,7 12 94,2-1 1,3-1-1,30 62 1,-21-50 294,2 2 472,-30-70-1011,-15-13-2955,-72-50-10446,47 35 6164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0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1 191 5090,'0'0'5715,"121"-42"-1681,-64 28-1473,1 3-1056,5-1-593,0 1-672,-5 1-240,-8-1-144,-4-1-1265,2-3-1824,3-10-2754,-1-2-1888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0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1 6851,'0'0'8769,"-25"5"-6301,-83 20-552,96-21-1639,0 1 1,0 0-1,1 1 1,0 1-1,0 0 1,0 0-1,1 1 1,0 0-1,0 1 1,1 0-1,0 0 0,-10 16 1,14-19-174,-4 6 43,0 1 0,1 0 0,0 0 0,1 1-1,1 0 1,0 1 0,1-1 0,0 1 0,1 0 0,1 0 0,0 0 0,1 1 0,1-1 0,1 20 0,0-30-139,0 1 1,0 0-1,1-1 1,0 1 0,0-1-1,1 0 1,-1 1 0,1-1-1,0 0 1,1 0 0,-1 0-1,1 0 1,0 0-1,0-1 1,0 1 0,1-1-1,0 0 1,0 0 0,0 0-1,0 0 1,8 4 0,-3-2-241,0-2 0,0 1 0,1-1 1,-1-1-1,1 0 0,0 0 1,0-1-1,0 0 0,0-1 0,0 0 1,12-1-1,3 1-1177,-8 0-472,-1-1 0,1-1-1,-1 0 1,1-2 0,22-5 0,14-14-6654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1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8740,'0'0'9652,"19"-3"-8662,62-9-352,-78 11-605,1 1 1,-1 0 0,0 0-1,1 0 1,-1 0-1,0 0 1,1 1 0,-1-1-1,0 1 1,0 0-1,0 0 1,1 0 0,-1 1-1,0-1 1,0 1-1,-1-1 1,1 1 0,0 0-1,0 0 1,-1 0-1,1 1 1,-1-1 0,0 0-1,0 1 1,0 0-1,0 0 1,0-1 0,-1 1-1,1 0 1,-1 0-1,1 0 1,-1 1 0,0-1-1,-1 0 1,1 0-1,0 1 1,-1-1 0,0 0-1,0 1 1,0-1-1,0 0 1,0 1-1,-1-1 1,1 0 0,-1 0-1,0 1 1,0-1-1,0 0 1,-1 0 0,1 0-1,-1 0 1,1 0-1,-5 5 1,-17 16 396,13-14-109,1-1 1,1 1 0,-8 12-1,14-20-264,1 0-1,-1 1 0,1-1 1,0 1-1,0-1 1,0 1-1,0-1 0,0 1 1,1 0-1,-1 0 0,1-1 1,0 1-1,0 0 1,0 0-1,0-1 0,0 1 1,0 0-1,1 0 1,1 4-1,-2-6-44,1 1 0,0-1 0,0 1-1,1-1 1,-1 0 0,0 0 0,0 1 0,1-1 0,-1 0 0,1 0-1,-1 0 1,1-1 0,-1 1 0,1 0 0,-1-1 0,1 1 0,0 0 0,-1-1-1,4 1 1,41 4 37,-34-4-44,68 1-1423,2-4-4653,-45-4 690,-1-11-2284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1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8900,'0'0'7841,"21"3"-5968,71 11-478,-87-13-1276,-1 1 0,1-1 1,-1 1-1,1 0 0,-1 0 0,0 0 0,0 0 0,0 1 0,0 0 1,0 0-1,-1 0 0,1 0 0,-1 1 0,0-1 0,0 1 0,0 0 1,-1 0-1,4 5 0,0 2 162,12 18 207,-2 1-1,-1 1 0,-1 1 0,-2 0 1,-2 0-1,0 1 0,-3 1 0,0 0 1,-2-1-1,-2 2 0,-1-1 1,-2 0-1,-5 53 0,3-77-432,0 1 0,0-1 0,-1 0 1,0 0-1,-1 0 0,0-1 0,-1 1 0,-9 14 0,-4 1 377,-33 35 1,7-8 250,20-13-307,23-36-683,0-1 0,0 0 0,0 1 0,0-1 1,0 1-1,1-1 0,0 1 0,-1-1 0,1 1 1,0-1-1,0 1 0,0-1 0,0 1 1,1-1-1,0 5 0,6-2-4914,6-5-3767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2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668 39 2049,'0'0'5573,"11"-6"-4602,54-24 1412,-65 30-2292,0 0 1,0-1-1,1 1 1,-1 0-1,0 0 1,0 0-1,0 0 1,0 0-1,1-1 1,-1 1-1,0 0 1,0 0-1,0 0 1,0 0-1,1 0 1,-1 0-1,0 0 1,0 0-1,0 0 1,1 0-1,-1 0 1,0 0-1,0 0 1,0 0-1,1 0 1,-1 0-1,0 0 1,0 0-1,1 0 0,-1 0 1,0 0-1,0 0 1,0 0-1,0 0 1,1 0-1,-1 1 1,0-1-1,0 0 1,0 0-1,0 0 1,1 0-1,-1 0 1,0 1-1,0-1 1,0 0-1,0 0 1,0 0-1,0 0 1,0 1-1,1-1 1,-1 0-1,0 0 1,0 0-1,0 1 1,0-1-1,0 0 1,-7 18 799,-17 20-1269,-108 139 726,62-87 278,4 3 1,-61 115-1,16 16 1160,-72 134 2095,175-344-3677,5-9-93,0 0 0,0 0-1,0 0 1,1 0 0,0 0 0,0 1 0,0-1 0,1 1 0,-2 9 0,21-19 470,0-9-588,9-5-1759,-16 16-2863,0 4-3482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3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261 114 1713,'0'0'9057,"8"-3"-7509,-5 2-1527,-1 1 157,1-1 1,-1 1 0,1-1 0,-1 0-1,0 0 1,0 0 0,0 0 0,1 0-1,-1 0 1,0-1 0,0 1 0,-1 0-1,1-1 1,0 0 0,0 0 0,-1 1 0,1-1-1,-1 0 1,1 0 0,-1 0 0,0 0-1,0-1 1,0 1 0,0 0 0,0 0-1,-1-1 1,1 1 0,0-4 0,-1 3-114,0 1 0,-1 0 1,1-1-1,-1 1 0,1-1 0,-1 1 1,0 0-1,0-1 0,0 1 0,0 0 1,0 0-1,0 0 0,-1 0 1,1 0-1,-1 0 0,0 0 0,1 0 1,-1 0-1,0 1 0,0-1 0,0 1 1,0-1-1,0 1 0,-1 0 1,1 0-1,0 0 0,0 0 0,-1 0 1,1 1-1,-1-1 0,1 1 0,-4-1 1,-11-1-90,0 0 1,0 1 0,-30 3-1,17-1 127,28-1-107,-1 0 0,1 0 0,-1 0 0,1 1 0,-1-1 0,1 1 0,0 0 0,-1 0 0,1-1 0,0 2 0,-1-1 0,1 0 1,0 0-1,0 1 0,0-1 0,0 1 0,-3 3 0,2-2 7,0 1 0,1 0 0,-1 0 0,1 1 0,0-1 0,0 0 0,0 1 0,-2 8 0,0 8 207,1-1 0,1 1-1,1 31 1,0-34 164,-3 554 4031,5-440-3899,-9-149-3383,1 7 1374,-17-54-8227,6 23 2268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4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0 182 8852,'0'0'4498,"126"-33"-1537,-64 20-1712,11-2-897,1 1-304,-3-3 32,-2 5-80,-7-5-640,1 0-1841,0-2-2513,-7-6-3987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4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0 5939,'0'0'7184,"-22"9"-5340,-71 33-326,83-36-1216,0 0-1,0 0 1,0 1-1,1 0 1,0 1 0,0 0-1,1 1 1,0 0-1,0 0 1,-10 17 0,1-3 235,2 0-27,0-1 1,1 2-1,2 0 0,0 1 1,2 0-1,0 0 0,-10 49 1,12-32-319,2 1 0,2 0-1,2 0 1,3 52 0,0-89-249,-1-1 0,1 0 0,0 1 0,0-1 0,0 0 0,1 1 1,0-1-1,0 0 0,3 6 0,-3-9-154,-1 0 0,1 0 1,-1 0-1,1 0 0,0-1 0,-1 1 1,1 0-1,0-1 0,0 1 1,0-1-1,0 0 0,1 0 1,-1 1-1,0-1 0,0-1 0,1 1 1,-1 0-1,1-1 0,-1 1 1,0-1-1,1 1 0,3-1 0,-3 0-96,3 0-782,0 0 0,-1 0 0,1-1 0,0 0 0,0 0-1,-1 0 1,7-2 0,20-15-6031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5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43 3265,'0'0'13817,"-13"0"-12739,2 1-814,6-2-158,0 1 0,0 0 0,0 1 0,0-1 0,0 1 0,0 0-1,0 0 1,0 1 0,1-1 0,-1 1 0,0 0 0,1 1 0,-1-1 0,1 1 0,-5 3 0,2 0 187,0 0 1,1 0-1,0 1 1,0 0 0,0 0-1,0 0 1,-7 16-1,10-17-210,1 0-1,0-1 0,0 1 0,1 0 1,0 0-1,0 0 0,0 0 0,1 0 0,-1 0 1,2 1-1,-1-1 0,3 11 0,-3-15-79,0-1 1,1 1-1,-1 0 0,1-1 0,0 1 0,-1-1 1,1 1-1,0-1 0,0 0 0,0 1 0,0-1 1,0 0-1,0 1 0,1-1 0,-1 0 0,0 0 1,1 0-1,-1 0 0,1 0 0,1 0 0,1 1 1,0-1 0,0 1-1,0-1 1,0 0-1,0 0 1,1-1 0,-1 0-1,4 1 1,1-1-9,0-1 0,0 0 0,0 0 1,0-1-1,0 0 0,0 0 0,10-5 0,-12 4-4,0-1 0,-1 1-1,1-1 1,-1 0 0,0-1-1,0 0 1,-1 0 0,1 0-1,-1 0 1,0-1 0,-1 0-1,1 0 1,-1 0 0,0 0-1,-1-1 1,1 0 0,-1 1-1,-1-1 1,1 0 0,-1-1-1,-1 1 1,1 0 0,-1-1-1,0 1 1,-1-1 0,0 1-1,-1-15 1,1 20 35,-1-1 0,1 1 1,-1-1-1,0 1 0,0-1 0,0 1 0,0-1 1,0 1-1,0 0 0,-1-1 0,1 1 0,-1 0 1,0 0-1,1 0 0,-1 0 0,0 1 0,0-1 1,0 0-1,-4-1 0,2 0-91,0 1 1,0 0-1,0 0 1,0 0-1,0 1 0,0-1 1,-1 1-1,1 0 0,-1 0 1,-8 0-1,17 1-5807,19 0-339,12-2-2710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5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4034,'0'0'7913,"10"3"-6470,3 3-923,1 0 0,-1 1 0,-1 0 0,0 1 0,0 1 0,0 0-1,18 18 1,-1 4 216,-2 2 0,0 0 0,-3 2 0,-1 0 0,-1 2 0,-2 0 0,21 55 0,-37-78-602,0 0-1,0 1 0,-2-1 0,0 1 0,0 0 0,-2 29 0,0-36-19,-1 0-1,0 0 0,-1 0 1,1 0-1,-2 0 0,1 0 1,-1-1-1,0 1 0,-1-1 1,1 0-1,-1 0 0,-1 0 1,-9 11-1,-8 4 526,-37 27 0,10-9-183,44-37-5035,8-9 2687,10-13-1618,12-14-5299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7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1 352,'0'0'19254,"17"10"-18349,-16-8-873,-1 1 1,1-1 0,0 0-1,0 1 1,0-1 0,0 0-1,1 0 1,-1 0-1,1 0 1,1 2 0,13 23 451,-14-21-362,0-1-1,1 1 1,0 0 0,7 9 0,5 9 331,12 24 32,49 64 0,-47-71-311,29 37 167,77 76 0,-125-143-327,36 43 335,40 65-1,-12-17-20,-52-73-253,2-1 0,1-1 0,0-1 0,2-1 1,52 36-1,-70-55-42,19 14-29,-27-19 0,0 0 0,0 0 0,1 0-1,-1 0 1,0 0 0,0 0 0,-1 1-1,1-1 1,0 1 0,0-1 0,-1 0-1,1 1 1,0-1 0,-1 1 0,0-1-1,1 4 1,-1-3 53,0 1-1,0-1 0,1 0 1,-1 1-1,0-1 0,1 0 1,0 1-1,-1-1 1,1 0-1,0 0 0,0 0 1,0 0-1,0 0 0,3 3 1,4 2 1041,0-1-1245,0-5-9253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8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400 158 2449,'0'0'11763,"13"-14"-9586,-13 10-2151,1 1 1,-1-1-1,0 0 1,0 1-1,0-1 1,0 1-1,-1-1 1,0 1-1,0-1 1,1 1-1,-2-1 1,1 1-1,0 0 0,-1 0 1,0-1-1,1 1 1,-1 0-1,-1 0 1,1 1-1,0-1 1,-1 0-1,1 1 1,-1-1-1,0 1 1,-3-2-1,-7-4-24,0 0 0,0 1 1,-1 1-1,0 0 0,0 1 0,0 0 0,-1 1 0,1 1 0,-1 0 1,0 1-1,0 1 0,0 0 0,0 1 0,-16 2 0,25-1 39,1 0 0,0 0 0,0 1 0,0 0 0,0 0 0,0 0-1,0 0 1,0 1 0,1 0 0,-1 0 0,1 0 0,0 1 0,0-1 0,0 1 0,0 0 0,1 0-1,0 1 1,0-1 0,0 1 0,0-1 0,-3 9 0,-2 4 299,1 1 1,1-1-1,1 1 1,0 0-1,-2 20 1,0 28 1205,3 129 0,4-124-796,2-31-423,1 0 1,2-1-1,2 1 1,18 57 0,-24-96-1407,4 18 3520,-6-12-5623,-7-10-10296,-4-11 7838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9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6115,'0'0'6835,"134"-27"-4082,-77 22-1488,1 1-897,5 2-288,0-2-48,-1-2-32,7-3-1409,-2-3-2625,2-7-2673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9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1 4770,'0'0'3060,"-19"8"136,1 0-2339,5-3-311,0 0 0,1 2 0,-1-1 0,1 1 0,1 1 0,-1 0 0,2 1 0,-12 11 0,-3 6 352,1 1 0,2 1 0,1 1 0,-24 43 0,36-54-764,0 0 1,1 0-1,1 1 1,1 0-1,0 0 1,2 1-1,0 0 1,1 0-1,0 26 1,3-42-135,0 0 0,0-1 1,0 1-1,1 0 0,0 0 1,0 0-1,0 0 0,0 0 1,1-1-1,-1 1 0,1-1 1,0 1-1,0-1 0,0 1 1,1-1-1,-1 0 0,5 3 1,-2-1-67,0-1 0,1 0 0,0-1 0,-1 1 0,1-1 0,1 0 0,-1-1 0,0 1 0,10 1 0,2 0-914,0-1 0,31 2-1,28-4-5856,-16-3-1249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29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1072,'0'0'8767,"0"-7"-5061,0 123 5566,0 62-7291,1-178-2264,-1 1 0,0 0 0,1-1 1,-1 1-1,0-1 0,1 1 0,-1-1 0,1 1 0,-1-1 0,1 0 0,-1 1 1,1-1-1,-1 1 0,1-1 0,0 0 0,-1 0 0,1 1 0,0-1 0,-1 0 0,1 0 1,-1 0-1,1 0 0,0 1 0,-1-1 0,1 0 0,0 0 0,-1 0 0,1-1 1,0 1-1,-1 0 0,1 0 0,0 0 0,2 0-1224,13 0-8271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06:30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10 608,'0'0'6398,"-9"-8"1235,16 8-6852,-2-1-498,0 1 0,-1 0 0,1 0 0,0 0 0,-1 0 0,1 1 0,0 0 0,-1 0 0,1 0 0,-1 1 0,0-1 0,1 1 0,-1 0 0,0 0 0,0 1 0,0-1-1,4 4 1,15 16 258,-1 1-1,-2 0 1,0 2-1,-1 0 0,-2 1 1,0 1-1,-2 0 1,-1 1-1,20 59 0,-22-50-310,-2 0 0,-2 1 0,-2 0 0,-1 0 0,-2 0 0,-1 0 0,-7 71 0,2-92-59,0 0 1,-1-1 0,-1 0-1,-1 0 1,0 0-1,-1 0 1,-17 27 0,11-23 272,-1-1 1,-1 0 0,0-1-1,-36 33 1,51-51-461,0-1 1,0 1-1,0 0 1,0 0-1,0 0 1,0 0-1,0-1 1,0 1-1,0 0 1,0 0-1,-1 0 0,1 0 1,0-1-1,0 1 1,0 0-1,0 0 1,0 0-1,0 0 1,0 0-1,-1 0 0,1 0 1,0-1-1,0 1 1,0 0-1,0 0 1,-1 0-1,1 0 1,0 0-1,0 0 0,0 0 1,0 0-1,-1 0 1,1 0-1,0 0 1,0 0-1,0 0 1,0 0-1,-1 0 0,1 0 1,0 0-1,0 0 1,0 0-1,-1 0 1,2-1-338,0-1 1,0 1-1,-1 0 1,1-1-1,0 1 1,0 0-1,1-1 1,-1 1-1,0 0 1,0 0 0,0 0-1,3-1 1,30-9-10800,-23 8 4853,0-2-1681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F197-C99B-F7FF-68C4-9A937A1BF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8A758-4AE8-0142-FD63-2BC53363C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238F6-525F-926B-3D64-9FD7FC8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0D8C3-3A24-A172-4AF2-43AB6655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793CD-3F88-9836-E0C9-F3D3F021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837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B8C9-2FA0-C05C-5BB1-FBAC1D34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37D91-6B7B-24CB-96EE-40157C6BC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30252-547E-E8DA-9F6A-595DEBC1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3646B-7D6C-DFE3-ED55-656AD281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CC0ED-2D08-1649-65BC-3F65CB79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394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4E00-B0D7-19AF-B27F-B78C67D0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67A08-22D0-7F89-3A9C-1ECA8FBA1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ABA58-4E99-5E8D-DDC7-A693F56E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CD8F-237C-5CB3-63B7-3E87EF46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4B37F-F111-082A-0A60-6884C448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241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E318-005D-F521-E62E-00D77BDA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4CF5C-14FC-DD84-0C91-1C3B9F135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562CB-9452-6865-ADE0-3F84DBE58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3F769-8B0F-AD6F-015C-6C1E0EE6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E5D18-ABBD-B8FE-0571-BFA92867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F5491-84DA-4952-D1D6-6FD2DC65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230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83C4-688E-06B8-8A4A-EFA2528B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E585A-449C-1B50-029E-C3F8764ED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2D271-F3EF-DC71-7C06-C91F3143B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79C30-7D4A-D6E8-A242-11986F001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0985D-F410-6ED1-A2EF-EFF482CBF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1DE7A-84DD-35A2-F6A1-83397C92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7DD15-56E6-C10E-E653-B1DA2D78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0FE13-D22F-DE7D-7026-0A92E256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042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C994-98F0-6112-325B-EE50E48A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AC44B-3D27-33FA-DABD-0A0F39E1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A117C-FC22-4359-C0DA-D70A969B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911F3-F9FD-F48B-F97E-2690779C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493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A3813-4ECF-35A5-A9EF-3024F0A2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DAAFC-DE77-5081-505E-CF25C08C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16A77-437C-F568-E05A-545479E7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039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CCDF-91EE-5F0A-E539-68AD5A08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41009-A1B4-BAA9-9BB7-D6A6C937B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F479E-A695-4C77-97A6-D04CE6071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DA96D-B59C-2E26-C697-0CD20E7A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153E6-FB58-6FC7-8F9A-5C1DD666C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04F99-B178-7904-2B09-121425C5A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420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E4A5-7456-87E9-7157-3515BCC6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696FE-6C22-B9AD-13D6-57B33D8F4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5B7A5-1873-1D53-D901-69057FF40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EBBF7-0B97-4B94-EDCB-624F527D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2068C-C1EC-ED23-197F-564C36A6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9952C-674D-E88F-8259-C6ECFA47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751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7D7A-E0ED-1546-BD41-EB5A3503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52C40-DFDD-C56C-FC44-26BF3AB5A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924E6-136C-099E-C15A-3FF4E593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971FF-D641-5D5F-958D-858A3FC8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DA21E-67DB-F408-C01A-1E3010F9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670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052C6-E7E9-4A8B-DC68-A422756AB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6F2D7-8FE4-768B-85B3-06BB066B2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85FD1-9479-2519-035C-BB30EC63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75B6-0628-C1DF-FC71-8CE189BB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9065F-FBDF-D76F-90C3-532CF9F6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319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38964-F82D-0EF4-7015-64CE2AF9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DC2C9-AA45-ACD5-A15D-0D13A0C7E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7BA45-58E0-9AB3-5466-B67CE4CA4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0FB96-5AC2-4CA1-B121-C683FBEE4F84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9312F-D17A-2ECE-D47B-4EEB90D9A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E3C2F-3B62-E2BB-D5EE-2B03944F2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B8C3E-CD1C-456C-9DBD-96172AB3DF6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4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.png"/><Relationship Id="rId21" Type="http://schemas.openxmlformats.org/officeDocument/2006/relationships/image" Target="../media/image12.png"/><Relationship Id="rId42" Type="http://schemas.openxmlformats.org/officeDocument/2006/relationships/customXml" Target="../ink/ink21.xml"/><Relationship Id="rId63" Type="http://schemas.openxmlformats.org/officeDocument/2006/relationships/image" Target="../media/image33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1.png"/><Relationship Id="rId170" Type="http://schemas.openxmlformats.org/officeDocument/2006/relationships/customXml" Target="../ink/ink85.xml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32" Type="http://schemas.openxmlformats.org/officeDocument/2006/relationships/customXml" Target="../ink/ink16.xml"/><Relationship Id="rId53" Type="http://schemas.openxmlformats.org/officeDocument/2006/relationships/image" Target="../media/image28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6.png"/><Relationship Id="rId5" Type="http://schemas.openxmlformats.org/officeDocument/2006/relationships/image" Target="../media/image4.png"/><Relationship Id="rId95" Type="http://schemas.openxmlformats.org/officeDocument/2006/relationships/image" Target="../media/image49.png"/><Relationship Id="rId160" Type="http://schemas.openxmlformats.org/officeDocument/2006/relationships/customXml" Target="../ink/ink80.xml"/><Relationship Id="rId181" Type="http://schemas.openxmlformats.org/officeDocument/2006/relationships/image" Target="../media/image92.png"/><Relationship Id="rId22" Type="http://schemas.openxmlformats.org/officeDocument/2006/relationships/customXml" Target="../ink/ink11.xml"/><Relationship Id="rId43" Type="http://schemas.openxmlformats.org/officeDocument/2006/relationships/image" Target="../media/image23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1.png"/><Relationship Id="rId85" Type="http://schemas.openxmlformats.org/officeDocument/2006/relationships/image" Target="../media/image44.png"/><Relationship Id="rId150" Type="http://schemas.openxmlformats.org/officeDocument/2006/relationships/customXml" Target="../ink/ink75.xml"/><Relationship Id="rId171" Type="http://schemas.openxmlformats.org/officeDocument/2006/relationships/image" Target="../media/image87.png"/><Relationship Id="rId12" Type="http://schemas.openxmlformats.org/officeDocument/2006/relationships/customXml" Target="../ink/ink6.xml"/><Relationship Id="rId33" Type="http://schemas.openxmlformats.org/officeDocument/2006/relationships/image" Target="../media/image18.png"/><Relationship Id="rId108" Type="http://schemas.openxmlformats.org/officeDocument/2006/relationships/customXml" Target="../ink/ink54.xml"/><Relationship Id="rId129" Type="http://schemas.openxmlformats.org/officeDocument/2006/relationships/image" Target="../media/image66.png"/><Relationship Id="rId54" Type="http://schemas.openxmlformats.org/officeDocument/2006/relationships/customXml" Target="../ink/ink27.xml"/><Relationship Id="rId75" Type="http://schemas.openxmlformats.org/officeDocument/2006/relationships/image" Target="../media/image39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2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3.png"/><Relationship Id="rId119" Type="http://schemas.openxmlformats.org/officeDocument/2006/relationships/image" Target="../media/image61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4.png"/><Relationship Id="rId81" Type="http://schemas.openxmlformats.org/officeDocument/2006/relationships/image" Target="../media/image4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9.png"/><Relationship Id="rId151" Type="http://schemas.openxmlformats.org/officeDocument/2006/relationships/image" Target="../media/image77.png"/><Relationship Id="rId156" Type="http://schemas.openxmlformats.org/officeDocument/2006/relationships/customXml" Target="../ink/ink78.xml"/><Relationship Id="rId177" Type="http://schemas.openxmlformats.org/officeDocument/2006/relationships/image" Target="../media/image90.png"/><Relationship Id="rId172" Type="http://schemas.openxmlformats.org/officeDocument/2006/relationships/customXml" Target="../ink/ink86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Relationship Id="rId109" Type="http://schemas.openxmlformats.org/officeDocument/2006/relationships/image" Target="../media/image56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9.png"/><Relationship Id="rId76" Type="http://schemas.openxmlformats.org/officeDocument/2006/relationships/customXml" Target="../ink/ink38.xml"/><Relationship Id="rId97" Type="http://schemas.openxmlformats.org/officeDocument/2006/relationships/image" Target="../media/image50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4.png"/><Relationship Id="rId141" Type="http://schemas.openxmlformats.org/officeDocument/2006/relationships/image" Target="../media/image72.png"/><Relationship Id="rId146" Type="http://schemas.openxmlformats.org/officeDocument/2006/relationships/customXml" Target="../ink/ink73.xml"/><Relationship Id="rId167" Type="http://schemas.openxmlformats.org/officeDocument/2006/relationships/image" Target="../media/image85.png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183" Type="http://schemas.openxmlformats.org/officeDocument/2006/relationships/image" Target="../media/image93.png"/><Relationship Id="rId2" Type="http://schemas.openxmlformats.org/officeDocument/2006/relationships/customXml" Target="../ink/ink1.xml"/><Relationship Id="rId29" Type="http://schemas.openxmlformats.org/officeDocument/2006/relationships/image" Target="../media/image16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66" Type="http://schemas.openxmlformats.org/officeDocument/2006/relationships/customXml" Target="../ink/ink33.xml"/><Relationship Id="rId87" Type="http://schemas.openxmlformats.org/officeDocument/2006/relationships/image" Target="../media/image45.png"/><Relationship Id="rId110" Type="http://schemas.openxmlformats.org/officeDocument/2006/relationships/customXml" Target="../ink/ink55.xml"/><Relationship Id="rId115" Type="http://schemas.openxmlformats.org/officeDocument/2006/relationships/image" Target="../media/image59.png"/><Relationship Id="rId131" Type="http://schemas.openxmlformats.org/officeDocument/2006/relationships/image" Target="../media/image67.png"/><Relationship Id="rId136" Type="http://schemas.openxmlformats.org/officeDocument/2006/relationships/customXml" Target="../ink/ink68.xml"/><Relationship Id="rId157" Type="http://schemas.openxmlformats.org/officeDocument/2006/relationships/image" Target="../media/image80.png"/><Relationship Id="rId178" Type="http://schemas.openxmlformats.org/officeDocument/2006/relationships/customXml" Target="../ink/ink89.xml"/><Relationship Id="rId61" Type="http://schemas.openxmlformats.org/officeDocument/2006/relationships/image" Target="../media/image32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8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56" Type="http://schemas.openxmlformats.org/officeDocument/2006/relationships/customXml" Target="../ink/ink28.xml"/><Relationship Id="rId77" Type="http://schemas.openxmlformats.org/officeDocument/2006/relationships/image" Target="../media/image40.png"/><Relationship Id="rId100" Type="http://schemas.openxmlformats.org/officeDocument/2006/relationships/customXml" Target="../ink/ink50.xml"/><Relationship Id="rId105" Type="http://schemas.openxmlformats.org/officeDocument/2006/relationships/image" Target="../media/image54.png"/><Relationship Id="rId126" Type="http://schemas.openxmlformats.org/officeDocument/2006/relationships/customXml" Target="../ink/ink63.xml"/><Relationship Id="rId147" Type="http://schemas.openxmlformats.org/officeDocument/2006/relationships/image" Target="../media/image75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72" Type="http://schemas.openxmlformats.org/officeDocument/2006/relationships/customXml" Target="../ink/ink36.xml"/><Relationship Id="rId93" Type="http://schemas.openxmlformats.org/officeDocument/2006/relationships/image" Target="../media/image48.png"/><Relationship Id="rId98" Type="http://schemas.openxmlformats.org/officeDocument/2006/relationships/customXml" Target="../ink/ink49.xml"/><Relationship Id="rId121" Type="http://schemas.openxmlformats.org/officeDocument/2006/relationships/image" Target="../media/image62.png"/><Relationship Id="rId142" Type="http://schemas.openxmlformats.org/officeDocument/2006/relationships/customXml" Target="../ink/ink71.xml"/><Relationship Id="rId163" Type="http://schemas.openxmlformats.org/officeDocument/2006/relationships/image" Target="../media/image83.png"/><Relationship Id="rId3" Type="http://schemas.openxmlformats.org/officeDocument/2006/relationships/image" Target="../media/image3.png"/><Relationship Id="rId25" Type="http://schemas.openxmlformats.org/officeDocument/2006/relationships/image" Target="../media/image14.png"/><Relationship Id="rId46" Type="http://schemas.openxmlformats.org/officeDocument/2006/relationships/customXml" Target="../ink/ink23.xml"/><Relationship Id="rId67" Type="http://schemas.openxmlformats.org/officeDocument/2006/relationships/image" Target="../media/image35.png"/><Relationship Id="rId116" Type="http://schemas.openxmlformats.org/officeDocument/2006/relationships/customXml" Target="../ink/ink58.xml"/><Relationship Id="rId137" Type="http://schemas.openxmlformats.org/officeDocument/2006/relationships/image" Target="../media/image70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62" Type="http://schemas.openxmlformats.org/officeDocument/2006/relationships/customXml" Target="../ink/ink31.xml"/><Relationship Id="rId83" Type="http://schemas.openxmlformats.org/officeDocument/2006/relationships/image" Target="../media/image43.png"/><Relationship Id="rId88" Type="http://schemas.openxmlformats.org/officeDocument/2006/relationships/customXml" Target="../ink/ink44.xml"/><Relationship Id="rId111" Type="http://schemas.openxmlformats.org/officeDocument/2006/relationships/image" Target="../media/image57.png"/><Relationship Id="rId132" Type="http://schemas.openxmlformats.org/officeDocument/2006/relationships/customXml" Target="../ink/ink66.xml"/><Relationship Id="rId153" Type="http://schemas.openxmlformats.org/officeDocument/2006/relationships/image" Target="../media/image78.png"/><Relationship Id="rId174" Type="http://schemas.openxmlformats.org/officeDocument/2006/relationships/customXml" Target="../ink/ink87.xml"/><Relationship Id="rId179" Type="http://schemas.openxmlformats.org/officeDocument/2006/relationships/image" Target="../media/image91.png"/><Relationship Id="rId15" Type="http://schemas.openxmlformats.org/officeDocument/2006/relationships/image" Target="../media/image9.png"/><Relationship Id="rId36" Type="http://schemas.openxmlformats.org/officeDocument/2006/relationships/customXml" Target="../ink/ink18.xml"/><Relationship Id="rId57" Type="http://schemas.openxmlformats.org/officeDocument/2006/relationships/image" Target="../media/image30.png"/><Relationship Id="rId106" Type="http://schemas.openxmlformats.org/officeDocument/2006/relationships/customXml" Target="../ink/ink53.xml"/><Relationship Id="rId127" Type="http://schemas.openxmlformats.org/officeDocument/2006/relationships/image" Target="../media/image65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52" Type="http://schemas.openxmlformats.org/officeDocument/2006/relationships/customXml" Target="../ink/ink26.xml"/><Relationship Id="rId73" Type="http://schemas.openxmlformats.org/officeDocument/2006/relationships/image" Target="../media/image38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122" Type="http://schemas.openxmlformats.org/officeDocument/2006/relationships/customXml" Target="../ink/ink61.xml"/><Relationship Id="rId143" Type="http://schemas.openxmlformats.org/officeDocument/2006/relationships/image" Target="../media/image73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6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5.png"/><Relationship Id="rId68" Type="http://schemas.openxmlformats.org/officeDocument/2006/relationships/customXml" Target="../ink/ink34.xml"/><Relationship Id="rId89" Type="http://schemas.openxmlformats.org/officeDocument/2006/relationships/image" Target="../media/image46.png"/><Relationship Id="rId112" Type="http://schemas.openxmlformats.org/officeDocument/2006/relationships/customXml" Target="../ink/ink56.xml"/><Relationship Id="rId133" Type="http://schemas.openxmlformats.org/officeDocument/2006/relationships/image" Target="../media/image68.png"/><Relationship Id="rId154" Type="http://schemas.openxmlformats.org/officeDocument/2006/relationships/customXml" Target="../ink/ink77.xml"/><Relationship Id="rId175" Type="http://schemas.openxmlformats.org/officeDocument/2006/relationships/image" Target="../media/image89.png"/><Relationship Id="rId16" Type="http://schemas.openxmlformats.org/officeDocument/2006/relationships/customXml" Target="../ink/ink8.xml"/><Relationship Id="rId37" Type="http://schemas.openxmlformats.org/officeDocument/2006/relationships/image" Target="../media/image20.png"/><Relationship Id="rId58" Type="http://schemas.openxmlformats.org/officeDocument/2006/relationships/customXml" Target="../ink/ink29.xml"/><Relationship Id="rId79" Type="http://schemas.openxmlformats.org/officeDocument/2006/relationships/image" Target="../media/image41.png"/><Relationship Id="rId102" Type="http://schemas.openxmlformats.org/officeDocument/2006/relationships/customXml" Target="../ink/ink51.xml"/><Relationship Id="rId123" Type="http://schemas.openxmlformats.org/officeDocument/2006/relationships/image" Target="../media/image63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4.png"/><Relationship Id="rId27" Type="http://schemas.openxmlformats.org/officeDocument/2006/relationships/image" Target="../media/image15.png"/><Relationship Id="rId48" Type="http://schemas.openxmlformats.org/officeDocument/2006/relationships/customXml" Target="../ink/ink24.xml"/><Relationship Id="rId69" Type="http://schemas.openxmlformats.org/officeDocument/2006/relationships/image" Target="../media/image36.png"/><Relationship Id="rId113" Type="http://schemas.openxmlformats.org/officeDocument/2006/relationships/image" Target="../media/image58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9.png"/><Relationship Id="rId176" Type="http://schemas.openxmlformats.org/officeDocument/2006/relationships/customXml" Target="../ink/ink88.xml"/><Relationship Id="rId17" Type="http://schemas.openxmlformats.org/officeDocument/2006/relationships/image" Target="../media/image10.png"/><Relationship Id="rId38" Type="http://schemas.openxmlformats.org/officeDocument/2006/relationships/customXml" Target="../ink/ink19.xml"/><Relationship Id="rId59" Type="http://schemas.openxmlformats.org/officeDocument/2006/relationships/image" Target="../media/image31.png"/><Relationship Id="rId103" Type="http://schemas.openxmlformats.org/officeDocument/2006/relationships/image" Target="../media/image53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7.png"/><Relationship Id="rId145" Type="http://schemas.openxmlformats.org/officeDocument/2006/relationships/image" Target="../media/image74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.xml"/><Relationship Id="rId49" Type="http://schemas.openxmlformats.org/officeDocument/2006/relationships/image" Target="../media/image26.png"/><Relationship Id="rId114" Type="http://schemas.openxmlformats.org/officeDocument/2006/relationships/customXml" Target="../ink/ink5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0A4C-4C22-9486-D3D8-345497F64A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b="0" i="0" dirty="0">
                <a:solidFill>
                  <a:srgbClr val="0D0D0D"/>
                </a:solidFill>
                <a:effectLst/>
                <a:latin typeface="ui-sans-serif"/>
              </a:rPr>
              <a:t>Recursion in Programming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74EEE-6B01-5BB4-EF52-693D693E1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Factorial and Fibonacci as Case Studies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407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A47A-FA3F-F076-E30B-EA6F3F04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i="0" dirty="0">
                <a:solidFill>
                  <a:srgbClr val="0D0D0D"/>
                </a:solidFill>
                <a:effectLst/>
                <a:latin typeface="ui-sans-serif"/>
              </a:rPr>
              <a:t>Learning Objectives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BC01-207B-2846-5AB9-CA3562AFE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lecture, students will be able to:</a:t>
            </a:r>
          </a:p>
          <a:p>
            <a:r>
              <a:rPr lang="en-US" dirty="0"/>
              <a:t>Define recursion</a:t>
            </a:r>
          </a:p>
          <a:p>
            <a:r>
              <a:rPr lang="en-US" dirty="0"/>
              <a:t>Explain how recursion uses the runtime stack</a:t>
            </a:r>
          </a:p>
          <a:p>
            <a:r>
              <a:rPr lang="en-US" dirty="0"/>
              <a:t>Implement factorial recursively and iteratively</a:t>
            </a:r>
          </a:p>
          <a:p>
            <a:r>
              <a:rPr lang="en-US" dirty="0"/>
              <a:t>Implement </a:t>
            </a:r>
            <a:r>
              <a:rPr lang="en-US" dirty="0" err="1"/>
              <a:t>fibonacci</a:t>
            </a:r>
            <a:r>
              <a:rPr lang="en-US" dirty="0"/>
              <a:t> recursively and iteratively</a:t>
            </a:r>
          </a:p>
          <a:p>
            <a:r>
              <a:rPr lang="en-US" dirty="0"/>
              <a:t>Trace stack growth and shrinkage</a:t>
            </a:r>
          </a:p>
          <a:p>
            <a:r>
              <a:rPr lang="en-US" dirty="0"/>
              <a:t>Compare time and space complexity</a:t>
            </a:r>
          </a:p>
        </p:txBody>
      </p:sp>
    </p:spTree>
    <p:extLst>
      <p:ext uri="{BB962C8B-B14F-4D97-AF65-F5344CB8AC3E}">
        <p14:creationId xmlns:p14="http://schemas.microsoft.com/office/powerpoint/2010/main" val="391049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B376-8C02-B89E-29CE-163A673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15027-447A-6A7C-0FEB-838847615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  <a:endParaRPr lang="en-US" dirty="0"/>
          </a:p>
          <a:p>
            <a:r>
              <a:rPr lang="en-US" dirty="0"/>
              <a:t>Recursion is a programming technique where a function calls itself to solve a smaller instance of the same problem.</a:t>
            </a:r>
          </a:p>
          <a:p>
            <a:pPr marL="0" indent="0">
              <a:buNone/>
            </a:pPr>
            <a:r>
              <a:rPr lang="en-US" b="1" dirty="0"/>
              <a:t>Two Essential Components</a:t>
            </a:r>
            <a:endParaRPr lang="en-US" dirty="0"/>
          </a:p>
          <a:p>
            <a:r>
              <a:rPr lang="en-US" dirty="0"/>
              <a:t>Base case (stopping condition)</a:t>
            </a:r>
          </a:p>
          <a:p>
            <a:r>
              <a:rPr lang="en-US" dirty="0"/>
              <a:t>Recursive case (reduces the problem)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1026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61F9-0B8F-1687-11E2-6E545466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How Recursion Works Internally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B01D-E26C-82C5-E5F3-27A101FA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Recursion uses the Runtime Call Stack</a:t>
            </a:r>
            <a:endParaRPr lang="en-US" dirty="0"/>
          </a:p>
          <a:p>
            <a:r>
              <a:rPr lang="en-US" dirty="0"/>
              <a:t>Every function call:</a:t>
            </a:r>
          </a:p>
          <a:p>
            <a:r>
              <a:rPr lang="en-US" dirty="0"/>
              <a:t>Creates a new stack frame</a:t>
            </a:r>
          </a:p>
          <a:p>
            <a:r>
              <a:rPr lang="en-US" dirty="0"/>
              <a:t>Stores: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Local variables</a:t>
            </a:r>
          </a:p>
          <a:p>
            <a:pPr lvl="1"/>
            <a:r>
              <a:rPr lang="en-US" dirty="0"/>
              <a:t>Return address</a:t>
            </a:r>
          </a:p>
          <a:p>
            <a:r>
              <a:rPr lang="en-US" dirty="0"/>
              <a:t>When function returns:</a:t>
            </a:r>
          </a:p>
          <a:p>
            <a:r>
              <a:rPr lang="en-US" dirty="0"/>
              <a:t>Stack frame is removed</a:t>
            </a:r>
          </a:p>
          <a:p>
            <a:r>
              <a:rPr lang="en-US" dirty="0"/>
              <a:t>Control returns to caller</a:t>
            </a:r>
          </a:p>
          <a:p>
            <a:r>
              <a:rPr lang="en-US" dirty="0"/>
              <a:t>⚠ Too many calls → Stack Overflow Error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104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0D20-CDE7-F5B2-190E-7FB330C8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Mathematical Definition of Factorial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EC298-0A19-0955-2AB0-192E27C76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070" y="1842250"/>
                <a:ext cx="105156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pt-BR" dirty="0"/>
                  <a:t>n!=n×(n−1)! </a:t>
                </a:r>
              </a:p>
              <a:p>
                <a:pPr marL="0" indent="0">
                  <a:buNone/>
                </a:pPr>
                <a:r>
                  <a:rPr lang="pt-BR" dirty="0"/>
                  <a:t>Base case: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/>
                        <m:t>0!=1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/>
                        <m:t>5!=5×4×3×2×1=120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EC298-0A19-0955-2AB0-192E27C76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070" y="1842250"/>
                <a:ext cx="10515600" cy="4351338"/>
              </a:xfrm>
              <a:blipFill>
                <a:blip r:embed="rId2"/>
                <a:stretch>
                  <a:fillRect l="-1159" t="-238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80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588D-89D7-9430-272B-F0793303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Recursive Factorial (Java)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836C-2F86-4ACC-F0CF-37C54DDD6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static int factorial(int n) {</a:t>
            </a:r>
          </a:p>
          <a:p>
            <a:pPr marL="0" indent="0">
              <a:buNone/>
            </a:pPr>
            <a:r>
              <a:rPr lang="en-US" dirty="0"/>
              <a:t>    if (n == 0) {</a:t>
            </a:r>
          </a:p>
          <a:p>
            <a:pPr marL="0" indent="0">
              <a:buNone/>
            </a:pPr>
            <a:r>
              <a:rPr lang="en-US" dirty="0"/>
              <a:t>        return 1;      // Base case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n * factorial(n - 1);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8115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14FB-F421-8E4D-277D-6A1F3F8F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Recursive Factorial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DF55F-B62D-6BC2-AEE0-F8F2C56F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def factorial(n):</a:t>
            </a:r>
          </a:p>
          <a:p>
            <a:pPr marL="0" indent="0">
              <a:buNone/>
            </a:pPr>
            <a:r>
              <a:rPr lang="pt-BR" dirty="0"/>
              <a:t>    if n == 0:</a:t>
            </a:r>
          </a:p>
          <a:p>
            <a:pPr marL="0" indent="0">
              <a:buNone/>
            </a:pPr>
            <a:r>
              <a:rPr lang="pt-BR" dirty="0"/>
              <a:t>        return 1</a:t>
            </a:r>
          </a:p>
          <a:p>
            <a:pPr marL="0" indent="0">
              <a:buNone/>
            </a:pPr>
            <a:r>
              <a:rPr lang="pt-BR" dirty="0"/>
              <a:t>    return n * factorial(n - 1)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8887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7BAD-6B0D-C3AD-A1D8-C1E0FBEB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Trace: factorial(5)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E7F6-229E-AE23-BE10-8E86B350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Call Expansion</a:t>
            </a:r>
            <a:endParaRPr lang="en-ZA" dirty="0"/>
          </a:p>
          <a:p>
            <a:r>
              <a:rPr lang="en-ZA" dirty="0"/>
              <a:t>factorial(5)</a:t>
            </a:r>
            <a:br>
              <a:rPr lang="en-ZA" dirty="0"/>
            </a:br>
            <a:r>
              <a:rPr lang="en-ZA" dirty="0"/>
              <a:t>→ 5 × factorial(4)</a:t>
            </a:r>
            <a:br>
              <a:rPr lang="en-ZA" dirty="0"/>
            </a:br>
            <a:r>
              <a:rPr lang="en-ZA" dirty="0"/>
              <a:t>→ 5 × 4 × factorial(3)</a:t>
            </a:r>
            <a:br>
              <a:rPr lang="en-ZA" dirty="0"/>
            </a:br>
            <a:r>
              <a:rPr lang="en-ZA" dirty="0"/>
              <a:t>→ 5 × 4 × 3 × factorial(2)</a:t>
            </a:r>
            <a:br>
              <a:rPr lang="en-ZA" dirty="0"/>
            </a:br>
            <a:r>
              <a:rPr lang="en-ZA" dirty="0"/>
              <a:t>→ 5 × 4 × 3 × 2 × factorial(1)</a:t>
            </a:r>
            <a:br>
              <a:rPr lang="en-ZA" dirty="0"/>
            </a:br>
            <a:r>
              <a:rPr lang="en-ZA" dirty="0"/>
              <a:t>→ 5 × 4 × 3 × 2 × 1 × factorial(0)</a:t>
            </a:r>
            <a:br>
              <a:rPr lang="en-ZA" dirty="0"/>
            </a:br>
            <a:r>
              <a:rPr lang="en-ZA" dirty="0"/>
              <a:t>→ 5 × 4 × 3 × 2 × 1 × 1</a:t>
            </a:r>
          </a:p>
          <a:p>
            <a:r>
              <a:rPr lang="en-ZA" dirty="0"/>
              <a:t>Result = 120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8635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646F-97A3-AE1D-694B-6F96DE9C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Stack Growth (Recursive Factorial)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9D2E8B-8F77-1C63-2DC5-6516C8D31F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26785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381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factorial(0)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071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factorial(1)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06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factorial(2)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12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factorial(3)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70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factorial(4)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9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factorial(5)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78339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A88227-0ABD-5A50-BBA5-B4CBABEB2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44062"/>
            <a:ext cx="471154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 at deepest point: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frames pop one by one as values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8F08-4C55-69FE-CA6E-4BF0CE5C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Iterative Factorial (Java)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7B56-9E43-4FFF-57E2-4F8F574E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public static int factorial(int n) {</a:t>
            </a:r>
          </a:p>
          <a:p>
            <a:pPr marL="0" indent="0">
              <a:buNone/>
            </a:pPr>
            <a:r>
              <a:rPr lang="en-ZA" dirty="0"/>
              <a:t>    int result = 1;</a:t>
            </a:r>
          </a:p>
          <a:p>
            <a:pPr marL="0" indent="0">
              <a:buNone/>
            </a:pPr>
            <a:r>
              <a:rPr lang="en-ZA" dirty="0"/>
              <a:t>    for(int </a:t>
            </a:r>
            <a:r>
              <a:rPr lang="en-ZA" dirty="0" err="1"/>
              <a:t>i</a:t>
            </a:r>
            <a:r>
              <a:rPr lang="en-ZA" dirty="0"/>
              <a:t> = 1; </a:t>
            </a:r>
            <a:r>
              <a:rPr lang="en-ZA" dirty="0" err="1"/>
              <a:t>i</a:t>
            </a:r>
            <a:r>
              <a:rPr lang="en-ZA" dirty="0"/>
              <a:t> &lt;= n; </a:t>
            </a:r>
            <a:r>
              <a:rPr lang="en-ZA" dirty="0" err="1"/>
              <a:t>i</a:t>
            </a:r>
            <a:r>
              <a:rPr lang="en-ZA" dirty="0"/>
              <a:t>++) {</a:t>
            </a:r>
          </a:p>
          <a:p>
            <a:pPr marL="0" indent="0">
              <a:buNone/>
            </a:pPr>
            <a:r>
              <a:rPr lang="en-ZA" dirty="0"/>
              <a:t>        result *= </a:t>
            </a:r>
            <a:r>
              <a:rPr lang="en-ZA" dirty="0" err="1"/>
              <a:t>i</a:t>
            </a:r>
            <a:r>
              <a:rPr lang="en-ZA" dirty="0"/>
              <a:t>;</a:t>
            </a:r>
          </a:p>
          <a:p>
            <a:pPr marL="0" indent="0">
              <a:buNone/>
            </a:pPr>
            <a:r>
              <a:rPr lang="en-ZA" dirty="0"/>
              <a:t>    }</a:t>
            </a:r>
          </a:p>
          <a:p>
            <a:pPr marL="0" indent="0">
              <a:buNone/>
            </a:pPr>
            <a:r>
              <a:rPr lang="en-ZA" dirty="0"/>
              <a:t>    return result;</a:t>
            </a:r>
          </a:p>
          <a:p>
            <a:pPr marL="0" indent="0">
              <a:buNone/>
            </a:pPr>
            <a:r>
              <a:rPr lang="en-Z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976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B96A-CCD4-C83A-8AD6-BC699C9A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Iterative Factorial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81A2-27C9-C13B-269C-CC76C4E72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 factorial(n):</a:t>
            </a:r>
          </a:p>
          <a:p>
            <a:pPr marL="0" indent="0">
              <a:buNone/>
            </a:pPr>
            <a:r>
              <a:rPr lang="en-US" dirty="0"/>
              <a:t>    result = 1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range(1, n+1):</a:t>
            </a:r>
          </a:p>
          <a:p>
            <a:pPr marL="0" indent="0">
              <a:buNone/>
            </a:pPr>
            <a:r>
              <a:rPr lang="en-US" dirty="0"/>
              <a:t>        result *= 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return result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82718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337D-486C-BC14-E42C-B526BF0D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Trace: Iterative factorial(5)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753EAF-4DF8-A35F-2A4C-F2CCF28DD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266833"/>
              </p:ext>
            </p:extLst>
          </p:nvPr>
        </p:nvGraphicFramePr>
        <p:xfrm>
          <a:off x="838200" y="200624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001347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507077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24181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220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575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19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0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57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134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9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281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1F80-0B74-148E-8969-379367B9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Fibonacci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2AAA2-1025-B983-F048-60642E762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ZA" dirty="0"/>
                  <a:t>F(n)=F(n−1)+F(n−2) </a:t>
                </a:r>
              </a:p>
              <a:p>
                <a:pPr marL="0" indent="0">
                  <a:buNone/>
                </a:pPr>
                <a:r>
                  <a:rPr lang="en-ZA" dirty="0"/>
                  <a:t>Base cases: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/>
                        <m:t>𝐹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0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/>
                        <m:t>𝐹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1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1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2AAA2-1025-B983-F048-60642E762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27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4BE4-9E2E-47A8-6EEE-17A22104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Recursive Fibonacci (Java)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9E67-74F0-D22E-0ACD-44984B278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public static int </a:t>
            </a:r>
            <a:r>
              <a:rPr lang="en-ZA" dirty="0" err="1"/>
              <a:t>fibonacci</a:t>
            </a:r>
            <a:r>
              <a:rPr lang="en-ZA" dirty="0"/>
              <a:t>(int n) {</a:t>
            </a:r>
          </a:p>
          <a:p>
            <a:pPr marL="0" indent="0">
              <a:buNone/>
            </a:pPr>
            <a:r>
              <a:rPr lang="en-ZA" dirty="0"/>
              <a:t>    if (n &lt;= 1)</a:t>
            </a:r>
          </a:p>
          <a:p>
            <a:pPr marL="0" indent="0">
              <a:buNone/>
            </a:pPr>
            <a:r>
              <a:rPr lang="en-ZA" dirty="0"/>
              <a:t>        return n;</a:t>
            </a:r>
          </a:p>
          <a:p>
            <a:pPr marL="0" indent="0">
              <a:buNone/>
            </a:pPr>
            <a:r>
              <a:rPr lang="en-ZA" dirty="0"/>
              <a:t>    return </a:t>
            </a:r>
            <a:r>
              <a:rPr lang="en-ZA" dirty="0" err="1"/>
              <a:t>fibonacci</a:t>
            </a:r>
            <a:r>
              <a:rPr lang="en-ZA" dirty="0"/>
              <a:t>(n - 1) + </a:t>
            </a:r>
            <a:r>
              <a:rPr lang="en-ZA" dirty="0" err="1"/>
              <a:t>fibonacci</a:t>
            </a:r>
            <a:r>
              <a:rPr lang="en-ZA" dirty="0"/>
              <a:t>(n - 2);</a:t>
            </a:r>
          </a:p>
          <a:p>
            <a:pPr marL="0" indent="0">
              <a:buNone/>
            </a:pPr>
            <a:r>
              <a:rPr lang="en-Z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6263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AA34-8D4E-EC1F-5ED4-E1C291ED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Recursive Fibonacci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4DFD-D43C-1742-4E78-8FD7359BB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def fibonacci(n):</a:t>
            </a:r>
          </a:p>
          <a:p>
            <a:pPr marL="0" indent="0">
              <a:buNone/>
            </a:pPr>
            <a:r>
              <a:rPr lang="pt-BR" dirty="0"/>
              <a:t>    if n &lt;= 1:</a:t>
            </a:r>
          </a:p>
          <a:p>
            <a:pPr marL="0" indent="0">
              <a:buNone/>
            </a:pPr>
            <a:r>
              <a:rPr lang="pt-BR" dirty="0"/>
              <a:t>        return n</a:t>
            </a:r>
          </a:p>
          <a:p>
            <a:pPr marL="0" indent="0">
              <a:buNone/>
            </a:pPr>
            <a:r>
              <a:rPr lang="pt-BR" dirty="0"/>
              <a:t>    return fibonacci(n-1) + fibonacci(n-2)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91474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047D-428F-1262-979F-27AD7ECE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Recursive Fibonacci Call Tree (fibonacci(5))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2681-E960-4AD3-245E-EA82197AE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r>
              <a:rPr lang="en-ZA" dirty="0"/>
              <a:t>Notice repeated work:</a:t>
            </a:r>
          </a:p>
          <a:p>
            <a:pPr marL="457200" lvl="1" indent="0">
              <a:buNone/>
            </a:pPr>
            <a:r>
              <a:rPr lang="en-ZA" dirty="0"/>
              <a:t>f(3) computed twice</a:t>
            </a:r>
          </a:p>
          <a:p>
            <a:pPr marL="457200" lvl="1" indent="0">
              <a:buNone/>
            </a:pPr>
            <a:r>
              <a:rPr lang="en-ZA" dirty="0"/>
              <a:t>f(2) computed three times</a:t>
            </a:r>
          </a:p>
          <a:p>
            <a:r>
              <a:rPr lang="en-ZA" dirty="0"/>
              <a:t>Result = 5</a:t>
            </a:r>
          </a:p>
          <a:p>
            <a:pPr marL="0" indent="0">
              <a:buNone/>
            </a:pPr>
            <a:endParaRPr lang="en-ZA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7BE14F-2CFF-141F-2B85-24D3A8CD81CD}"/>
              </a:ext>
            </a:extLst>
          </p:cNvPr>
          <p:cNvGrpSpPr/>
          <p:nvPr/>
        </p:nvGrpSpPr>
        <p:grpSpPr>
          <a:xfrm>
            <a:off x="3229066" y="1367048"/>
            <a:ext cx="630360" cy="323640"/>
            <a:chOff x="3229066" y="1367048"/>
            <a:chExt cx="630360" cy="3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908BB68-6937-438B-3791-7114C1E06CFD}"/>
                    </a:ext>
                  </a:extLst>
                </p14:cNvPr>
                <p14:cNvContentPartPr/>
                <p14:nvPr/>
              </p14:nvContentPartPr>
              <p14:xfrm>
                <a:off x="3302146" y="1367048"/>
                <a:ext cx="146520" cy="323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908BB68-6937-438B-3791-7114C1E06C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97826" y="1362728"/>
                  <a:ext cx="155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4B819C-4D0A-D444-0535-4AD2D3BE0FBB}"/>
                    </a:ext>
                  </a:extLst>
                </p14:cNvPr>
                <p14:cNvContentPartPr/>
                <p14:nvPr/>
              </p14:nvContentPartPr>
              <p14:xfrm>
                <a:off x="3229066" y="1580888"/>
                <a:ext cx="138240" cy="27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4B819C-4D0A-D444-0535-4AD2D3BE0F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24746" y="1576568"/>
                  <a:ext cx="146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3E890F-1085-25D8-5DD1-CA681236E35A}"/>
                    </a:ext>
                  </a:extLst>
                </p14:cNvPr>
                <p14:cNvContentPartPr/>
                <p14:nvPr/>
              </p14:nvContentPartPr>
              <p14:xfrm>
                <a:off x="3441466" y="1455968"/>
                <a:ext cx="121320" cy="171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3E890F-1085-25D8-5DD1-CA681236E3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37146" y="1451648"/>
                  <a:ext cx="129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0AF9391-D90F-498E-77E1-F3799A808706}"/>
                    </a:ext>
                  </a:extLst>
                </p14:cNvPr>
                <p14:cNvContentPartPr/>
                <p14:nvPr/>
              </p14:nvContentPartPr>
              <p14:xfrm>
                <a:off x="3579346" y="1487648"/>
                <a:ext cx="105120" cy="159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0AF9391-D90F-498E-77E1-F3799A8087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5026" y="1483328"/>
                  <a:ext cx="1137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C7C108-480E-1412-87C7-B65B340744F3}"/>
                    </a:ext>
                  </a:extLst>
                </p14:cNvPr>
                <p14:cNvContentPartPr/>
                <p14:nvPr/>
              </p14:nvContentPartPr>
              <p14:xfrm>
                <a:off x="3629386" y="1446248"/>
                <a:ext cx="93600" cy="30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C7C108-480E-1412-87C7-B65B340744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5066" y="1441928"/>
                  <a:ext cx="102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966BD3-8B8B-E5DA-8BA1-B2DC7F3A7A99}"/>
                    </a:ext>
                  </a:extLst>
                </p14:cNvPr>
                <p14:cNvContentPartPr/>
                <p14:nvPr/>
              </p14:nvContentPartPr>
              <p14:xfrm>
                <a:off x="3759706" y="1378208"/>
                <a:ext cx="99720" cy="29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966BD3-8B8B-E5DA-8BA1-B2DC7F3A7A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55386" y="1373888"/>
                  <a:ext cx="10836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CD7823C-995E-04A3-41DB-3E4E4AA16888}"/>
              </a:ext>
            </a:extLst>
          </p:cNvPr>
          <p:cNvGrpSpPr/>
          <p:nvPr/>
        </p:nvGrpSpPr>
        <p:grpSpPr>
          <a:xfrm>
            <a:off x="2470546" y="1818488"/>
            <a:ext cx="801720" cy="546120"/>
            <a:chOff x="2470546" y="1818488"/>
            <a:chExt cx="80172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E4BD83-FE54-BBC5-D11F-E999ECB6FCB0}"/>
                    </a:ext>
                  </a:extLst>
                </p14:cNvPr>
                <p14:cNvContentPartPr/>
                <p14:nvPr/>
              </p14:nvContentPartPr>
              <p14:xfrm>
                <a:off x="3095866" y="1818488"/>
                <a:ext cx="176400" cy="202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E4BD83-FE54-BBC5-D11F-E999ECB6FC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91546" y="1814168"/>
                  <a:ext cx="1850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5831620-4F68-5F5C-819B-4606066206D5}"/>
                    </a:ext>
                  </a:extLst>
                </p14:cNvPr>
                <p14:cNvContentPartPr/>
                <p14:nvPr/>
              </p14:nvContentPartPr>
              <p14:xfrm>
                <a:off x="2507986" y="2021168"/>
                <a:ext cx="120600" cy="339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5831620-4F68-5F5C-819B-4606066206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03666" y="2016848"/>
                  <a:ext cx="1292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E317EC-C4AF-DAE7-E8A6-8EB40BF498E3}"/>
                    </a:ext>
                  </a:extLst>
                </p14:cNvPr>
                <p14:cNvContentPartPr/>
                <p14:nvPr/>
              </p14:nvContentPartPr>
              <p14:xfrm>
                <a:off x="2470546" y="2207648"/>
                <a:ext cx="137160" cy="38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E317EC-C4AF-DAE7-E8A6-8EB40BF498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66226" y="2203328"/>
                  <a:ext cx="145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93CB8B-D18E-10DA-74C7-AA5D21A3C126}"/>
                    </a:ext>
                  </a:extLst>
                </p14:cNvPr>
                <p14:cNvContentPartPr/>
                <p14:nvPr/>
              </p14:nvContentPartPr>
              <p14:xfrm>
                <a:off x="2659186" y="2078408"/>
                <a:ext cx="115560" cy="286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93CB8B-D18E-10DA-74C7-AA5D21A3C1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54866" y="2074088"/>
                  <a:ext cx="124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7AD106-FE08-B930-A271-198C8489243F}"/>
                    </a:ext>
                  </a:extLst>
                </p14:cNvPr>
                <p14:cNvContentPartPr/>
                <p14:nvPr/>
              </p14:nvContentPartPr>
              <p14:xfrm>
                <a:off x="2833786" y="2154368"/>
                <a:ext cx="99360" cy="123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7AD106-FE08-B930-A271-198C848924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9466" y="2150048"/>
                  <a:ext cx="108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DFE304-C12A-338B-6B19-E9A49FD630F9}"/>
                    </a:ext>
                  </a:extLst>
                </p14:cNvPr>
                <p14:cNvContentPartPr/>
                <p14:nvPr/>
              </p14:nvContentPartPr>
              <p14:xfrm>
                <a:off x="2967706" y="2089568"/>
                <a:ext cx="55440" cy="231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DFE304-C12A-338B-6B19-E9A49FD630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3386" y="2085248"/>
                  <a:ext cx="640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9B6687-EC00-B209-79F9-278509992D1B}"/>
                  </a:ext>
                </a:extLst>
              </p14:cNvPr>
              <p14:cNvContentPartPr/>
              <p14:nvPr/>
            </p14:nvContentPartPr>
            <p14:xfrm>
              <a:off x="3539746" y="1786448"/>
              <a:ext cx="352440" cy="186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9B6687-EC00-B209-79F9-278509992D1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35426" y="1782128"/>
                <a:ext cx="36108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58BFEBFD-E5F3-1FC3-4ABC-3D3EC18AFBDF}"/>
              </a:ext>
            </a:extLst>
          </p:cNvPr>
          <p:cNvGrpSpPr/>
          <p:nvPr/>
        </p:nvGrpSpPr>
        <p:grpSpPr>
          <a:xfrm>
            <a:off x="1725360" y="2543307"/>
            <a:ext cx="783360" cy="703080"/>
            <a:chOff x="1725360" y="2543307"/>
            <a:chExt cx="783360" cy="70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41134A-005F-45C0-BC3C-CEB556EDB980}"/>
                    </a:ext>
                  </a:extLst>
                </p14:cNvPr>
                <p14:cNvContentPartPr/>
                <p14:nvPr/>
              </p14:nvContentPartPr>
              <p14:xfrm>
                <a:off x="2281200" y="2543307"/>
                <a:ext cx="227520" cy="294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41134A-005F-45C0-BC3C-CEB556EDB98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76880" y="2538987"/>
                  <a:ext cx="2361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755DAB-40EC-DCAC-2FBE-CA1256A3C89C}"/>
                    </a:ext>
                  </a:extLst>
                </p14:cNvPr>
                <p14:cNvContentPartPr/>
                <p14:nvPr/>
              </p14:nvContentPartPr>
              <p14:xfrm>
                <a:off x="1812840" y="2927787"/>
                <a:ext cx="132120" cy="318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755DAB-40EC-DCAC-2FBE-CA1256A3C8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08520" y="2923467"/>
                  <a:ext cx="1407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0812D6-38B6-FF3E-4F92-7FCB6388DB6C}"/>
                    </a:ext>
                  </a:extLst>
                </p14:cNvPr>
                <p14:cNvContentPartPr/>
                <p14:nvPr/>
              </p14:nvContentPartPr>
              <p14:xfrm>
                <a:off x="1725360" y="3111747"/>
                <a:ext cx="144360" cy="32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0812D6-38B6-FF3E-4F92-7FCB6388DB6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21040" y="3107427"/>
                  <a:ext cx="153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858EB0-F9D7-CD71-AF4B-04E0C1F6E6AE}"/>
                    </a:ext>
                  </a:extLst>
                </p14:cNvPr>
                <p14:cNvContentPartPr/>
                <p14:nvPr/>
              </p14:nvContentPartPr>
              <p14:xfrm>
                <a:off x="1959720" y="2982147"/>
                <a:ext cx="70920" cy="23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858EB0-F9D7-CD71-AF4B-04E0C1F6E6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55400" y="2977827"/>
                  <a:ext cx="79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680FB17-85A4-4278-09CA-38044A0AF26B}"/>
                    </a:ext>
                  </a:extLst>
                </p14:cNvPr>
                <p14:cNvContentPartPr/>
                <p14:nvPr/>
              </p14:nvContentPartPr>
              <p14:xfrm>
                <a:off x="2060520" y="3081147"/>
                <a:ext cx="19080" cy="9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680FB17-85A4-4278-09CA-38044A0AF26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56200" y="3076827"/>
                  <a:ext cx="27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D5B9A5-3900-E32C-D20E-F0D51AD0584C}"/>
                    </a:ext>
                  </a:extLst>
                </p14:cNvPr>
                <p14:cNvContentPartPr/>
                <p14:nvPr/>
              </p14:nvContentPartPr>
              <p14:xfrm>
                <a:off x="2119920" y="2992587"/>
                <a:ext cx="56160" cy="210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D5B9A5-3900-E32C-D20E-F0D51AD0584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15600" y="2988267"/>
                  <a:ext cx="6480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BADAA32-9BE9-9838-CE0C-C2C88679903E}"/>
              </a:ext>
            </a:extLst>
          </p:cNvPr>
          <p:cNvGrpSpPr/>
          <p:nvPr/>
        </p:nvGrpSpPr>
        <p:grpSpPr>
          <a:xfrm>
            <a:off x="2672880" y="2595147"/>
            <a:ext cx="666000" cy="699480"/>
            <a:chOff x="2672880" y="2595147"/>
            <a:chExt cx="666000" cy="69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BF3E79-6DC4-B589-CD49-9ED2A1131CD3}"/>
                    </a:ext>
                  </a:extLst>
                </p14:cNvPr>
                <p14:cNvContentPartPr/>
                <p14:nvPr/>
              </p14:nvContentPartPr>
              <p14:xfrm>
                <a:off x="2672880" y="2595147"/>
                <a:ext cx="231120" cy="263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BF3E79-6DC4-B589-CD49-9ED2A1131C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68560" y="2590827"/>
                  <a:ext cx="239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EA3CA21-5665-2449-4138-828E15A693EA}"/>
                    </a:ext>
                  </a:extLst>
                </p14:cNvPr>
                <p14:cNvContentPartPr/>
                <p14:nvPr/>
              </p14:nvContentPartPr>
              <p14:xfrm>
                <a:off x="2774040" y="2974947"/>
                <a:ext cx="110880" cy="319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EA3CA21-5665-2449-4138-828E15A693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69720" y="2970627"/>
                  <a:ext cx="1195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59BF66A-42DB-8C91-E1B8-9A3C61AEFDC6}"/>
                    </a:ext>
                  </a:extLst>
                </p14:cNvPr>
                <p14:cNvContentPartPr/>
                <p14:nvPr/>
              </p14:nvContentPartPr>
              <p14:xfrm>
                <a:off x="2699880" y="3113547"/>
                <a:ext cx="173520" cy="3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59BF66A-42DB-8C91-E1B8-9A3C61AEFD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95560" y="3109227"/>
                  <a:ext cx="182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2732704-6CFF-D95D-6A79-530D5C3B1B1D}"/>
                    </a:ext>
                  </a:extLst>
                </p14:cNvPr>
                <p14:cNvContentPartPr/>
                <p14:nvPr/>
              </p14:nvContentPartPr>
              <p14:xfrm>
                <a:off x="2967720" y="2982147"/>
                <a:ext cx="107280" cy="20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2732704-6CFF-D95D-6A79-530D5C3B1B1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63400" y="2977827"/>
                  <a:ext cx="115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6B20A0-F849-2FFF-06B6-630EE2A7FAE8}"/>
                    </a:ext>
                  </a:extLst>
                </p14:cNvPr>
                <p14:cNvContentPartPr/>
                <p14:nvPr/>
              </p14:nvContentPartPr>
              <p14:xfrm>
                <a:off x="3109560" y="3041547"/>
                <a:ext cx="105840" cy="97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6B20A0-F849-2FFF-06B6-630EE2A7FA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05240" y="3037227"/>
                  <a:ext cx="114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DD67B3-55C2-02D2-22C8-DA5D9DE967E2}"/>
                    </a:ext>
                  </a:extLst>
                </p14:cNvPr>
                <p14:cNvContentPartPr/>
                <p14:nvPr/>
              </p14:nvContentPartPr>
              <p14:xfrm>
                <a:off x="3233760" y="2947227"/>
                <a:ext cx="105120" cy="270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DD67B3-55C2-02D2-22C8-DA5D9DE967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29440" y="2942907"/>
                  <a:ext cx="1137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E92959C-4FD9-9CEF-66E9-7E79C04D7A92}"/>
              </a:ext>
            </a:extLst>
          </p:cNvPr>
          <p:cNvGrpSpPr/>
          <p:nvPr/>
        </p:nvGrpSpPr>
        <p:grpSpPr>
          <a:xfrm>
            <a:off x="3751426" y="2001368"/>
            <a:ext cx="632160" cy="342859"/>
            <a:chOff x="3751426" y="2001368"/>
            <a:chExt cx="632160" cy="34285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55CE841-2E64-AADE-16CE-1E086FDD0FBC}"/>
                    </a:ext>
                  </a:extLst>
                </p14:cNvPr>
                <p14:cNvContentPartPr/>
                <p14:nvPr/>
              </p14:nvContentPartPr>
              <p14:xfrm>
                <a:off x="3838546" y="2037368"/>
                <a:ext cx="103680" cy="27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55CE841-2E64-AADE-16CE-1E086FDD0FB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34226" y="2033048"/>
                  <a:ext cx="112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88EAEE4-1CE3-4569-56BF-1F2EA858079A}"/>
                    </a:ext>
                  </a:extLst>
                </p14:cNvPr>
                <p14:cNvContentPartPr/>
                <p14:nvPr/>
              </p14:nvContentPartPr>
              <p14:xfrm>
                <a:off x="3751426" y="2175248"/>
                <a:ext cx="179640" cy="52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88EAEE4-1CE3-4569-56BF-1F2EA85807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7106" y="2170928"/>
                  <a:ext cx="188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5DA720-A3EE-9992-11FC-2A8F192222EC}"/>
                    </a:ext>
                  </a:extLst>
                </p14:cNvPr>
                <p14:cNvContentPartPr/>
                <p14:nvPr/>
              </p14:nvContentPartPr>
              <p14:xfrm>
                <a:off x="4043026" y="2059328"/>
                <a:ext cx="164880" cy="131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5DA720-A3EE-9992-11FC-2A8F192222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38706" y="2055008"/>
                  <a:ext cx="173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7ED620-5218-8192-8400-FBFE0DDE0988}"/>
                    </a:ext>
                  </a:extLst>
                </p14:cNvPr>
                <p14:cNvContentPartPr/>
                <p14:nvPr/>
              </p14:nvContentPartPr>
              <p14:xfrm>
                <a:off x="4130866" y="2115128"/>
                <a:ext cx="45720" cy="12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7ED620-5218-8192-8400-FBFE0DDE09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26546" y="2110808"/>
                  <a:ext cx="54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EA437F-56EB-302F-F183-C107D25BCCFB}"/>
                    </a:ext>
                  </a:extLst>
                </p14:cNvPr>
                <p14:cNvContentPartPr/>
                <p14:nvPr/>
              </p14:nvContentPartPr>
              <p14:xfrm>
                <a:off x="4289266" y="2001368"/>
                <a:ext cx="94320" cy="336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EA437F-56EB-302F-F183-C107D25BCC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84946" y="1997048"/>
                  <a:ext cx="1029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A61D8D-8069-DD63-5C57-D180133ED842}"/>
                    </a:ext>
                  </a:extLst>
                </p14:cNvPr>
                <p14:cNvContentPartPr/>
                <p14:nvPr/>
              </p14:nvContentPartPr>
              <p14:xfrm>
                <a:off x="3950880" y="2045067"/>
                <a:ext cx="113760" cy="29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A61D8D-8069-DD63-5C57-D180133ED8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46560" y="2040747"/>
                  <a:ext cx="12240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EBCD55-47D4-7DAF-28CF-B4B37152BC61}"/>
              </a:ext>
            </a:extLst>
          </p:cNvPr>
          <p:cNvGrpSpPr/>
          <p:nvPr/>
        </p:nvGrpSpPr>
        <p:grpSpPr>
          <a:xfrm>
            <a:off x="3694920" y="2508027"/>
            <a:ext cx="2006280" cy="751680"/>
            <a:chOff x="3694920" y="2508027"/>
            <a:chExt cx="2006280" cy="75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3F5B05D-A3BB-9277-1FAC-3FF22FC09CE0}"/>
                    </a:ext>
                  </a:extLst>
                </p14:cNvPr>
                <p14:cNvContentPartPr/>
                <p14:nvPr/>
              </p14:nvContentPartPr>
              <p14:xfrm>
                <a:off x="3919920" y="2556627"/>
                <a:ext cx="145440" cy="333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3F5B05D-A3BB-9277-1FAC-3FF22FC09C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15600" y="2552307"/>
                  <a:ext cx="1540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8C9883C-44AE-527C-341A-FED8F9279F01}"/>
                    </a:ext>
                  </a:extLst>
                </p14:cNvPr>
                <p14:cNvContentPartPr/>
                <p14:nvPr/>
              </p14:nvContentPartPr>
              <p14:xfrm>
                <a:off x="3739200" y="2929227"/>
                <a:ext cx="97560" cy="330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8C9883C-44AE-527C-341A-FED8F9279F0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34880" y="2924907"/>
                  <a:ext cx="106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827EF0-D7A7-9DC6-6E4F-34A2302C3A24}"/>
                    </a:ext>
                  </a:extLst>
                </p14:cNvPr>
                <p14:cNvContentPartPr/>
                <p14:nvPr/>
              </p14:nvContentPartPr>
              <p14:xfrm>
                <a:off x="3694920" y="3073947"/>
                <a:ext cx="168120" cy="50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827EF0-D7A7-9DC6-6E4F-34A2302C3A2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90600" y="3069627"/>
                  <a:ext cx="176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478F847-AD13-D143-F5C3-9AB4EB201656}"/>
                    </a:ext>
                  </a:extLst>
                </p14:cNvPr>
                <p14:cNvContentPartPr/>
                <p14:nvPr/>
              </p14:nvContentPartPr>
              <p14:xfrm>
                <a:off x="3942960" y="2931387"/>
                <a:ext cx="92520" cy="24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478F847-AD13-D143-F5C3-9AB4EB2016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38640" y="2927067"/>
                  <a:ext cx="101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BB80D4-4EFE-5B77-0A99-13FF2222AF04}"/>
                    </a:ext>
                  </a:extLst>
                </p14:cNvPr>
                <p14:cNvContentPartPr/>
                <p14:nvPr/>
              </p14:nvContentPartPr>
              <p14:xfrm>
                <a:off x="4095960" y="2999427"/>
                <a:ext cx="135000" cy="84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BB80D4-4EFE-5B77-0A99-13FF2222AF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91640" y="2995107"/>
                  <a:ext cx="143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F35FB6-325D-E6D7-4D2A-A330A6BAE341}"/>
                    </a:ext>
                  </a:extLst>
                </p14:cNvPr>
                <p14:cNvContentPartPr/>
                <p14:nvPr/>
              </p14:nvContentPartPr>
              <p14:xfrm>
                <a:off x="4254720" y="2892147"/>
                <a:ext cx="82440" cy="251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F35FB6-325D-E6D7-4D2A-A330A6BAE34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50400" y="2887827"/>
                  <a:ext cx="91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3A528F-BCD4-2B8A-2C52-43DA922309BE}"/>
                    </a:ext>
                  </a:extLst>
                </p14:cNvPr>
                <p14:cNvContentPartPr/>
                <p14:nvPr/>
              </p14:nvContentPartPr>
              <p14:xfrm>
                <a:off x="4443720" y="2508027"/>
                <a:ext cx="471600" cy="330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3A528F-BCD4-2B8A-2C52-43DA922309B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39400" y="2503707"/>
                  <a:ext cx="4802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A919B59-4A16-1212-873A-1EF3813D4349}"/>
                    </a:ext>
                  </a:extLst>
                </p14:cNvPr>
                <p14:cNvContentPartPr/>
                <p14:nvPr/>
              </p14:nvContentPartPr>
              <p14:xfrm>
                <a:off x="4880400" y="2918067"/>
                <a:ext cx="126720" cy="318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919B59-4A16-1212-873A-1EF3813D43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76080" y="2913747"/>
                  <a:ext cx="1353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94D77D-1F02-7A7D-FA92-0F82C3C5BEC6}"/>
                    </a:ext>
                  </a:extLst>
                </p14:cNvPr>
                <p14:cNvContentPartPr/>
                <p14:nvPr/>
              </p14:nvContentPartPr>
              <p14:xfrm>
                <a:off x="4829640" y="3064587"/>
                <a:ext cx="192240" cy="3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94D77D-1F02-7A7D-FA92-0F82C3C5BE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25320" y="3060267"/>
                  <a:ext cx="200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A38276-7792-A10A-808E-0E596018B963}"/>
                    </a:ext>
                  </a:extLst>
                </p14:cNvPr>
                <p14:cNvContentPartPr/>
                <p14:nvPr/>
              </p14:nvContentPartPr>
              <p14:xfrm>
                <a:off x="5120160" y="2880267"/>
                <a:ext cx="159840" cy="243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A38276-7792-A10A-808E-0E596018B96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15840" y="2875947"/>
                  <a:ext cx="168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F601F6F-6BD8-723B-7F25-2E287563D1C8}"/>
                    </a:ext>
                  </a:extLst>
                </p14:cNvPr>
                <p14:cNvContentPartPr/>
                <p14:nvPr/>
              </p14:nvContentPartPr>
              <p14:xfrm>
                <a:off x="5304480" y="2945067"/>
                <a:ext cx="137520" cy="151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F601F6F-6BD8-723B-7F25-2E287563D1C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00160" y="2940747"/>
                  <a:ext cx="146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B51CA7-57C7-A256-3B62-7529476FB253}"/>
                    </a:ext>
                  </a:extLst>
                </p14:cNvPr>
                <p14:cNvContentPartPr/>
                <p14:nvPr/>
              </p14:nvContentPartPr>
              <p14:xfrm>
                <a:off x="5535960" y="2813307"/>
                <a:ext cx="165240" cy="372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B51CA7-57C7-A256-3B62-7529476FB2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31640" y="2808987"/>
                  <a:ext cx="173880" cy="38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FB79654-E3A8-4B99-AD19-BD1430940AF0}"/>
                  </a:ext>
                </a:extLst>
              </p14:cNvPr>
              <p14:cNvContentPartPr/>
              <p14:nvPr/>
            </p14:nvContentPartPr>
            <p14:xfrm>
              <a:off x="2621040" y="3459147"/>
              <a:ext cx="189720" cy="224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FB79654-E3A8-4B99-AD19-BD1430940AF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616720" y="3454827"/>
                <a:ext cx="19836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C9DAF80-2A48-D1A7-385C-A8E9103F069C}"/>
              </a:ext>
            </a:extLst>
          </p:cNvPr>
          <p:cNvGrpSpPr/>
          <p:nvPr/>
        </p:nvGrpSpPr>
        <p:grpSpPr>
          <a:xfrm>
            <a:off x="2113080" y="3861627"/>
            <a:ext cx="613800" cy="306000"/>
            <a:chOff x="2113080" y="3861627"/>
            <a:chExt cx="61380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A76E40E-B01A-E309-AA3C-624AF33E02CF}"/>
                    </a:ext>
                  </a:extLst>
                </p14:cNvPr>
                <p14:cNvContentPartPr/>
                <p14:nvPr/>
              </p14:nvContentPartPr>
              <p14:xfrm>
                <a:off x="2164200" y="3865227"/>
                <a:ext cx="139680" cy="302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A76E40E-B01A-E309-AA3C-624AF33E02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59880" y="3860907"/>
                  <a:ext cx="148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250FF64-049C-2634-1E9F-08832E58066D}"/>
                    </a:ext>
                  </a:extLst>
                </p14:cNvPr>
                <p14:cNvContentPartPr/>
                <p14:nvPr/>
              </p14:nvContentPartPr>
              <p14:xfrm>
                <a:off x="2113080" y="3991227"/>
                <a:ext cx="186840" cy="56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250FF64-049C-2634-1E9F-08832E58066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08760" y="3986907"/>
                  <a:ext cx="195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CF36171-8B0E-906B-874D-2FE0AC0F06B4}"/>
                    </a:ext>
                  </a:extLst>
                </p14:cNvPr>
                <p14:cNvContentPartPr/>
                <p14:nvPr/>
              </p14:nvContentPartPr>
              <p14:xfrm>
                <a:off x="2361120" y="3861627"/>
                <a:ext cx="127080" cy="205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CF36171-8B0E-906B-874D-2FE0AC0F06B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56800" y="3857307"/>
                  <a:ext cx="135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FD9AC1-66EC-BE19-EF27-2FD9086263DB}"/>
                    </a:ext>
                  </a:extLst>
                </p14:cNvPr>
                <p14:cNvContentPartPr/>
                <p14:nvPr/>
              </p14:nvContentPartPr>
              <p14:xfrm>
                <a:off x="2504760" y="3953427"/>
                <a:ext cx="91080" cy="83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FD9AC1-66EC-BE19-EF27-2FD9086263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00440" y="3949107"/>
                  <a:ext cx="9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C3B95F-D730-849F-E1B9-85682E3DAB93}"/>
                    </a:ext>
                  </a:extLst>
                </p14:cNvPr>
                <p14:cNvContentPartPr/>
                <p14:nvPr/>
              </p14:nvContentPartPr>
              <p14:xfrm>
                <a:off x="2646600" y="3871347"/>
                <a:ext cx="80280" cy="192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C3B95F-D730-849F-E1B9-85682E3DAB9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42280" y="3867027"/>
                  <a:ext cx="8892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648855D-3FA3-CA7E-FFCA-EE45EF43E84A}"/>
              </a:ext>
            </a:extLst>
          </p:cNvPr>
          <p:cNvGrpSpPr/>
          <p:nvPr/>
        </p:nvGrpSpPr>
        <p:grpSpPr>
          <a:xfrm>
            <a:off x="2911200" y="3465267"/>
            <a:ext cx="689040" cy="622080"/>
            <a:chOff x="2911200" y="3465267"/>
            <a:chExt cx="689040" cy="62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3F799EB-4126-DC43-1489-D94B91F68D6A}"/>
                    </a:ext>
                  </a:extLst>
                </p14:cNvPr>
                <p14:cNvContentPartPr/>
                <p14:nvPr/>
              </p14:nvContentPartPr>
              <p14:xfrm>
                <a:off x="2911200" y="3465267"/>
                <a:ext cx="276840" cy="306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3F799EB-4126-DC43-1489-D94B91F68D6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6880" y="3460947"/>
                  <a:ext cx="285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4DD8710-A13B-73D7-F526-F0DA67A6B6E6}"/>
                    </a:ext>
                  </a:extLst>
                </p14:cNvPr>
                <p14:cNvContentPartPr/>
                <p14:nvPr/>
              </p14:nvContentPartPr>
              <p14:xfrm>
                <a:off x="3060240" y="3859107"/>
                <a:ext cx="59400" cy="228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4DD8710-A13B-73D7-F526-F0DA67A6B6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55920" y="3854787"/>
                  <a:ext cx="68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B90D190-FF43-D612-2369-B4644C391807}"/>
                    </a:ext>
                  </a:extLst>
                </p14:cNvPr>
                <p14:cNvContentPartPr/>
                <p14:nvPr/>
              </p14:nvContentPartPr>
              <p14:xfrm>
                <a:off x="3008400" y="3931827"/>
                <a:ext cx="183960" cy="52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B90D190-FF43-D612-2369-B4644C39180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04080" y="3927507"/>
                  <a:ext cx="192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ABC811-3CBF-6537-EC19-52FAEB1A8E29}"/>
                    </a:ext>
                  </a:extLst>
                </p14:cNvPr>
                <p14:cNvContentPartPr/>
                <p14:nvPr/>
              </p14:nvContentPartPr>
              <p14:xfrm>
                <a:off x="3213240" y="3863787"/>
                <a:ext cx="109440" cy="138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ABC811-3CBF-6537-EC19-52FAEB1A8E2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08920" y="3859467"/>
                  <a:ext cx="118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A61CF3C-F6BD-8B0E-58C5-B50667BA7749}"/>
                    </a:ext>
                  </a:extLst>
                </p14:cNvPr>
                <p14:cNvContentPartPr/>
                <p14:nvPr/>
              </p14:nvContentPartPr>
              <p14:xfrm>
                <a:off x="3400440" y="3882147"/>
                <a:ext cx="20160" cy="80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A61CF3C-F6BD-8B0E-58C5-B50667BA77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96120" y="3877827"/>
                  <a:ext cx="28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243D0EF-EC67-FE8F-EAC9-1C7DF214AD9C}"/>
                    </a:ext>
                  </a:extLst>
                </p14:cNvPr>
                <p14:cNvContentPartPr/>
                <p14:nvPr/>
              </p14:nvContentPartPr>
              <p14:xfrm>
                <a:off x="3467040" y="3796827"/>
                <a:ext cx="133200" cy="270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243D0EF-EC67-FE8F-EAC9-1C7DF214AD9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62720" y="3792507"/>
                  <a:ext cx="14184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6EDB9AD-118F-9EAE-D0F2-CAEE8F7B75C4}"/>
              </a:ext>
            </a:extLst>
          </p:cNvPr>
          <p:cNvGrpSpPr/>
          <p:nvPr/>
        </p:nvGrpSpPr>
        <p:grpSpPr>
          <a:xfrm>
            <a:off x="3785280" y="3363387"/>
            <a:ext cx="3178800" cy="887760"/>
            <a:chOff x="3785280" y="3363387"/>
            <a:chExt cx="3178800" cy="88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E95CC0-D64C-ACBD-009F-50E4BDD7710A}"/>
                    </a:ext>
                  </a:extLst>
                </p14:cNvPr>
                <p14:cNvContentPartPr/>
                <p14:nvPr/>
              </p14:nvContentPartPr>
              <p14:xfrm>
                <a:off x="3966000" y="3402627"/>
                <a:ext cx="107280" cy="250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E95CC0-D64C-ACBD-009F-50E4BDD771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61680" y="3398307"/>
                  <a:ext cx="115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CE97876-F710-3824-D646-20952FA1F3BE}"/>
                    </a:ext>
                  </a:extLst>
                </p14:cNvPr>
                <p14:cNvContentPartPr/>
                <p14:nvPr/>
              </p14:nvContentPartPr>
              <p14:xfrm>
                <a:off x="3829920" y="3772707"/>
                <a:ext cx="91440" cy="254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CE97876-F710-3824-D646-20952FA1F3B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25600" y="3768387"/>
                  <a:ext cx="100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55B5893-5A96-28D7-8073-891B613630F9}"/>
                    </a:ext>
                  </a:extLst>
                </p14:cNvPr>
                <p14:cNvContentPartPr/>
                <p14:nvPr/>
              </p14:nvContentPartPr>
              <p14:xfrm>
                <a:off x="3785280" y="3878187"/>
                <a:ext cx="165960" cy="41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55B5893-5A96-28D7-8073-891B613630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80960" y="3873867"/>
                  <a:ext cx="174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2CB1D84-1EA6-21E4-679A-D16648D34F8E}"/>
                    </a:ext>
                  </a:extLst>
                </p14:cNvPr>
                <p14:cNvContentPartPr/>
                <p14:nvPr/>
              </p14:nvContentPartPr>
              <p14:xfrm>
                <a:off x="3969600" y="3782067"/>
                <a:ext cx="92160" cy="182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2CB1D84-1EA6-21E4-679A-D16648D34F8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65280" y="3777747"/>
                  <a:ext cx="100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3CB0D4E-02E8-85D2-A484-0AEFDA70B877}"/>
                    </a:ext>
                  </a:extLst>
                </p14:cNvPr>
                <p14:cNvContentPartPr/>
                <p14:nvPr/>
              </p14:nvContentPartPr>
              <p14:xfrm>
                <a:off x="4091640" y="3835347"/>
                <a:ext cx="88200" cy="89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3CB0D4E-02E8-85D2-A484-0AEFDA70B8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87320" y="3831027"/>
                  <a:ext cx="96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B92AC4-AC00-D80F-70E5-CB1963162D19}"/>
                    </a:ext>
                  </a:extLst>
                </p14:cNvPr>
                <p14:cNvContentPartPr/>
                <p14:nvPr/>
              </p14:nvContentPartPr>
              <p14:xfrm>
                <a:off x="4239960" y="3729867"/>
                <a:ext cx="64080" cy="228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B92AC4-AC00-D80F-70E5-CB1963162D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35640" y="3725547"/>
                  <a:ext cx="72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A55AC12-032B-C8D4-01CC-9528301E41C1}"/>
                    </a:ext>
                  </a:extLst>
                </p14:cNvPr>
                <p14:cNvContentPartPr/>
                <p14:nvPr/>
              </p14:nvContentPartPr>
              <p14:xfrm>
                <a:off x="4262640" y="3367707"/>
                <a:ext cx="251280" cy="336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A55AC12-032B-C8D4-01CC-9528301E41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58320" y="3363387"/>
                  <a:ext cx="2599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49DEF84-E542-E211-5DAC-807FD7269FDE}"/>
                    </a:ext>
                  </a:extLst>
                </p14:cNvPr>
                <p14:cNvContentPartPr/>
                <p14:nvPr/>
              </p14:nvContentPartPr>
              <p14:xfrm>
                <a:off x="4449120" y="3851547"/>
                <a:ext cx="149040" cy="240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49DEF84-E542-E211-5DAC-807FD7269FD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44800" y="3847227"/>
                  <a:ext cx="1576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4234B03-42FF-93F8-CB4F-37C03CB4B008}"/>
                    </a:ext>
                  </a:extLst>
                </p14:cNvPr>
                <p14:cNvContentPartPr/>
                <p14:nvPr/>
              </p14:nvContentPartPr>
              <p14:xfrm>
                <a:off x="4443000" y="3911307"/>
                <a:ext cx="123120" cy="50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4234B03-42FF-93F8-CB4F-37C03CB4B0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38680" y="3906987"/>
                  <a:ext cx="131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62DD6D1-019B-AE59-F7F8-FDE14E2BE67B}"/>
                    </a:ext>
                  </a:extLst>
                </p14:cNvPr>
                <p14:cNvContentPartPr/>
                <p14:nvPr/>
              </p14:nvContentPartPr>
              <p14:xfrm>
                <a:off x="4646760" y="3782787"/>
                <a:ext cx="99000" cy="177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62DD6D1-019B-AE59-F7F8-FDE14E2BE6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42440" y="3778467"/>
                  <a:ext cx="107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713DE5F-0442-A9C7-04B8-181683F79909}"/>
                    </a:ext>
                  </a:extLst>
                </p14:cNvPr>
                <p14:cNvContentPartPr/>
                <p14:nvPr/>
              </p14:nvContentPartPr>
              <p14:xfrm>
                <a:off x="4783200" y="3859467"/>
                <a:ext cx="10080" cy="64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713DE5F-0442-A9C7-04B8-181683F799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78880" y="3855147"/>
                  <a:ext cx="18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5CD1A1A-3B60-6ED1-63FA-2903B1323A56}"/>
                    </a:ext>
                  </a:extLst>
                </p14:cNvPr>
                <p14:cNvContentPartPr/>
                <p14:nvPr/>
              </p14:nvContentPartPr>
              <p14:xfrm>
                <a:off x="4833600" y="3772347"/>
                <a:ext cx="95040" cy="188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5CD1A1A-3B60-6ED1-63FA-2903B1323A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29280" y="3768027"/>
                  <a:ext cx="103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2D5FA3D-FA7E-38AF-DDB9-67614B1182D3}"/>
                    </a:ext>
                  </a:extLst>
                </p14:cNvPr>
                <p14:cNvContentPartPr/>
                <p14:nvPr/>
              </p14:nvContentPartPr>
              <p14:xfrm>
                <a:off x="5242920" y="3388227"/>
                <a:ext cx="132840" cy="453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2D5FA3D-FA7E-38AF-DDB9-67614B1182D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38600" y="3383907"/>
                  <a:ext cx="1414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6A1DBB-BF71-FB51-835D-13BFCDD48F96}"/>
                    </a:ext>
                  </a:extLst>
                </p14:cNvPr>
                <p14:cNvContentPartPr/>
                <p14:nvPr/>
              </p14:nvContentPartPr>
              <p14:xfrm>
                <a:off x="5153280" y="3953427"/>
                <a:ext cx="106200" cy="297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6A1DBB-BF71-FB51-835D-13BFCDD48F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48960" y="3949107"/>
                  <a:ext cx="1148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AB3066-BA59-B24C-6163-7454DA7B14A4}"/>
                    </a:ext>
                  </a:extLst>
                </p14:cNvPr>
                <p14:cNvContentPartPr/>
                <p14:nvPr/>
              </p14:nvContentPartPr>
              <p14:xfrm>
                <a:off x="5077320" y="4070787"/>
                <a:ext cx="195480" cy="35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AB3066-BA59-B24C-6163-7454DA7B14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73000" y="4066467"/>
                  <a:ext cx="204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AF03DB6-285C-E950-3360-49A0160486D0}"/>
                    </a:ext>
                  </a:extLst>
                </p14:cNvPr>
                <p14:cNvContentPartPr/>
                <p14:nvPr/>
              </p14:nvContentPartPr>
              <p14:xfrm>
                <a:off x="5338680" y="3951987"/>
                <a:ext cx="93600" cy="221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AF03DB6-285C-E950-3360-49A0160486D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34360" y="3947667"/>
                  <a:ext cx="102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2A67B6E-4217-8E3D-6766-FD80F434A3CE}"/>
                    </a:ext>
                  </a:extLst>
                </p14:cNvPr>
                <p14:cNvContentPartPr/>
                <p14:nvPr/>
              </p14:nvContentPartPr>
              <p14:xfrm>
                <a:off x="5499600" y="4021827"/>
                <a:ext cx="10800" cy="86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2A67B6E-4217-8E3D-6766-FD80F434A3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95280" y="4017507"/>
                  <a:ext cx="19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50BF7E-C97C-6971-5604-E74A1CE99297}"/>
                    </a:ext>
                  </a:extLst>
                </p14:cNvPr>
                <p14:cNvContentPartPr/>
                <p14:nvPr/>
              </p14:nvContentPartPr>
              <p14:xfrm>
                <a:off x="5581680" y="3943707"/>
                <a:ext cx="84600" cy="219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50BF7E-C97C-6971-5604-E74A1CE992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77360" y="3939387"/>
                  <a:ext cx="93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9B381D-6AF8-A692-D1C1-5D93AF4CCE91}"/>
                    </a:ext>
                  </a:extLst>
                </p14:cNvPr>
                <p14:cNvContentPartPr/>
                <p14:nvPr/>
              </p14:nvContentPartPr>
              <p14:xfrm>
                <a:off x="5606520" y="3363387"/>
                <a:ext cx="471600" cy="460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9B381D-6AF8-A692-D1C1-5D93AF4CCE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602200" y="3359067"/>
                  <a:ext cx="4802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7D5667-D76E-72C4-5E98-72DE317AAC3D}"/>
                    </a:ext>
                  </a:extLst>
                </p14:cNvPr>
                <p14:cNvContentPartPr/>
                <p14:nvPr/>
              </p14:nvContentPartPr>
              <p14:xfrm>
                <a:off x="6164160" y="3871707"/>
                <a:ext cx="127440" cy="289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7D5667-D76E-72C4-5E98-72DE317AAC3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59840" y="3867387"/>
                  <a:ext cx="136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C125061-623F-01B1-0DD2-C5EBE6965C44}"/>
                    </a:ext>
                  </a:extLst>
                </p14:cNvPr>
                <p14:cNvContentPartPr/>
                <p14:nvPr/>
              </p14:nvContentPartPr>
              <p14:xfrm>
                <a:off x="6111960" y="3970707"/>
                <a:ext cx="239760" cy="68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C125061-623F-01B1-0DD2-C5EBE6965C4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07640" y="3966387"/>
                  <a:ext cx="248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2AD05E-D483-D98B-E1F1-0D7A55843666}"/>
                    </a:ext>
                  </a:extLst>
                </p14:cNvPr>
                <p14:cNvContentPartPr/>
                <p14:nvPr/>
              </p14:nvContentPartPr>
              <p14:xfrm>
                <a:off x="6443880" y="3829227"/>
                <a:ext cx="139680" cy="189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2AD05E-D483-D98B-E1F1-0D7A5584366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39560" y="3824907"/>
                  <a:ext cx="148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9696121-BD5D-3F97-D0E4-C08B25275467}"/>
                    </a:ext>
                  </a:extLst>
                </p14:cNvPr>
                <p14:cNvContentPartPr/>
                <p14:nvPr/>
              </p14:nvContentPartPr>
              <p14:xfrm>
                <a:off x="6648000" y="3857307"/>
                <a:ext cx="151560" cy="103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9696121-BD5D-3F97-D0E4-C08B2527546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43680" y="3852987"/>
                  <a:ext cx="160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6987661-8641-3ABF-A21D-00CF0FA2350F}"/>
                    </a:ext>
                  </a:extLst>
                </p14:cNvPr>
                <p14:cNvContentPartPr/>
                <p14:nvPr/>
              </p14:nvContentPartPr>
              <p14:xfrm>
                <a:off x="6851040" y="3767667"/>
                <a:ext cx="113040" cy="333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6987661-8641-3ABF-A21D-00CF0FA235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46720" y="3763347"/>
                  <a:ext cx="12168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D2D62A7-F0EF-4FA1-1E03-0B9C33BE6459}"/>
                  </a:ext>
                </a:extLst>
              </p14:cNvPr>
              <p14:cNvContentPartPr/>
              <p14:nvPr/>
            </p14:nvContentPartPr>
            <p14:xfrm>
              <a:off x="6203040" y="4364907"/>
              <a:ext cx="271080" cy="4633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D2D62A7-F0EF-4FA1-1E03-0B9C33BE645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198720" y="4360587"/>
                <a:ext cx="279720" cy="47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20C020E-39B6-D83B-0051-FF549D03F6CD}"/>
              </a:ext>
            </a:extLst>
          </p:cNvPr>
          <p:cNvGrpSpPr/>
          <p:nvPr/>
        </p:nvGrpSpPr>
        <p:grpSpPr>
          <a:xfrm>
            <a:off x="5897040" y="4976187"/>
            <a:ext cx="876600" cy="393120"/>
            <a:chOff x="5897040" y="4976187"/>
            <a:chExt cx="87660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E763DAF-5D3A-7854-C982-150655A77B74}"/>
                    </a:ext>
                  </a:extLst>
                </p14:cNvPr>
                <p14:cNvContentPartPr/>
                <p14:nvPr/>
              </p14:nvContentPartPr>
              <p14:xfrm>
                <a:off x="5988840" y="5043867"/>
                <a:ext cx="115560" cy="325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E763DAF-5D3A-7854-C982-150655A77B7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84520" y="5039547"/>
                  <a:ext cx="1242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2AE0F6-7927-8FAD-7D82-95E8E52BC7C6}"/>
                    </a:ext>
                  </a:extLst>
                </p14:cNvPr>
                <p14:cNvContentPartPr/>
                <p14:nvPr/>
              </p14:nvContentPartPr>
              <p14:xfrm>
                <a:off x="5897040" y="5148627"/>
                <a:ext cx="259200" cy="65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2AE0F6-7927-8FAD-7D82-95E8E52BC7C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92720" y="5144307"/>
                  <a:ext cx="267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03A6500-6492-5F75-C0C7-A0EE65918CBE}"/>
                    </a:ext>
                  </a:extLst>
                </p14:cNvPr>
                <p14:cNvContentPartPr/>
                <p14:nvPr/>
              </p14:nvContentPartPr>
              <p14:xfrm>
                <a:off x="6293040" y="5016867"/>
                <a:ext cx="133200" cy="277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03A6500-6492-5F75-C0C7-A0EE65918CB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88720" y="5012547"/>
                  <a:ext cx="141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6B4852A-00EC-85D7-803C-FE289475F41E}"/>
                    </a:ext>
                  </a:extLst>
                </p14:cNvPr>
                <p14:cNvContentPartPr/>
                <p14:nvPr/>
              </p14:nvContentPartPr>
              <p14:xfrm>
                <a:off x="6432000" y="5137827"/>
                <a:ext cx="91800" cy="94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6B4852A-00EC-85D7-803C-FE289475F41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27680" y="5133507"/>
                  <a:ext cx="100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839F433-4235-A6FC-0F27-DBA5319A1D00}"/>
                    </a:ext>
                  </a:extLst>
                </p14:cNvPr>
                <p14:cNvContentPartPr/>
                <p14:nvPr/>
              </p14:nvContentPartPr>
              <p14:xfrm>
                <a:off x="6644040" y="4976187"/>
                <a:ext cx="129600" cy="280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839F433-4235-A6FC-0F27-DBA5319A1D0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39720" y="4971867"/>
                  <a:ext cx="13824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AE62ECB-7C95-4B02-53A5-A98E2A265EDD}"/>
                  </a:ext>
                </a:extLst>
              </p14:cNvPr>
              <p14:cNvContentPartPr/>
              <p14:nvPr/>
            </p14:nvContentPartPr>
            <p14:xfrm>
              <a:off x="6822600" y="4263387"/>
              <a:ext cx="328320" cy="4111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AE62ECB-7C95-4B02-53A5-A98E2A265ED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818280" y="4259067"/>
                <a:ext cx="33696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25AC656-F28D-40FF-113C-0CD551A45D89}"/>
              </a:ext>
            </a:extLst>
          </p:cNvPr>
          <p:cNvGrpSpPr/>
          <p:nvPr/>
        </p:nvGrpSpPr>
        <p:grpSpPr>
          <a:xfrm>
            <a:off x="7123560" y="4853067"/>
            <a:ext cx="789840" cy="358200"/>
            <a:chOff x="7123560" y="4853067"/>
            <a:chExt cx="78984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F062E53-3D03-A56C-CCCE-2106F192891C}"/>
                    </a:ext>
                  </a:extLst>
                </p14:cNvPr>
                <p14:cNvContentPartPr/>
                <p14:nvPr/>
              </p14:nvContentPartPr>
              <p14:xfrm>
                <a:off x="7153440" y="4868187"/>
                <a:ext cx="149400" cy="29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F062E53-3D03-A56C-CCCE-2106F192891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49120" y="4863867"/>
                  <a:ext cx="158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A0D0BF2-9AB1-459F-DF71-7B636FB11569}"/>
                    </a:ext>
                  </a:extLst>
                </p14:cNvPr>
                <p14:cNvContentPartPr/>
                <p14:nvPr/>
              </p14:nvContentPartPr>
              <p14:xfrm>
                <a:off x="7123560" y="5029467"/>
                <a:ext cx="231480" cy="32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A0D0BF2-9AB1-459F-DF71-7B636FB1156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19240" y="5025147"/>
                  <a:ext cx="240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7C9E78-FC6D-EF08-1F5F-CB9BBF7C7AC3}"/>
                    </a:ext>
                  </a:extLst>
                </p14:cNvPr>
                <p14:cNvContentPartPr/>
                <p14:nvPr/>
              </p14:nvContentPartPr>
              <p14:xfrm>
                <a:off x="7432080" y="4911387"/>
                <a:ext cx="126720" cy="218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7C9E78-FC6D-EF08-1F5F-CB9BBF7C7A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27760" y="4907067"/>
                  <a:ext cx="135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0F1E31C-86D7-5137-1C23-4A47108BE976}"/>
                    </a:ext>
                  </a:extLst>
                </p14:cNvPr>
                <p14:cNvContentPartPr/>
                <p14:nvPr/>
              </p14:nvContentPartPr>
              <p14:xfrm>
                <a:off x="7679760" y="4984467"/>
                <a:ext cx="14040" cy="109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0F1E31C-86D7-5137-1C23-4A47108BE97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75440" y="4980147"/>
                  <a:ext cx="22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EAFCFB-8AA5-3245-9FA8-64CEA81263F0}"/>
                    </a:ext>
                  </a:extLst>
                </p14:cNvPr>
                <p14:cNvContentPartPr/>
                <p14:nvPr/>
              </p14:nvContentPartPr>
              <p14:xfrm>
                <a:off x="7791720" y="4853067"/>
                <a:ext cx="121680" cy="358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EAFCFB-8AA5-3245-9FA8-64CEA81263F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87400" y="4848747"/>
                  <a:ext cx="130320" cy="366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3620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8D13-DFF1-A3BE-AF8E-DB96CFD2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Stack Depth (Recursive Fibonacci)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DACF-6D9E-0710-23A4-81F91020E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Deepest call chain: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f(5)</a:t>
            </a:r>
            <a:br>
              <a:rPr lang="en-US" dirty="0"/>
            </a:br>
            <a:r>
              <a:rPr lang="en-US" dirty="0"/>
              <a:t>f(4)</a:t>
            </a:r>
            <a:br>
              <a:rPr lang="en-US" dirty="0"/>
            </a:br>
            <a:r>
              <a:rPr lang="en-US" dirty="0"/>
              <a:t>f(3)</a:t>
            </a:r>
            <a:br>
              <a:rPr lang="en-US" dirty="0"/>
            </a:br>
            <a:r>
              <a:rPr lang="en-US" dirty="0"/>
              <a:t>f(2)</a:t>
            </a:r>
            <a:br>
              <a:rPr lang="en-US" dirty="0"/>
            </a:br>
            <a:r>
              <a:rPr lang="en-US" dirty="0"/>
              <a:t>f(1)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Maximum stack depth = 5</a:t>
            </a:r>
          </a:p>
          <a:p>
            <a:pPr marL="0" indent="0">
              <a:buNone/>
            </a:pPr>
            <a:r>
              <a:rPr lang="en-US" dirty="0"/>
              <a:t>Stack grows and shrinks repeatedly.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00513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9896-6D73-D83B-F619-4179A264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Iterative Fibonacci (Java)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FBDC2-AF50-C66E-083D-60A471E6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dirty="0"/>
              <a:t>public static int </a:t>
            </a:r>
            <a:r>
              <a:rPr lang="en-ZA" dirty="0" err="1"/>
              <a:t>fibonacci</a:t>
            </a:r>
            <a:r>
              <a:rPr lang="en-ZA" dirty="0"/>
              <a:t>(int n) {</a:t>
            </a:r>
          </a:p>
          <a:p>
            <a:pPr marL="0" indent="0">
              <a:buNone/>
            </a:pPr>
            <a:r>
              <a:rPr lang="en-ZA" dirty="0"/>
              <a:t>    if (n &lt;= 1) return n;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   int </a:t>
            </a:r>
            <a:r>
              <a:rPr lang="en-ZA" dirty="0" err="1"/>
              <a:t>prev</a:t>
            </a:r>
            <a:r>
              <a:rPr lang="en-ZA" dirty="0"/>
              <a:t> = 0, </a:t>
            </a:r>
            <a:r>
              <a:rPr lang="en-ZA" dirty="0" err="1"/>
              <a:t>curr</a:t>
            </a:r>
            <a:r>
              <a:rPr lang="en-ZA" dirty="0"/>
              <a:t> = 1;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   for(int </a:t>
            </a:r>
            <a:r>
              <a:rPr lang="en-ZA" dirty="0" err="1"/>
              <a:t>i</a:t>
            </a:r>
            <a:r>
              <a:rPr lang="en-ZA" dirty="0"/>
              <a:t> = 2; </a:t>
            </a:r>
            <a:r>
              <a:rPr lang="en-ZA" dirty="0" err="1"/>
              <a:t>i</a:t>
            </a:r>
            <a:r>
              <a:rPr lang="en-ZA" dirty="0"/>
              <a:t> &lt;= n; </a:t>
            </a:r>
            <a:r>
              <a:rPr lang="en-ZA" dirty="0" err="1"/>
              <a:t>i</a:t>
            </a:r>
            <a:r>
              <a:rPr lang="en-ZA" dirty="0"/>
              <a:t>++) {</a:t>
            </a:r>
          </a:p>
          <a:p>
            <a:pPr marL="0" indent="0">
              <a:buNone/>
            </a:pPr>
            <a:r>
              <a:rPr lang="en-ZA" dirty="0"/>
              <a:t>        int next = </a:t>
            </a:r>
            <a:r>
              <a:rPr lang="en-ZA" dirty="0" err="1"/>
              <a:t>prev</a:t>
            </a:r>
            <a:r>
              <a:rPr lang="en-ZA" dirty="0"/>
              <a:t> + </a:t>
            </a:r>
            <a:r>
              <a:rPr lang="en-ZA" dirty="0" err="1"/>
              <a:t>curr</a:t>
            </a:r>
            <a:r>
              <a:rPr lang="en-ZA" dirty="0"/>
              <a:t>;</a:t>
            </a:r>
          </a:p>
          <a:p>
            <a:pPr marL="0" indent="0">
              <a:buNone/>
            </a:pPr>
            <a:r>
              <a:rPr lang="en-ZA" dirty="0"/>
              <a:t>        </a:t>
            </a:r>
            <a:r>
              <a:rPr lang="en-ZA" dirty="0" err="1"/>
              <a:t>prev</a:t>
            </a:r>
            <a:r>
              <a:rPr lang="en-ZA" dirty="0"/>
              <a:t> = </a:t>
            </a:r>
            <a:r>
              <a:rPr lang="en-ZA" dirty="0" err="1"/>
              <a:t>curr</a:t>
            </a:r>
            <a:r>
              <a:rPr lang="en-ZA" dirty="0"/>
              <a:t>;</a:t>
            </a:r>
          </a:p>
          <a:p>
            <a:pPr marL="0" indent="0">
              <a:buNone/>
            </a:pPr>
            <a:r>
              <a:rPr lang="en-ZA" dirty="0"/>
              <a:t>        </a:t>
            </a:r>
            <a:r>
              <a:rPr lang="en-ZA" dirty="0" err="1"/>
              <a:t>curr</a:t>
            </a:r>
            <a:r>
              <a:rPr lang="en-ZA" dirty="0"/>
              <a:t> = next;</a:t>
            </a:r>
          </a:p>
          <a:p>
            <a:pPr marL="0" indent="0">
              <a:buNone/>
            </a:pPr>
            <a:r>
              <a:rPr lang="en-ZA" dirty="0"/>
              <a:t>    }</a:t>
            </a:r>
          </a:p>
          <a:p>
            <a:pPr marL="0" indent="0">
              <a:buNone/>
            </a:pPr>
            <a:r>
              <a:rPr lang="en-ZA" dirty="0"/>
              <a:t>    return </a:t>
            </a:r>
            <a:r>
              <a:rPr lang="en-ZA" dirty="0" err="1"/>
              <a:t>curr</a:t>
            </a:r>
            <a:r>
              <a:rPr lang="en-ZA" dirty="0"/>
              <a:t>;</a:t>
            </a:r>
          </a:p>
          <a:p>
            <a:pPr marL="0" indent="0">
              <a:buNone/>
            </a:pPr>
            <a:r>
              <a:rPr lang="en-Z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5509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23DCF-921F-E0D3-6F66-922D6DE9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Iterative Fibonacci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564F3-156B-7FCE-CADF-2366D1090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fibonacci</a:t>
            </a:r>
            <a:r>
              <a:rPr lang="en-US" dirty="0"/>
              <a:t>(n):</a:t>
            </a:r>
          </a:p>
          <a:p>
            <a:pPr marL="0" indent="0">
              <a:buNone/>
            </a:pPr>
            <a:r>
              <a:rPr lang="en-US" dirty="0"/>
              <a:t>    if n &lt;= 1:</a:t>
            </a:r>
          </a:p>
          <a:p>
            <a:pPr marL="0" indent="0">
              <a:buNone/>
            </a:pPr>
            <a:r>
              <a:rPr lang="en-US" dirty="0"/>
              <a:t>        return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prev</a:t>
            </a:r>
            <a:r>
              <a:rPr lang="en-US" dirty="0"/>
              <a:t>, </a:t>
            </a:r>
            <a:r>
              <a:rPr lang="en-US" dirty="0" err="1"/>
              <a:t>curr</a:t>
            </a:r>
            <a:r>
              <a:rPr lang="en-US" dirty="0"/>
              <a:t> = 0, 1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range(2, n+1):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prev</a:t>
            </a:r>
            <a:r>
              <a:rPr lang="en-US" dirty="0"/>
              <a:t>, </a:t>
            </a:r>
            <a:r>
              <a:rPr lang="en-US" dirty="0" err="1"/>
              <a:t>curr</a:t>
            </a:r>
            <a:r>
              <a:rPr lang="en-US" dirty="0"/>
              <a:t> = </a:t>
            </a:r>
            <a:r>
              <a:rPr lang="en-US" dirty="0" err="1"/>
              <a:t>curr</a:t>
            </a:r>
            <a:r>
              <a:rPr lang="en-US" dirty="0"/>
              <a:t>, </a:t>
            </a:r>
            <a:r>
              <a:rPr lang="en-US" dirty="0" err="1"/>
              <a:t>prev</a:t>
            </a:r>
            <a:r>
              <a:rPr lang="en-US" dirty="0"/>
              <a:t> + </a:t>
            </a:r>
            <a:r>
              <a:rPr lang="en-US" dirty="0" err="1"/>
              <a:t>curr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curr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28820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9A70-6FC8-2AD7-95A8-E7194027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Trace: Iterative </a:t>
            </a:r>
            <a:r>
              <a:rPr lang="en-ZA" dirty="0" err="1"/>
              <a:t>fibonacci</a:t>
            </a:r>
            <a:r>
              <a:rPr lang="en-ZA" dirty="0"/>
              <a:t>(5)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8E87DB-4E86-E7C0-8EA5-69C184D52D2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812626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298965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37151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Iteration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prev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curr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46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938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i=2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202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i=3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3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i=4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482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i=5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380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597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48DF-C95E-BBBD-2C27-C10BCC9A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Complexity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FBEE-ABBA-9529-6AB6-EAA32E6F6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Factorial</a:t>
            </a:r>
          </a:p>
          <a:p>
            <a:pPr marL="0" indent="0">
              <a:buNone/>
            </a:pPr>
            <a:r>
              <a:rPr lang="pt-BR" dirty="0"/>
              <a:t>Recursive:</a:t>
            </a:r>
          </a:p>
          <a:p>
            <a:r>
              <a:rPr lang="pt-BR" dirty="0"/>
              <a:t>Time: O(n)</a:t>
            </a:r>
          </a:p>
          <a:p>
            <a:r>
              <a:rPr lang="pt-BR" dirty="0"/>
              <a:t>Space: O(n)</a:t>
            </a:r>
          </a:p>
          <a:p>
            <a:pPr marL="0" indent="0">
              <a:buNone/>
            </a:pPr>
            <a:r>
              <a:rPr lang="pt-BR" dirty="0"/>
              <a:t>Iterative:</a:t>
            </a:r>
          </a:p>
          <a:p>
            <a:r>
              <a:rPr lang="pt-BR" dirty="0"/>
              <a:t>Time: O(n)</a:t>
            </a:r>
          </a:p>
          <a:p>
            <a:r>
              <a:rPr lang="pt-BR" dirty="0"/>
              <a:t>Space: O(1)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880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8916-E364-1A10-C392-3EAD7AF3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63E1-A1DA-CE20-461E-A6994D98F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Fibonacci</a:t>
            </a:r>
          </a:p>
          <a:p>
            <a:pPr marL="0" indent="0">
              <a:buNone/>
            </a:pPr>
            <a:r>
              <a:rPr lang="pt-BR" dirty="0"/>
              <a:t>Recursive:</a:t>
            </a:r>
          </a:p>
          <a:p>
            <a:r>
              <a:rPr lang="pt-BR" dirty="0"/>
              <a:t>Time: O(2ⁿ)</a:t>
            </a:r>
          </a:p>
          <a:p>
            <a:r>
              <a:rPr lang="pt-BR" dirty="0"/>
              <a:t>Space: O(n)</a:t>
            </a:r>
          </a:p>
          <a:p>
            <a:pPr marL="0" indent="0">
              <a:buNone/>
            </a:pPr>
            <a:r>
              <a:rPr lang="pt-BR" dirty="0"/>
              <a:t>Iterative:</a:t>
            </a:r>
          </a:p>
          <a:p>
            <a:r>
              <a:rPr lang="pt-BR" dirty="0"/>
              <a:t>Time: O(n)</a:t>
            </a:r>
          </a:p>
          <a:p>
            <a:r>
              <a:rPr lang="pt-BR" dirty="0"/>
              <a:t>Space: O(1)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16749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EA44-2E4E-BE4B-2FD7-6B0B060C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F188A5-4847-FD78-698E-DF9E9F7E99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4887"/>
            <a:ext cx="825418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Recursion uses the runtime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recursive function needs a base case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Recursive Fibonacci is inefficient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 uses less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the right approach for the problem</a:t>
            </a:r>
          </a:p>
        </p:txBody>
      </p:sp>
    </p:spTree>
    <p:extLst>
      <p:ext uri="{BB962C8B-B14F-4D97-AF65-F5344CB8AC3E}">
        <p14:creationId xmlns:p14="http://schemas.microsoft.com/office/powerpoint/2010/main" val="226939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899</Words>
  <Application>Microsoft Office PowerPoint</Application>
  <PresentationFormat>Widescreen</PresentationFormat>
  <Paragraphs>208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ui-sans-serif</vt:lpstr>
      <vt:lpstr>Office Theme</vt:lpstr>
      <vt:lpstr>Recursion in Programming</vt:lpstr>
      <vt:lpstr>Learning Objectives</vt:lpstr>
      <vt:lpstr>What is Recursion?</vt:lpstr>
      <vt:lpstr>How Recursion Works Internally</vt:lpstr>
      <vt:lpstr>Mathematical Definition of Factorial</vt:lpstr>
      <vt:lpstr>Recursive Factorial (Java)</vt:lpstr>
      <vt:lpstr>Recursive Factorial (Python)</vt:lpstr>
      <vt:lpstr>Trace: factorial(5) (Recursive)</vt:lpstr>
      <vt:lpstr>Stack Growth (Recursive Factorial)</vt:lpstr>
      <vt:lpstr>Iterative Factorial (Java)</vt:lpstr>
      <vt:lpstr>Iterative Factorial (Python)</vt:lpstr>
      <vt:lpstr>Trace: Iterative factorial(5)</vt:lpstr>
      <vt:lpstr>Fibonacci Definition</vt:lpstr>
      <vt:lpstr>Recursive Fibonacci (Java)</vt:lpstr>
      <vt:lpstr>Recursive Fibonacci (Python)</vt:lpstr>
      <vt:lpstr>Recursive Fibonacci Call Tree (fibonacci(5))</vt:lpstr>
      <vt:lpstr>Stack Depth (Recursive Fibonacci)</vt:lpstr>
      <vt:lpstr>Iterative Fibonacci (Java)</vt:lpstr>
      <vt:lpstr>Iterative Fibonacci (Python)</vt:lpstr>
      <vt:lpstr>Trace: Iterative fibonacci(5)</vt:lpstr>
      <vt:lpstr>Complexity Comparison</vt:lpstr>
      <vt:lpstr>PowerPoint Presentation</vt:lpstr>
      <vt:lpstr>Conclusion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2026-02-25T05:49:42Z</dcterms:created>
  <dcterms:modified xsi:type="dcterms:W3CDTF">2026-02-25T06:12:44Z</dcterms:modified>
</cp:coreProperties>
</file>